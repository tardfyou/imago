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72a475ebdde41b0" /><Relationship Type="http://schemas.openxmlformats.org/officeDocument/2006/relationships/extended-properties" Target="/docProps/app.xml" Id="R81d373749a1044c4" /><Relationship Type="http://schemas.openxmlformats.org/officeDocument/2006/relationships/officeDocument" Target="/ppt/presentation.xml" Id="R38bf5321b459450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1a9d5aaf6904ff7"/>
  </p:sldMasterIdLst>
  <p:notesMasterIdLst>
    <p:notesMasterId xmlns:r="http://schemas.openxmlformats.org/officeDocument/2006/relationships" r:id="R5a02def6e6bb4a7e"/>
  </p:notesMasterIdLst>
  <p:sldIdLst>
    <p:sldId xmlns:r="http://schemas.openxmlformats.org/officeDocument/2006/relationships" id="256" r:id="R48317b6ff49646be"/>
  </p:sldIdLst>
  <p:sldSz cx="11115675" cy="55149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0616de0d4394688" /><Relationship Type="http://schemas.openxmlformats.org/officeDocument/2006/relationships/slideMaster" Target="/ppt/slideMasters/slideMaster1.xml" Id="R41a9d5aaf6904ff7" /><Relationship Type="http://schemas.openxmlformats.org/officeDocument/2006/relationships/notesMaster" Target="/ppt/notesMasters/notesMaster1.xml" Id="R5a02def6e6bb4a7e" /><Relationship Type="http://schemas.openxmlformats.org/officeDocument/2006/relationships/presProps" Target="/ppt/presProps.xml" Id="R416eaf79eff74d15" /><Relationship Type="http://schemas.openxmlformats.org/officeDocument/2006/relationships/tableStyles" Target="/ppt/tableStyles.xml" Id="R5237736282804d19" /><Relationship Type="http://schemas.openxmlformats.org/officeDocument/2006/relationships/slide" Target="/ppt/slides/slide1.xml" Id="R48317b6ff49646b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c6aa6864b96437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08c4630260b4ee4" /><Relationship Type="http://schemas.openxmlformats.org/officeDocument/2006/relationships/notesMaster" Target="/ppt/notesMasters/notesMaster1.xml" Id="R912f573c5ca44ec3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素材ID：SE-099</ns1:t>
            </ns1:r>
          </ns1:p>
          <ns1:p>
            <ns1:r>
              <ns1:t>论文：Understanding Binary Code Similarity for Real-World Vulnerability Detection: A Large-Scale Empirical Study</ns1:t>
            </ns1:r>
          </ns1:p>
          <ns1:p>
            <ns1:r>
              <ns1:t>会议：FSE 2026</ns1:t>
            </ns1:r>
          </ns1:p>
          <ns1:p>
            <ns1:r>
              <ns1:t>奖项：FSE26 Distinguished Paper Award</ns1:t>
            </ns1:r>
          </ns1:p>
          <ns1:p>
            <ns1:r>
              <ns1:t>图号：Figure 7，PDF第15页</ns1:t>
            </ns1:r>
          </ns1:p>
          <ns1:p>
            <ns1:r>
              <ns1:t>类型：动机案例</ns1:t>
            </ns1:r>
          </ns1:p>
          <ns1:p>
            <ns1:r>
              <ns1:t>借鉴点：左右对照默认与精简编译，两端保留完整CFG缩略图，中间用虚线定位到放大的汇编基本块，并用红/绿突出删改导致的结构和语义差异。</ns1:t>
            </ns1:r>
          </ns1:p>
          <ns1:p>
            <ns1:r>
              <ns1:t>论文URL：https://arxiv.org/pdf/2606.28870</ns1:t>
            </ns1:r>
          </ns1:p>
          <ns1:p>
            <ns1:r>
              <ns1:t>官方获奖URL：https://conf.researchr.org/track/fse-2026/fse-2026-research-papers#fse26-distinguished-paper-awards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297fe79943478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adf1cdbd4d74625" /><Relationship Type="http://schemas.openxmlformats.org/officeDocument/2006/relationships/slideLayout" Target="/ppt/slideLayouts/slideLayout1.xml" Id="Rcf2ef6ba2d4144e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f2ef6ba2d4144e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d830036dd047d2" /><Relationship Type="http://schemas.openxmlformats.org/officeDocument/2006/relationships/image" Target="/ppt/media/image.png" Id="R17c456a76ddd4ece" /><Relationship Type="http://schemas.openxmlformats.org/officeDocument/2006/relationships/image" Target="/ppt/media/image2.png" Id="Rc3e9e2ef45154ba3" /><Relationship Type="http://schemas.openxmlformats.org/officeDocument/2006/relationships/notesSlide" Target="/ppt/notesSlides/notesSlide1.xml" Id="R1014687a07f4421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D75BBC-3C1C-4D2A-B6D8-E8A93C70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115675" cy="5514975"/>
          </a:xfrm>
          <a:custGeom xmlns:a="http://schemas.openxmlformats.org/drawingml/2006/main">
            <a:pathLst>
              <a:path w="11115675" h="5514975">
                <a:moveTo>
                  <a:pt x="11115675" y="5514975"/>
                </a:moveTo>
                <a:lnTo>
                  <a:pt x="11115675" y="0"/>
                </a:lnTo>
                <a:lnTo>
                  <a:pt x="0" y="0"/>
                </a:lnTo>
                <a:lnTo>
                  <a:pt x="0" y="5514975"/>
                </a:lnTo>
                <a:lnTo>
                  <a:pt x="11115675" y="551497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Text (a)Def">
            <a:extLst xmlns:a="http://schemas.openxmlformats.org/drawingml/2006/main">
              <a:ext uri="{FF2B5EF4-FFF2-40B4-BE49-F238E27FC236}">
                <a16:creationId xmlns:a16="http://schemas.microsoft.com/office/drawing/2014/main" id="{DDAF7851-BAF8-4585-BA48-A43AD76E6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834" y="162492"/>
            <a:ext cx="630837" cy="187582"/>
          </a:xfrm>
          <a:custGeom xmlns:a="http://schemas.openxmlformats.org/drawingml/2006/main">
            <a:pathLst>
              <a:path w="630837" h="187582">
                <a:moveTo>
                  <a:pt x="60160" y="0"/>
                </a:moveTo>
                <a:lnTo>
                  <a:pt x="60160" y="4804"/>
                </a:lnTo>
                <a:cubicBezTo>
                  <a:pt x="52918" y="9537"/>
                  <a:pt x="47592" y="14165"/>
                  <a:pt x="44180" y="18689"/>
                </a:cubicBezTo>
                <a:cubicBezTo>
                  <a:pt x="39445" y="24951"/>
                  <a:pt x="35755" y="32988"/>
                  <a:pt x="33109" y="42799"/>
                </a:cubicBezTo>
                <a:cubicBezTo>
                  <a:pt x="29767" y="54978"/>
                  <a:pt x="28096" y="71993"/>
                  <a:pt x="28096" y="93843"/>
                </a:cubicBezTo>
                <a:cubicBezTo>
                  <a:pt x="28096" y="114440"/>
                  <a:pt x="29610" y="130445"/>
                  <a:pt x="32639" y="141858"/>
                </a:cubicBezTo>
                <a:cubicBezTo>
                  <a:pt x="35668" y="153271"/>
                  <a:pt x="39793" y="162491"/>
                  <a:pt x="45015" y="169520"/>
                </a:cubicBezTo>
                <a:cubicBezTo>
                  <a:pt x="48636" y="174392"/>
                  <a:pt x="53684" y="178672"/>
                  <a:pt x="60160" y="182360"/>
                </a:cubicBezTo>
                <a:lnTo>
                  <a:pt x="60160" y="187582"/>
                </a:lnTo>
                <a:cubicBezTo>
                  <a:pt x="43379" y="181944"/>
                  <a:pt x="29157" y="170443"/>
                  <a:pt x="17494" y="153079"/>
                </a:cubicBezTo>
                <a:cubicBezTo>
                  <a:pt x="5831" y="135718"/>
                  <a:pt x="0" y="115763"/>
                  <a:pt x="0" y="93217"/>
                </a:cubicBezTo>
                <a:cubicBezTo>
                  <a:pt x="0" y="70948"/>
                  <a:pt x="5814" y="51238"/>
                  <a:pt x="17442" y="34085"/>
                </a:cubicBezTo>
                <a:cubicBezTo>
                  <a:pt x="29070" y="16930"/>
                  <a:pt x="43310" y="5568"/>
                  <a:pt x="60160" y="0"/>
                </a:cubicBezTo>
                <a:close/>
                <a:moveTo>
                  <a:pt x="123765" y="130346"/>
                </a:moveTo>
                <a:cubicBezTo>
                  <a:pt x="111858" y="140930"/>
                  <a:pt x="101170" y="146222"/>
                  <a:pt x="91700" y="146222"/>
                </a:cubicBezTo>
                <a:cubicBezTo>
                  <a:pt x="86130" y="146222"/>
                  <a:pt x="81500" y="144389"/>
                  <a:pt x="77809" y="140722"/>
                </a:cubicBezTo>
                <a:cubicBezTo>
                  <a:pt x="74119" y="137054"/>
                  <a:pt x="72274" y="132460"/>
                  <a:pt x="72274" y="126942"/>
                </a:cubicBezTo>
                <a:cubicBezTo>
                  <a:pt x="72274" y="119466"/>
                  <a:pt x="75477" y="112741"/>
                  <a:pt x="81883" y="106768"/>
                </a:cubicBezTo>
                <a:cubicBezTo>
                  <a:pt x="88289" y="100795"/>
                  <a:pt x="102249" y="92849"/>
                  <a:pt x="123765" y="82929"/>
                </a:cubicBezTo>
                <a:lnTo>
                  <a:pt x="123765" y="73111"/>
                </a:lnTo>
                <a:cubicBezTo>
                  <a:pt x="123765" y="65730"/>
                  <a:pt x="123364" y="61082"/>
                  <a:pt x="122564" y="59168"/>
                </a:cubicBezTo>
                <a:cubicBezTo>
                  <a:pt x="121763" y="57253"/>
                  <a:pt x="120249" y="55582"/>
                  <a:pt x="118020" y="54154"/>
                </a:cubicBezTo>
                <a:cubicBezTo>
                  <a:pt x="115792" y="52727"/>
                  <a:pt x="113286" y="52013"/>
                  <a:pt x="110500" y="52013"/>
                </a:cubicBezTo>
                <a:cubicBezTo>
                  <a:pt x="105974" y="52013"/>
                  <a:pt x="102249" y="53023"/>
                  <a:pt x="99325" y="55042"/>
                </a:cubicBezTo>
                <a:cubicBezTo>
                  <a:pt x="97514" y="56295"/>
                  <a:pt x="96609" y="57758"/>
                  <a:pt x="96609" y="59429"/>
                </a:cubicBezTo>
                <a:cubicBezTo>
                  <a:pt x="96609" y="60891"/>
                  <a:pt x="97584" y="62701"/>
                  <a:pt x="99534" y="64860"/>
                </a:cubicBezTo>
                <a:cubicBezTo>
                  <a:pt x="102180" y="67854"/>
                  <a:pt x="103503" y="70744"/>
                  <a:pt x="103503" y="73529"/>
                </a:cubicBezTo>
                <a:cubicBezTo>
                  <a:pt x="103503" y="76941"/>
                  <a:pt x="102232" y="79848"/>
                  <a:pt x="99690" y="82250"/>
                </a:cubicBezTo>
                <a:cubicBezTo>
                  <a:pt x="97149" y="84652"/>
                  <a:pt x="93824" y="85853"/>
                  <a:pt x="89716" y="85853"/>
                </a:cubicBezTo>
                <a:cubicBezTo>
                  <a:pt x="85329" y="85853"/>
                  <a:pt x="81656" y="84530"/>
                  <a:pt x="78697" y="81884"/>
                </a:cubicBezTo>
                <a:cubicBezTo>
                  <a:pt x="75738" y="79238"/>
                  <a:pt x="74258" y="76140"/>
                  <a:pt x="74258" y="72589"/>
                </a:cubicBezTo>
                <a:cubicBezTo>
                  <a:pt x="74258" y="67575"/>
                  <a:pt x="76243" y="62788"/>
                  <a:pt x="80212" y="58228"/>
                </a:cubicBezTo>
                <a:cubicBezTo>
                  <a:pt x="84180" y="53667"/>
                  <a:pt x="89716" y="50168"/>
                  <a:pt x="96818" y="47731"/>
                </a:cubicBezTo>
                <a:cubicBezTo>
                  <a:pt x="103920" y="45294"/>
                  <a:pt x="111301" y="44075"/>
                  <a:pt x="118960" y="44075"/>
                </a:cubicBezTo>
                <a:cubicBezTo>
                  <a:pt x="128221" y="44075"/>
                  <a:pt x="135550" y="46048"/>
                  <a:pt x="140946" y="49993"/>
                </a:cubicBezTo>
                <a:cubicBezTo>
                  <a:pt x="146342" y="53936"/>
                  <a:pt x="149841" y="58210"/>
                  <a:pt x="151443" y="62817"/>
                </a:cubicBezTo>
                <a:cubicBezTo>
                  <a:pt x="152417" y="65748"/>
                  <a:pt x="152905" y="72482"/>
                  <a:pt x="152905" y="83020"/>
                </a:cubicBezTo>
                <a:lnTo>
                  <a:pt x="152905" y="121022"/>
                </a:lnTo>
                <a:cubicBezTo>
                  <a:pt x="152905" y="125489"/>
                  <a:pt x="153079" y="128299"/>
                  <a:pt x="153427" y="129452"/>
                </a:cubicBezTo>
                <a:cubicBezTo>
                  <a:pt x="153775" y="130603"/>
                  <a:pt x="154297" y="131458"/>
                  <a:pt x="154994" y="132018"/>
                </a:cubicBezTo>
                <a:cubicBezTo>
                  <a:pt x="155690" y="132575"/>
                  <a:pt x="156491" y="132853"/>
                  <a:pt x="157396" y="132853"/>
                </a:cubicBezTo>
                <a:cubicBezTo>
                  <a:pt x="159206" y="132853"/>
                  <a:pt x="161051" y="131565"/>
                  <a:pt x="162931" y="128989"/>
                </a:cubicBezTo>
                <a:lnTo>
                  <a:pt x="166065" y="131495"/>
                </a:lnTo>
                <a:cubicBezTo>
                  <a:pt x="162583" y="136648"/>
                  <a:pt x="158980" y="140391"/>
                  <a:pt x="155255" y="142723"/>
                </a:cubicBezTo>
                <a:cubicBezTo>
                  <a:pt x="151530" y="145056"/>
                  <a:pt x="147300" y="146222"/>
                  <a:pt x="142565" y="146222"/>
                </a:cubicBezTo>
                <a:cubicBezTo>
                  <a:pt x="136994" y="146222"/>
                  <a:pt x="132643" y="144908"/>
                  <a:pt x="129509" y="142279"/>
                </a:cubicBezTo>
                <a:cubicBezTo>
                  <a:pt x="126376" y="139651"/>
                  <a:pt x="124461" y="135673"/>
                  <a:pt x="123765" y="130346"/>
                </a:cubicBezTo>
                <a:moveTo>
                  <a:pt x="123765" y="122618"/>
                </a:moveTo>
                <a:lnTo>
                  <a:pt x="123765" y="89946"/>
                </a:lnTo>
                <a:cubicBezTo>
                  <a:pt x="115340" y="94914"/>
                  <a:pt x="109073" y="100232"/>
                  <a:pt x="104965" y="105900"/>
                </a:cubicBezTo>
                <a:cubicBezTo>
                  <a:pt x="102249" y="109677"/>
                  <a:pt x="100892" y="113491"/>
                  <a:pt x="100892" y="117340"/>
                </a:cubicBezTo>
                <a:cubicBezTo>
                  <a:pt x="100892" y="120558"/>
                  <a:pt x="102040" y="123392"/>
                  <a:pt x="104338" y="125842"/>
                </a:cubicBezTo>
                <a:cubicBezTo>
                  <a:pt x="106079" y="127731"/>
                  <a:pt x="108516" y="128675"/>
                  <a:pt x="111649" y="128675"/>
                </a:cubicBezTo>
                <a:cubicBezTo>
                  <a:pt x="115131" y="128675"/>
                  <a:pt x="119169" y="126656"/>
                  <a:pt x="123765" y="122618"/>
                </a:cubicBezTo>
                <a:close/>
                <a:moveTo>
                  <a:pt x="172227" y="187582"/>
                </a:moveTo>
                <a:lnTo>
                  <a:pt x="172227" y="182778"/>
                </a:lnTo>
                <a:cubicBezTo>
                  <a:pt x="179468" y="177975"/>
                  <a:pt x="184795" y="173313"/>
                  <a:pt x="188207" y="168792"/>
                </a:cubicBezTo>
                <a:cubicBezTo>
                  <a:pt x="192872" y="162527"/>
                  <a:pt x="196562" y="154524"/>
                  <a:pt x="199278" y="144783"/>
                </a:cubicBezTo>
                <a:cubicBezTo>
                  <a:pt x="202620" y="132534"/>
                  <a:pt x="204291" y="115485"/>
                  <a:pt x="204291" y="93634"/>
                </a:cubicBezTo>
                <a:cubicBezTo>
                  <a:pt x="204291" y="73037"/>
                  <a:pt x="202777" y="57049"/>
                  <a:pt x="199748" y="45672"/>
                </a:cubicBezTo>
                <a:cubicBezTo>
                  <a:pt x="196719" y="34294"/>
                  <a:pt x="192594" y="25091"/>
                  <a:pt x="187371" y="18062"/>
                </a:cubicBezTo>
                <a:cubicBezTo>
                  <a:pt x="183751" y="13190"/>
                  <a:pt x="178703" y="8910"/>
                  <a:pt x="172227" y="5222"/>
                </a:cubicBezTo>
                <a:lnTo>
                  <a:pt x="172227" y="0"/>
                </a:lnTo>
                <a:cubicBezTo>
                  <a:pt x="189008" y="5638"/>
                  <a:pt x="203230" y="17139"/>
                  <a:pt x="214892" y="34503"/>
                </a:cubicBezTo>
                <a:cubicBezTo>
                  <a:pt x="226555" y="51864"/>
                  <a:pt x="232387" y="71818"/>
                  <a:pt x="232387" y="94365"/>
                </a:cubicBezTo>
                <a:cubicBezTo>
                  <a:pt x="232387" y="116564"/>
                  <a:pt x="226555" y="136240"/>
                  <a:pt x="214892" y="153393"/>
                </a:cubicBezTo>
                <a:cubicBezTo>
                  <a:pt x="203230" y="170548"/>
                  <a:pt x="189008" y="181944"/>
                  <a:pt x="172227" y="187582"/>
                </a:cubicBezTo>
                <a:close/>
                <a:moveTo>
                  <a:pt x="297141" y="144760"/>
                </a:moveTo>
                <a:lnTo>
                  <a:pt x="297141" y="141000"/>
                </a:lnTo>
                <a:lnTo>
                  <a:pt x="301841" y="141000"/>
                </a:lnTo>
                <a:cubicBezTo>
                  <a:pt x="305949" y="141000"/>
                  <a:pt x="309100" y="140352"/>
                  <a:pt x="311293" y="139058"/>
                </a:cubicBezTo>
                <a:cubicBezTo>
                  <a:pt x="313486" y="137763"/>
                  <a:pt x="315105" y="135996"/>
                  <a:pt x="316150" y="133757"/>
                </a:cubicBezTo>
                <a:cubicBezTo>
                  <a:pt x="316776" y="132286"/>
                  <a:pt x="317090" y="127877"/>
                  <a:pt x="317090" y="120529"/>
                </a:cubicBezTo>
                <a:lnTo>
                  <a:pt x="317090" y="27364"/>
                </a:lnTo>
                <a:cubicBezTo>
                  <a:pt x="317090" y="20086"/>
                  <a:pt x="316707" y="15537"/>
                  <a:pt x="315941" y="13718"/>
                </a:cubicBezTo>
                <a:cubicBezTo>
                  <a:pt x="315175" y="11897"/>
                  <a:pt x="313626" y="10304"/>
                  <a:pt x="311293" y="8940"/>
                </a:cubicBezTo>
                <a:cubicBezTo>
                  <a:pt x="308960" y="7575"/>
                  <a:pt x="305810" y="6893"/>
                  <a:pt x="301841" y="6893"/>
                </a:cubicBezTo>
                <a:lnTo>
                  <a:pt x="297141" y="6893"/>
                </a:lnTo>
                <a:lnTo>
                  <a:pt x="297141" y="3133"/>
                </a:lnTo>
                <a:lnTo>
                  <a:pt x="360539" y="3133"/>
                </a:lnTo>
                <a:cubicBezTo>
                  <a:pt x="377458" y="3133"/>
                  <a:pt x="391071" y="5431"/>
                  <a:pt x="401376" y="10027"/>
                </a:cubicBezTo>
                <a:cubicBezTo>
                  <a:pt x="413979" y="15667"/>
                  <a:pt x="423536" y="24196"/>
                  <a:pt x="430046" y="35616"/>
                </a:cubicBezTo>
                <a:cubicBezTo>
                  <a:pt x="436557" y="47035"/>
                  <a:pt x="439812" y="59951"/>
                  <a:pt x="439812" y="74364"/>
                </a:cubicBezTo>
                <a:cubicBezTo>
                  <a:pt x="439812" y="84321"/>
                  <a:pt x="438210" y="93495"/>
                  <a:pt x="435007" y="101885"/>
                </a:cubicBezTo>
                <a:cubicBezTo>
                  <a:pt x="431804" y="110276"/>
                  <a:pt x="427661" y="117204"/>
                  <a:pt x="422578" y="122670"/>
                </a:cubicBezTo>
                <a:cubicBezTo>
                  <a:pt x="417495" y="128136"/>
                  <a:pt x="411629" y="132522"/>
                  <a:pt x="404980" y="135830"/>
                </a:cubicBezTo>
                <a:cubicBezTo>
                  <a:pt x="398330" y="139137"/>
                  <a:pt x="390201" y="141696"/>
                  <a:pt x="380592" y="143506"/>
                </a:cubicBezTo>
                <a:cubicBezTo>
                  <a:pt x="376344" y="144342"/>
                  <a:pt x="369660" y="144760"/>
                  <a:pt x="360539" y="144760"/>
                </a:cubicBezTo>
                <a:lnTo>
                  <a:pt x="297141" y="144760"/>
                </a:lnTo>
                <a:moveTo>
                  <a:pt x="351139" y="11071"/>
                </a:moveTo>
                <a:lnTo>
                  <a:pt x="351139" y="121482"/>
                </a:lnTo>
                <a:cubicBezTo>
                  <a:pt x="351139" y="127326"/>
                  <a:pt x="351417" y="130910"/>
                  <a:pt x="351974" y="132233"/>
                </a:cubicBezTo>
                <a:cubicBezTo>
                  <a:pt x="352531" y="133554"/>
                  <a:pt x="353471" y="134561"/>
                  <a:pt x="354794" y="135255"/>
                </a:cubicBezTo>
                <a:cubicBezTo>
                  <a:pt x="356674" y="136300"/>
                  <a:pt x="359390" y="136822"/>
                  <a:pt x="362941" y="136822"/>
                </a:cubicBezTo>
                <a:cubicBezTo>
                  <a:pt x="374569" y="136822"/>
                  <a:pt x="383447" y="132856"/>
                  <a:pt x="389574" y="124925"/>
                </a:cubicBezTo>
                <a:cubicBezTo>
                  <a:pt x="397930" y="114211"/>
                  <a:pt x="402107" y="97584"/>
                  <a:pt x="402107" y="75043"/>
                </a:cubicBezTo>
                <a:cubicBezTo>
                  <a:pt x="402107" y="56885"/>
                  <a:pt x="399253" y="42379"/>
                  <a:pt x="393543" y="31526"/>
                </a:cubicBezTo>
                <a:cubicBezTo>
                  <a:pt x="389017" y="23038"/>
                  <a:pt x="383203" y="17263"/>
                  <a:pt x="376101" y="14201"/>
                </a:cubicBezTo>
                <a:cubicBezTo>
                  <a:pt x="371087" y="12045"/>
                  <a:pt x="362767" y="11001"/>
                  <a:pt x="351139" y="11071"/>
                </a:cubicBezTo>
                <a:close/>
                <a:moveTo>
                  <a:pt x="538685" y="92329"/>
                </a:moveTo>
                <a:lnTo>
                  <a:pt x="485105" y="92329"/>
                </a:lnTo>
                <a:cubicBezTo>
                  <a:pt x="485731" y="105315"/>
                  <a:pt x="489178" y="115577"/>
                  <a:pt x="495445" y="123117"/>
                </a:cubicBezTo>
                <a:cubicBezTo>
                  <a:pt x="500249" y="128911"/>
                  <a:pt x="506028" y="131809"/>
                  <a:pt x="512782" y="131809"/>
                </a:cubicBezTo>
                <a:cubicBezTo>
                  <a:pt x="516960" y="131809"/>
                  <a:pt x="520755" y="130642"/>
                  <a:pt x="524167" y="128310"/>
                </a:cubicBezTo>
                <a:cubicBezTo>
                  <a:pt x="527579" y="125977"/>
                  <a:pt x="531234" y="121782"/>
                  <a:pt x="535133" y="115724"/>
                </a:cubicBezTo>
                <a:lnTo>
                  <a:pt x="538685" y="118022"/>
                </a:lnTo>
                <a:cubicBezTo>
                  <a:pt x="533393" y="128815"/>
                  <a:pt x="527544" y="136456"/>
                  <a:pt x="521138" y="140948"/>
                </a:cubicBezTo>
                <a:cubicBezTo>
                  <a:pt x="514732" y="145439"/>
                  <a:pt x="507316" y="147684"/>
                  <a:pt x="498891" y="147684"/>
                </a:cubicBezTo>
                <a:cubicBezTo>
                  <a:pt x="484408" y="147684"/>
                  <a:pt x="473442" y="142108"/>
                  <a:pt x="465991" y="130957"/>
                </a:cubicBezTo>
                <a:cubicBezTo>
                  <a:pt x="460003" y="121966"/>
                  <a:pt x="457009" y="110814"/>
                  <a:pt x="457009" y="97502"/>
                </a:cubicBezTo>
                <a:cubicBezTo>
                  <a:pt x="457009" y="81191"/>
                  <a:pt x="461413" y="68210"/>
                  <a:pt x="470221" y="58557"/>
                </a:cubicBezTo>
                <a:cubicBezTo>
                  <a:pt x="479029" y="48903"/>
                  <a:pt x="489352" y="44075"/>
                  <a:pt x="501189" y="44075"/>
                </a:cubicBezTo>
                <a:cubicBezTo>
                  <a:pt x="511076" y="44075"/>
                  <a:pt x="519658" y="48131"/>
                  <a:pt x="526935" y="56243"/>
                </a:cubicBezTo>
                <a:cubicBezTo>
                  <a:pt x="534211" y="64355"/>
                  <a:pt x="538127" y="76384"/>
                  <a:pt x="538685" y="92329"/>
                </a:cubicBezTo>
                <a:moveTo>
                  <a:pt x="512991" y="85435"/>
                </a:moveTo>
                <a:cubicBezTo>
                  <a:pt x="512991" y="74225"/>
                  <a:pt x="512382" y="66531"/>
                  <a:pt x="511163" y="62353"/>
                </a:cubicBezTo>
                <a:cubicBezTo>
                  <a:pt x="509945" y="58175"/>
                  <a:pt x="508048" y="55007"/>
                  <a:pt x="505471" y="52849"/>
                </a:cubicBezTo>
                <a:cubicBezTo>
                  <a:pt x="504009" y="51595"/>
                  <a:pt x="502059" y="50969"/>
                  <a:pt x="499622" y="50969"/>
                </a:cubicBezTo>
                <a:cubicBezTo>
                  <a:pt x="496002" y="50969"/>
                  <a:pt x="493042" y="52744"/>
                  <a:pt x="490745" y="56295"/>
                </a:cubicBezTo>
                <a:cubicBezTo>
                  <a:pt x="486636" y="62492"/>
                  <a:pt x="484582" y="70987"/>
                  <a:pt x="484582" y="81780"/>
                </a:cubicBezTo>
                <a:lnTo>
                  <a:pt x="484582" y="85435"/>
                </a:lnTo>
                <a:lnTo>
                  <a:pt x="512991" y="85435"/>
                </a:lnTo>
                <a:close/>
                <a:moveTo>
                  <a:pt x="593759" y="57235"/>
                </a:moveTo>
                <a:lnTo>
                  <a:pt x="593759" y="125124"/>
                </a:lnTo>
                <a:cubicBezTo>
                  <a:pt x="593759" y="131669"/>
                  <a:pt x="594456" y="135778"/>
                  <a:pt x="595848" y="137449"/>
                </a:cubicBezTo>
                <a:cubicBezTo>
                  <a:pt x="598076" y="140025"/>
                  <a:pt x="602184" y="141209"/>
                  <a:pt x="608173" y="141000"/>
                </a:cubicBezTo>
                <a:lnTo>
                  <a:pt x="608173" y="144760"/>
                </a:lnTo>
                <a:lnTo>
                  <a:pt x="550624" y="144760"/>
                </a:lnTo>
                <a:lnTo>
                  <a:pt x="550624" y="141000"/>
                </a:lnTo>
                <a:cubicBezTo>
                  <a:pt x="555010" y="140930"/>
                  <a:pt x="558126" y="140425"/>
                  <a:pt x="559972" y="139485"/>
                </a:cubicBezTo>
                <a:cubicBezTo>
                  <a:pt x="561817" y="138545"/>
                  <a:pt x="563087" y="137240"/>
                  <a:pt x="563784" y="135569"/>
                </a:cubicBezTo>
                <a:cubicBezTo>
                  <a:pt x="564480" y="133898"/>
                  <a:pt x="564828" y="130416"/>
                  <a:pt x="564828" y="125124"/>
                </a:cubicBezTo>
                <a:lnTo>
                  <a:pt x="564828" y="57235"/>
                </a:lnTo>
                <a:lnTo>
                  <a:pt x="550624" y="57235"/>
                </a:lnTo>
                <a:lnTo>
                  <a:pt x="550624" y="47000"/>
                </a:lnTo>
                <a:lnTo>
                  <a:pt x="564828" y="47000"/>
                </a:lnTo>
                <a:lnTo>
                  <a:pt x="564828" y="39826"/>
                </a:lnTo>
                <a:lnTo>
                  <a:pt x="564724" y="34937"/>
                </a:lnTo>
                <a:cubicBezTo>
                  <a:pt x="564724" y="24956"/>
                  <a:pt x="568397" y="16638"/>
                  <a:pt x="575743" y="9984"/>
                </a:cubicBezTo>
                <a:cubicBezTo>
                  <a:pt x="583089" y="3328"/>
                  <a:pt x="593028" y="0"/>
                  <a:pt x="605561" y="0"/>
                </a:cubicBezTo>
                <a:cubicBezTo>
                  <a:pt x="614126" y="0"/>
                  <a:pt x="620480" y="1608"/>
                  <a:pt x="624623" y="4824"/>
                </a:cubicBezTo>
                <a:cubicBezTo>
                  <a:pt x="628766" y="8038"/>
                  <a:pt x="630837" y="11602"/>
                  <a:pt x="630837" y="15517"/>
                </a:cubicBezTo>
                <a:cubicBezTo>
                  <a:pt x="630837" y="18663"/>
                  <a:pt x="629549" y="21389"/>
                  <a:pt x="626973" y="23696"/>
                </a:cubicBezTo>
                <a:cubicBezTo>
                  <a:pt x="624396" y="26002"/>
                  <a:pt x="620984" y="27156"/>
                  <a:pt x="616737" y="27156"/>
                </a:cubicBezTo>
                <a:cubicBezTo>
                  <a:pt x="613116" y="27156"/>
                  <a:pt x="610244" y="26216"/>
                  <a:pt x="608120" y="24336"/>
                </a:cubicBezTo>
                <a:cubicBezTo>
                  <a:pt x="605997" y="22456"/>
                  <a:pt x="604935" y="20367"/>
                  <a:pt x="604935" y="18069"/>
                </a:cubicBezTo>
                <a:cubicBezTo>
                  <a:pt x="604935" y="17442"/>
                  <a:pt x="605144" y="16154"/>
                  <a:pt x="605561" y="14204"/>
                </a:cubicBezTo>
                <a:cubicBezTo>
                  <a:pt x="605840" y="13021"/>
                  <a:pt x="605979" y="11907"/>
                  <a:pt x="605979" y="10862"/>
                </a:cubicBezTo>
                <a:cubicBezTo>
                  <a:pt x="605979" y="9400"/>
                  <a:pt x="605561" y="8321"/>
                  <a:pt x="604726" y="7624"/>
                </a:cubicBezTo>
                <a:cubicBezTo>
                  <a:pt x="603612" y="6580"/>
                  <a:pt x="602254" y="6058"/>
                  <a:pt x="600653" y="6058"/>
                </a:cubicBezTo>
                <a:cubicBezTo>
                  <a:pt x="598633" y="6058"/>
                  <a:pt x="596945" y="6887"/>
                  <a:pt x="595587" y="8545"/>
                </a:cubicBezTo>
                <a:cubicBezTo>
                  <a:pt x="594229" y="10203"/>
                  <a:pt x="593550" y="12863"/>
                  <a:pt x="593550" y="16525"/>
                </a:cubicBezTo>
                <a:lnTo>
                  <a:pt x="593759" y="34666"/>
                </a:lnTo>
                <a:lnTo>
                  <a:pt x="593759" y="47000"/>
                </a:lnTo>
                <a:lnTo>
                  <a:pt x="608173" y="47000"/>
                </a:lnTo>
                <a:lnTo>
                  <a:pt x="608173" y="57235"/>
                </a:lnTo>
                <a:lnTo>
                  <a:pt x="593759" y="5723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Text aultCompilation(FullFeatures)">
            <a:extLst xmlns:a="http://schemas.openxmlformats.org/drawingml/2006/main">
              <a:ext uri="{FF2B5EF4-FFF2-40B4-BE49-F238E27FC236}">
                <a16:creationId xmlns:a16="http://schemas.microsoft.com/office/drawing/2014/main" id="{28A951CF-16B4-4AA7-81F3-132385F03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6402" y="162492"/>
            <a:ext cx="2942829" cy="190506"/>
          </a:xfrm>
          <a:custGeom xmlns:a="http://schemas.openxmlformats.org/drawingml/2006/main">
            <a:pathLst>
              <a:path w="2942829" h="190506">
                <a:moveTo>
                  <a:pt x="51491" y="130346"/>
                </a:moveTo>
                <a:cubicBezTo>
                  <a:pt x="39584" y="140930"/>
                  <a:pt x="28896" y="146222"/>
                  <a:pt x="19427" y="146222"/>
                </a:cubicBezTo>
                <a:cubicBezTo>
                  <a:pt x="13856" y="146222"/>
                  <a:pt x="9226" y="144389"/>
                  <a:pt x="5536" y="140722"/>
                </a:cubicBezTo>
                <a:cubicBezTo>
                  <a:pt x="1845" y="137054"/>
                  <a:pt x="0" y="132460"/>
                  <a:pt x="0" y="126942"/>
                </a:cubicBezTo>
                <a:cubicBezTo>
                  <a:pt x="0" y="119466"/>
                  <a:pt x="3203" y="112741"/>
                  <a:pt x="9609" y="106768"/>
                </a:cubicBezTo>
                <a:cubicBezTo>
                  <a:pt x="16015" y="100795"/>
                  <a:pt x="29976" y="92849"/>
                  <a:pt x="51491" y="82929"/>
                </a:cubicBezTo>
                <a:lnTo>
                  <a:pt x="51491" y="73111"/>
                </a:lnTo>
                <a:cubicBezTo>
                  <a:pt x="51491" y="65730"/>
                  <a:pt x="51091" y="61082"/>
                  <a:pt x="50290" y="59168"/>
                </a:cubicBezTo>
                <a:cubicBezTo>
                  <a:pt x="49489" y="57253"/>
                  <a:pt x="47975" y="55582"/>
                  <a:pt x="45747" y="54154"/>
                </a:cubicBezTo>
                <a:cubicBezTo>
                  <a:pt x="43518" y="52727"/>
                  <a:pt x="41012" y="52013"/>
                  <a:pt x="38227" y="52013"/>
                </a:cubicBezTo>
                <a:cubicBezTo>
                  <a:pt x="33701" y="52013"/>
                  <a:pt x="29976" y="53023"/>
                  <a:pt x="27051" y="55042"/>
                </a:cubicBezTo>
                <a:cubicBezTo>
                  <a:pt x="25241" y="56295"/>
                  <a:pt x="24336" y="57758"/>
                  <a:pt x="24336" y="59429"/>
                </a:cubicBezTo>
                <a:cubicBezTo>
                  <a:pt x="24336" y="60891"/>
                  <a:pt x="25310" y="62701"/>
                  <a:pt x="27260" y="64860"/>
                </a:cubicBezTo>
                <a:cubicBezTo>
                  <a:pt x="29906" y="67854"/>
                  <a:pt x="31229" y="70744"/>
                  <a:pt x="31229" y="73529"/>
                </a:cubicBezTo>
                <a:cubicBezTo>
                  <a:pt x="31229" y="76941"/>
                  <a:pt x="29958" y="79848"/>
                  <a:pt x="27417" y="82250"/>
                </a:cubicBezTo>
                <a:cubicBezTo>
                  <a:pt x="24875" y="84652"/>
                  <a:pt x="21550" y="85853"/>
                  <a:pt x="17442" y="85853"/>
                </a:cubicBezTo>
                <a:cubicBezTo>
                  <a:pt x="13056" y="85853"/>
                  <a:pt x="9383" y="84530"/>
                  <a:pt x="6423" y="81884"/>
                </a:cubicBezTo>
                <a:cubicBezTo>
                  <a:pt x="3464" y="79238"/>
                  <a:pt x="1984" y="76140"/>
                  <a:pt x="1984" y="72589"/>
                </a:cubicBezTo>
                <a:cubicBezTo>
                  <a:pt x="1984" y="67575"/>
                  <a:pt x="3969" y="62788"/>
                  <a:pt x="7938" y="58228"/>
                </a:cubicBezTo>
                <a:cubicBezTo>
                  <a:pt x="11907" y="53667"/>
                  <a:pt x="17442" y="50168"/>
                  <a:pt x="24544" y="47731"/>
                </a:cubicBezTo>
                <a:cubicBezTo>
                  <a:pt x="31647" y="45294"/>
                  <a:pt x="39027" y="44075"/>
                  <a:pt x="46687" y="44075"/>
                </a:cubicBezTo>
                <a:cubicBezTo>
                  <a:pt x="55947" y="44075"/>
                  <a:pt x="63276" y="46048"/>
                  <a:pt x="68672" y="49993"/>
                </a:cubicBezTo>
                <a:cubicBezTo>
                  <a:pt x="74068" y="53936"/>
                  <a:pt x="77567" y="58210"/>
                  <a:pt x="79169" y="62817"/>
                </a:cubicBezTo>
                <a:cubicBezTo>
                  <a:pt x="80144" y="65748"/>
                  <a:pt x="80631" y="72482"/>
                  <a:pt x="80631" y="83020"/>
                </a:cubicBezTo>
                <a:lnTo>
                  <a:pt x="80631" y="121022"/>
                </a:lnTo>
                <a:cubicBezTo>
                  <a:pt x="80631" y="125489"/>
                  <a:pt x="80805" y="128299"/>
                  <a:pt x="81153" y="129452"/>
                </a:cubicBezTo>
                <a:cubicBezTo>
                  <a:pt x="81501" y="130603"/>
                  <a:pt x="82024" y="131458"/>
                  <a:pt x="82720" y="132018"/>
                </a:cubicBezTo>
                <a:cubicBezTo>
                  <a:pt x="83416" y="132575"/>
                  <a:pt x="84217" y="132853"/>
                  <a:pt x="85122" y="132853"/>
                </a:cubicBezTo>
                <a:cubicBezTo>
                  <a:pt x="86932" y="132853"/>
                  <a:pt x="88778" y="131565"/>
                  <a:pt x="90658" y="128989"/>
                </a:cubicBezTo>
                <a:lnTo>
                  <a:pt x="93791" y="131495"/>
                </a:lnTo>
                <a:cubicBezTo>
                  <a:pt x="90309" y="136648"/>
                  <a:pt x="86706" y="140391"/>
                  <a:pt x="82981" y="142723"/>
                </a:cubicBezTo>
                <a:cubicBezTo>
                  <a:pt x="79256" y="145056"/>
                  <a:pt x="75026" y="146222"/>
                  <a:pt x="70291" y="146222"/>
                </a:cubicBezTo>
                <a:cubicBezTo>
                  <a:pt x="64721" y="146222"/>
                  <a:pt x="60369" y="144908"/>
                  <a:pt x="57235" y="142279"/>
                </a:cubicBezTo>
                <a:cubicBezTo>
                  <a:pt x="54102" y="139651"/>
                  <a:pt x="52187" y="135673"/>
                  <a:pt x="51491" y="130346"/>
                </a:cubicBezTo>
                <a:moveTo>
                  <a:pt x="51491" y="122618"/>
                </a:moveTo>
                <a:lnTo>
                  <a:pt x="51491" y="89946"/>
                </a:lnTo>
                <a:cubicBezTo>
                  <a:pt x="43066" y="94914"/>
                  <a:pt x="36799" y="100232"/>
                  <a:pt x="32691" y="105900"/>
                </a:cubicBezTo>
                <a:cubicBezTo>
                  <a:pt x="29976" y="109677"/>
                  <a:pt x="28618" y="113491"/>
                  <a:pt x="28618" y="117340"/>
                </a:cubicBezTo>
                <a:cubicBezTo>
                  <a:pt x="28618" y="120558"/>
                  <a:pt x="29767" y="123392"/>
                  <a:pt x="32064" y="125842"/>
                </a:cubicBezTo>
                <a:cubicBezTo>
                  <a:pt x="33805" y="127731"/>
                  <a:pt x="36242" y="128675"/>
                  <a:pt x="39375" y="128675"/>
                </a:cubicBezTo>
                <a:cubicBezTo>
                  <a:pt x="42857" y="128675"/>
                  <a:pt x="46895" y="126656"/>
                  <a:pt x="51491" y="122618"/>
                </a:cubicBezTo>
                <a:close/>
                <a:moveTo>
                  <a:pt x="198862" y="47000"/>
                </a:moveTo>
                <a:lnTo>
                  <a:pt x="198862" y="123453"/>
                </a:lnTo>
                <a:cubicBezTo>
                  <a:pt x="198862" y="130949"/>
                  <a:pt x="199558" y="135625"/>
                  <a:pt x="200951" y="137481"/>
                </a:cubicBezTo>
                <a:cubicBezTo>
                  <a:pt x="202343" y="139337"/>
                  <a:pt x="205163" y="140510"/>
                  <a:pt x="209411" y="141000"/>
                </a:cubicBezTo>
                <a:lnTo>
                  <a:pt x="209411" y="144760"/>
                </a:lnTo>
                <a:lnTo>
                  <a:pt x="169617" y="144760"/>
                </a:lnTo>
                <a:lnTo>
                  <a:pt x="169617" y="131704"/>
                </a:lnTo>
                <a:cubicBezTo>
                  <a:pt x="164952" y="137275"/>
                  <a:pt x="160287" y="141331"/>
                  <a:pt x="155622" y="143872"/>
                </a:cubicBezTo>
                <a:cubicBezTo>
                  <a:pt x="150957" y="146413"/>
                  <a:pt x="145735" y="147684"/>
                  <a:pt x="139955" y="147684"/>
                </a:cubicBezTo>
                <a:cubicBezTo>
                  <a:pt x="134455" y="147684"/>
                  <a:pt x="129563" y="145996"/>
                  <a:pt x="125281" y="142619"/>
                </a:cubicBezTo>
                <a:cubicBezTo>
                  <a:pt x="120999" y="139242"/>
                  <a:pt x="118126" y="135290"/>
                  <a:pt x="116664" y="130764"/>
                </a:cubicBezTo>
                <a:cubicBezTo>
                  <a:pt x="115202" y="126238"/>
                  <a:pt x="114471" y="118335"/>
                  <a:pt x="114471" y="107055"/>
                </a:cubicBezTo>
                <a:lnTo>
                  <a:pt x="114471" y="68307"/>
                </a:lnTo>
                <a:cubicBezTo>
                  <a:pt x="114471" y="60837"/>
                  <a:pt x="113792" y="56186"/>
                  <a:pt x="112434" y="54353"/>
                </a:cubicBezTo>
                <a:cubicBezTo>
                  <a:pt x="111076" y="52521"/>
                  <a:pt x="108239" y="51323"/>
                  <a:pt x="103922" y="50760"/>
                </a:cubicBezTo>
                <a:lnTo>
                  <a:pt x="103922" y="47000"/>
                </a:lnTo>
                <a:lnTo>
                  <a:pt x="143715" y="47000"/>
                </a:lnTo>
                <a:lnTo>
                  <a:pt x="143715" y="113821"/>
                </a:lnTo>
                <a:cubicBezTo>
                  <a:pt x="143715" y="120793"/>
                  <a:pt x="144046" y="125290"/>
                  <a:pt x="144708" y="127311"/>
                </a:cubicBezTo>
                <a:cubicBezTo>
                  <a:pt x="145369" y="129332"/>
                  <a:pt x="146413" y="130867"/>
                  <a:pt x="147841" y="131913"/>
                </a:cubicBezTo>
                <a:cubicBezTo>
                  <a:pt x="149268" y="132958"/>
                  <a:pt x="150922" y="133480"/>
                  <a:pt x="152802" y="133480"/>
                </a:cubicBezTo>
                <a:cubicBezTo>
                  <a:pt x="155309" y="133480"/>
                  <a:pt x="157572" y="132818"/>
                  <a:pt x="159591" y="131495"/>
                </a:cubicBezTo>
                <a:cubicBezTo>
                  <a:pt x="162376" y="129685"/>
                  <a:pt x="165718" y="126029"/>
                  <a:pt x="169617" y="120529"/>
                </a:cubicBezTo>
                <a:lnTo>
                  <a:pt x="169617" y="68307"/>
                </a:lnTo>
                <a:cubicBezTo>
                  <a:pt x="169617" y="60837"/>
                  <a:pt x="168939" y="56186"/>
                  <a:pt x="167581" y="54353"/>
                </a:cubicBezTo>
                <a:cubicBezTo>
                  <a:pt x="166223" y="52521"/>
                  <a:pt x="163386" y="51323"/>
                  <a:pt x="159069" y="50760"/>
                </a:cubicBezTo>
                <a:lnTo>
                  <a:pt x="159069" y="47000"/>
                </a:lnTo>
                <a:lnTo>
                  <a:pt x="198862" y="47000"/>
                </a:lnTo>
                <a:close/>
                <a:moveTo>
                  <a:pt x="261705" y="3133"/>
                </a:moveTo>
                <a:lnTo>
                  <a:pt x="261705" y="124498"/>
                </a:lnTo>
                <a:cubicBezTo>
                  <a:pt x="261705" y="131391"/>
                  <a:pt x="262505" y="135795"/>
                  <a:pt x="264107" y="137710"/>
                </a:cubicBezTo>
                <a:cubicBezTo>
                  <a:pt x="265708" y="139625"/>
                  <a:pt x="268842" y="140721"/>
                  <a:pt x="273507" y="141000"/>
                </a:cubicBezTo>
                <a:lnTo>
                  <a:pt x="273507" y="144760"/>
                </a:lnTo>
                <a:lnTo>
                  <a:pt x="220763" y="144760"/>
                </a:lnTo>
                <a:lnTo>
                  <a:pt x="220763" y="141000"/>
                </a:lnTo>
                <a:cubicBezTo>
                  <a:pt x="225080" y="140861"/>
                  <a:pt x="228283" y="139607"/>
                  <a:pt x="230371" y="137240"/>
                </a:cubicBezTo>
                <a:cubicBezTo>
                  <a:pt x="231764" y="135638"/>
                  <a:pt x="232460" y="131391"/>
                  <a:pt x="232460" y="124498"/>
                </a:cubicBezTo>
                <a:lnTo>
                  <a:pt x="232460" y="23396"/>
                </a:lnTo>
                <a:cubicBezTo>
                  <a:pt x="232460" y="16528"/>
                  <a:pt x="231660" y="12132"/>
                  <a:pt x="230058" y="10206"/>
                </a:cubicBezTo>
                <a:cubicBezTo>
                  <a:pt x="228457" y="8278"/>
                  <a:pt x="225358" y="7174"/>
                  <a:pt x="220763" y="6893"/>
                </a:cubicBezTo>
                <a:lnTo>
                  <a:pt x="220763" y="3133"/>
                </a:lnTo>
                <a:lnTo>
                  <a:pt x="261705" y="3133"/>
                </a:lnTo>
                <a:close/>
                <a:moveTo>
                  <a:pt x="321692" y="11071"/>
                </a:moveTo>
                <a:lnTo>
                  <a:pt x="321692" y="47000"/>
                </a:lnTo>
                <a:lnTo>
                  <a:pt x="344878" y="47000"/>
                </a:lnTo>
                <a:lnTo>
                  <a:pt x="344878" y="57235"/>
                </a:lnTo>
                <a:lnTo>
                  <a:pt x="321692" y="57235"/>
                </a:lnTo>
                <a:lnTo>
                  <a:pt x="321692" y="117663"/>
                </a:lnTo>
                <a:cubicBezTo>
                  <a:pt x="321692" y="123318"/>
                  <a:pt x="321953" y="126966"/>
                  <a:pt x="322475" y="128607"/>
                </a:cubicBezTo>
                <a:cubicBezTo>
                  <a:pt x="322997" y="130247"/>
                  <a:pt x="323920" y="131575"/>
                  <a:pt x="325243" y="132589"/>
                </a:cubicBezTo>
                <a:cubicBezTo>
                  <a:pt x="326566" y="133601"/>
                  <a:pt x="327784" y="134106"/>
                  <a:pt x="328898" y="134106"/>
                </a:cubicBezTo>
                <a:cubicBezTo>
                  <a:pt x="333424" y="134106"/>
                  <a:pt x="337707" y="130625"/>
                  <a:pt x="341745" y="123662"/>
                </a:cubicBezTo>
                <a:lnTo>
                  <a:pt x="344878" y="125983"/>
                </a:lnTo>
                <a:cubicBezTo>
                  <a:pt x="339238" y="139476"/>
                  <a:pt x="330082" y="146222"/>
                  <a:pt x="317410" y="146222"/>
                </a:cubicBezTo>
                <a:cubicBezTo>
                  <a:pt x="311213" y="146222"/>
                  <a:pt x="305973" y="144493"/>
                  <a:pt x="301691" y="141036"/>
                </a:cubicBezTo>
                <a:cubicBezTo>
                  <a:pt x="297409" y="137576"/>
                  <a:pt x="294676" y="133715"/>
                  <a:pt x="293492" y="129452"/>
                </a:cubicBezTo>
                <a:cubicBezTo>
                  <a:pt x="292796" y="127076"/>
                  <a:pt x="292447" y="120647"/>
                  <a:pt x="292447" y="110166"/>
                </a:cubicBezTo>
                <a:lnTo>
                  <a:pt x="292447" y="57235"/>
                </a:lnTo>
                <a:lnTo>
                  <a:pt x="279705" y="57235"/>
                </a:lnTo>
                <a:lnTo>
                  <a:pt x="279705" y="53570"/>
                </a:lnTo>
                <a:cubicBezTo>
                  <a:pt x="288479" y="47360"/>
                  <a:pt x="295946" y="40836"/>
                  <a:pt x="302109" y="33997"/>
                </a:cubicBezTo>
                <a:cubicBezTo>
                  <a:pt x="308271" y="27158"/>
                  <a:pt x="313650" y="19516"/>
                  <a:pt x="318245" y="11071"/>
                </a:cubicBezTo>
                <a:lnTo>
                  <a:pt x="321692" y="11071"/>
                </a:lnTo>
                <a:close/>
                <a:moveTo>
                  <a:pt x="543216" y="0"/>
                </a:moveTo>
                <a:lnTo>
                  <a:pt x="543216" y="49089"/>
                </a:lnTo>
                <a:lnTo>
                  <a:pt x="539143" y="49089"/>
                </a:lnTo>
                <a:cubicBezTo>
                  <a:pt x="536079" y="36210"/>
                  <a:pt x="530370" y="26341"/>
                  <a:pt x="522014" y="19482"/>
                </a:cubicBezTo>
                <a:cubicBezTo>
                  <a:pt x="513659" y="12621"/>
                  <a:pt x="504189" y="9191"/>
                  <a:pt x="493605" y="9191"/>
                </a:cubicBezTo>
                <a:cubicBezTo>
                  <a:pt x="484762" y="9191"/>
                  <a:pt x="476651" y="11733"/>
                  <a:pt x="469270" y="16816"/>
                </a:cubicBezTo>
                <a:cubicBezTo>
                  <a:pt x="461889" y="21898"/>
                  <a:pt x="456493" y="28548"/>
                  <a:pt x="453081" y="36764"/>
                </a:cubicBezTo>
                <a:cubicBezTo>
                  <a:pt x="448694" y="47278"/>
                  <a:pt x="446501" y="58976"/>
                  <a:pt x="446501" y="71858"/>
                </a:cubicBezTo>
                <a:cubicBezTo>
                  <a:pt x="446501" y="84530"/>
                  <a:pt x="448102" y="96071"/>
                  <a:pt x="451305" y="106481"/>
                </a:cubicBezTo>
                <a:cubicBezTo>
                  <a:pt x="454508" y="116891"/>
                  <a:pt x="459522" y="124759"/>
                  <a:pt x="466345" y="130085"/>
                </a:cubicBezTo>
                <a:cubicBezTo>
                  <a:pt x="473169" y="135412"/>
                  <a:pt x="482012" y="138075"/>
                  <a:pt x="492874" y="138075"/>
                </a:cubicBezTo>
                <a:cubicBezTo>
                  <a:pt x="501787" y="138075"/>
                  <a:pt x="509951" y="136126"/>
                  <a:pt x="517366" y="132226"/>
                </a:cubicBezTo>
                <a:cubicBezTo>
                  <a:pt x="524782" y="128327"/>
                  <a:pt x="532598" y="121608"/>
                  <a:pt x="540814" y="112069"/>
                </a:cubicBezTo>
                <a:lnTo>
                  <a:pt x="540814" y="124289"/>
                </a:lnTo>
                <a:cubicBezTo>
                  <a:pt x="532876" y="132575"/>
                  <a:pt x="524608" y="138580"/>
                  <a:pt x="516009" y="142305"/>
                </a:cubicBezTo>
                <a:cubicBezTo>
                  <a:pt x="507409" y="146031"/>
                  <a:pt x="497365" y="147893"/>
                  <a:pt x="485876" y="147893"/>
                </a:cubicBezTo>
                <a:cubicBezTo>
                  <a:pt x="470767" y="147893"/>
                  <a:pt x="457346" y="144869"/>
                  <a:pt x="445613" y="138820"/>
                </a:cubicBezTo>
                <a:cubicBezTo>
                  <a:pt x="433881" y="132770"/>
                  <a:pt x="424829" y="124080"/>
                  <a:pt x="418458" y="112748"/>
                </a:cubicBezTo>
                <a:cubicBezTo>
                  <a:pt x="412087" y="101413"/>
                  <a:pt x="408901" y="89349"/>
                  <a:pt x="408901" y="76554"/>
                </a:cubicBezTo>
                <a:cubicBezTo>
                  <a:pt x="408901" y="63066"/>
                  <a:pt x="412435" y="50273"/>
                  <a:pt x="419502" y="38174"/>
                </a:cubicBezTo>
                <a:cubicBezTo>
                  <a:pt x="426570" y="26074"/>
                  <a:pt x="436109" y="16687"/>
                  <a:pt x="448120" y="10014"/>
                </a:cubicBezTo>
                <a:cubicBezTo>
                  <a:pt x="460131" y="3338"/>
                  <a:pt x="472891" y="0"/>
                  <a:pt x="486399" y="0"/>
                </a:cubicBezTo>
                <a:cubicBezTo>
                  <a:pt x="496356" y="0"/>
                  <a:pt x="506870" y="2159"/>
                  <a:pt x="517941" y="6476"/>
                </a:cubicBezTo>
                <a:cubicBezTo>
                  <a:pt x="524347" y="8982"/>
                  <a:pt x="528420" y="10236"/>
                  <a:pt x="530161" y="10236"/>
                </a:cubicBezTo>
                <a:cubicBezTo>
                  <a:pt x="532389" y="10236"/>
                  <a:pt x="534321" y="9417"/>
                  <a:pt x="535958" y="7781"/>
                </a:cubicBezTo>
                <a:cubicBezTo>
                  <a:pt x="537594" y="6145"/>
                  <a:pt x="538656" y="3551"/>
                  <a:pt x="539143" y="0"/>
                </a:cubicBezTo>
                <a:lnTo>
                  <a:pt x="543216" y="0"/>
                </a:lnTo>
                <a:close/>
                <a:moveTo>
                  <a:pt x="608145" y="44075"/>
                </a:moveTo>
                <a:cubicBezTo>
                  <a:pt x="616639" y="44075"/>
                  <a:pt x="624542" y="46271"/>
                  <a:pt x="631854" y="50662"/>
                </a:cubicBezTo>
                <a:cubicBezTo>
                  <a:pt x="639165" y="55053"/>
                  <a:pt x="644718" y="61291"/>
                  <a:pt x="648512" y="69377"/>
                </a:cubicBezTo>
                <a:cubicBezTo>
                  <a:pt x="652307" y="77463"/>
                  <a:pt x="654205" y="86314"/>
                  <a:pt x="654205" y="95932"/>
                </a:cubicBezTo>
                <a:cubicBezTo>
                  <a:pt x="654205" y="109801"/>
                  <a:pt x="650688" y="121407"/>
                  <a:pt x="643656" y="130748"/>
                </a:cubicBezTo>
                <a:cubicBezTo>
                  <a:pt x="635161" y="142039"/>
                  <a:pt x="623428" y="147684"/>
                  <a:pt x="608458" y="147684"/>
                </a:cubicBezTo>
                <a:cubicBezTo>
                  <a:pt x="593766" y="147684"/>
                  <a:pt x="582451" y="142526"/>
                  <a:pt x="574514" y="132210"/>
                </a:cubicBezTo>
                <a:cubicBezTo>
                  <a:pt x="566576" y="121894"/>
                  <a:pt x="562607" y="109941"/>
                  <a:pt x="562607" y="96350"/>
                </a:cubicBezTo>
                <a:cubicBezTo>
                  <a:pt x="562607" y="82341"/>
                  <a:pt x="566663" y="70127"/>
                  <a:pt x="574775" y="59706"/>
                </a:cubicBezTo>
                <a:cubicBezTo>
                  <a:pt x="582887" y="49286"/>
                  <a:pt x="594010" y="44075"/>
                  <a:pt x="608145" y="44075"/>
                </a:cubicBezTo>
                <a:moveTo>
                  <a:pt x="608562" y="51387"/>
                </a:moveTo>
                <a:cubicBezTo>
                  <a:pt x="605011" y="51387"/>
                  <a:pt x="601965" y="52729"/>
                  <a:pt x="599424" y="55414"/>
                </a:cubicBezTo>
                <a:cubicBezTo>
                  <a:pt x="596882" y="58097"/>
                  <a:pt x="595211" y="63394"/>
                  <a:pt x="594410" y="71306"/>
                </a:cubicBezTo>
                <a:cubicBezTo>
                  <a:pt x="593610" y="79218"/>
                  <a:pt x="593209" y="90215"/>
                  <a:pt x="593209" y="104297"/>
                </a:cubicBezTo>
                <a:cubicBezTo>
                  <a:pt x="593209" y="111756"/>
                  <a:pt x="593697" y="118728"/>
                  <a:pt x="594671" y="125212"/>
                </a:cubicBezTo>
                <a:cubicBezTo>
                  <a:pt x="595437" y="130160"/>
                  <a:pt x="597074" y="133925"/>
                  <a:pt x="599580" y="136505"/>
                </a:cubicBezTo>
                <a:cubicBezTo>
                  <a:pt x="602087" y="139084"/>
                  <a:pt x="604942" y="140373"/>
                  <a:pt x="608145" y="140373"/>
                </a:cubicBezTo>
                <a:cubicBezTo>
                  <a:pt x="611278" y="140373"/>
                  <a:pt x="613889" y="139502"/>
                  <a:pt x="615978" y="137759"/>
                </a:cubicBezTo>
                <a:cubicBezTo>
                  <a:pt x="618694" y="135389"/>
                  <a:pt x="620504" y="132077"/>
                  <a:pt x="621409" y="127823"/>
                </a:cubicBezTo>
                <a:cubicBezTo>
                  <a:pt x="622802" y="121202"/>
                  <a:pt x="623498" y="107818"/>
                  <a:pt x="623498" y="87671"/>
                </a:cubicBezTo>
                <a:cubicBezTo>
                  <a:pt x="623498" y="75821"/>
                  <a:pt x="622836" y="67683"/>
                  <a:pt x="621514" y="63257"/>
                </a:cubicBezTo>
                <a:cubicBezTo>
                  <a:pt x="620191" y="58829"/>
                  <a:pt x="618241" y="55605"/>
                  <a:pt x="615665" y="53583"/>
                </a:cubicBezTo>
                <a:cubicBezTo>
                  <a:pt x="613854" y="52119"/>
                  <a:pt x="611487" y="51387"/>
                  <a:pt x="608562" y="51387"/>
                </a:cubicBezTo>
                <a:close/>
                <a:moveTo>
                  <a:pt x="709560" y="47000"/>
                </a:moveTo>
                <a:lnTo>
                  <a:pt x="709560" y="59951"/>
                </a:lnTo>
                <a:cubicBezTo>
                  <a:pt x="714922" y="54063"/>
                  <a:pt x="719883" y="49945"/>
                  <a:pt x="724444" y="47597"/>
                </a:cubicBezTo>
                <a:cubicBezTo>
                  <a:pt x="729005" y="45249"/>
                  <a:pt x="734000" y="44075"/>
                  <a:pt x="739432" y="44075"/>
                </a:cubicBezTo>
                <a:cubicBezTo>
                  <a:pt x="745698" y="44075"/>
                  <a:pt x="750955" y="45546"/>
                  <a:pt x="755203" y="48488"/>
                </a:cubicBezTo>
                <a:cubicBezTo>
                  <a:pt x="759450" y="51430"/>
                  <a:pt x="762723" y="55913"/>
                  <a:pt x="765020" y="61935"/>
                </a:cubicBezTo>
                <a:cubicBezTo>
                  <a:pt x="770591" y="55632"/>
                  <a:pt x="775935" y="51080"/>
                  <a:pt x="781053" y="48279"/>
                </a:cubicBezTo>
                <a:cubicBezTo>
                  <a:pt x="786170" y="45477"/>
                  <a:pt x="791514" y="44075"/>
                  <a:pt x="797085" y="44075"/>
                </a:cubicBezTo>
                <a:cubicBezTo>
                  <a:pt x="803839" y="44075"/>
                  <a:pt x="809218" y="45627"/>
                  <a:pt x="813221" y="48730"/>
                </a:cubicBezTo>
                <a:cubicBezTo>
                  <a:pt x="817225" y="51833"/>
                  <a:pt x="820010" y="55772"/>
                  <a:pt x="821577" y="60548"/>
                </a:cubicBezTo>
                <a:cubicBezTo>
                  <a:pt x="823144" y="65324"/>
                  <a:pt x="823927" y="72941"/>
                  <a:pt x="823927" y="83399"/>
                </a:cubicBezTo>
                <a:lnTo>
                  <a:pt x="823927" y="123453"/>
                </a:lnTo>
                <a:cubicBezTo>
                  <a:pt x="823927" y="130973"/>
                  <a:pt x="824606" y="135638"/>
                  <a:pt x="825964" y="137449"/>
                </a:cubicBezTo>
                <a:cubicBezTo>
                  <a:pt x="827321" y="139259"/>
                  <a:pt x="830159" y="140443"/>
                  <a:pt x="834476" y="141000"/>
                </a:cubicBezTo>
                <a:lnTo>
                  <a:pt x="834476" y="144760"/>
                </a:lnTo>
                <a:lnTo>
                  <a:pt x="784029" y="144760"/>
                </a:lnTo>
                <a:lnTo>
                  <a:pt x="784029" y="141000"/>
                </a:lnTo>
                <a:cubicBezTo>
                  <a:pt x="787998" y="140652"/>
                  <a:pt x="790923" y="139120"/>
                  <a:pt x="792803" y="136404"/>
                </a:cubicBezTo>
                <a:cubicBezTo>
                  <a:pt x="794056" y="134524"/>
                  <a:pt x="794683" y="130207"/>
                  <a:pt x="794683" y="123453"/>
                </a:cubicBezTo>
                <a:lnTo>
                  <a:pt x="794683" y="81467"/>
                </a:lnTo>
                <a:cubicBezTo>
                  <a:pt x="794683" y="72763"/>
                  <a:pt x="794334" y="67227"/>
                  <a:pt x="793638" y="64860"/>
                </a:cubicBezTo>
                <a:cubicBezTo>
                  <a:pt x="792942" y="62492"/>
                  <a:pt x="791845" y="60734"/>
                  <a:pt x="790348" y="59585"/>
                </a:cubicBezTo>
                <a:cubicBezTo>
                  <a:pt x="788851" y="58437"/>
                  <a:pt x="787093" y="57862"/>
                  <a:pt x="785074" y="57862"/>
                </a:cubicBezTo>
                <a:cubicBezTo>
                  <a:pt x="782080" y="57862"/>
                  <a:pt x="779051" y="58959"/>
                  <a:pt x="775987" y="61152"/>
                </a:cubicBezTo>
                <a:cubicBezTo>
                  <a:pt x="772923" y="63345"/>
                  <a:pt x="769825" y="66635"/>
                  <a:pt x="766692" y="71022"/>
                </a:cubicBezTo>
                <a:lnTo>
                  <a:pt x="766692" y="123453"/>
                </a:lnTo>
                <a:cubicBezTo>
                  <a:pt x="766692" y="130486"/>
                  <a:pt x="767283" y="134907"/>
                  <a:pt x="768467" y="136718"/>
                </a:cubicBezTo>
                <a:cubicBezTo>
                  <a:pt x="770069" y="139294"/>
                  <a:pt x="773132" y="140721"/>
                  <a:pt x="777658" y="141000"/>
                </a:cubicBezTo>
                <a:lnTo>
                  <a:pt x="777658" y="144760"/>
                </a:lnTo>
                <a:lnTo>
                  <a:pt x="727107" y="144760"/>
                </a:lnTo>
                <a:lnTo>
                  <a:pt x="727107" y="141000"/>
                </a:lnTo>
                <a:cubicBezTo>
                  <a:pt x="729823" y="140861"/>
                  <a:pt x="731964" y="140182"/>
                  <a:pt x="733530" y="138963"/>
                </a:cubicBezTo>
                <a:cubicBezTo>
                  <a:pt x="735097" y="137745"/>
                  <a:pt x="736142" y="136282"/>
                  <a:pt x="736664" y="134576"/>
                </a:cubicBezTo>
                <a:cubicBezTo>
                  <a:pt x="737186" y="132871"/>
                  <a:pt x="737447" y="129163"/>
                  <a:pt x="737447" y="123453"/>
                </a:cubicBezTo>
                <a:lnTo>
                  <a:pt x="737447" y="81401"/>
                </a:lnTo>
                <a:cubicBezTo>
                  <a:pt x="737447" y="72543"/>
                  <a:pt x="737099" y="66999"/>
                  <a:pt x="736403" y="64769"/>
                </a:cubicBezTo>
                <a:cubicBezTo>
                  <a:pt x="735706" y="62536"/>
                  <a:pt x="734540" y="60792"/>
                  <a:pt x="732904" y="59537"/>
                </a:cubicBezTo>
                <a:cubicBezTo>
                  <a:pt x="731267" y="58281"/>
                  <a:pt x="729509" y="57653"/>
                  <a:pt x="727629" y="57653"/>
                </a:cubicBezTo>
                <a:cubicBezTo>
                  <a:pt x="724844" y="57653"/>
                  <a:pt x="722303" y="58390"/>
                  <a:pt x="720005" y="59863"/>
                </a:cubicBezTo>
                <a:cubicBezTo>
                  <a:pt x="716732" y="62039"/>
                  <a:pt x="713251" y="65759"/>
                  <a:pt x="709560" y="71022"/>
                </a:cubicBezTo>
                <a:lnTo>
                  <a:pt x="709560" y="123453"/>
                </a:lnTo>
                <a:cubicBezTo>
                  <a:pt x="709560" y="130346"/>
                  <a:pt x="710239" y="134890"/>
                  <a:pt x="711597" y="137083"/>
                </a:cubicBezTo>
                <a:cubicBezTo>
                  <a:pt x="712955" y="139276"/>
                  <a:pt x="715792" y="140582"/>
                  <a:pt x="720109" y="141000"/>
                </a:cubicBezTo>
                <a:lnTo>
                  <a:pt x="720109" y="144760"/>
                </a:lnTo>
                <a:lnTo>
                  <a:pt x="669767" y="144760"/>
                </a:lnTo>
                <a:lnTo>
                  <a:pt x="669767" y="141000"/>
                </a:lnTo>
                <a:cubicBezTo>
                  <a:pt x="673875" y="140582"/>
                  <a:pt x="676800" y="139259"/>
                  <a:pt x="678541" y="137031"/>
                </a:cubicBezTo>
                <a:cubicBezTo>
                  <a:pt x="679724" y="135499"/>
                  <a:pt x="680316" y="130973"/>
                  <a:pt x="680316" y="123453"/>
                </a:cubicBezTo>
                <a:lnTo>
                  <a:pt x="680316" y="68307"/>
                </a:lnTo>
                <a:cubicBezTo>
                  <a:pt x="680316" y="60837"/>
                  <a:pt x="679637" y="56186"/>
                  <a:pt x="678279" y="54353"/>
                </a:cubicBezTo>
                <a:cubicBezTo>
                  <a:pt x="676922" y="52521"/>
                  <a:pt x="674084" y="51323"/>
                  <a:pt x="669767" y="50760"/>
                </a:cubicBezTo>
                <a:lnTo>
                  <a:pt x="669767" y="47000"/>
                </a:lnTo>
                <a:lnTo>
                  <a:pt x="709560" y="47000"/>
                </a:lnTo>
                <a:close/>
                <a:moveTo>
                  <a:pt x="885025" y="134838"/>
                </a:moveTo>
                <a:lnTo>
                  <a:pt x="885025" y="171080"/>
                </a:lnTo>
                <a:cubicBezTo>
                  <a:pt x="885025" y="176161"/>
                  <a:pt x="885425" y="179618"/>
                  <a:pt x="886226" y="181452"/>
                </a:cubicBezTo>
                <a:cubicBezTo>
                  <a:pt x="887027" y="183289"/>
                  <a:pt x="888263" y="184630"/>
                  <a:pt x="889934" y="185477"/>
                </a:cubicBezTo>
                <a:cubicBezTo>
                  <a:pt x="891605" y="186323"/>
                  <a:pt x="894877" y="186746"/>
                  <a:pt x="899752" y="186746"/>
                </a:cubicBezTo>
                <a:lnTo>
                  <a:pt x="899752" y="190506"/>
                </a:lnTo>
                <a:lnTo>
                  <a:pt x="844083" y="190506"/>
                </a:lnTo>
                <a:lnTo>
                  <a:pt x="844083" y="186746"/>
                </a:lnTo>
                <a:cubicBezTo>
                  <a:pt x="848400" y="186605"/>
                  <a:pt x="851603" y="185370"/>
                  <a:pt x="853692" y="183042"/>
                </a:cubicBezTo>
                <a:cubicBezTo>
                  <a:pt x="855084" y="181421"/>
                  <a:pt x="855781" y="177225"/>
                  <a:pt x="855781" y="170453"/>
                </a:cubicBezTo>
                <a:lnTo>
                  <a:pt x="855781" y="67471"/>
                </a:lnTo>
                <a:cubicBezTo>
                  <a:pt x="855781" y="60491"/>
                  <a:pt x="854980" y="56031"/>
                  <a:pt x="853378" y="54092"/>
                </a:cubicBezTo>
                <a:cubicBezTo>
                  <a:pt x="851777" y="52154"/>
                  <a:pt x="848678" y="51043"/>
                  <a:pt x="844083" y="50760"/>
                </a:cubicBezTo>
                <a:lnTo>
                  <a:pt x="844083" y="47000"/>
                </a:lnTo>
                <a:lnTo>
                  <a:pt x="885025" y="47000"/>
                </a:lnTo>
                <a:lnTo>
                  <a:pt x="885025" y="59847"/>
                </a:lnTo>
                <a:cubicBezTo>
                  <a:pt x="888437" y="54833"/>
                  <a:pt x="891918" y="51213"/>
                  <a:pt x="895469" y="48984"/>
                </a:cubicBezTo>
                <a:cubicBezTo>
                  <a:pt x="900552" y="45712"/>
                  <a:pt x="906088" y="44075"/>
                  <a:pt x="912076" y="44075"/>
                </a:cubicBezTo>
                <a:cubicBezTo>
                  <a:pt x="919248" y="44075"/>
                  <a:pt x="925776" y="46341"/>
                  <a:pt x="931659" y="50871"/>
                </a:cubicBezTo>
                <a:cubicBezTo>
                  <a:pt x="937543" y="55401"/>
                  <a:pt x="942017" y="61657"/>
                  <a:pt x="945080" y="69638"/>
                </a:cubicBezTo>
                <a:cubicBezTo>
                  <a:pt x="948144" y="77620"/>
                  <a:pt x="949676" y="86210"/>
                  <a:pt x="949676" y="95410"/>
                </a:cubicBezTo>
                <a:cubicBezTo>
                  <a:pt x="949676" y="105306"/>
                  <a:pt x="948092" y="114349"/>
                  <a:pt x="944924" y="122539"/>
                </a:cubicBezTo>
                <a:cubicBezTo>
                  <a:pt x="941756" y="130729"/>
                  <a:pt x="937160" y="136968"/>
                  <a:pt x="931137" y="141254"/>
                </a:cubicBezTo>
                <a:cubicBezTo>
                  <a:pt x="925114" y="145541"/>
                  <a:pt x="918412" y="147684"/>
                  <a:pt x="911032" y="147684"/>
                </a:cubicBezTo>
                <a:cubicBezTo>
                  <a:pt x="905670" y="147684"/>
                  <a:pt x="900657" y="146501"/>
                  <a:pt x="895992" y="144133"/>
                </a:cubicBezTo>
                <a:cubicBezTo>
                  <a:pt x="892510" y="142323"/>
                  <a:pt x="888855" y="139224"/>
                  <a:pt x="885025" y="134838"/>
                </a:cubicBezTo>
                <a:moveTo>
                  <a:pt x="885025" y="124272"/>
                </a:moveTo>
                <a:cubicBezTo>
                  <a:pt x="891013" y="132778"/>
                  <a:pt x="897419" y="137031"/>
                  <a:pt x="904243" y="137031"/>
                </a:cubicBezTo>
                <a:cubicBezTo>
                  <a:pt x="908003" y="137031"/>
                  <a:pt x="911101" y="135044"/>
                  <a:pt x="913538" y="131071"/>
                </a:cubicBezTo>
                <a:cubicBezTo>
                  <a:pt x="917159" y="125213"/>
                  <a:pt x="918969" y="114058"/>
                  <a:pt x="918969" y="97603"/>
                </a:cubicBezTo>
                <a:cubicBezTo>
                  <a:pt x="918969" y="80731"/>
                  <a:pt x="916985" y="69192"/>
                  <a:pt x="913016" y="62986"/>
                </a:cubicBezTo>
                <a:cubicBezTo>
                  <a:pt x="910370" y="58874"/>
                  <a:pt x="906819" y="56818"/>
                  <a:pt x="902363" y="56818"/>
                </a:cubicBezTo>
                <a:cubicBezTo>
                  <a:pt x="895330" y="56818"/>
                  <a:pt x="889551" y="61907"/>
                  <a:pt x="885025" y="72086"/>
                </a:cubicBezTo>
                <a:lnTo>
                  <a:pt x="885025" y="124272"/>
                </a:lnTo>
                <a:close/>
                <a:moveTo>
                  <a:pt x="989646" y="0"/>
                </a:moveTo>
                <a:cubicBezTo>
                  <a:pt x="994172" y="0"/>
                  <a:pt x="998001" y="1590"/>
                  <a:pt x="1001135" y="4769"/>
                </a:cubicBezTo>
                <a:cubicBezTo>
                  <a:pt x="1004268" y="7945"/>
                  <a:pt x="1005835" y="11770"/>
                  <a:pt x="1005835" y="16241"/>
                </a:cubicBezTo>
                <a:cubicBezTo>
                  <a:pt x="1005835" y="20713"/>
                  <a:pt x="1004251" y="24520"/>
                  <a:pt x="1001082" y="27665"/>
                </a:cubicBezTo>
                <a:cubicBezTo>
                  <a:pt x="997914" y="30807"/>
                  <a:pt x="994102" y="32378"/>
                  <a:pt x="989646" y="32378"/>
                </a:cubicBezTo>
                <a:cubicBezTo>
                  <a:pt x="985189" y="32378"/>
                  <a:pt x="981395" y="30807"/>
                  <a:pt x="978261" y="27665"/>
                </a:cubicBezTo>
                <a:cubicBezTo>
                  <a:pt x="975128" y="24520"/>
                  <a:pt x="973561" y="20713"/>
                  <a:pt x="973561" y="16241"/>
                </a:cubicBezTo>
                <a:cubicBezTo>
                  <a:pt x="973561" y="11770"/>
                  <a:pt x="975128" y="7945"/>
                  <a:pt x="978261" y="4769"/>
                </a:cubicBezTo>
                <a:cubicBezTo>
                  <a:pt x="981395" y="1590"/>
                  <a:pt x="985189" y="0"/>
                  <a:pt x="989646" y="0"/>
                </a:cubicBezTo>
                <a:moveTo>
                  <a:pt x="1004268" y="47000"/>
                </a:moveTo>
                <a:lnTo>
                  <a:pt x="1004268" y="124498"/>
                </a:lnTo>
                <a:cubicBezTo>
                  <a:pt x="1004268" y="131391"/>
                  <a:pt x="1005069" y="135795"/>
                  <a:pt x="1006670" y="137710"/>
                </a:cubicBezTo>
                <a:cubicBezTo>
                  <a:pt x="1008272" y="139625"/>
                  <a:pt x="1011405" y="140721"/>
                  <a:pt x="1016070" y="141000"/>
                </a:cubicBezTo>
                <a:lnTo>
                  <a:pt x="1016070" y="144760"/>
                </a:lnTo>
                <a:lnTo>
                  <a:pt x="963326" y="144760"/>
                </a:lnTo>
                <a:lnTo>
                  <a:pt x="963326" y="141000"/>
                </a:lnTo>
                <a:cubicBezTo>
                  <a:pt x="967643" y="140861"/>
                  <a:pt x="970846" y="139607"/>
                  <a:pt x="972935" y="137240"/>
                </a:cubicBezTo>
                <a:cubicBezTo>
                  <a:pt x="974327" y="135638"/>
                  <a:pt x="975024" y="131391"/>
                  <a:pt x="975024" y="124498"/>
                </a:cubicBezTo>
                <a:lnTo>
                  <a:pt x="975024" y="67471"/>
                </a:lnTo>
                <a:cubicBezTo>
                  <a:pt x="975024" y="60491"/>
                  <a:pt x="974223" y="56031"/>
                  <a:pt x="972621" y="54092"/>
                </a:cubicBezTo>
                <a:cubicBezTo>
                  <a:pt x="971020" y="52154"/>
                  <a:pt x="967921" y="51043"/>
                  <a:pt x="963326" y="50760"/>
                </a:cubicBezTo>
                <a:lnTo>
                  <a:pt x="963326" y="47000"/>
                </a:lnTo>
                <a:lnTo>
                  <a:pt x="1004268" y="47000"/>
                </a:lnTo>
                <a:close/>
                <a:moveTo>
                  <a:pt x="1063837" y="3133"/>
                </a:moveTo>
                <a:lnTo>
                  <a:pt x="1063837" y="124498"/>
                </a:lnTo>
                <a:cubicBezTo>
                  <a:pt x="1063837" y="131391"/>
                  <a:pt x="1064638" y="135795"/>
                  <a:pt x="1066239" y="137710"/>
                </a:cubicBezTo>
                <a:cubicBezTo>
                  <a:pt x="1067841" y="139625"/>
                  <a:pt x="1070974" y="140721"/>
                  <a:pt x="1075639" y="141000"/>
                </a:cubicBezTo>
                <a:lnTo>
                  <a:pt x="1075639" y="144760"/>
                </a:lnTo>
                <a:lnTo>
                  <a:pt x="1022895" y="144760"/>
                </a:lnTo>
                <a:lnTo>
                  <a:pt x="1022895" y="141000"/>
                </a:lnTo>
                <a:cubicBezTo>
                  <a:pt x="1027212" y="140861"/>
                  <a:pt x="1030415" y="139607"/>
                  <a:pt x="1032504" y="137240"/>
                </a:cubicBezTo>
                <a:cubicBezTo>
                  <a:pt x="1033896" y="135638"/>
                  <a:pt x="1034593" y="131391"/>
                  <a:pt x="1034593" y="124498"/>
                </a:cubicBezTo>
                <a:lnTo>
                  <a:pt x="1034593" y="23396"/>
                </a:lnTo>
                <a:cubicBezTo>
                  <a:pt x="1034593" y="16528"/>
                  <a:pt x="1033792" y="12132"/>
                  <a:pt x="1032190" y="10206"/>
                </a:cubicBezTo>
                <a:cubicBezTo>
                  <a:pt x="1030589" y="8278"/>
                  <a:pt x="1027490" y="7174"/>
                  <a:pt x="1022895" y="6893"/>
                </a:cubicBezTo>
                <a:lnTo>
                  <a:pt x="1022895" y="3133"/>
                </a:lnTo>
                <a:lnTo>
                  <a:pt x="1063837" y="3133"/>
                </a:lnTo>
                <a:close/>
                <a:moveTo>
                  <a:pt x="1138968" y="130346"/>
                </a:moveTo>
                <a:cubicBezTo>
                  <a:pt x="1127062" y="140930"/>
                  <a:pt x="1116373" y="146222"/>
                  <a:pt x="1106904" y="146222"/>
                </a:cubicBezTo>
                <a:cubicBezTo>
                  <a:pt x="1101333" y="146222"/>
                  <a:pt x="1096703" y="144389"/>
                  <a:pt x="1093013" y="140722"/>
                </a:cubicBezTo>
                <a:cubicBezTo>
                  <a:pt x="1089322" y="137054"/>
                  <a:pt x="1087477" y="132460"/>
                  <a:pt x="1087477" y="126942"/>
                </a:cubicBezTo>
                <a:cubicBezTo>
                  <a:pt x="1087477" y="119466"/>
                  <a:pt x="1090680" y="112741"/>
                  <a:pt x="1097086" y="106768"/>
                </a:cubicBezTo>
                <a:cubicBezTo>
                  <a:pt x="1103492" y="100795"/>
                  <a:pt x="1117453" y="92849"/>
                  <a:pt x="1138968" y="82929"/>
                </a:cubicBezTo>
                <a:lnTo>
                  <a:pt x="1138968" y="73111"/>
                </a:lnTo>
                <a:cubicBezTo>
                  <a:pt x="1138968" y="65730"/>
                  <a:pt x="1138568" y="61082"/>
                  <a:pt x="1137767" y="59168"/>
                </a:cubicBezTo>
                <a:cubicBezTo>
                  <a:pt x="1136966" y="57253"/>
                  <a:pt x="1135452" y="55582"/>
                  <a:pt x="1133224" y="54154"/>
                </a:cubicBezTo>
                <a:cubicBezTo>
                  <a:pt x="1130996" y="52727"/>
                  <a:pt x="1128489" y="52013"/>
                  <a:pt x="1125704" y="52013"/>
                </a:cubicBezTo>
                <a:cubicBezTo>
                  <a:pt x="1121178" y="52013"/>
                  <a:pt x="1117453" y="53023"/>
                  <a:pt x="1114528" y="55042"/>
                </a:cubicBezTo>
                <a:cubicBezTo>
                  <a:pt x="1112718" y="56295"/>
                  <a:pt x="1111813" y="57758"/>
                  <a:pt x="1111813" y="59429"/>
                </a:cubicBezTo>
                <a:cubicBezTo>
                  <a:pt x="1111813" y="60891"/>
                  <a:pt x="1112788" y="62701"/>
                  <a:pt x="1114737" y="64860"/>
                </a:cubicBezTo>
                <a:cubicBezTo>
                  <a:pt x="1117383" y="67854"/>
                  <a:pt x="1118706" y="70744"/>
                  <a:pt x="1118706" y="73529"/>
                </a:cubicBezTo>
                <a:cubicBezTo>
                  <a:pt x="1118706" y="76941"/>
                  <a:pt x="1117435" y="79848"/>
                  <a:pt x="1114894" y="82250"/>
                </a:cubicBezTo>
                <a:cubicBezTo>
                  <a:pt x="1112352" y="84652"/>
                  <a:pt x="1109028" y="85853"/>
                  <a:pt x="1104919" y="85853"/>
                </a:cubicBezTo>
                <a:cubicBezTo>
                  <a:pt x="1100533" y="85853"/>
                  <a:pt x="1096860" y="84530"/>
                  <a:pt x="1093900" y="81884"/>
                </a:cubicBezTo>
                <a:cubicBezTo>
                  <a:pt x="1090941" y="79238"/>
                  <a:pt x="1089462" y="76140"/>
                  <a:pt x="1089462" y="72589"/>
                </a:cubicBezTo>
                <a:cubicBezTo>
                  <a:pt x="1089462" y="67575"/>
                  <a:pt x="1091446" y="62788"/>
                  <a:pt x="1095415" y="58228"/>
                </a:cubicBezTo>
                <a:cubicBezTo>
                  <a:pt x="1099384" y="53667"/>
                  <a:pt x="1104919" y="50168"/>
                  <a:pt x="1112022" y="47731"/>
                </a:cubicBezTo>
                <a:cubicBezTo>
                  <a:pt x="1119124" y="45294"/>
                  <a:pt x="1126505" y="44075"/>
                  <a:pt x="1134164" y="44075"/>
                </a:cubicBezTo>
                <a:cubicBezTo>
                  <a:pt x="1143425" y="44075"/>
                  <a:pt x="1150753" y="46048"/>
                  <a:pt x="1156149" y="49993"/>
                </a:cubicBezTo>
                <a:cubicBezTo>
                  <a:pt x="1161546" y="53936"/>
                  <a:pt x="1165044" y="58210"/>
                  <a:pt x="1166646" y="62817"/>
                </a:cubicBezTo>
                <a:cubicBezTo>
                  <a:pt x="1167621" y="65748"/>
                  <a:pt x="1168108" y="72482"/>
                  <a:pt x="1168108" y="83020"/>
                </a:cubicBezTo>
                <a:lnTo>
                  <a:pt x="1168108" y="121022"/>
                </a:lnTo>
                <a:cubicBezTo>
                  <a:pt x="1168108" y="125489"/>
                  <a:pt x="1168282" y="128299"/>
                  <a:pt x="1168630" y="129452"/>
                </a:cubicBezTo>
                <a:cubicBezTo>
                  <a:pt x="1168979" y="130603"/>
                  <a:pt x="1169501" y="131458"/>
                  <a:pt x="1170197" y="132018"/>
                </a:cubicBezTo>
                <a:cubicBezTo>
                  <a:pt x="1170893" y="132575"/>
                  <a:pt x="1171694" y="132853"/>
                  <a:pt x="1172599" y="132853"/>
                </a:cubicBezTo>
                <a:cubicBezTo>
                  <a:pt x="1174410" y="132853"/>
                  <a:pt x="1176255" y="131565"/>
                  <a:pt x="1178135" y="128989"/>
                </a:cubicBezTo>
                <a:lnTo>
                  <a:pt x="1181268" y="131495"/>
                </a:lnTo>
                <a:cubicBezTo>
                  <a:pt x="1177787" y="136648"/>
                  <a:pt x="1174183" y="140391"/>
                  <a:pt x="1170458" y="142723"/>
                </a:cubicBezTo>
                <a:cubicBezTo>
                  <a:pt x="1166733" y="145056"/>
                  <a:pt x="1162503" y="146222"/>
                  <a:pt x="1157768" y="146222"/>
                </a:cubicBezTo>
                <a:cubicBezTo>
                  <a:pt x="1152198" y="146222"/>
                  <a:pt x="1147846" y="144908"/>
                  <a:pt x="1144713" y="142279"/>
                </a:cubicBezTo>
                <a:cubicBezTo>
                  <a:pt x="1141579" y="139651"/>
                  <a:pt x="1139665" y="135673"/>
                  <a:pt x="1138968" y="130346"/>
                </a:cubicBezTo>
                <a:moveTo>
                  <a:pt x="1138968" y="122618"/>
                </a:moveTo>
                <a:lnTo>
                  <a:pt x="1138968" y="89946"/>
                </a:lnTo>
                <a:cubicBezTo>
                  <a:pt x="1130543" y="94914"/>
                  <a:pt x="1124276" y="100232"/>
                  <a:pt x="1120168" y="105900"/>
                </a:cubicBezTo>
                <a:cubicBezTo>
                  <a:pt x="1117453" y="109677"/>
                  <a:pt x="1116095" y="113491"/>
                  <a:pt x="1116095" y="117340"/>
                </a:cubicBezTo>
                <a:cubicBezTo>
                  <a:pt x="1116095" y="120558"/>
                  <a:pt x="1117244" y="123392"/>
                  <a:pt x="1119542" y="125842"/>
                </a:cubicBezTo>
                <a:cubicBezTo>
                  <a:pt x="1121282" y="127731"/>
                  <a:pt x="1123719" y="128675"/>
                  <a:pt x="1126853" y="128675"/>
                </a:cubicBezTo>
                <a:cubicBezTo>
                  <a:pt x="1130334" y="128675"/>
                  <a:pt x="1134373" y="126656"/>
                  <a:pt x="1138968" y="122618"/>
                </a:cubicBezTo>
                <a:close/>
                <a:moveTo>
                  <a:pt x="1230775" y="11071"/>
                </a:moveTo>
                <a:lnTo>
                  <a:pt x="1230775" y="47000"/>
                </a:lnTo>
                <a:lnTo>
                  <a:pt x="1253962" y="47000"/>
                </a:lnTo>
                <a:lnTo>
                  <a:pt x="1253962" y="57235"/>
                </a:lnTo>
                <a:lnTo>
                  <a:pt x="1230775" y="57235"/>
                </a:lnTo>
                <a:lnTo>
                  <a:pt x="1230775" y="117663"/>
                </a:lnTo>
                <a:cubicBezTo>
                  <a:pt x="1230775" y="123318"/>
                  <a:pt x="1231036" y="126966"/>
                  <a:pt x="1231558" y="128607"/>
                </a:cubicBezTo>
                <a:cubicBezTo>
                  <a:pt x="1232081" y="130247"/>
                  <a:pt x="1233003" y="131575"/>
                  <a:pt x="1234326" y="132589"/>
                </a:cubicBezTo>
                <a:cubicBezTo>
                  <a:pt x="1235649" y="133601"/>
                  <a:pt x="1236868" y="134106"/>
                  <a:pt x="1237982" y="134106"/>
                </a:cubicBezTo>
                <a:cubicBezTo>
                  <a:pt x="1242508" y="134106"/>
                  <a:pt x="1246790" y="130625"/>
                  <a:pt x="1250828" y="123662"/>
                </a:cubicBezTo>
                <a:lnTo>
                  <a:pt x="1253962" y="125983"/>
                </a:lnTo>
                <a:cubicBezTo>
                  <a:pt x="1248322" y="139476"/>
                  <a:pt x="1239165" y="146222"/>
                  <a:pt x="1226493" y="146222"/>
                </a:cubicBezTo>
                <a:cubicBezTo>
                  <a:pt x="1220296" y="146222"/>
                  <a:pt x="1215056" y="144493"/>
                  <a:pt x="1210774" y="141036"/>
                </a:cubicBezTo>
                <a:cubicBezTo>
                  <a:pt x="1206492" y="137576"/>
                  <a:pt x="1203759" y="133715"/>
                  <a:pt x="1202575" y="129452"/>
                </a:cubicBezTo>
                <a:cubicBezTo>
                  <a:pt x="1201879" y="127076"/>
                  <a:pt x="1201531" y="120647"/>
                  <a:pt x="1201531" y="110166"/>
                </a:cubicBezTo>
                <a:lnTo>
                  <a:pt x="1201531" y="57235"/>
                </a:lnTo>
                <a:lnTo>
                  <a:pt x="1188789" y="57235"/>
                </a:lnTo>
                <a:lnTo>
                  <a:pt x="1188789" y="53570"/>
                </a:lnTo>
                <a:cubicBezTo>
                  <a:pt x="1197562" y="47360"/>
                  <a:pt x="1205030" y="40836"/>
                  <a:pt x="1211192" y="33997"/>
                </a:cubicBezTo>
                <a:cubicBezTo>
                  <a:pt x="1217354" y="27158"/>
                  <a:pt x="1222733" y="19516"/>
                  <a:pt x="1227328" y="11071"/>
                </a:cubicBezTo>
                <a:lnTo>
                  <a:pt x="1230775" y="11071"/>
                </a:lnTo>
                <a:close/>
                <a:moveTo>
                  <a:pt x="1286755" y="0"/>
                </a:moveTo>
                <a:cubicBezTo>
                  <a:pt x="1291281" y="0"/>
                  <a:pt x="1295111" y="1590"/>
                  <a:pt x="1298244" y="4769"/>
                </a:cubicBezTo>
                <a:cubicBezTo>
                  <a:pt x="1301377" y="7945"/>
                  <a:pt x="1302944" y="11770"/>
                  <a:pt x="1302944" y="16241"/>
                </a:cubicBezTo>
                <a:cubicBezTo>
                  <a:pt x="1302944" y="20713"/>
                  <a:pt x="1301360" y="24520"/>
                  <a:pt x="1298192" y="27665"/>
                </a:cubicBezTo>
                <a:cubicBezTo>
                  <a:pt x="1295024" y="30807"/>
                  <a:pt x="1291211" y="32378"/>
                  <a:pt x="1286755" y="32378"/>
                </a:cubicBezTo>
                <a:cubicBezTo>
                  <a:pt x="1282299" y="32378"/>
                  <a:pt x="1278504" y="30807"/>
                  <a:pt x="1275371" y="27665"/>
                </a:cubicBezTo>
                <a:cubicBezTo>
                  <a:pt x="1272237" y="24520"/>
                  <a:pt x="1270671" y="20713"/>
                  <a:pt x="1270671" y="16241"/>
                </a:cubicBezTo>
                <a:cubicBezTo>
                  <a:pt x="1270671" y="11770"/>
                  <a:pt x="1272237" y="7945"/>
                  <a:pt x="1275371" y="4769"/>
                </a:cubicBezTo>
                <a:cubicBezTo>
                  <a:pt x="1278504" y="1590"/>
                  <a:pt x="1282299" y="0"/>
                  <a:pt x="1286755" y="0"/>
                </a:cubicBezTo>
                <a:moveTo>
                  <a:pt x="1301377" y="47000"/>
                </a:moveTo>
                <a:lnTo>
                  <a:pt x="1301377" y="124498"/>
                </a:lnTo>
                <a:cubicBezTo>
                  <a:pt x="1301377" y="131391"/>
                  <a:pt x="1302178" y="135795"/>
                  <a:pt x="1303780" y="137710"/>
                </a:cubicBezTo>
                <a:cubicBezTo>
                  <a:pt x="1305381" y="139625"/>
                  <a:pt x="1308514" y="140721"/>
                  <a:pt x="1313180" y="141000"/>
                </a:cubicBezTo>
                <a:lnTo>
                  <a:pt x="1313180" y="144760"/>
                </a:lnTo>
                <a:lnTo>
                  <a:pt x="1260435" y="144760"/>
                </a:lnTo>
                <a:lnTo>
                  <a:pt x="1260435" y="141000"/>
                </a:lnTo>
                <a:cubicBezTo>
                  <a:pt x="1264752" y="140861"/>
                  <a:pt x="1267955" y="139607"/>
                  <a:pt x="1270044" y="137240"/>
                </a:cubicBezTo>
                <a:cubicBezTo>
                  <a:pt x="1271437" y="135638"/>
                  <a:pt x="1272133" y="131391"/>
                  <a:pt x="1272133" y="124498"/>
                </a:cubicBezTo>
                <a:lnTo>
                  <a:pt x="1272133" y="67471"/>
                </a:lnTo>
                <a:cubicBezTo>
                  <a:pt x="1272133" y="60491"/>
                  <a:pt x="1271332" y="56031"/>
                  <a:pt x="1269731" y="54092"/>
                </a:cubicBezTo>
                <a:cubicBezTo>
                  <a:pt x="1268129" y="52154"/>
                  <a:pt x="1265031" y="51043"/>
                  <a:pt x="1260435" y="50760"/>
                </a:cubicBezTo>
                <a:lnTo>
                  <a:pt x="1260435" y="47000"/>
                </a:lnTo>
                <a:lnTo>
                  <a:pt x="1301377" y="47000"/>
                </a:lnTo>
                <a:close/>
                <a:moveTo>
                  <a:pt x="1368780" y="44075"/>
                </a:moveTo>
                <a:cubicBezTo>
                  <a:pt x="1377275" y="44075"/>
                  <a:pt x="1385178" y="46271"/>
                  <a:pt x="1392489" y="50662"/>
                </a:cubicBezTo>
                <a:cubicBezTo>
                  <a:pt x="1399800" y="55053"/>
                  <a:pt x="1405353" y="61291"/>
                  <a:pt x="1409148" y="69377"/>
                </a:cubicBezTo>
                <a:cubicBezTo>
                  <a:pt x="1412943" y="77463"/>
                  <a:pt x="1414840" y="86314"/>
                  <a:pt x="1414840" y="95932"/>
                </a:cubicBezTo>
                <a:cubicBezTo>
                  <a:pt x="1414840" y="109801"/>
                  <a:pt x="1411324" y="121407"/>
                  <a:pt x="1404291" y="130748"/>
                </a:cubicBezTo>
                <a:cubicBezTo>
                  <a:pt x="1395796" y="142039"/>
                  <a:pt x="1384064" y="147684"/>
                  <a:pt x="1369093" y="147684"/>
                </a:cubicBezTo>
                <a:cubicBezTo>
                  <a:pt x="1354402" y="147684"/>
                  <a:pt x="1343087" y="142526"/>
                  <a:pt x="1335149" y="132210"/>
                </a:cubicBezTo>
                <a:cubicBezTo>
                  <a:pt x="1327211" y="121894"/>
                  <a:pt x="1323242" y="109941"/>
                  <a:pt x="1323242" y="96350"/>
                </a:cubicBezTo>
                <a:cubicBezTo>
                  <a:pt x="1323242" y="82341"/>
                  <a:pt x="1327298" y="70127"/>
                  <a:pt x="1335410" y="59706"/>
                </a:cubicBezTo>
                <a:cubicBezTo>
                  <a:pt x="1343522" y="49286"/>
                  <a:pt x="1354645" y="44075"/>
                  <a:pt x="1368780" y="44075"/>
                </a:cubicBezTo>
                <a:moveTo>
                  <a:pt x="1369198" y="51387"/>
                </a:moveTo>
                <a:cubicBezTo>
                  <a:pt x="1365647" y="51387"/>
                  <a:pt x="1362600" y="52729"/>
                  <a:pt x="1360059" y="55414"/>
                </a:cubicBezTo>
                <a:cubicBezTo>
                  <a:pt x="1357517" y="58097"/>
                  <a:pt x="1355846" y="63394"/>
                  <a:pt x="1355046" y="71306"/>
                </a:cubicBezTo>
                <a:cubicBezTo>
                  <a:pt x="1354245" y="79218"/>
                  <a:pt x="1353844" y="90215"/>
                  <a:pt x="1353844" y="104297"/>
                </a:cubicBezTo>
                <a:cubicBezTo>
                  <a:pt x="1353844" y="111756"/>
                  <a:pt x="1354332" y="118728"/>
                  <a:pt x="1355307" y="125212"/>
                </a:cubicBezTo>
                <a:cubicBezTo>
                  <a:pt x="1356073" y="130160"/>
                  <a:pt x="1357709" y="133925"/>
                  <a:pt x="1360216" y="136505"/>
                </a:cubicBezTo>
                <a:cubicBezTo>
                  <a:pt x="1362722" y="139084"/>
                  <a:pt x="1365577" y="140373"/>
                  <a:pt x="1368780" y="140373"/>
                </a:cubicBezTo>
                <a:cubicBezTo>
                  <a:pt x="1371913" y="140373"/>
                  <a:pt x="1374524" y="139502"/>
                  <a:pt x="1376613" y="137759"/>
                </a:cubicBezTo>
                <a:cubicBezTo>
                  <a:pt x="1379329" y="135389"/>
                  <a:pt x="1381139" y="132077"/>
                  <a:pt x="1382044" y="127823"/>
                </a:cubicBezTo>
                <a:cubicBezTo>
                  <a:pt x="1383437" y="121202"/>
                  <a:pt x="1384133" y="107818"/>
                  <a:pt x="1384133" y="87671"/>
                </a:cubicBezTo>
                <a:cubicBezTo>
                  <a:pt x="1384133" y="75821"/>
                  <a:pt x="1383472" y="67683"/>
                  <a:pt x="1382149" y="63257"/>
                </a:cubicBezTo>
                <a:cubicBezTo>
                  <a:pt x="1380826" y="58829"/>
                  <a:pt x="1378876" y="55605"/>
                  <a:pt x="1376300" y="53583"/>
                </a:cubicBezTo>
                <a:cubicBezTo>
                  <a:pt x="1374490" y="52119"/>
                  <a:pt x="1372122" y="51387"/>
                  <a:pt x="1369198" y="51387"/>
                </a:cubicBezTo>
                <a:close/>
                <a:moveTo>
                  <a:pt x="1469569" y="47000"/>
                </a:moveTo>
                <a:lnTo>
                  <a:pt x="1469569" y="59742"/>
                </a:lnTo>
                <a:cubicBezTo>
                  <a:pt x="1474582" y="54274"/>
                  <a:pt x="1479386" y="50296"/>
                  <a:pt x="1483982" y="47809"/>
                </a:cubicBezTo>
                <a:cubicBezTo>
                  <a:pt x="1488577" y="45320"/>
                  <a:pt x="1493521" y="44075"/>
                  <a:pt x="1498813" y="44075"/>
                </a:cubicBezTo>
                <a:cubicBezTo>
                  <a:pt x="1505149" y="44075"/>
                  <a:pt x="1510406" y="45836"/>
                  <a:pt x="1514584" y="49356"/>
                </a:cubicBezTo>
                <a:cubicBezTo>
                  <a:pt x="1518762" y="52877"/>
                  <a:pt x="1521547" y="57252"/>
                  <a:pt x="1522940" y="62481"/>
                </a:cubicBezTo>
                <a:cubicBezTo>
                  <a:pt x="1524054" y="66456"/>
                  <a:pt x="1524611" y="74091"/>
                  <a:pt x="1524611" y="85386"/>
                </a:cubicBezTo>
                <a:lnTo>
                  <a:pt x="1524611" y="123453"/>
                </a:lnTo>
                <a:cubicBezTo>
                  <a:pt x="1524611" y="130973"/>
                  <a:pt x="1525290" y="135656"/>
                  <a:pt x="1526647" y="137501"/>
                </a:cubicBezTo>
                <a:cubicBezTo>
                  <a:pt x="1528005" y="139346"/>
                  <a:pt x="1530843" y="140512"/>
                  <a:pt x="1535160" y="141000"/>
                </a:cubicBezTo>
                <a:lnTo>
                  <a:pt x="1535160" y="144760"/>
                </a:lnTo>
                <a:lnTo>
                  <a:pt x="1485757" y="144760"/>
                </a:lnTo>
                <a:lnTo>
                  <a:pt x="1485757" y="141000"/>
                </a:lnTo>
                <a:cubicBezTo>
                  <a:pt x="1489448" y="140512"/>
                  <a:pt x="1492094" y="138981"/>
                  <a:pt x="1493695" y="136404"/>
                </a:cubicBezTo>
                <a:cubicBezTo>
                  <a:pt x="1494809" y="134664"/>
                  <a:pt x="1495366" y="130346"/>
                  <a:pt x="1495366" y="123453"/>
                </a:cubicBezTo>
                <a:lnTo>
                  <a:pt x="1495366" y="80004"/>
                </a:lnTo>
                <a:cubicBezTo>
                  <a:pt x="1495366" y="71997"/>
                  <a:pt x="1495053" y="66949"/>
                  <a:pt x="1494426" y="64860"/>
                </a:cubicBezTo>
                <a:cubicBezTo>
                  <a:pt x="1493800" y="62771"/>
                  <a:pt x="1492738" y="61152"/>
                  <a:pt x="1491241" y="60003"/>
                </a:cubicBezTo>
                <a:cubicBezTo>
                  <a:pt x="1489744" y="58854"/>
                  <a:pt x="1488090" y="58280"/>
                  <a:pt x="1486280" y="58280"/>
                </a:cubicBezTo>
                <a:cubicBezTo>
                  <a:pt x="1480292" y="58280"/>
                  <a:pt x="1474721" y="62597"/>
                  <a:pt x="1469569" y="71231"/>
                </a:cubicBezTo>
                <a:lnTo>
                  <a:pt x="1469569" y="123453"/>
                </a:lnTo>
                <a:cubicBezTo>
                  <a:pt x="1469569" y="130764"/>
                  <a:pt x="1470247" y="135395"/>
                  <a:pt x="1471605" y="137344"/>
                </a:cubicBezTo>
                <a:cubicBezTo>
                  <a:pt x="1472963" y="139294"/>
                  <a:pt x="1475487" y="140512"/>
                  <a:pt x="1479177" y="141000"/>
                </a:cubicBezTo>
                <a:lnTo>
                  <a:pt x="1479177" y="144760"/>
                </a:lnTo>
                <a:lnTo>
                  <a:pt x="1429775" y="144760"/>
                </a:lnTo>
                <a:lnTo>
                  <a:pt x="1429775" y="141000"/>
                </a:lnTo>
                <a:cubicBezTo>
                  <a:pt x="1433883" y="140582"/>
                  <a:pt x="1436808" y="139259"/>
                  <a:pt x="1438549" y="137031"/>
                </a:cubicBezTo>
                <a:cubicBezTo>
                  <a:pt x="1439732" y="135499"/>
                  <a:pt x="1440324" y="130973"/>
                  <a:pt x="1440324" y="123453"/>
                </a:cubicBezTo>
                <a:lnTo>
                  <a:pt x="1440324" y="68307"/>
                </a:lnTo>
                <a:cubicBezTo>
                  <a:pt x="1440324" y="60837"/>
                  <a:pt x="1439645" y="56186"/>
                  <a:pt x="1438288" y="54353"/>
                </a:cubicBezTo>
                <a:cubicBezTo>
                  <a:pt x="1436930" y="52521"/>
                  <a:pt x="1434092" y="51323"/>
                  <a:pt x="1429775" y="50760"/>
                </a:cubicBezTo>
                <a:lnTo>
                  <a:pt x="1429775" y="47000"/>
                </a:lnTo>
                <a:lnTo>
                  <a:pt x="1469569" y="47000"/>
                </a:lnTo>
                <a:close/>
                <a:moveTo>
                  <a:pt x="1663594" y="0"/>
                </a:moveTo>
                <a:lnTo>
                  <a:pt x="1663594" y="4804"/>
                </a:lnTo>
                <a:cubicBezTo>
                  <a:pt x="1656352" y="9537"/>
                  <a:pt x="1651025" y="14165"/>
                  <a:pt x="1647614" y="18689"/>
                </a:cubicBezTo>
                <a:cubicBezTo>
                  <a:pt x="1642879" y="24951"/>
                  <a:pt x="1639188" y="32988"/>
                  <a:pt x="1636542" y="42799"/>
                </a:cubicBezTo>
                <a:cubicBezTo>
                  <a:pt x="1633200" y="54978"/>
                  <a:pt x="1631529" y="71993"/>
                  <a:pt x="1631529" y="93843"/>
                </a:cubicBezTo>
                <a:cubicBezTo>
                  <a:pt x="1631529" y="114440"/>
                  <a:pt x="1633044" y="130445"/>
                  <a:pt x="1636072" y="141858"/>
                </a:cubicBezTo>
                <a:cubicBezTo>
                  <a:pt x="1639101" y="153271"/>
                  <a:pt x="1643227" y="162491"/>
                  <a:pt x="1648449" y="169520"/>
                </a:cubicBezTo>
                <a:cubicBezTo>
                  <a:pt x="1652070" y="174392"/>
                  <a:pt x="1657118" y="178672"/>
                  <a:pt x="1663594" y="182360"/>
                </a:cubicBezTo>
                <a:lnTo>
                  <a:pt x="1663594" y="187582"/>
                </a:lnTo>
                <a:cubicBezTo>
                  <a:pt x="1646813" y="181944"/>
                  <a:pt x="1632591" y="170443"/>
                  <a:pt x="1620928" y="153079"/>
                </a:cubicBezTo>
                <a:cubicBezTo>
                  <a:pt x="1609265" y="135718"/>
                  <a:pt x="1603434" y="115763"/>
                  <a:pt x="1603434" y="93217"/>
                </a:cubicBezTo>
                <a:cubicBezTo>
                  <a:pt x="1603434" y="70948"/>
                  <a:pt x="1609248" y="51238"/>
                  <a:pt x="1620876" y="34085"/>
                </a:cubicBezTo>
                <a:cubicBezTo>
                  <a:pt x="1632504" y="16930"/>
                  <a:pt x="1646743" y="5568"/>
                  <a:pt x="1663594" y="0"/>
                </a:cubicBezTo>
                <a:close/>
                <a:moveTo>
                  <a:pt x="1724901" y="11280"/>
                </a:moveTo>
                <a:lnTo>
                  <a:pt x="1724901" y="69351"/>
                </a:lnTo>
                <a:lnTo>
                  <a:pt x="1728974" y="69351"/>
                </a:lnTo>
                <a:cubicBezTo>
                  <a:pt x="1735241" y="69351"/>
                  <a:pt x="1740358" y="68408"/>
                  <a:pt x="1744327" y="66521"/>
                </a:cubicBezTo>
                <a:cubicBezTo>
                  <a:pt x="1748296" y="64635"/>
                  <a:pt x="1751656" y="61456"/>
                  <a:pt x="1754406" y="56984"/>
                </a:cubicBezTo>
                <a:cubicBezTo>
                  <a:pt x="1757156" y="52513"/>
                  <a:pt x="1758949" y="46469"/>
                  <a:pt x="1759785" y="38853"/>
                </a:cubicBezTo>
                <a:lnTo>
                  <a:pt x="1763440" y="38853"/>
                </a:lnTo>
                <a:lnTo>
                  <a:pt x="1763440" y="110084"/>
                </a:lnTo>
                <a:lnTo>
                  <a:pt x="1759785" y="110084"/>
                </a:lnTo>
                <a:cubicBezTo>
                  <a:pt x="1758462" y="96646"/>
                  <a:pt x="1754859" y="87785"/>
                  <a:pt x="1748975" y="83503"/>
                </a:cubicBezTo>
                <a:cubicBezTo>
                  <a:pt x="1743091" y="79221"/>
                  <a:pt x="1736424" y="77080"/>
                  <a:pt x="1728974" y="77080"/>
                </a:cubicBezTo>
                <a:lnTo>
                  <a:pt x="1724901" y="77080"/>
                </a:lnTo>
                <a:lnTo>
                  <a:pt x="1724901" y="120529"/>
                </a:lnTo>
                <a:cubicBezTo>
                  <a:pt x="1724901" y="127807"/>
                  <a:pt x="1725301" y="132357"/>
                  <a:pt x="1726102" y="134178"/>
                </a:cubicBezTo>
                <a:cubicBezTo>
                  <a:pt x="1726902" y="135997"/>
                  <a:pt x="1728469" y="137589"/>
                  <a:pt x="1730802" y="138953"/>
                </a:cubicBezTo>
                <a:cubicBezTo>
                  <a:pt x="1733134" y="140318"/>
                  <a:pt x="1736285" y="141000"/>
                  <a:pt x="1740254" y="141000"/>
                </a:cubicBezTo>
                <a:lnTo>
                  <a:pt x="1744954" y="141000"/>
                </a:lnTo>
                <a:lnTo>
                  <a:pt x="1744954" y="144760"/>
                </a:lnTo>
                <a:lnTo>
                  <a:pt x="1670903" y="144760"/>
                </a:lnTo>
                <a:lnTo>
                  <a:pt x="1670903" y="141000"/>
                </a:lnTo>
                <a:lnTo>
                  <a:pt x="1675603" y="141000"/>
                </a:lnTo>
                <a:cubicBezTo>
                  <a:pt x="1679711" y="141000"/>
                  <a:pt x="1683018" y="140265"/>
                  <a:pt x="1685525" y="138797"/>
                </a:cubicBezTo>
                <a:cubicBezTo>
                  <a:pt x="1687335" y="137815"/>
                  <a:pt x="1688728" y="136136"/>
                  <a:pt x="1689703" y="133757"/>
                </a:cubicBezTo>
                <a:cubicBezTo>
                  <a:pt x="1690469" y="132077"/>
                  <a:pt x="1690852" y="127668"/>
                  <a:pt x="1690852" y="120529"/>
                </a:cubicBezTo>
                <a:lnTo>
                  <a:pt x="1690852" y="27364"/>
                </a:lnTo>
                <a:cubicBezTo>
                  <a:pt x="1690852" y="20086"/>
                  <a:pt x="1690469" y="15537"/>
                  <a:pt x="1689703" y="13718"/>
                </a:cubicBezTo>
                <a:cubicBezTo>
                  <a:pt x="1688937" y="11897"/>
                  <a:pt x="1687388" y="10304"/>
                  <a:pt x="1685055" y="8940"/>
                </a:cubicBezTo>
                <a:cubicBezTo>
                  <a:pt x="1682722" y="7575"/>
                  <a:pt x="1679572" y="6893"/>
                  <a:pt x="1675603" y="6893"/>
                </a:cubicBezTo>
                <a:lnTo>
                  <a:pt x="1670903" y="6893"/>
                </a:lnTo>
                <a:lnTo>
                  <a:pt x="1670903" y="3133"/>
                </a:lnTo>
                <a:lnTo>
                  <a:pt x="1790387" y="3133"/>
                </a:lnTo>
                <a:lnTo>
                  <a:pt x="1790387" y="43867"/>
                </a:lnTo>
                <a:lnTo>
                  <a:pt x="1786105" y="43867"/>
                </a:lnTo>
                <a:cubicBezTo>
                  <a:pt x="1785130" y="34297"/>
                  <a:pt x="1782641" y="27207"/>
                  <a:pt x="1778637" y="22596"/>
                </a:cubicBezTo>
                <a:cubicBezTo>
                  <a:pt x="1774633" y="17985"/>
                  <a:pt x="1768837" y="14738"/>
                  <a:pt x="1761247" y="12853"/>
                </a:cubicBezTo>
                <a:cubicBezTo>
                  <a:pt x="1757069" y="11804"/>
                  <a:pt x="1749340" y="11280"/>
                  <a:pt x="1738061" y="11280"/>
                </a:cubicBezTo>
                <a:lnTo>
                  <a:pt x="1724901" y="11280"/>
                </a:lnTo>
                <a:close/>
                <a:moveTo>
                  <a:pt x="1898313" y="47000"/>
                </a:moveTo>
                <a:lnTo>
                  <a:pt x="1898313" y="123453"/>
                </a:lnTo>
                <a:cubicBezTo>
                  <a:pt x="1898313" y="130949"/>
                  <a:pt x="1899009" y="135625"/>
                  <a:pt x="1900401" y="137481"/>
                </a:cubicBezTo>
                <a:cubicBezTo>
                  <a:pt x="1901794" y="139337"/>
                  <a:pt x="1904614" y="140510"/>
                  <a:pt x="1908861" y="141000"/>
                </a:cubicBezTo>
                <a:lnTo>
                  <a:pt x="1908861" y="144760"/>
                </a:lnTo>
                <a:lnTo>
                  <a:pt x="1869068" y="144760"/>
                </a:lnTo>
                <a:lnTo>
                  <a:pt x="1869068" y="131704"/>
                </a:lnTo>
                <a:cubicBezTo>
                  <a:pt x="1864403" y="137275"/>
                  <a:pt x="1859738" y="141331"/>
                  <a:pt x="1855073" y="143872"/>
                </a:cubicBezTo>
                <a:cubicBezTo>
                  <a:pt x="1850407" y="146413"/>
                  <a:pt x="1845185" y="147684"/>
                  <a:pt x="1839406" y="147684"/>
                </a:cubicBezTo>
                <a:cubicBezTo>
                  <a:pt x="1833905" y="147684"/>
                  <a:pt x="1829014" y="145996"/>
                  <a:pt x="1824732" y="142619"/>
                </a:cubicBezTo>
                <a:cubicBezTo>
                  <a:pt x="1820449" y="139242"/>
                  <a:pt x="1817577" y="135290"/>
                  <a:pt x="1816115" y="130764"/>
                </a:cubicBezTo>
                <a:cubicBezTo>
                  <a:pt x="1814653" y="126238"/>
                  <a:pt x="1813922" y="118335"/>
                  <a:pt x="1813922" y="107055"/>
                </a:cubicBezTo>
                <a:lnTo>
                  <a:pt x="1813922" y="68307"/>
                </a:lnTo>
                <a:cubicBezTo>
                  <a:pt x="1813922" y="60837"/>
                  <a:pt x="1813243" y="56186"/>
                  <a:pt x="1811885" y="54353"/>
                </a:cubicBezTo>
                <a:cubicBezTo>
                  <a:pt x="1810527" y="52521"/>
                  <a:pt x="1807690" y="51323"/>
                  <a:pt x="1803373" y="50760"/>
                </a:cubicBezTo>
                <a:lnTo>
                  <a:pt x="1803373" y="47000"/>
                </a:lnTo>
                <a:lnTo>
                  <a:pt x="1843166" y="47000"/>
                </a:lnTo>
                <a:lnTo>
                  <a:pt x="1843166" y="113821"/>
                </a:lnTo>
                <a:cubicBezTo>
                  <a:pt x="1843166" y="120793"/>
                  <a:pt x="1843497" y="125290"/>
                  <a:pt x="1844158" y="127311"/>
                </a:cubicBezTo>
                <a:cubicBezTo>
                  <a:pt x="1844820" y="129332"/>
                  <a:pt x="1845864" y="130867"/>
                  <a:pt x="1847292" y="131913"/>
                </a:cubicBezTo>
                <a:cubicBezTo>
                  <a:pt x="1848719" y="132958"/>
                  <a:pt x="1850373" y="133480"/>
                  <a:pt x="1852253" y="133480"/>
                </a:cubicBezTo>
                <a:cubicBezTo>
                  <a:pt x="1854759" y="133480"/>
                  <a:pt x="1857022" y="132818"/>
                  <a:pt x="1859042" y="131495"/>
                </a:cubicBezTo>
                <a:cubicBezTo>
                  <a:pt x="1861827" y="129685"/>
                  <a:pt x="1865169" y="126029"/>
                  <a:pt x="1869068" y="120529"/>
                </a:cubicBezTo>
                <a:lnTo>
                  <a:pt x="1869068" y="68307"/>
                </a:lnTo>
                <a:cubicBezTo>
                  <a:pt x="1869068" y="60837"/>
                  <a:pt x="1868389" y="56186"/>
                  <a:pt x="1867032" y="54353"/>
                </a:cubicBezTo>
                <a:cubicBezTo>
                  <a:pt x="1865674" y="52521"/>
                  <a:pt x="1862836" y="51323"/>
                  <a:pt x="1858519" y="50760"/>
                </a:cubicBezTo>
                <a:lnTo>
                  <a:pt x="1858519" y="47000"/>
                </a:lnTo>
                <a:lnTo>
                  <a:pt x="1898313" y="47000"/>
                </a:lnTo>
                <a:close/>
                <a:moveTo>
                  <a:pt x="1961155" y="3133"/>
                </a:moveTo>
                <a:lnTo>
                  <a:pt x="1961155" y="124498"/>
                </a:lnTo>
                <a:cubicBezTo>
                  <a:pt x="1961155" y="131391"/>
                  <a:pt x="1961956" y="135795"/>
                  <a:pt x="1963557" y="137710"/>
                </a:cubicBezTo>
                <a:cubicBezTo>
                  <a:pt x="1965159" y="139625"/>
                  <a:pt x="1968292" y="140721"/>
                  <a:pt x="1972957" y="141000"/>
                </a:cubicBezTo>
                <a:lnTo>
                  <a:pt x="1972957" y="144760"/>
                </a:lnTo>
                <a:lnTo>
                  <a:pt x="1920213" y="144760"/>
                </a:lnTo>
                <a:lnTo>
                  <a:pt x="1920213" y="141000"/>
                </a:lnTo>
                <a:cubicBezTo>
                  <a:pt x="1924530" y="140861"/>
                  <a:pt x="1927733" y="139607"/>
                  <a:pt x="1929822" y="137240"/>
                </a:cubicBezTo>
                <a:cubicBezTo>
                  <a:pt x="1931214" y="135638"/>
                  <a:pt x="1931911" y="131391"/>
                  <a:pt x="1931911" y="124498"/>
                </a:cubicBezTo>
                <a:lnTo>
                  <a:pt x="1931911" y="23396"/>
                </a:lnTo>
                <a:cubicBezTo>
                  <a:pt x="1931911" y="16528"/>
                  <a:pt x="1931110" y="12132"/>
                  <a:pt x="1929509" y="10206"/>
                </a:cubicBezTo>
                <a:cubicBezTo>
                  <a:pt x="1927907" y="8278"/>
                  <a:pt x="1924809" y="7174"/>
                  <a:pt x="1920213" y="6893"/>
                </a:cubicBezTo>
                <a:lnTo>
                  <a:pt x="1920213" y="3133"/>
                </a:lnTo>
                <a:lnTo>
                  <a:pt x="1961155" y="3133"/>
                </a:lnTo>
                <a:close/>
                <a:moveTo>
                  <a:pt x="2020620" y="3133"/>
                </a:moveTo>
                <a:lnTo>
                  <a:pt x="2020620" y="124498"/>
                </a:lnTo>
                <a:cubicBezTo>
                  <a:pt x="2020620" y="131391"/>
                  <a:pt x="2021421" y="135795"/>
                  <a:pt x="2023022" y="137710"/>
                </a:cubicBezTo>
                <a:cubicBezTo>
                  <a:pt x="2024624" y="139625"/>
                  <a:pt x="2027757" y="140721"/>
                  <a:pt x="2032422" y="141000"/>
                </a:cubicBezTo>
                <a:lnTo>
                  <a:pt x="2032422" y="144760"/>
                </a:lnTo>
                <a:lnTo>
                  <a:pt x="1979678" y="144760"/>
                </a:lnTo>
                <a:lnTo>
                  <a:pt x="1979678" y="141000"/>
                </a:lnTo>
                <a:cubicBezTo>
                  <a:pt x="1983995" y="140861"/>
                  <a:pt x="1987198" y="139607"/>
                  <a:pt x="1989287" y="137240"/>
                </a:cubicBezTo>
                <a:cubicBezTo>
                  <a:pt x="1990679" y="135638"/>
                  <a:pt x="1991376" y="131391"/>
                  <a:pt x="1991376" y="124498"/>
                </a:cubicBezTo>
                <a:lnTo>
                  <a:pt x="1991376" y="23396"/>
                </a:lnTo>
                <a:cubicBezTo>
                  <a:pt x="1991376" y="16528"/>
                  <a:pt x="1990575" y="12132"/>
                  <a:pt x="1988973" y="10206"/>
                </a:cubicBezTo>
                <a:cubicBezTo>
                  <a:pt x="1987372" y="8278"/>
                  <a:pt x="1984273" y="7174"/>
                  <a:pt x="1979678" y="6893"/>
                </a:cubicBezTo>
                <a:lnTo>
                  <a:pt x="1979678" y="3133"/>
                </a:lnTo>
                <a:lnTo>
                  <a:pt x="2020620" y="3133"/>
                </a:lnTo>
                <a:close/>
                <a:moveTo>
                  <a:pt x="2146929" y="11280"/>
                </a:moveTo>
                <a:lnTo>
                  <a:pt x="2146929" y="69351"/>
                </a:lnTo>
                <a:lnTo>
                  <a:pt x="2151002" y="69351"/>
                </a:lnTo>
                <a:cubicBezTo>
                  <a:pt x="2157269" y="69351"/>
                  <a:pt x="2162387" y="68408"/>
                  <a:pt x="2166356" y="66521"/>
                </a:cubicBezTo>
                <a:cubicBezTo>
                  <a:pt x="2170325" y="64635"/>
                  <a:pt x="2173684" y="61456"/>
                  <a:pt x="2176434" y="56984"/>
                </a:cubicBezTo>
                <a:cubicBezTo>
                  <a:pt x="2179185" y="52513"/>
                  <a:pt x="2180978" y="46469"/>
                  <a:pt x="2181813" y="38853"/>
                </a:cubicBezTo>
                <a:lnTo>
                  <a:pt x="2185469" y="38853"/>
                </a:lnTo>
                <a:lnTo>
                  <a:pt x="2185469" y="110084"/>
                </a:lnTo>
                <a:lnTo>
                  <a:pt x="2181813" y="110084"/>
                </a:lnTo>
                <a:cubicBezTo>
                  <a:pt x="2180490" y="96646"/>
                  <a:pt x="2176887" y="87785"/>
                  <a:pt x="2171003" y="83503"/>
                </a:cubicBezTo>
                <a:cubicBezTo>
                  <a:pt x="2165120" y="79221"/>
                  <a:pt x="2158453" y="77080"/>
                  <a:pt x="2151002" y="77080"/>
                </a:cubicBezTo>
                <a:lnTo>
                  <a:pt x="2146929" y="77080"/>
                </a:lnTo>
                <a:lnTo>
                  <a:pt x="2146929" y="120529"/>
                </a:lnTo>
                <a:cubicBezTo>
                  <a:pt x="2146929" y="127807"/>
                  <a:pt x="2147329" y="132357"/>
                  <a:pt x="2148130" y="134178"/>
                </a:cubicBezTo>
                <a:cubicBezTo>
                  <a:pt x="2148931" y="135997"/>
                  <a:pt x="2150498" y="137589"/>
                  <a:pt x="2152830" y="138953"/>
                </a:cubicBezTo>
                <a:cubicBezTo>
                  <a:pt x="2155163" y="140318"/>
                  <a:pt x="2158313" y="141000"/>
                  <a:pt x="2162282" y="141000"/>
                </a:cubicBezTo>
                <a:lnTo>
                  <a:pt x="2166982" y="141000"/>
                </a:lnTo>
                <a:lnTo>
                  <a:pt x="2166982" y="144760"/>
                </a:lnTo>
                <a:lnTo>
                  <a:pt x="2092931" y="144760"/>
                </a:lnTo>
                <a:lnTo>
                  <a:pt x="2092931" y="141000"/>
                </a:lnTo>
                <a:lnTo>
                  <a:pt x="2097631" y="141000"/>
                </a:lnTo>
                <a:cubicBezTo>
                  <a:pt x="2101739" y="141000"/>
                  <a:pt x="2105047" y="140265"/>
                  <a:pt x="2107553" y="138797"/>
                </a:cubicBezTo>
                <a:cubicBezTo>
                  <a:pt x="2109364" y="137815"/>
                  <a:pt x="2110756" y="136136"/>
                  <a:pt x="2111731" y="133757"/>
                </a:cubicBezTo>
                <a:cubicBezTo>
                  <a:pt x="2112497" y="132077"/>
                  <a:pt x="2112880" y="127668"/>
                  <a:pt x="2112880" y="120529"/>
                </a:cubicBezTo>
                <a:lnTo>
                  <a:pt x="2112880" y="27364"/>
                </a:lnTo>
                <a:cubicBezTo>
                  <a:pt x="2112880" y="20086"/>
                  <a:pt x="2112497" y="15537"/>
                  <a:pt x="2111731" y="13718"/>
                </a:cubicBezTo>
                <a:cubicBezTo>
                  <a:pt x="2110965" y="11897"/>
                  <a:pt x="2109416" y="10304"/>
                  <a:pt x="2107083" y="8940"/>
                </a:cubicBezTo>
                <a:cubicBezTo>
                  <a:pt x="2104751" y="7575"/>
                  <a:pt x="2101600" y="6893"/>
                  <a:pt x="2097631" y="6893"/>
                </a:cubicBezTo>
                <a:lnTo>
                  <a:pt x="2092931" y="6893"/>
                </a:lnTo>
                <a:lnTo>
                  <a:pt x="2092931" y="3133"/>
                </a:lnTo>
                <a:lnTo>
                  <a:pt x="2212416" y="3133"/>
                </a:lnTo>
                <a:lnTo>
                  <a:pt x="2212416" y="43867"/>
                </a:lnTo>
                <a:lnTo>
                  <a:pt x="2208133" y="43867"/>
                </a:lnTo>
                <a:cubicBezTo>
                  <a:pt x="2207159" y="34297"/>
                  <a:pt x="2204669" y="27207"/>
                  <a:pt x="2200666" y="22596"/>
                </a:cubicBezTo>
                <a:cubicBezTo>
                  <a:pt x="2196662" y="17985"/>
                  <a:pt x="2190865" y="14738"/>
                  <a:pt x="2183276" y="12853"/>
                </a:cubicBezTo>
                <a:cubicBezTo>
                  <a:pt x="2179098" y="11804"/>
                  <a:pt x="2171369" y="11280"/>
                  <a:pt x="2160089" y="11280"/>
                </a:cubicBezTo>
                <a:lnTo>
                  <a:pt x="2146929" y="11280"/>
                </a:lnTo>
                <a:close/>
                <a:moveTo>
                  <a:pt x="2308748" y="92329"/>
                </a:moveTo>
                <a:lnTo>
                  <a:pt x="2255168" y="92329"/>
                </a:lnTo>
                <a:cubicBezTo>
                  <a:pt x="2255794" y="105315"/>
                  <a:pt x="2259241" y="115577"/>
                  <a:pt x="2265508" y="123117"/>
                </a:cubicBezTo>
                <a:cubicBezTo>
                  <a:pt x="2270312" y="128911"/>
                  <a:pt x="2276091" y="131809"/>
                  <a:pt x="2282846" y="131809"/>
                </a:cubicBezTo>
                <a:cubicBezTo>
                  <a:pt x="2287023" y="131809"/>
                  <a:pt x="2290818" y="130642"/>
                  <a:pt x="2294230" y="128310"/>
                </a:cubicBezTo>
                <a:cubicBezTo>
                  <a:pt x="2297642" y="125977"/>
                  <a:pt x="2301297" y="121782"/>
                  <a:pt x="2305197" y="115724"/>
                </a:cubicBezTo>
                <a:lnTo>
                  <a:pt x="2308748" y="118022"/>
                </a:lnTo>
                <a:cubicBezTo>
                  <a:pt x="2303456" y="128815"/>
                  <a:pt x="2297607" y="136456"/>
                  <a:pt x="2291201" y="140948"/>
                </a:cubicBezTo>
                <a:cubicBezTo>
                  <a:pt x="2284795" y="145439"/>
                  <a:pt x="2277380" y="147684"/>
                  <a:pt x="2268954" y="147684"/>
                </a:cubicBezTo>
                <a:cubicBezTo>
                  <a:pt x="2254472" y="147684"/>
                  <a:pt x="2243505" y="142108"/>
                  <a:pt x="2236054" y="130957"/>
                </a:cubicBezTo>
                <a:cubicBezTo>
                  <a:pt x="2230066" y="121966"/>
                  <a:pt x="2227072" y="110814"/>
                  <a:pt x="2227072" y="97502"/>
                </a:cubicBezTo>
                <a:cubicBezTo>
                  <a:pt x="2227072" y="81191"/>
                  <a:pt x="2231476" y="68210"/>
                  <a:pt x="2240284" y="58557"/>
                </a:cubicBezTo>
                <a:cubicBezTo>
                  <a:pt x="2249093" y="48903"/>
                  <a:pt x="2259415" y="44075"/>
                  <a:pt x="2271252" y="44075"/>
                </a:cubicBezTo>
                <a:cubicBezTo>
                  <a:pt x="2281140" y="44075"/>
                  <a:pt x="2289721" y="48131"/>
                  <a:pt x="2296998" y="56243"/>
                </a:cubicBezTo>
                <a:cubicBezTo>
                  <a:pt x="2304274" y="64355"/>
                  <a:pt x="2308191" y="76384"/>
                  <a:pt x="2308748" y="92329"/>
                </a:cubicBezTo>
                <a:moveTo>
                  <a:pt x="2283054" y="85435"/>
                </a:moveTo>
                <a:cubicBezTo>
                  <a:pt x="2283054" y="74225"/>
                  <a:pt x="2282445" y="66531"/>
                  <a:pt x="2281227" y="62353"/>
                </a:cubicBezTo>
                <a:cubicBezTo>
                  <a:pt x="2280008" y="58175"/>
                  <a:pt x="2278111" y="55007"/>
                  <a:pt x="2275534" y="52849"/>
                </a:cubicBezTo>
                <a:cubicBezTo>
                  <a:pt x="2274072" y="51595"/>
                  <a:pt x="2272123" y="50969"/>
                  <a:pt x="2269686" y="50969"/>
                </a:cubicBezTo>
                <a:cubicBezTo>
                  <a:pt x="2266065" y="50969"/>
                  <a:pt x="2263106" y="52744"/>
                  <a:pt x="2260808" y="56295"/>
                </a:cubicBezTo>
                <a:cubicBezTo>
                  <a:pt x="2256700" y="62492"/>
                  <a:pt x="2254646" y="70987"/>
                  <a:pt x="2254646" y="81780"/>
                </a:cubicBezTo>
                <a:lnTo>
                  <a:pt x="2254646" y="85435"/>
                </a:lnTo>
                <a:lnTo>
                  <a:pt x="2283054" y="85435"/>
                </a:lnTo>
                <a:close/>
                <a:moveTo>
                  <a:pt x="2374894" y="130346"/>
                </a:moveTo>
                <a:cubicBezTo>
                  <a:pt x="2362987" y="140930"/>
                  <a:pt x="2352299" y="146222"/>
                  <a:pt x="2342829" y="146222"/>
                </a:cubicBezTo>
                <a:cubicBezTo>
                  <a:pt x="2337259" y="146222"/>
                  <a:pt x="2332628" y="144389"/>
                  <a:pt x="2328938" y="140722"/>
                </a:cubicBezTo>
                <a:cubicBezTo>
                  <a:pt x="2325248" y="137054"/>
                  <a:pt x="2323403" y="132460"/>
                  <a:pt x="2323403" y="126942"/>
                </a:cubicBezTo>
                <a:cubicBezTo>
                  <a:pt x="2323403" y="119466"/>
                  <a:pt x="2326605" y="112741"/>
                  <a:pt x="2333011" y="106768"/>
                </a:cubicBezTo>
                <a:cubicBezTo>
                  <a:pt x="2339417" y="100795"/>
                  <a:pt x="2353378" y="92849"/>
                  <a:pt x="2374894" y="82929"/>
                </a:cubicBezTo>
                <a:lnTo>
                  <a:pt x="2374894" y="73111"/>
                </a:lnTo>
                <a:cubicBezTo>
                  <a:pt x="2374894" y="65730"/>
                  <a:pt x="2374493" y="61082"/>
                  <a:pt x="2373692" y="59168"/>
                </a:cubicBezTo>
                <a:cubicBezTo>
                  <a:pt x="2372892" y="57253"/>
                  <a:pt x="2371377" y="55582"/>
                  <a:pt x="2369149" y="54154"/>
                </a:cubicBezTo>
                <a:cubicBezTo>
                  <a:pt x="2366921" y="52727"/>
                  <a:pt x="2364414" y="52013"/>
                  <a:pt x="2361629" y="52013"/>
                </a:cubicBezTo>
                <a:cubicBezTo>
                  <a:pt x="2357103" y="52013"/>
                  <a:pt x="2353378" y="53023"/>
                  <a:pt x="2350454" y="55042"/>
                </a:cubicBezTo>
                <a:cubicBezTo>
                  <a:pt x="2348643" y="56295"/>
                  <a:pt x="2347738" y="57758"/>
                  <a:pt x="2347738" y="59429"/>
                </a:cubicBezTo>
                <a:cubicBezTo>
                  <a:pt x="2347738" y="60891"/>
                  <a:pt x="2348713" y="62701"/>
                  <a:pt x="2350662" y="64860"/>
                </a:cubicBezTo>
                <a:cubicBezTo>
                  <a:pt x="2353308" y="67854"/>
                  <a:pt x="2354631" y="70744"/>
                  <a:pt x="2354631" y="73529"/>
                </a:cubicBezTo>
                <a:cubicBezTo>
                  <a:pt x="2354631" y="76941"/>
                  <a:pt x="2353361" y="79848"/>
                  <a:pt x="2350819" y="82250"/>
                </a:cubicBezTo>
                <a:cubicBezTo>
                  <a:pt x="2348278" y="84652"/>
                  <a:pt x="2344953" y="85853"/>
                  <a:pt x="2340845" y="85853"/>
                </a:cubicBezTo>
                <a:cubicBezTo>
                  <a:pt x="2336458" y="85853"/>
                  <a:pt x="2332785" y="84530"/>
                  <a:pt x="2329826" y="81884"/>
                </a:cubicBezTo>
                <a:cubicBezTo>
                  <a:pt x="2326867" y="79238"/>
                  <a:pt x="2325387" y="76140"/>
                  <a:pt x="2325387" y="72589"/>
                </a:cubicBezTo>
                <a:cubicBezTo>
                  <a:pt x="2325387" y="67575"/>
                  <a:pt x="2327371" y="62788"/>
                  <a:pt x="2331340" y="58228"/>
                </a:cubicBezTo>
                <a:cubicBezTo>
                  <a:pt x="2335309" y="53667"/>
                  <a:pt x="2340845" y="50168"/>
                  <a:pt x="2347947" y="47731"/>
                </a:cubicBezTo>
                <a:cubicBezTo>
                  <a:pt x="2355049" y="45294"/>
                  <a:pt x="2362430" y="44075"/>
                  <a:pt x="2370089" y="44075"/>
                </a:cubicBezTo>
                <a:cubicBezTo>
                  <a:pt x="2379350" y="44075"/>
                  <a:pt x="2386678" y="46048"/>
                  <a:pt x="2392075" y="49993"/>
                </a:cubicBezTo>
                <a:cubicBezTo>
                  <a:pt x="2397471" y="53936"/>
                  <a:pt x="2400970" y="58210"/>
                  <a:pt x="2402571" y="62817"/>
                </a:cubicBezTo>
                <a:cubicBezTo>
                  <a:pt x="2403546" y="65748"/>
                  <a:pt x="2404033" y="72482"/>
                  <a:pt x="2404033" y="83020"/>
                </a:cubicBezTo>
                <a:lnTo>
                  <a:pt x="2404033" y="121022"/>
                </a:lnTo>
                <a:cubicBezTo>
                  <a:pt x="2404033" y="125489"/>
                  <a:pt x="2404208" y="128299"/>
                  <a:pt x="2404556" y="129452"/>
                </a:cubicBezTo>
                <a:cubicBezTo>
                  <a:pt x="2404904" y="130603"/>
                  <a:pt x="2405426" y="131458"/>
                  <a:pt x="2406122" y="132018"/>
                </a:cubicBezTo>
                <a:cubicBezTo>
                  <a:pt x="2406819" y="132575"/>
                  <a:pt x="2407619" y="132853"/>
                  <a:pt x="2408525" y="132853"/>
                </a:cubicBezTo>
                <a:cubicBezTo>
                  <a:pt x="2410335" y="132853"/>
                  <a:pt x="2412180" y="131565"/>
                  <a:pt x="2414060" y="128989"/>
                </a:cubicBezTo>
                <a:lnTo>
                  <a:pt x="2417193" y="131495"/>
                </a:lnTo>
                <a:cubicBezTo>
                  <a:pt x="2413712" y="136648"/>
                  <a:pt x="2410109" y="140391"/>
                  <a:pt x="2406383" y="142723"/>
                </a:cubicBezTo>
                <a:cubicBezTo>
                  <a:pt x="2402658" y="145056"/>
                  <a:pt x="2398428" y="146222"/>
                  <a:pt x="2393694" y="146222"/>
                </a:cubicBezTo>
                <a:cubicBezTo>
                  <a:pt x="2388123" y="146222"/>
                  <a:pt x="2383771" y="144908"/>
                  <a:pt x="2380638" y="142279"/>
                </a:cubicBezTo>
                <a:cubicBezTo>
                  <a:pt x="2377505" y="139651"/>
                  <a:pt x="2375590" y="135673"/>
                  <a:pt x="2374894" y="130346"/>
                </a:cubicBezTo>
                <a:moveTo>
                  <a:pt x="2374894" y="122618"/>
                </a:moveTo>
                <a:lnTo>
                  <a:pt x="2374894" y="89946"/>
                </a:lnTo>
                <a:cubicBezTo>
                  <a:pt x="2366468" y="94914"/>
                  <a:pt x="2360202" y="100232"/>
                  <a:pt x="2356094" y="105900"/>
                </a:cubicBezTo>
                <a:cubicBezTo>
                  <a:pt x="2353378" y="109677"/>
                  <a:pt x="2352020" y="113491"/>
                  <a:pt x="2352020" y="117340"/>
                </a:cubicBezTo>
                <a:cubicBezTo>
                  <a:pt x="2352020" y="120558"/>
                  <a:pt x="2353169" y="123392"/>
                  <a:pt x="2355467" y="125842"/>
                </a:cubicBezTo>
                <a:cubicBezTo>
                  <a:pt x="2357208" y="127731"/>
                  <a:pt x="2359645" y="128675"/>
                  <a:pt x="2362778" y="128675"/>
                </a:cubicBezTo>
                <a:cubicBezTo>
                  <a:pt x="2366259" y="128675"/>
                  <a:pt x="2370298" y="126656"/>
                  <a:pt x="2374894" y="122618"/>
                </a:cubicBezTo>
                <a:close/>
                <a:moveTo>
                  <a:pt x="2466700" y="11071"/>
                </a:moveTo>
                <a:lnTo>
                  <a:pt x="2466700" y="47000"/>
                </a:lnTo>
                <a:lnTo>
                  <a:pt x="2489887" y="47000"/>
                </a:lnTo>
                <a:lnTo>
                  <a:pt x="2489887" y="57235"/>
                </a:lnTo>
                <a:lnTo>
                  <a:pt x="2466700" y="57235"/>
                </a:lnTo>
                <a:lnTo>
                  <a:pt x="2466700" y="117663"/>
                </a:lnTo>
                <a:cubicBezTo>
                  <a:pt x="2466700" y="123318"/>
                  <a:pt x="2466961" y="126966"/>
                  <a:pt x="2467483" y="128607"/>
                </a:cubicBezTo>
                <a:cubicBezTo>
                  <a:pt x="2468005" y="130247"/>
                  <a:pt x="2468928" y="131575"/>
                  <a:pt x="2470251" y="132589"/>
                </a:cubicBezTo>
                <a:cubicBezTo>
                  <a:pt x="2471574" y="133601"/>
                  <a:pt x="2472792" y="134106"/>
                  <a:pt x="2473907" y="134106"/>
                </a:cubicBezTo>
                <a:cubicBezTo>
                  <a:pt x="2478432" y="134106"/>
                  <a:pt x="2482715" y="130625"/>
                  <a:pt x="2486753" y="123662"/>
                </a:cubicBezTo>
                <a:lnTo>
                  <a:pt x="2489887" y="125983"/>
                </a:lnTo>
                <a:cubicBezTo>
                  <a:pt x="2484247" y="139476"/>
                  <a:pt x="2475090" y="146222"/>
                  <a:pt x="2462418" y="146222"/>
                </a:cubicBezTo>
                <a:cubicBezTo>
                  <a:pt x="2456221" y="146222"/>
                  <a:pt x="2450981" y="144493"/>
                  <a:pt x="2446699" y="141036"/>
                </a:cubicBezTo>
                <a:cubicBezTo>
                  <a:pt x="2442417" y="137576"/>
                  <a:pt x="2439684" y="133715"/>
                  <a:pt x="2438500" y="129452"/>
                </a:cubicBezTo>
                <a:cubicBezTo>
                  <a:pt x="2437804" y="127076"/>
                  <a:pt x="2437456" y="120647"/>
                  <a:pt x="2437456" y="110166"/>
                </a:cubicBezTo>
                <a:lnTo>
                  <a:pt x="2437456" y="57235"/>
                </a:lnTo>
                <a:lnTo>
                  <a:pt x="2424713" y="57235"/>
                </a:lnTo>
                <a:lnTo>
                  <a:pt x="2424713" y="53570"/>
                </a:lnTo>
                <a:cubicBezTo>
                  <a:pt x="2433487" y="47360"/>
                  <a:pt x="2440954" y="40836"/>
                  <a:pt x="2447117" y="33997"/>
                </a:cubicBezTo>
                <a:cubicBezTo>
                  <a:pt x="2453279" y="27158"/>
                  <a:pt x="2458658" y="19516"/>
                  <a:pt x="2463253" y="11071"/>
                </a:cubicBezTo>
                <a:lnTo>
                  <a:pt x="2466700" y="11071"/>
                </a:lnTo>
                <a:close/>
                <a:moveTo>
                  <a:pt x="2593493" y="47000"/>
                </a:moveTo>
                <a:lnTo>
                  <a:pt x="2593493" y="123453"/>
                </a:lnTo>
                <a:cubicBezTo>
                  <a:pt x="2593493" y="130949"/>
                  <a:pt x="2594190" y="135625"/>
                  <a:pt x="2595582" y="137481"/>
                </a:cubicBezTo>
                <a:cubicBezTo>
                  <a:pt x="2596975" y="139337"/>
                  <a:pt x="2599795" y="140510"/>
                  <a:pt x="2604042" y="141000"/>
                </a:cubicBezTo>
                <a:lnTo>
                  <a:pt x="2604042" y="144760"/>
                </a:lnTo>
                <a:lnTo>
                  <a:pt x="2564249" y="144760"/>
                </a:lnTo>
                <a:lnTo>
                  <a:pt x="2564249" y="131704"/>
                </a:lnTo>
                <a:cubicBezTo>
                  <a:pt x="2559584" y="137275"/>
                  <a:pt x="2554919" y="141331"/>
                  <a:pt x="2550254" y="143872"/>
                </a:cubicBezTo>
                <a:cubicBezTo>
                  <a:pt x="2545588" y="146413"/>
                  <a:pt x="2540366" y="147684"/>
                  <a:pt x="2534587" y="147684"/>
                </a:cubicBezTo>
                <a:cubicBezTo>
                  <a:pt x="2529086" y="147684"/>
                  <a:pt x="2524195" y="145996"/>
                  <a:pt x="2519912" y="142619"/>
                </a:cubicBezTo>
                <a:cubicBezTo>
                  <a:pt x="2515630" y="139242"/>
                  <a:pt x="2512758" y="135290"/>
                  <a:pt x="2511296" y="130764"/>
                </a:cubicBezTo>
                <a:cubicBezTo>
                  <a:pt x="2509834" y="126238"/>
                  <a:pt x="2509102" y="118335"/>
                  <a:pt x="2509102" y="107055"/>
                </a:cubicBezTo>
                <a:lnTo>
                  <a:pt x="2509102" y="68307"/>
                </a:lnTo>
                <a:cubicBezTo>
                  <a:pt x="2509102" y="60837"/>
                  <a:pt x="2508424" y="56186"/>
                  <a:pt x="2507066" y="54353"/>
                </a:cubicBezTo>
                <a:cubicBezTo>
                  <a:pt x="2505708" y="52521"/>
                  <a:pt x="2502871" y="51323"/>
                  <a:pt x="2498554" y="50760"/>
                </a:cubicBezTo>
                <a:lnTo>
                  <a:pt x="2498554" y="47000"/>
                </a:lnTo>
                <a:lnTo>
                  <a:pt x="2538347" y="47000"/>
                </a:lnTo>
                <a:lnTo>
                  <a:pt x="2538347" y="113821"/>
                </a:lnTo>
                <a:cubicBezTo>
                  <a:pt x="2538347" y="120793"/>
                  <a:pt x="2538678" y="125290"/>
                  <a:pt x="2539339" y="127311"/>
                </a:cubicBezTo>
                <a:cubicBezTo>
                  <a:pt x="2540001" y="129332"/>
                  <a:pt x="2541045" y="130867"/>
                  <a:pt x="2542472" y="131913"/>
                </a:cubicBezTo>
                <a:cubicBezTo>
                  <a:pt x="2543900" y="132958"/>
                  <a:pt x="2545554" y="133480"/>
                  <a:pt x="2547434" y="133480"/>
                </a:cubicBezTo>
                <a:cubicBezTo>
                  <a:pt x="2549940" y="133480"/>
                  <a:pt x="2552203" y="132818"/>
                  <a:pt x="2554222" y="131495"/>
                </a:cubicBezTo>
                <a:cubicBezTo>
                  <a:pt x="2557008" y="129685"/>
                  <a:pt x="2560350" y="126029"/>
                  <a:pt x="2564249" y="120529"/>
                </a:cubicBezTo>
                <a:lnTo>
                  <a:pt x="2564249" y="68307"/>
                </a:lnTo>
                <a:cubicBezTo>
                  <a:pt x="2564249" y="60837"/>
                  <a:pt x="2563570" y="56186"/>
                  <a:pt x="2562212" y="54353"/>
                </a:cubicBezTo>
                <a:cubicBezTo>
                  <a:pt x="2560855" y="52521"/>
                  <a:pt x="2558017" y="51323"/>
                  <a:pt x="2553700" y="50760"/>
                </a:cubicBezTo>
                <a:lnTo>
                  <a:pt x="2553700" y="47000"/>
                </a:lnTo>
                <a:lnTo>
                  <a:pt x="2593493" y="47000"/>
                </a:lnTo>
                <a:close/>
                <a:moveTo>
                  <a:pt x="2658634" y="47000"/>
                </a:moveTo>
                <a:lnTo>
                  <a:pt x="2658634" y="69142"/>
                </a:lnTo>
                <a:cubicBezTo>
                  <a:pt x="2665110" y="59046"/>
                  <a:pt x="2670785" y="52344"/>
                  <a:pt x="2675659" y="49037"/>
                </a:cubicBezTo>
                <a:cubicBezTo>
                  <a:pt x="2680533" y="45729"/>
                  <a:pt x="2685233" y="44075"/>
                  <a:pt x="2689759" y="44075"/>
                </a:cubicBezTo>
                <a:cubicBezTo>
                  <a:pt x="2693658" y="44075"/>
                  <a:pt x="2696774" y="45281"/>
                  <a:pt x="2699107" y="47692"/>
                </a:cubicBezTo>
                <a:cubicBezTo>
                  <a:pt x="2701439" y="50103"/>
                  <a:pt x="2702605" y="53509"/>
                  <a:pt x="2702605" y="57911"/>
                </a:cubicBezTo>
                <a:cubicBezTo>
                  <a:pt x="2702605" y="62594"/>
                  <a:pt x="2701474" y="66229"/>
                  <a:pt x="2699211" y="68816"/>
                </a:cubicBezTo>
                <a:cubicBezTo>
                  <a:pt x="2696948" y="71401"/>
                  <a:pt x="2694215" y="72693"/>
                  <a:pt x="2691012" y="72693"/>
                </a:cubicBezTo>
                <a:cubicBezTo>
                  <a:pt x="2687322" y="72693"/>
                  <a:pt x="2684119" y="71510"/>
                  <a:pt x="2681403" y="69142"/>
                </a:cubicBezTo>
                <a:cubicBezTo>
                  <a:pt x="2678688" y="66775"/>
                  <a:pt x="2677086" y="65452"/>
                  <a:pt x="2676599" y="65173"/>
                </a:cubicBezTo>
                <a:cubicBezTo>
                  <a:pt x="2675902" y="64755"/>
                  <a:pt x="2675102" y="64547"/>
                  <a:pt x="2674197" y="64547"/>
                </a:cubicBezTo>
                <a:cubicBezTo>
                  <a:pt x="2672177" y="64547"/>
                  <a:pt x="2670263" y="65312"/>
                  <a:pt x="2668452" y="66844"/>
                </a:cubicBezTo>
                <a:cubicBezTo>
                  <a:pt x="2665597" y="69212"/>
                  <a:pt x="2663439" y="72589"/>
                  <a:pt x="2661977" y="76975"/>
                </a:cubicBezTo>
                <a:cubicBezTo>
                  <a:pt x="2659748" y="83730"/>
                  <a:pt x="2658634" y="91180"/>
                  <a:pt x="2658634" y="99327"/>
                </a:cubicBezTo>
                <a:lnTo>
                  <a:pt x="2658634" y="121782"/>
                </a:lnTo>
                <a:lnTo>
                  <a:pt x="2658739" y="127631"/>
                </a:lnTo>
                <a:cubicBezTo>
                  <a:pt x="2658739" y="131600"/>
                  <a:pt x="2658983" y="134141"/>
                  <a:pt x="2659470" y="135255"/>
                </a:cubicBezTo>
                <a:cubicBezTo>
                  <a:pt x="2660305" y="137135"/>
                  <a:pt x="2661541" y="138511"/>
                  <a:pt x="2663178" y="139381"/>
                </a:cubicBezTo>
                <a:cubicBezTo>
                  <a:pt x="2664814" y="140251"/>
                  <a:pt x="2667582" y="140791"/>
                  <a:pt x="2671481" y="141000"/>
                </a:cubicBezTo>
                <a:lnTo>
                  <a:pt x="2671481" y="144760"/>
                </a:lnTo>
                <a:lnTo>
                  <a:pt x="2618737" y="144760"/>
                </a:lnTo>
                <a:lnTo>
                  <a:pt x="2618737" y="141000"/>
                </a:lnTo>
                <a:cubicBezTo>
                  <a:pt x="2622984" y="140652"/>
                  <a:pt x="2625856" y="139485"/>
                  <a:pt x="2627353" y="137501"/>
                </a:cubicBezTo>
                <a:cubicBezTo>
                  <a:pt x="2628850" y="135516"/>
                  <a:pt x="2629599" y="130277"/>
                  <a:pt x="2629599" y="121782"/>
                </a:cubicBezTo>
                <a:lnTo>
                  <a:pt x="2629599" y="67680"/>
                </a:lnTo>
                <a:cubicBezTo>
                  <a:pt x="2629599" y="62075"/>
                  <a:pt x="2629320" y="58502"/>
                  <a:pt x="2628763" y="56961"/>
                </a:cubicBezTo>
                <a:cubicBezTo>
                  <a:pt x="2628067" y="54999"/>
                  <a:pt x="2627057" y="53563"/>
                  <a:pt x="2625734" y="52653"/>
                </a:cubicBezTo>
                <a:cubicBezTo>
                  <a:pt x="2624411" y="51741"/>
                  <a:pt x="2622079" y="51110"/>
                  <a:pt x="2618737" y="50760"/>
                </a:cubicBezTo>
                <a:lnTo>
                  <a:pt x="2618737" y="47000"/>
                </a:lnTo>
                <a:lnTo>
                  <a:pt x="2658634" y="47000"/>
                </a:lnTo>
                <a:close/>
                <a:moveTo>
                  <a:pt x="2791804" y="92329"/>
                </a:moveTo>
                <a:lnTo>
                  <a:pt x="2738224" y="92329"/>
                </a:lnTo>
                <a:cubicBezTo>
                  <a:pt x="2738851" y="105315"/>
                  <a:pt x="2742298" y="115577"/>
                  <a:pt x="2748564" y="123117"/>
                </a:cubicBezTo>
                <a:cubicBezTo>
                  <a:pt x="2753369" y="128911"/>
                  <a:pt x="2759148" y="131809"/>
                  <a:pt x="2765902" y="131809"/>
                </a:cubicBezTo>
                <a:cubicBezTo>
                  <a:pt x="2770080" y="131809"/>
                  <a:pt x="2773874" y="130642"/>
                  <a:pt x="2777286" y="128310"/>
                </a:cubicBezTo>
                <a:cubicBezTo>
                  <a:pt x="2780698" y="125977"/>
                  <a:pt x="2784354" y="121782"/>
                  <a:pt x="2788253" y="115724"/>
                </a:cubicBezTo>
                <a:lnTo>
                  <a:pt x="2791804" y="118022"/>
                </a:lnTo>
                <a:cubicBezTo>
                  <a:pt x="2786512" y="128815"/>
                  <a:pt x="2780663" y="136456"/>
                  <a:pt x="2774257" y="140948"/>
                </a:cubicBezTo>
                <a:cubicBezTo>
                  <a:pt x="2767852" y="145439"/>
                  <a:pt x="2760436" y="147684"/>
                  <a:pt x="2752011" y="147684"/>
                </a:cubicBezTo>
                <a:cubicBezTo>
                  <a:pt x="2737528" y="147684"/>
                  <a:pt x="2726561" y="142108"/>
                  <a:pt x="2719111" y="130957"/>
                </a:cubicBezTo>
                <a:cubicBezTo>
                  <a:pt x="2713123" y="121966"/>
                  <a:pt x="2710129" y="110814"/>
                  <a:pt x="2710129" y="97502"/>
                </a:cubicBezTo>
                <a:cubicBezTo>
                  <a:pt x="2710129" y="81191"/>
                  <a:pt x="2714533" y="68210"/>
                  <a:pt x="2723341" y="58557"/>
                </a:cubicBezTo>
                <a:cubicBezTo>
                  <a:pt x="2732149" y="48903"/>
                  <a:pt x="2742472" y="44075"/>
                  <a:pt x="2754309" y="44075"/>
                </a:cubicBezTo>
                <a:cubicBezTo>
                  <a:pt x="2764196" y="44075"/>
                  <a:pt x="2772778" y="48131"/>
                  <a:pt x="2780054" y="56243"/>
                </a:cubicBezTo>
                <a:cubicBezTo>
                  <a:pt x="2787330" y="64355"/>
                  <a:pt x="2791247" y="76384"/>
                  <a:pt x="2791804" y="92329"/>
                </a:cubicBezTo>
                <a:moveTo>
                  <a:pt x="2766111" y="85435"/>
                </a:moveTo>
                <a:cubicBezTo>
                  <a:pt x="2766111" y="74225"/>
                  <a:pt x="2765502" y="66531"/>
                  <a:pt x="2764283" y="62353"/>
                </a:cubicBezTo>
                <a:cubicBezTo>
                  <a:pt x="2763065" y="58175"/>
                  <a:pt x="2761167" y="55007"/>
                  <a:pt x="2758591" y="52849"/>
                </a:cubicBezTo>
                <a:cubicBezTo>
                  <a:pt x="2757129" y="51595"/>
                  <a:pt x="2755179" y="50969"/>
                  <a:pt x="2752742" y="50969"/>
                </a:cubicBezTo>
                <a:cubicBezTo>
                  <a:pt x="2749121" y="50969"/>
                  <a:pt x="2746162" y="52744"/>
                  <a:pt x="2743864" y="56295"/>
                </a:cubicBezTo>
                <a:cubicBezTo>
                  <a:pt x="2739756" y="62492"/>
                  <a:pt x="2737702" y="70987"/>
                  <a:pt x="2737702" y="81780"/>
                </a:cubicBezTo>
                <a:lnTo>
                  <a:pt x="2737702" y="85435"/>
                </a:lnTo>
                <a:lnTo>
                  <a:pt x="2766111" y="85435"/>
                </a:lnTo>
                <a:close/>
                <a:moveTo>
                  <a:pt x="2865783" y="44493"/>
                </a:moveTo>
                <a:lnTo>
                  <a:pt x="2867350" y="77915"/>
                </a:lnTo>
                <a:lnTo>
                  <a:pt x="2863799" y="77915"/>
                </a:lnTo>
                <a:cubicBezTo>
                  <a:pt x="2859551" y="67948"/>
                  <a:pt x="2855147" y="61139"/>
                  <a:pt x="2850587" y="57490"/>
                </a:cubicBezTo>
                <a:cubicBezTo>
                  <a:pt x="2846026" y="53839"/>
                  <a:pt x="2841483" y="52013"/>
                  <a:pt x="2836957" y="52013"/>
                </a:cubicBezTo>
                <a:cubicBezTo>
                  <a:pt x="2834102" y="52013"/>
                  <a:pt x="2831665" y="52971"/>
                  <a:pt x="2829646" y="54885"/>
                </a:cubicBezTo>
                <a:cubicBezTo>
                  <a:pt x="2827626" y="56800"/>
                  <a:pt x="2826617" y="59011"/>
                  <a:pt x="2826617" y="61518"/>
                </a:cubicBezTo>
                <a:cubicBezTo>
                  <a:pt x="2826617" y="63398"/>
                  <a:pt x="2827313" y="65208"/>
                  <a:pt x="2828706" y="66949"/>
                </a:cubicBezTo>
                <a:cubicBezTo>
                  <a:pt x="2830934" y="69804"/>
                  <a:pt x="2837165" y="74695"/>
                  <a:pt x="2847401" y="81623"/>
                </a:cubicBezTo>
                <a:cubicBezTo>
                  <a:pt x="2857637" y="88551"/>
                  <a:pt x="2864373" y="94435"/>
                  <a:pt x="2867611" y="99274"/>
                </a:cubicBezTo>
                <a:cubicBezTo>
                  <a:pt x="2870849" y="104114"/>
                  <a:pt x="2872468" y="109527"/>
                  <a:pt x="2872468" y="115515"/>
                </a:cubicBezTo>
                <a:cubicBezTo>
                  <a:pt x="2872468" y="120946"/>
                  <a:pt x="2871110" y="126273"/>
                  <a:pt x="2868394" y="131495"/>
                </a:cubicBezTo>
                <a:cubicBezTo>
                  <a:pt x="2865679" y="136718"/>
                  <a:pt x="2861849" y="140721"/>
                  <a:pt x="2856905" y="143506"/>
                </a:cubicBezTo>
                <a:cubicBezTo>
                  <a:pt x="2851962" y="146292"/>
                  <a:pt x="2846496" y="147684"/>
                  <a:pt x="2840508" y="147684"/>
                </a:cubicBezTo>
                <a:cubicBezTo>
                  <a:pt x="2835843" y="147684"/>
                  <a:pt x="2829611" y="146195"/>
                  <a:pt x="2821812" y="143216"/>
                </a:cubicBezTo>
                <a:cubicBezTo>
                  <a:pt x="2819723" y="142435"/>
                  <a:pt x="2818296" y="142044"/>
                  <a:pt x="2817530" y="142044"/>
                </a:cubicBezTo>
                <a:cubicBezTo>
                  <a:pt x="2815232" y="142044"/>
                  <a:pt x="2813317" y="143785"/>
                  <a:pt x="2811786" y="147266"/>
                </a:cubicBezTo>
                <a:lnTo>
                  <a:pt x="2808339" y="147266"/>
                </a:lnTo>
                <a:lnTo>
                  <a:pt x="2806668" y="112173"/>
                </a:lnTo>
                <a:lnTo>
                  <a:pt x="2810219" y="112173"/>
                </a:lnTo>
                <a:cubicBezTo>
                  <a:pt x="2813352" y="121364"/>
                  <a:pt x="2817652" y="128258"/>
                  <a:pt x="2823118" y="132853"/>
                </a:cubicBezTo>
                <a:cubicBezTo>
                  <a:pt x="2828584" y="137449"/>
                  <a:pt x="2833754" y="139746"/>
                  <a:pt x="2838628" y="139746"/>
                </a:cubicBezTo>
                <a:cubicBezTo>
                  <a:pt x="2841970" y="139746"/>
                  <a:pt x="2844703" y="138719"/>
                  <a:pt x="2846827" y="136665"/>
                </a:cubicBezTo>
                <a:cubicBezTo>
                  <a:pt x="2848950" y="134611"/>
                  <a:pt x="2850012" y="132122"/>
                  <a:pt x="2850012" y="129198"/>
                </a:cubicBezTo>
                <a:cubicBezTo>
                  <a:pt x="2850012" y="125855"/>
                  <a:pt x="2848968" y="122966"/>
                  <a:pt x="2846879" y="120529"/>
                </a:cubicBezTo>
                <a:cubicBezTo>
                  <a:pt x="2844790" y="118092"/>
                  <a:pt x="2840125" y="114401"/>
                  <a:pt x="2832883" y="109458"/>
                </a:cubicBezTo>
                <a:cubicBezTo>
                  <a:pt x="2822230" y="102077"/>
                  <a:pt x="2815337" y="96437"/>
                  <a:pt x="2812203" y="92538"/>
                </a:cubicBezTo>
                <a:cubicBezTo>
                  <a:pt x="2807608" y="86828"/>
                  <a:pt x="2805310" y="80527"/>
                  <a:pt x="2805310" y="73633"/>
                </a:cubicBezTo>
                <a:cubicBezTo>
                  <a:pt x="2805310" y="66113"/>
                  <a:pt x="2807904" y="59307"/>
                  <a:pt x="2813091" y="53214"/>
                </a:cubicBezTo>
                <a:cubicBezTo>
                  <a:pt x="2818278" y="47122"/>
                  <a:pt x="2825781" y="44075"/>
                  <a:pt x="2835599" y="44075"/>
                </a:cubicBezTo>
                <a:cubicBezTo>
                  <a:pt x="2840891" y="44075"/>
                  <a:pt x="2846008" y="45414"/>
                  <a:pt x="2850952" y="48090"/>
                </a:cubicBezTo>
                <a:cubicBezTo>
                  <a:pt x="2852832" y="49174"/>
                  <a:pt x="2854364" y="49715"/>
                  <a:pt x="2855548" y="49715"/>
                </a:cubicBezTo>
                <a:cubicBezTo>
                  <a:pt x="2856801" y="49715"/>
                  <a:pt x="2857811" y="49454"/>
                  <a:pt x="2858577" y="48932"/>
                </a:cubicBezTo>
                <a:cubicBezTo>
                  <a:pt x="2859343" y="48410"/>
                  <a:pt x="2860561" y="46930"/>
                  <a:pt x="2862232" y="44493"/>
                </a:cubicBezTo>
                <a:lnTo>
                  <a:pt x="2865783" y="44493"/>
                </a:lnTo>
                <a:close/>
                <a:moveTo>
                  <a:pt x="2882669" y="187582"/>
                </a:moveTo>
                <a:lnTo>
                  <a:pt x="2882669" y="182778"/>
                </a:lnTo>
                <a:cubicBezTo>
                  <a:pt x="2889911" y="177975"/>
                  <a:pt x="2895237" y="173313"/>
                  <a:pt x="2898649" y="168792"/>
                </a:cubicBezTo>
                <a:cubicBezTo>
                  <a:pt x="2903314" y="162527"/>
                  <a:pt x="2907005" y="154524"/>
                  <a:pt x="2909720" y="144783"/>
                </a:cubicBezTo>
                <a:cubicBezTo>
                  <a:pt x="2913063" y="132534"/>
                  <a:pt x="2914734" y="115485"/>
                  <a:pt x="2914734" y="93634"/>
                </a:cubicBezTo>
                <a:cubicBezTo>
                  <a:pt x="2914734" y="73037"/>
                  <a:pt x="2913219" y="57049"/>
                  <a:pt x="2910190" y="45672"/>
                </a:cubicBezTo>
                <a:cubicBezTo>
                  <a:pt x="2907161" y="34294"/>
                  <a:pt x="2903036" y="25091"/>
                  <a:pt x="2897814" y="18062"/>
                </a:cubicBezTo>
                <a:cubicBezTo>
                  <a:pt x="2894193" y="13190"/>
                  <a:pt x="2889145" y="8910"/>
                  <a:pt x="2882669" y="5222"/>
                </a:cubicBezTo>
                <a:lnTo>
                  <a:pt x="2882669" y="0"/>
                </a:lnTo>
                <a:cubicBezTo>
                  <a:pt x="2899450" y="5638"/>
                  <a:pt x="2913672" y="17139"/>
                  <a:pt x="2925335" y="34503"/>
                </a:cubicBezTo>
                <a:cubicBezTo>
                  <a:pt x="2936998" y="51864"/>
                  <a:pt x="2942829" y="71818"/>
                  <a:pt x="2942829" y="94365"/>
                </a:cubicBezTo>
                <a:cubicBezTo>
                  <a:pt x="2942829" y="116564"/>
                  <a:pt x="2936998" y="136240"/>
                  <a:pt x="2925335" y="153393"/>
                </a:cubicBezTo>
                <a:cubicBezTo>
                  <a:pt x="2913672" y="170548"/>
                  <a:pt x="2899450" y="181944"/>
                  <a:pt x="2882669" y="18758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" name="Text (b)Optimized(-NO_ERR,-SMALL_FOOTPRINT)">
            <a:extLst xmlns:a="http://schemas.openxmlformats.org/drawingml/2006/main">
              <a:ext uri="{FF2B5EF4-FFF2-40B4-BE49-F238E27FC236}">
                <a16:creationId xmlns:a16="http://schemas.microsoft.com/office/drawing/2014/main" id="{24D400ED-C331-40E0-AEB5-2D185AC19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0025" y="162492"/>
            <a:ext cx="4724329" cy="190924"/>
          </a:xfrm>
          <a:custGeom xmlns:a="http://schemas.openxmlformats.org/drawingml/2006/main">
            <a:pathLst>
              <a:path w="4724329" h="190924">
                <a:moveTo>
                  <a:pt x="60160" y="0"/>
                </a:moveTo>
                <a:lnTo>
                  <a:pt x="60160" y="4804"/>
                </a:lnTo>
                <a:cubicBezTo>
                  <a:pt x="52918" y="9537"/>
                  <a:pt x="47592" y="14165"/>
                  <a:pt x="44180" y="18689"/>
                </a:cubicBezTo>
                <a:cubicBezTo>
                  <a:pt x="39445" y="24951"/>
                  <a:pt x="35755" y="32988"/>
                  <a:pt x="33109" y="42799"/>
                </a:cubicBezTo>
                <a:cubicBezTo>
                  <a:pt x="29767" y="54978"/>
                  <a:pt x="28096" y="71993"/>
                  <a:pt x="28096" y="93843"/>
                </a:cubicBezTo>
                <a:cubicBezTo>
                  <a:pt x="28096" y="114440"/>
                  <a:pt x="29610" y="130445"/>
                  <a:pt x="32639" y="141858"/>
                </a:cubicBezTo>
                <a:cubicBezTo>
                  <a:pt x="35668" y="153271"/>
                  <a:pt x="39793" y="162491"/>
                  <a:pt x="45015" y="169520"/>
                </a:cubicBezTo>
                <a:cubicBezTo>
                  <a:pt x="48636" y="174392"/>
                  <a:pt x="53684" y="178672"/>
                  <a:pt x="60160" y="182360"/>
                </a:cubicBezTo>
                <a:lnTo>
                  <a:pt x="60160" y="187582"/>
                </a:lnTo>
                <a:cubicBezTo>
                  <a:pt x="43379" y="181944"/>
                  <a:pt x="29157" y="170443"/>
                  <a:pt x="17494" y="153079"/>
                </a:cubicBezTo>
                <a:cubicBezTo>
                  <a:pt x="5831" y="135718"/>
                  <a:pt x="0" y="115763"/>
                  <a:pt x="0" y="93217"/>
                </a:cubicBezTo>
                <a:cubicBezTo>
                  <a:pt x="0" y="70948"/>
                  <a:pt x="5814" y="51238"/>
                  <a:pt x="17442" y="34085"/>
                </a:cubicBezTo>
                <a:cubicBezTo>
                  <a:pt x="29070" y="16930"/>
                  <a:pt x="43310" y="5568"/>
                  <a:pt x="60160" y="0"/>
                </a:cubicBezTo>
                <a:close/>
                <a:moveTo>
                  <a:pt x="107680" y="3133"/>
                </a:moveTo>
                <a:lnTo>
                  <a:pt x="107680" y="56818"/>
                </a:lnTo>
                <a:cubicBezTo>
                  <a:pt x="115897" y="48323"/>
                  <a:pt x="124879" y="44075"/>
                  <a:pt x="134627" y="44075"/>
                </a:cubicBezTo>
                <a:cubicBezTo>
                  <a:pt x="141311" y="44075"/>
                  <a:pt x="147613" y="46045"/>
                  <a:pt x="153531" y="49983"/>
                </a:cubicBezTo>
                <a:cubicBezTo>
                  <a:pt x="159450" y="53922"/>
                  <a:pt x="164080" y="59515"/>
                  <a:pt x="167422" y="66763"/>
                </a:cubicBezTo>
                <a:cubicBezTo>
                  <a:pt x="170765" y="74011"/>
                  <a:pt x="172436" y="82375"/>
                  <a:pt x="172436" y="91855"/>
                </a:cubicBezTo>
                <a:cubicBezTo>
                  <a:pt x="172436" y="102520"/>
                  <a:pt x="170312" y="112208"/>
                  <a:pt x="166065" y="120920"/>
                </a:cubicBezTo>
                <a:cubicBezTo>
                  <a:pt x="161817" y="129633"/>
                  <a:pt x="156142" y="136272"/>
                  <a:pt x="149040" y="140837"/>
                </a:cubicBezTo>
                <a:cubicBezTo>
                  <a:pt x="141938" y="145402"/>
                  <a:pt x="133826" y="147684"/>
                  <a:pt x="124705" y="147684"/>
                </a:cubicBezTo>
                <a:cubicBezTo>
                  <a:pt x="119413" y="147684"/>
                  <a:pt x="114713" y="146849"/>
                  <a:pt x="110605" y="145178"/>
                </a:cubicBezTo>
                <a:cubicBezTo>
                  <a:pt x="106497" y="143506"/>
                  <a:pt x="102458" y="140791"/>
                  <a:pt x="98489" y="137031"/>
                </a:cubicBezTo>
                <a:lnTo>
                  <a:pt x="82300" y="147684"/>
                </a:lnTo>
                <a:lnTo>
                  <a:pt x="78749" y="147684"/>
                </a:lnTo>
                <a:lnTo>
                  <a:pt x="78749" y="23396"/>
                </a:lnTo>
                <a:cubicBezTo>
                  <a:pt x="78749" y="17719"/>
                  <a:pt x="78505" y="14215"/>
                  <a:pt x="78018" y="12886"/>
                </a:cubicBezTo>
                <a:cubicBezTo>
                  <a:pt x="77322" y="10923"/>
                  <a:pt x="76225" y="9469"/>
                  <a:pt x="74728" y="8522"/>
                </a:cubicBezTo>
                <a:cubicBezTo>
                  <a:pt x="73231" y="7575"/>
                  <a:pt x="70707" y="7033"/>
                  <a:pt x="67156" y="6893"/>
                </a:cubicBezTo>
                <a:lnTo>
                  <a:pt x="67156" y="3133"/>
                </a:lnTo>
                <a:lnTo>
                  <a:pt x="107680" y="3133"/>
                </a:lnTo>
                <a:moveTo>
                  <a:pt x="107680" y="66126"/>
                </a:moveTo>
                <a:lnTo>
                  <a:pt x="107680" y="109627"/>
                </a:lnTo>
                <a:cubicBezTo>
                  <a:pt x="107680" y="118481"/>
                  <a:pt x="107889" y="124129"/>
                  <a:pt x="108307" y="126570"/>
                </a:cubicBezTo>
                <a:cubicBezTo>
                  <a:pt x="109003" y="130683"/>
                  <a:pt x="110674" y="134012"/>
                  <a:pt x="113320" y="136558"/>
                </a:cubicBezTo>
                <a:cubicBezTo>
                  <a:pt x="115966" y="139101"/>
                  <a:pt x="119343" y="140373"/>
                  <a:pt x="123451" y="140373"/>
                </a:cubicBezTo>
                <a:cubicBezTo>
                  <a:pt x="127002" y="140373"/>
                  <a:pt x="130049" y="139362"/>
                  <a:pt x="132590" y="137341"/>
                </a:cubicBezTo>
                <a:cubicBezTo>
                  <a:pt x="135132" y="135320"/>
                  <a:pt x="137255" y="131311"/>
                  <a:pt x="138961" y="125317"/>
                </a:cubicBezTo>
                <a:cubicBezTo>
                  <a:pt x="140667" y="119320"/>
                  <a:pt x="141520" y="108513"/>
                  <a:pt x="141520" y="92897"/>
                </a:cubicBezTo>
                <a:cubicBezTo>
                  <a:pt x="141520" y="77907"/>
                  <a:pt x="139640" y="67623"/>
                  <a:pt x="135880" y="62046"/>
                </a:cubicBezTo>
                <a:cubicBezTo>
                  <a:pt x="133165" y="58004"/>
                  <a:pt x="129509" y="55982"/>
                  <a:pt x="124914" y="55982"/>
                </a:cubicBezTo>
                <a:cubicBezTo>
                  <a:pt x="118925" y="55982"/>
                  <a:pt x="113181" y="59364"/>
                  <a:pt x="107680" y="66126"/>
                </a:cubicBezTo>
                <a:close/>
                <a:moveTo>
                  <a:pt x="184205" y="187582"/>
                </a:moveTo>
                <a:lnTo>
                  <a:pt x="184205" y="182778"/>
                </a:lnTo>
                <a:cubicBezTo>
                  <a:pt x="191447" y="177975"/>
                  <a:pt x="196773" y="173313"/>
                  <a:pt x="200185" y="168792"/>
                </a:cubicBezTo>
                <a:cubicBezTo>
                  <a:pt x="204850" y="162527"/>
                  <a:pt x="208541" y="154524"/>
                  <a:pt x="211256" y="144783"/>
                </a:cubicBezTo>
                <a:cubicBezTo>
                  <a:pt x="214599" y="132534"/>
                  <a:pt x="216270" y="115485"/>
                  <a:pt x="216270" y="93634"/>
                </a:cubicBezTo>
                <a:cubicBezTo>
                  <a:pt x="216270" y="73037"/>
                  <a:pt x="214755" y="57049"/>
                  <a:pt x="211726" y="45672"/>
                </a:cubicBezTo>
                <a:cubicBezTo>
                  <a:pt x="208697" y="34294"/>
                  <a:pt x="204572" y="25091"/>
                  <a:pt x="199350" y="18062"/>
                </a:cubicBezTo>
                <a:cubicBezTo>
                  <a:pt x="195729" y="13190"/>
                  <a:pt x="190681" y="8910"/>
                  <a:pt x="184205" y="5222"/>
                </a:cubicBezTo>
                <a:lnTo>
                  <a:pt x="184205" y="0"/>
                </a:lnTo>
                <a:cubicBezTo>
                  <a:pt x="200986" y="5638"/>
                  <a:pt x="215208" y="17139"/>
                  <a:pt x="226871" y="34503"/>
                </a:cubicBezTo>
                <a:cubicBezTo>
                  <a:pt x="238534" y="51864"/>
                  <a:pt x="244365" y="71818"/>
                  <a:pt x="244365" y="94365"/>
                </a:cubicBezTo>
                <a:cubicBezTo>
                  <a:pt x="244365" y="116564"/>
                  <a:pt x="238534" y="136240"/>
                  <a:pt x="226871" y="153393"/>
                </a:cubicBezTo>
                <a:cubicBezTo>
                  <a:pt x="215208" y="170548"/>
                  <a:pt x="200986" y="181944"/>
                  <a:pt x="184205" y="187582"/>
                </a:cubicBezTo>
                <a:close/>
                <a:moveTo>
                  <a:pt x="388915" y="1044"/>
                </a:moveTo>
                <a:cubicBezTo>
                  <a:pt x="411475" y="209"/>
                  <a:pt x="429805" y="6789"/>
                  <a:pt x="443905" y="20784"/>
                </a:cubicBezTo>
                <a:cubicBezTo>
                  <a:pt x="458005" y="34780"/>
                  <a:pt x="465055" y="52292"/>
                  <a:pt x="465055" y="73320"/>
                </a:cubicBezTo>
                <a:cubicBezTo>
                  <a:pt x="465055" y="91284"/>
                  <a:pt x="459798" y="107090"/>
                  <a:pt x="449284" y="120738"/>
                </a:cubicBezTo>
                <a:cubicBezTo>
                  <a:pt x="435358" y="138841"/>
                  <a:pt x="415687" y="147893"/>
                  <a:pt x="390273" y="147893"/>
                </a:cubicBezTo>
                <a:cubicBezTo>
                  <a:pt x="364788" y="147893"/>
                  <a:pt x="345083" y="139259"/>
                  <a:pt x="331157" y="121991"/>
                </a:cubicBezTo>
                <a:cubicBezTo>
                  <a:pt x="320156" y="108344"/>
                  <a:pt x="314655" y="92155"/>
                  <a:pt x="314655" y="73424"/>
                </a:cubicBezTo>
                <a:cubicBezTo>
                  <a:pt x="314655" y="52396"/>
                  <a:pt x="321809" y="34867"/>
                  <a:pt x="336118" y="20837"/>
                </a:cubicBezTo>
                <a:cubicBezTo>
                  <a:pt x="350427" y="6806"/>
                  <a:pt x="368026" y="209"/>
                  <a:pt x="388915" y="1044"/>
                </a:cubicBezTo>
                <a:moveTo>
                  <a:pt x="390168" y="7729"/>
                </a:moveTo>
                <a:cubicBezTo>
                  <a:pt x="377217" y="7729"/>
                  <a:pt x="367365" y="14338"/>
                  <a:pt x="360611" y="27557"/>
                </a:cubicBezTo>
                <a:cubicBezTo>
                  <a:pt x="355110" y="38410"/>
                  <a:pt x="352359" y="53996"/>
                  <a:pt x="352359" y="74312"/>
                </a:cubicBezTo>
                <a:cubicBezTo>
                  <a:pt x="352359" y="98454"/>
                  <a:pt x="356607" y="116300"/>
                  <a:pt x="365102" y="127850"/>
                </a:cubicBezTo>
                <a:cubicBezTo>
                  <a:pt x="371020" y="135920"/>
                  <a:pt x="379306" y="139955"/>
                  <a:pt x="389959" y="139955"/>
                </a:cubicBezTo>
                <a:cubicBezTo>
                  <a:pt x="397131" y="139955"/>
                  <a:pt x="403119" y="138216"/>
                  <a:pt x="407924" y="134736"/>
                </a:cubicBezTo>
                <a:cubicBezTo>
                  <a:pt x="414051" y="130284"/>
                  <a:pt x="418821" y="123171"/>
                  <a:pt x="422233" y="113397"/>
                </a:cubicBezTo>
                <a:cubicBezTo>
                  <a:pt x="425644" y="103621"/>
                  <a:pt x="427350" y="90871"/>
                  <a:pt x="427350" y="75148"/>
                </a:cubicBezTo>
                <a:cubicBezTo>
                  <a:pt x="427350" y="56430"/>
                  <a:pt x="425610" y="42428"/>
                  <a:pt x="422128" y="33141"/>
                </a:cubicBezTo>
                <a:cubicBezTo>
                  <a:pt x="418647" y="23852"/>
                  <a:pt x="414208" y="17295"/>
                  <a:pt x="408812" y="13470"/>
                </a:cubicBezTo>
                <a:cubicBezTo>
                  <a:pt x="403415" y="9643"/>
                  <a:pt x="397201" y="7729"/>
                  <a:pt x="390168" y="7729"/>
                </a:cubicBezTo>
                <a:close/>
                <a:moveTo>
                  <a:pt x="517731" y="134838"/>
                </a:moveTo>
                <a:lnTo>
                  <a:pt x="517731" y="171080"/>
                </a:lnTo>
                <a:cubicBezTo>
                  <a:pt x="517731" y="176161"/>
                  <a:pt x="518131" y="179618"/>
                  <a:pt x="518932" y="181452"/>
                </a:cubicBezTo>
                <a:cubicBezTo>
                  <a:pt x="519732" y="183289"/>
                  <a:pt x="520968" y="184630"/>
                  <a:pt x="522640" y="185477"/>
                </a:cubicBezTo>
                <a:cubicBezTo>
                  <a:pt x="524311" y="186323"/>
                  <a:pt x="527583" y="186746"/>
                  <a:pt x="532457" y="186746"/>
                </a:cubicBezTo>
                <a:lnTo>
                  <a:pt x="532457" y="190506"/>
                </a:lnTo>
                <a:lnTo>
                  <a:pt x="476788" y="190506"/>
                </a:lnTo>
                <a:lnTo>
                  <a:pt x="476788" y="186746"/>
                </a:lnTo>
                <a:cubicBezTo>
                  <a:pt x="481106" y="186605"/>
                  <a:pt x="484308" y="185370"/>
                  <a:pt x="486397" y="183042"/>
                </a:cubicBezTo>
                <a:cubicBezTo>
                  <a:pt x="487790" y="181421"/>
                  <a:pt x="488486" y="177225"/>
                  <a:pt x="488486" y="170453"/>
                </a:cubicBezTo>
                <a:lnTo>
                  <a:pt x="488486" y="67471"/>
                </a:lnTo>
                <a:cubicBezTo>
                  <a:pt x="488486" y="60491"/>
                  <a:pt x="487685" y="56031"/>
                  <a:pt x="486084" y="54092"/>
                </a:cubicBezTo>
                <a:cubicBezTo>
                  <a:pt x="484483" y="52154"/>
                  <a:pt x="481384" y="51043"/>
                  <a:pt x="476788" y="50760"/>
                </a:cubicBezTo>
                <a:lnTo>
                  <a:pt x="476788" y="47000"/>
                </a:lnTo>
                <a:lnTo>
                  <a:pt x="517731" y="47000"/>
                </a:lnTo>
                <a:lnTo>
                  <a:pt x="517731" y="59847"/>
                </a:lnTo>
                <a:cubicBezTo>
                  <a:pt x="521142" y="54833"/>
                  <a:pt x="524624" y="51213"/>
                  <a:pt x="528175" y="48984"/>
                </a:cubicBezTo>
                <a:cubicBezTo>
                  <a:pt x="533258" y="45712"/>
                  <a:pt x="538794" y="44075"/>
                  <a:pt x="544782" y="44075"/>
                </a:cubicBezTo>
                <a:cubicBezTo>
                  <a:pt x="551954" y="44075"/>
                  <a:pt x="558481" y="46341"/>
                  <a:pt x="564365" y="50871"/>
                </a:cubicBezTo>
                <a:cubicBezTo>
                  <a:pt x="570249" y="55401"/>
                  <a:pt x="574722" y="61657"/>
                  <a:pt x="577786" y="69638"/>
                </a:cubicBezTo>
                <a:cubicBezTo>
                  <a:pt x="580850" y="77620"/>
                  <a:pt x="582382" y="86210"/>
                  <a:pt x="582382" y="95410"/>
                </a:cubicBezTo>
                <a:cubicBezTo>
                  <a:pt x="582382" y="105306"/>
                  <a:pt x="580798" y="114349"/>
                  <a:pt x="577629" y="122539"/>
                </a:cubicBezTo>
                <a:cubicBezTo>
                  <a:pt x="574461" y="130729"/>
                  <a:pt x="569866" y="136968"/>
                  <a:pt x="563843" y="141254"/>
                </a:cubicBezTo>
                <a:cubicBezTo>
                  <a:pt x="557820" y="145541"/>
                  <a:pt x="551118" y="147684"/>
                  <a:pt x="543737" y="147684"/>
                </a:cubicBezTo>
                <a:cubicBezTo>
                  <a:pt x="538376" y="147684"/>
                  <a:pt x="533362" y="146501"/>
                  <a:pt x="528697" y="144133"/>
                </a:cubicBezTo>
                <a:cubicBezTo>
                  <a:pt x="525216" y="142323"/>
                  <a:pt x="521560" y="139224"/>
                  <a:pt x="517731" y="134838"/>
                </a:cubicBezTo>
                <a:moveTo>
                  <a:pt x="517731" y="124272"/>
                </a:moveTo>
                <a:cubicBezTo>
                  <a:pt x="523719" y="132778"/>
                  <a:pt x="530125" y="137031"/>
                  <a:pt x="536948" y="137031"/>
                </a:cubicBezTo>
                <a:cubicBezTo>
                  <a:pt x="540708" y="137031"/>
                  <a:pt x="543807" y="135044"/>
                  <a:pt x="546244" y="131071"/>
                </a:cubicBezTo>
                <a:cubicBezTo>
                  <a:pt x="549865" y="125213"/>
                  <a:pt x="551675" y="114058"/>
                  <a:pt x="551675" y="97603"/>
                </a:cubicBezTo>
                <a:cubicBezTo>
                  <a:pt x="551675" y="80731"/>
                  <a:pt x="549691" y="69192"/>
                  <a:pt x="545722" y="62986"/>
                </a:cubicBezTo>
                <a:cubicBezTo>
                  <a:pt x="543076" y="58874"/>
                  <a:pt x="539525" y="56818"/>
                  <a:pt x="535068" y="56818"/>
                </a:cubicBezTo>
                <a:cubicBezTo>
                  <a:pt x="528036" y="56818"/>
                  <a:pt x="522257" y="61907"/>
                  <a:pt x="517731" y="72086"/>
                </a:cubicBezTo>
                <a:lnTo>
                  <a:pt x="517731" y="124272"/>
                </a:lnTo>
                <a:close/>
                <a:moveTo>
                  <a:pt x="637600" y="11071"/>
                </a:moveTo>
                <a:lnTo>
                  <a:pt x="637600" y="47000"/>
                </a:lnTo>
                <a:lnTo>
                  <a:pt x="660786" y="47000"/>
                </a:lnTo>
                <a:lnTo>
                  <a:pt x="660786" y="57235"/>
                </a:lnTo>
                <a:lnTo>
                  <a:pt x="637600" y="57235"/>
                </a:lnTo>
                <a:lnTo>
                  <a:pt x="637600" y="117663"/>
                </a:lnTo>
                <a:cubicBezTo>
                  <a:pt x="637600" y="123318"/>
                  <a:pt x="637861" y="126966"/>
                  <a:pt x="638383" y="128607"/>
                </a:cubicBezTo>
                <a:cubicBezTo>
                  <a:pt x="638905" y="130247"/>
                  <a:pt x="639828" y="131575"/>
                  <a:pt x="641151" y="132589"/>
                </a:cubicBezTo>
                <a:cubicBezTo>
                  <a:pt x="642474" y="133601"/>
                  <a:pt x="643692" y="134106"/>
                  <a:pt x="644806" y="134106"/>
                </a:cubicBezTo>
                <a:cubicBezTo>
                  <a:pt x="649332" y="134106"/>
                  <a:pt x="653615" y="130625"/>
                  <a:pt x="657653" y="123662"/>
                </a:cubicBezTo>
                <a:lnTo>
                  <a:pt x="660786" y="125983"/>
                </a:lnTo>
                <a:cubicBezTo>
                  <a:pt x="655146" y="139476"/>
                  <a:pt x="645990" y="146222"/>
                  <a:pt x="633318" y="146222"/>
                </a:cubicBezTo>
                <a:cubicBezTo>
                  <a:pt x="627121" y="146222"/>
                  <a:pt x="621881" y="144493"/>
                  <a:pt x="617599" y="141036"/>
                </a:cubicBezTo>
                <a:cubicBezTo>
                  <a:pt x="613316" y="137576"/>
                  <a:pt x="610584" y="133715"/>
                  <a:pt x="609400" y="129452"/>
                </a:cubicBezTo>
                <a:cubicBezTo>
                  <a:pt x="608704" y="127076"/>
                  <a:pt x="608355" y="120647"/>
                  <a:pt x="608355" y="110166"/>
                </a:cubicBezTo>
                <a:lnTo>
                  <a:pt x="608355" y="57235"/>
                </a:lnTo>
                <a:lnTo>
                  <a:pt x="595613" y="57235"/>
                </a:lnTo>
                <a:lnTo>
                  <a:pt x="595613" y="53570"/>
                </a:lnTo>
                <a:cubicBezTo>
                  <a:pt x="604387" y="47360"/>
                  <a:pt x="611854" y="40836"/>
                  <a:pt x="618016" y="33997"/>
                </a:cubicBezTo>
                <a:cubicBezTo>
                  <a:pt x="624179" y="27158"/>
                  <a:pt x="629558" y="19516"/>
                  <a:pt x="634153" y="11071"/>
                </a:cubicBezTo>
                <a:lnTo>
                  <a:pt x="637600" y="11071"/>
                </a:lnTo>
                <a:close/>
                <a:moveTo>
                  <a:pt x="693580" y="0"/>
                </a:moveTo>
                <a:cubicBezTo>
                  <a:pt x="698106" y="0"/>
                  <a:pt x="701936" y="1590"/>
                  <a:pt x="705069" y="4769"/>
                </a:cubicBezTo>
                <a:cubicBezTo>
                  <a:pt x="708203" y="7945"/>
                  <a:pt x="709769" y="11770"/>
                  <a:pt x="709769" y="16241"/>
                </a:cubicBezTo>
                <a:cubicBezTo>
                  <a:pt x="709769" y="20713"/>
                  <a:pt x="708185" y="24520"/>
                  <a:pt x="705017" y="27665"/>
                </a:cubicBezTo>
                <a:cubicBezTo>
                  <a:pt x="701849" y="30807"/>
                  <a:pt x="698037" y="32378"/>
                  <a:pt x="693580" y="32378"/>
                </a:cubicBezTo>
                <a:cubicBezTo>
                  <a:pt x="689124" y="32378"/>
                  <a:pt x="685329" y="30807"/>
                  <a:pt x="682196" y="27665"/>
                </a:cubicBezTo>
                <a:cubicBezTo>
                  <a:pt x="679063" y="24520"/>
                  <a:pt x="677496" y="20713"/>
                  <a:pt x="677496" y="16241"/>
                </a:cubicBezTo>
                <a:cubicBezTo>
                  <a:pt x="677496" y="11770"/>
                  <a:pt x="679063" y="7945"/>
                  <a:pt x="682196" y="4769"/>
                </a:cubicBezTo>
                <a:cubicBezTo>
                  <a:pt x="685329" y="1590"/>
                  <a:pt x="689124" y="0"/>
                  <a:pt x="693580" y="0"/>
                </a:cubicBezTo>
                <a:moveTo>
                  <a:pt x="708203" y="47000"/>
                </a:moveTo>
                <a:lnTo>
                  <a:pt x="708203" y="124498"/>
                </a:lnTo>
                <a:cubicBezTo>
                  <a:pt x="708203" y="131391"/>
                  <a:pt x="709003" y="135795"/>
                  <a:pt x="710605" y="137710"/>
                </a:cubicBezTo>
                <a:cubicBezTo>
                  <a:pt x="712206" y="139625"/>
                  <a:pt x="715340" y="140721"/>
                  <a:pt x="720005" y="141000"/>
                </a:cubicBezTo>
                <a:lnTo>
                  <a:pt x="720005" y="144760"/>
                </a:lnTo>
                <a:lnTo>
                  <a:pt x="667260" y="144760"/>
                </a:lnTo>
                <a:lnTo>
                  <a:pt x="667260" y="141000"/>
                </a:lnTo>
                <a:cubicBezTo>
                  <a:pt x="671577" y="140861"/>
                  <a:pt x="674780" y="139607"/>
                  <a:pt x="676869" y="137240"/>
                </a:cubicBezTo>
                <a:cubicBezTo>
                  <a:pt x="678262" y="135638"/>
                  <a:pt x="678958" y="131391"/>
                  <a:pt x="678958" y="124498"/>
                </a:cubicBezTo>
                <a:lnTo>
                  <a:pt x="678958" y="67471"/>
                </a:lnTo>
                <a:cubicBezTo>
                  <a:pt x="678958" y="60491"/>
                  <a:pt x="678157" y="56031"/>
                  <a:pt x="676556" y="54092"/>
                </a:cubicBezTo>
                <a:cubicBezTo>
                  <a:pt x="674954" y="52154"/>
                  <a:pt x="671856" y="51043"/>
                  <a:pt x="667260" y="50760"/>
                </a:cubicBezTo>
                <a:lnTo>
                  <a:pt x="667260" y="47000"/>
                </a:lnTo>
                <a:lnTo>
                  <a:pt x="708203" y="47000"/>
                </a:lnTo>
                <a:close/>
                <a:moveTo>
                  <a:pt x="770069" y="47000"/>
                </a:moveTo>
                <a:lnTo>
                  <a:pt x="770069" y="59951"/>
                </a:lnTo>
                <a:cubicBezTo>
                  <a:pt x="775431" y="54063"/>
                  <a:pt x="780392" y="49945"/>
                  <a:pt x="784953" y="47597"/>
                </a:cubicBezTo>
                <a:cubicBezTo>
                  <a:pt x="789513" y="45249"/>
                  <a:pt x="794509" y="44075"/>
                  <a:pt x="799940" y="44075"/>
                </a:cubicBezTo>
                <a:cubicBezTo>
                  <a:pt x="806207" y="44075"/>
                  <a:pt x="811464" y="45546"/>
                  <a:pt x="815712" y="48488"/>
                </a:cubicBezTo>
                <a:cubicBezTo>
                  <a:pt x="819959" y="51430"/>
                  <a:pt x="823232" y="55913"/>
                  <a:pt x="825529" y="61935"/>
                </a:cubicBezTo>
                <a:cubicBezTo>
                  <a:pt x="831100" y="55632"/>
                  <a:pt x="836444" y="51080"/>
                  <a:pt x="841562" y="48279"/>
                </a:cubicBezTo>
                <a:cubicBezTo>
                  <a:pt x="846679" y="45477"/>
                  <a:pt x="852023" y="44075"/>
                  <a:pt x="857594" y="44075"/>
                </a:cubicBezTo>
                <a:cubicBezTo>
                  <a:pt x="864348" y="44075"/>
                  <a:pt x="869727" y="45627"/>
                  <a:pt x="873730" y="48730"/>
                </a:cubicBezTo>
                <a:cubicBezTo>
                  <a:pt x="877734" y="51833"/>
                  <a:pt x="880519" y="55772"/>
                  <a:pt x="882086" y="60548"/>
                </a:cubicBezTo>
                <a:cubicBezTo>
                  <a:pt x="883653" y="65324"/>
                  <a:pt x="884436" y="72941"/>
                  <a:pt x="884436" y="83399"/>
                </a:cubicBezTo>
                <a:lnTo>
                  <a:pt x="884436" y="123453"/>
                </a:lnTo>
                <a:cubicBezTo>
                  <a:pt x="884436" y="130973"/>
                  <a:pt x="885115" y="135638"/>
                  <a:pt x="886473" y="137449"/>
                </a:cubicBezTo>
                <a:cubicBezTo>
                  <a:pt x="887830" y="139259"/>
                  <a:pt x="890668" y="140443"/>
                  <a:pt x="894985" y="141000"/>
                </a:cubicBezTo>
                <a:lnTo>
                  <a:pt x="894985" y="144760"/>
                </a:lnTo>
                <a:lnTo>
                  <a:pt x="844538" y="144760"/>
                </a:lnTo>
                <a:lnTo>
                  <a:pt x="844538" y="141000"/>
                </a:lnTo>
                <a:cubicBezTo>
                  <a:pt x="848507" y="140652"/>
                  <a:pt x="851431" y="139120"/>
                  <a:pt x="853311" y="136404"/>
                </a:cubicBezTo>
                <a:cubicBezTo>
                  <a:pt x="854565" y="134524"/>
                  <a:pt x="855191" y="130207"/>
                  <a:pt x="855191" y="123453"/>
                </a:cubicBezTo>
                <a:lnTo>
                  <a:pt x="855191" y="81467"/>
                </a:lnTo>
                <a:cubicBezTo>
                  <a:pt x="855191" y="72763"/>
                  <a:pt x="854843" y="67227"/>
                  <a:pt x="854147" y="64860"/>
                </a:cubicBezTo>
                <a:cubicBezTo>
                  <a:pt x="853451" y="62492"/>
                  <a:pt x="852354" y="60734"/>
                  <a:pt x="850857" y="59585"/>
                </a:cubicBezTo>
                <a:cubicBezTo>
                  <a:pt x="849360" y="58437"/>
                  <a:pt x="847602" y="57862"/>
                  <a:pt x="845583" y="57862"/>
                </a:cubicBezTo>
                <a:cubicBezTo>
                  <a:pt x="842589" y="57862"/>
                  <a:pt x="839560" y="58959"/>
                  <a:pt x="836496" y="61152"/>
                </a:cubicBezTo>
                <a:cubicBezTo>
                  <a:pt x="833432" y="63345"/>
                  <a:pt x="830334" y="66635"/>
                  <a:pt x="827200" y="71022"/>
                </a:cubicBezTo>
                <a:lnTo>
                  <a:pt x="827200" y="123453"/>
                </a:lnTo>
                <a:cubicBezTo>
                  <a:pt x="827200" y="130486"/>
                  <a:pt x="827792" y="134907"/>
                  <a:pt x="828976" y="136718"/>
                </a:cubicBezTo>
                <a:cubicBezTo>
                  <a:pt x="830577" y="139294"/>
                  <a:pt x="833641" y="140721"/>
                  <a:pt x="838167" y="141000"/>
                </a:cubicBezTo>
                <a:lnTo>
                  <a:pt x="838167" y="144760"/>
                </a:lnTo>
                <a:lnTo>
                  <a:pt x="787616" y="144760"/>
                </a:lnTo>
                <a:lnTo>
                  <a:pt x="787616" y="141000"/>
                </a:lnTo>
                <a:cubicBezTo>
                  <a:pt x="790332" y="140861"/>
                  <a:pt x="792473" y="140182"/>
                  <a:pt x="794039" y="138963"/>
                </a:cubicBezTo>
                <a:cubicBezTo>
                  <a:pt x="795606" y="137745"/>
                  <a:pt x="796650" y="136282"/>
                  <a:pt x="797173" y="134576"/>
                </a:cubicBezTo>
                <a:cubicBezTo>
                  <a:pt x="797695" y="132871"/>
                  <a:pt x="797956" y="129163"/>
                  <a:pt x="797956" y="123453"/>
                </a:cubicBezTo>
                <a:lnTo>
                  <a:pt x="797956" y="81401"/>
                </a:lnTo>
                <a:cubicBezTo>
                  <a:pt x="797956" y="72543"/>
                  <a:pt x="797608" y="66999"/>
                  <a:pt x="796912" y="64769"/>
                </a:cubicBezTo>
                <a:cubicBezTo>
                  <a:pt x="796215" y="62536"/>
                  <a:pt x="795049" y="60792"/>
                  <a:pt x="793413" y="59537"/>
                </a:cubicBezTo>
                <a:cubicBezTo>
                  <a:pt x="791776" y="58281"/>
                  <a:pt x="790018" y="57653"/>
                  <a:pt x="788138" y="57653"/>
                </a:cubicBezTo>
                <a:cubicBezTo>
                  <a:pt x="785353" y="57653"/>
                  <a:pt x="782812" y="58390"/>
                  <a:pt x="780514" y="59863"/>
                </a:cubicBezTo>
                <a:cubicBezTo>
                  <a:pt x="777241" y="62039"/>
                  <a:pt x="773760" y="65759"/>
                  <a:pt x="770069" y="71022"/>
                </a:cubicBezTo>
                <a:lnTo>
                  <a:pt x="770069" y="123453"/>
                </a:lnTo>
                <a:cubicBezTo>
                  <a:pt x="770069" y="130346"/>
                  <a:pt x="770748" y="134890"/>
                  <a:pt x="772106" y="137083"/>
                </a:cubicBezTo>
                <a:cubicBezTo>
                  <a:pt x="773464" y="139276"/>
                  <a:pt x="776301" y="140582"/>
                  <a:pt x="780618" y="141000"/>
                </a:cubicBezTo>
                <a:lnTo>
                  <a:pt x="780618" y="144760"/>
                </a:lnTo>
                <a:lnTo>
                  <a:pt x="730276" y="144760"/>
                </a:lnTo>
                <a:lnTo>
                  <a:pt x="730276" y="141000"/>
                </a:lnTo>
                <a:cubicBezTo>
                  <a:pt x="734384" y="140582"/>
                  <a:pt x="737309" y="139259"/>
                  <a:pt x="739049" y="137031"/>
                </a:cubicBezTo>
                <a:cubicBezTo>
                  <a:pt x="740233" y="135499"/>
                  <a:pt x="740825" y="130973"/>
                  <a:pt x="740825" y="123453"/>
                </a:cubicBezTo>
                <a:lnTo>
                  <a:pt x="740825" y="68307"/>
                </a:lnTo>
                <a:cubicBezTo>
                  <a:pt x="740825" y="60837"/>
                  <a:pt x="740146" y="56186"/>
                  <a:pt x="738788" y="54353"/>
                </a:cubicBezTo>
                <a:cubicBezTo>
                  <a:pt x="737431" y="52521"/>
                  <a:pt x="734593" y="51323"/>
                  <a:pt x="730276" y="50760"/>
                </a:cubicBezTo>
                <a:lnTo>
                  <a:pt x="730276" y="47000"/>
                </a:lnTo>
                <a:lnTo>
                  <a:pt x="770069" y="47000"/>
                </a:lnTo>
                <a:close/>
                <a:moveTo>
                  <a:pt x="931226" y="0"/>
                </a:moveTo>
                <a:cubicBezTo>
                  <a:pt x="935752" y="0"/>
                  <a:pt x="939581" y="1590"/>
                  <a:pt x="942715" y="4769"/>
                </a:cubicBezTo>
                <a:cubicBezTo>
                  <a:pt x="945848" y="7945"/>
                  <a:pt x="947415" y="11770"/>
                  <a:pt x="947415" y="16241"/>
                </a:cubicBezTo>
                <a:cubicBezTo>
                  <a:pt x="947415" y="20713"/>
                  <a:pt x="945831" y="24520"/>
                  <a:pt x="942662" y="27665"/>
                </a:cubicBezTo>
                <a:cubicBezTo>
                  <a:pt x="939494" y="30807"/>
                  <a:pt x="935682" y="32378"/>
                  <a:pt x="931226" y="32378"/>
                </a:cubicBezTo>
                <a:cubicBezTo>
                  <a:pt x="926770" y="32378"/>
                  <a:pt x="922975" y="30807"/>
                  <a:pt x="919841" y="27665"/>
                </a:cubicBezTo>
                <a:cubicBezTo>
                  <a:pt x="916708" y="24520"/>
                  <a:pt x="915141" y="20713"/>
                  <a:pt x="915141" y="16241"/>
                </a:cubicBezTo>
                <a:cubicBezTo>
                  <a:pt x="915141" y="11770"/>
                  <a:pt x="916708" y="7945"/>
                  <a:pt x="919841" y="4769"/>
                </a:cubicBezTo>
                <a:cubicBezTo>
                  <a:pt x="922975" y="1590"/>
                  <a:pt x="926770" y="0"/>
                  <a:pt x="931226" y="0"/>
                </a:cubicBezTo>
                <a:moveTo>
                  <a:pt x="945848" y="47000"/>
                </a:moveTo>
                <a:lnTo>
                  <a:pt x="945848" y="124498"/>
                </a:lnTo>
                <a:cubicBezTo>
                  <a:pt x="945848" y="131391"/>
                  <a:pt x="946649" y="135795"/>
                  <a:pt x="948250" y="137710"/>
                </a:cubicBezTo>
                <a:cubicBezTo>
                  <a:pt x="949852" y="139625"/>
                  <a:pt x="952985" y="140721"/>
                  <a:pt x="957650" y="141000"/>
                </a:cubicBezTo>
                <a:lnTo>
                  <a:pt x="957650" y="144760"/>
                </a:lnTo>
                <a:lnTo>
                  <a:pt x="904906" y="144760"/>
                </a:lnTo>
                <a:lnTo>
                  <a:pt x="904906" y="141000"/>
                </a:lnTo>
                <a:cubicBezTo>
                  <a:pt x="909223" y="140861"/>
                  <a:pt x="912426" y="139607"/>
                  <a:pt x="914515" y="137240"/>
                </a:cubicBezTo>
                <a:cubicBezTo>
                  <a:pt x="915907" y="135638"/>
                  <a:pt x="916604" y="131391"/>
                  <a:pt x="916604" y="124498"/>
                </a:cubicBezTo>
                <a:lnTo>
                  <a:pt x="916604" y="67471"/>
                </a:lnTo>
                <a:cubicBezTo>
                  <a:pt x="916604" y="60491"/>
                  <a:pt x="915803" y="56031"/>
                  <a:pt x="914201" y="54092"/>
                </a:cubicBezTo>
                <a:cubicBezTo>
                  <a:pt x="912600" y="52154"/>
                  <a:pt x="909501" y="51043"/>
                  <a:pt x="904906" y="50760"/>
                </a:cubicBezTo>
                <a:lnTo>
                  <a:pt x="904906" y="47000"/>
                </a:lnTo>
                <a:lnTo>
                  <a:pt x="945848" y="47000"/>
                </a:lnTo>
                <a:close/>
                <a:moveTo>
                  <a:pt x="1047194" y="144760"/>
                </a:moveTo>
                <a:lnTo>
                  <a:pt x="962177" y="144760"/>
                </a:lnTo>
                <a:lnTo>
                  <a:pt x="962177" y="142462"/>
                </a:lnTo>
                <a:lnTo>
                  <a:pt x="1015861" y="53475"/>
                </a:lnTo>
                <a:lnTo>
                  <a:pt x="1000195" y="53475"/>
                </a:lnTo>
                <a:cubicBezTo>
                  <a:pt x="993440" y="53475"/>
                  <a:pt x="988601" y="54083"/>
                  <a:pt x="985677" y="55297"/>
                </a:cubicBezTo>
                <a:cubicBezTo>
                  <a:pt x="982752" y="56509"/>
                  <a:pt x="980385" y="58449"/>
                  <a:pt x="978575" y="61116"/>
                </a:cubicBezTo>
                <a:cubicBezTo>
                  <a:pt x="976764" y="63784"/>
                  <a:pt x="974884" y="68548"/>
                  <a:pt x="972935" y="75409"/>
                </a:cubicBezTo>
                <a:lnTo>
                  <a:pt x="969279" y="75409"/>
                </a:lnTo>
                <a:lnTo>
                  <a:pt x="969279" y="47000"/>
                </a:lnTo>
                <a:lnTo>
                  <a:pt x="1051477" y="47000"/>
                </a:lnTo>
                <a:lnTo>
                  <a:pt x="1051477" y="49817"/>
                </a:lnTo>
                <a:lnTo>
                  <a:pt x="998210" y="137866"/>
                </a:lnTo>
                <a:lnTo>
                  <a:pt x="1004895" y="137866"/>
                </a:lnTo>
                <a:cubicBezTo>
                  <a:pt x="1018263" y="137866"/>
                  <a:pt x="1027907" y="135967"/>
                  <a:pt x="1033826" y="132168"/>
                </a:cubicBezTo>
                <a:cubicBezTo>
                  <a:pt x="1039744" y="128366"/>
                  <a:pt x="1044200" y="121423"/>
                  <a:pt x="1047194" y="111338"/>
                </a:cubicBezTo>
                <a:lnTo>
                  <a:pt x="1050119" y="111338"/>
                </a:lnTo>
                <a:lnTo>
                  <a:pt x="1047194" y="144760"/>
                </a:lnTo>
                <a:close/>
                <a:moveTo>
                  <a:pt x="1144882" y="92329"/>
                </a:moveTo>
                <a:lnTo>
                  <a:pt x="1091302" y="92329"/>
                </a:lnTo>
                <a:cubicBezTo>
                  <a:pt x="1091929" y="105315"/>
                  <a:pt x="1095376" y="115577"/>
                  <a:pt x="1101642" y="123117"/>
                </a:cubicBezTo>
                <a:cubicBezTo>
                  <a:pt x="1106447" y="128911"/>
                  <a:pt x="1112226" y="131809"/>
                  <a:pt x="1118980" y="131809"/>
                </a:cubicBezTo>
                <a:cubicBezTo>
                  <a:pt x="1123158" y="131809"/>
                  <a:pt x="1126953" y="130642"/>
                  <a:pt x="1130364" y="128310"/>
                </a:cubicBezTo>
                <a:cubicBezTo>
                  <a:pt x="1133776" y="125977"/>
                  <a:pt x="1137432" y="121782"/>
                  <a:pt x="1141331" y="115724"/>
                </a:cubicBezTo>
                <a:lnTo>
                  <a:pt x="1144882" y="118022"/>
                </a:lnTo>
                <a:cubicBezTo>
                  <a:pt x="1139590" y="128815"/>
                  <a:pt x="1133741" y="136456"/>
                  <a:pt x="1127336" y="140948"/>
                </a:cubicBezTo>
                <a:cubicBezTo>
                  <a:pt x="1120930" y="145439"/>
                  <a:pt x="1113514" y="147684"/>
                  <a:pt x="1105089" y="147684"/>
                </a:cubicBezTo>
                <a:cubicBezTo>
                  <a:pt x="1090606" y="147684"/>
                  <a:pt x="1079639" y="142108"/>
                  <a:pt x="1072189" y="130957"/>
                </a:cubicBezTo>
                <a:cubicBezTo>
                  <a:pt x="1066201" y="121966"/>
                  <a:pt x="1063207" y="110814"/>
                  <a:pt x="1063207" y="97502"/>
                </a:cubicBezTo>
                <a:cubicBezTo>
                  <a:pt x="1063207" y="81191"/>
                  <a:pt x="1067611" y="68210"/>
                  <a:pt x="1076419" y="58557"/>
                </a:cubicBezTo>
                <a:cubicBezTo>
                  <a:pt x="1085227" y="48903"/>
                  <a:pt x="1095550" y="44075"/>
                  <a:pt x="1107387" y="44075"/>
                </a:cubicBezTo>
                <a:cubicBezTo>
                  <a:pt x="1117274" y="44075"/>
                  <a:pt x="1125856" y="48131"/>
                  <a:pt x="1133132" y="56243"/>
                </a:cubicBezTo>
                <a:cubicBezTo>
                  <a:pt x="1140408" y="64355"/>
                  <a:pt x="1144325" y="76384"/>
                  <a:pt x="1144882" y="92329"/>
                </a:cubicBezTo>
                <a:moveTo>
                  <a:pt x="1119189" y="85435"/>
                </a:moveTo>
                <a:cubicBezTo>
                  <a:pt x="1119189" y="74225"/>
                  <a:pt x="1118580" y="66531"/>
                  <a:pt x="1117361" y="62353"/>
                </a:cubicBezTo>
                <a:cubicBezTo>
                  <a:pt x="1116143" y="58175"/>
                  <a:pt x="1114245" y="55007"/>
                  <a:pt x="1111669" y="52849"/>
                </a:cubicBezTo>
                <a:cubicBezTo>
                  <a:pt x="1110207" y="51595"/>
                  <a:pt x="1108257" y="50969"/>
                  <a:pt x="1105820" y="50969"/>
                </a:cubicBezTo>
                <a:cubicBezTo>
                  <a:pt x="1102199" y="50969"/>
                  <a:pt x="1099240" y="52744"/>
                  <a:pt x="1096942" y="56295"/>
                </a:cubicBezTo>
                <a:cubicBezTo>
                  <a:pt x="1092834" y="62492"/>
                  <a:pt x="1090780" y="70987"/>
                  <a:pt x="1090780" y="81780"/>
                </a:cubicBezTo>
                <a:lnTo>
                  <a:pt x="1090780" y="85435"/>
                </a:lnTo>
                <a:lnTo>
                  <a:pt x="1119189" y="85435"/>
                </a:lnTo>
                <a:close/>
                <a:moveTo>
                  <a:pt x="1252075" y="3133"/>
                </a:moveTo>
                <a:lnTo>
                  <a:pt x="1252075" y="115515"/>
                </a:lnTo>
                <a:cubicBezTo>
                  <a:pt x="1252075" y="123029"/>
                  <a:pt x="1252284" y="127474"/>
                  <a:pt x="1252702" y="128852"/>
                </a:cubicBezTo>
                <a:cubicBezTo>
                  <a:pt x="1253259" y="131128"/>
                  <a:pt x="1254321" y="132817"/>
                  <a:pt x="1255887" y="133920"/>
                </a:cubicBezTo>
                <a:cubicBezTo>
                  <a:pt x="1257454" y="135021"/>
                  <a:pt x="1260187" y="135710"/>
                  <a:pt x="1264086" y="135986"/>
                </a:cubicBezTo>
                <a:lnTo>
                  <a:pt x="1264086" y="139746"/>
                </a:lnTo>
                <a:lnTo>
                  <a:pt x="1222831" y="147684"/>
                </a:lnTo>
                <a:lnTo>
                  <a:pt x="1222831" y="132226"/>
                </a:lnTo>
                <a:cubicBezTo>
                  <a:pt x="1217887" y="138215"/>
                  <a:pt x="1213483" y="142288"/>
                  <a:pt x="1209619" y="144446"/>
                </a:cubicBezTo>
                <a:cubicBezTo>
                  <a:pt x="1205754" y="146605"/>
                  <a:pt x="1201385" y="147684"/>
                  <a:pt x="1196511" y="147684"/>
                </a:cubicBezTo>
                <a:cubicBezTo>
                  <a:pt x="1184047" y="147684"/>
                  <a:pt x="1174195" y="142108"/>
                  <a:pt x="1166953" y="130957"/>
                </a:cubicBezTo>
                <a:cubicBezTo>
                  <a:pt x="1161104" y="121896"/>
                  <a:pt x="1158180" y="110779"/>
                  <a:pt x="1158180" y="97606"/>
                </a:cubicBezTo>
                <a:cubicBezTo>
                  <a:pt x="1158180" y="87082"/>
                  <a:pt x="1159990" y="77654"/>
                  <a:pt x="1163611" y="69325"/>
                </a:cubicBezTo>
                <a:cubicBezTo>
                  <a:pt x="1167232" y="60995"/>
                  <a:pt x="1172193" y="54705"/>
                  <a:pt x="1178494" y="50453"/>
                </a:cubicBezTo>
                <a:cubicBezTo>
                  <a:pt x="1184796" y="46201"/>
                  <a:pt x="1191567" y="44075"/>
                  <a:pt x="1198809" y="44075"/>
                </a:cubicBezTo>
                <a:cubicBezTo>
                  <a:pt x="1203474" y="44075"/>
                  <a:pt x="1207617" y="44988"/>
                  <a:pt x="1211237" y="46814"/>
                </a:cubicBezTo>
                <a:cubicBezTo>
                  <a:pt x="1214858" y="48639"/>
                  <a:pt x="1218723" y="51835"/>
                  <a:pt x="1222831" y="56400"/>
                </a:cubicBezTo>
                <a:lnTo>
                  <a:pt x="1222831" y="26947"/>
                </a:lnTo>
                <a:cubicBezTo>
                  <a:pt x="1222831" y="19496"/>
                  <a:pt x="1222517" y="15005"/>
                  <a:pt x="1221891" y="13473"/>
                </a:cubicBezTo>
                <a:cubicBezTo>
                  <a:pt x="1221055" y="11454"/>
                  <a:pt x="1219802" y="9957"/>
                  <a:pt x="1218131" y="8982"/>
                </a:cubicBezTo>
                <a:cubicBezTo>
                  <a:pt x="1216460" y="8007"/>
                  <a:pt x="1213326" y="7520"/>
                  <a:pt x="1208731" y="7520"/>
                </a:cubicBezTo>
                <a:lnTo>
                  <a:pt x="1208731" y="3133"/>
                </a:lnTo>
                <a:lnTo>
                  <a:pt x="1252075" y="3133"/>
                </a:lnTo>
                <a:moveTo>
                  <a:pt x="1222831" y="69142"/>
                </a:moveTo>
                <a:cubicBezTo>
                  <a:pt x="1217678" y="59394"/>
                  <a:pt x="1211377" y="54520"/>
                  <a:pt x="1203926" y="54520"/>
                </a:cubicBezTo>
                <a:cubicBezTo>
                  <a:pt x="1201350" y="54520"/>
                  <a:pt x="1199226" y="55216"/>
                  <a:pt x="1197555" y="56609"/>
                </a:cubicBezTo>
                <a:cubicBezTo>
                  <a:pt x="1194979" y="58767"/>
                  <a:pt x="1192873" y="62562"/>
                  <a:pt x="1191236" y="67993"/>
                </a:cubicBezTo>
                <a:cubicBezTo>
                  <a:pt x="1189600" y="73424"/>
                  <a:pt x="1188782" y="81745"/>
                  <a:pt x="1188782" y="92955"/>
                </a:cubicBezTo>
                <a:cubicBezTo>
                  <a:pt x="1188782" y="105280"/>
                  <a:pt x="1189687" y="114401"/>
                  <a:pt x="1191497" y="120320"/>
                </a:cubicBezTo>
                <a:cubicBezTo>
                  <a:pt x="1193308" y="126238"/>
                  <a:pt x="1195780" y="130521"/>
                  <a:pt x="1198913" y="133166"/>
                </a:cubicBezTo>
                <a:cubicBezTo>
                  <a:pt x="1200514" y="134489"/>
                  <a:pt x="1202708" y="135151"/>
                  <a:pt x="1205493" y="135151"/>
                </a:cubicBezTo>
                <a:cubicBezTo>
                  <a:pt x="1211620" y="135151"/>
                  <a:pt x="1217400" y="130331"/>
                  <a:pt x="1222831" y="120692"/>
                </a:cubicBezTo>
                <a:lnTo>
                  <a:pt x="1222831" y="69142"/>
                </a:lnTo>
                <a:close/>
                <a:moveTo>
                  <a:pt x="1391058" y="0"/>
                </a:moveTo>
                <a:lnTo>
                  <a:pt x="1391058" y="4804"/>
                </a:lnTo>
                <a:cubicBezTo>
                  <a:pt x="1383816" y="9537"/>
                  <a:pt x="1378490" y="14165"/>
                  <a:pt x="1375078" y="18689"/>
                </a:cubicBezTo>
                <a:cubicBezTo>
                  <a:pt x="1370343" y="24951"/>
                  <a:pt x="1366653" y="32988"/>
                  <a:pt x="1364007" y="42799"/>
                </a:cubicBezTo>
                <a:cubicBezTo>
                  <a:pt x="1360665" y="54978"/>
                  <a:pt x="1358994" y="71993"/>
                  <a:pt x="1358994" y="93843"/>
                </a:cubicBezTo>
                <a:cubicBezTo>
                  <a:pt x="1358994" y="114440"/>
                  <a:pt x="1360508" y="130445"/>
                  <a:pt x="1363537" y="141858"/>
                </a:cubicBezTo>
                <a:cubicBezTo>
                  <a:pt x="1366566" y="153271"/>
                  <a:pt x="1370691" y="162491"/>
                  <a:pt x="1375914" y="169520"/>
                </a:cubicBezTo>
                <a:cubicBezTo>
                  <a:pt x="1379534" y="174392"/>
                  <a:pt x="1384582" y="178672"/>
                  <a:pt x="1391058" y="182360"/>
                </a:cubicBezTo>
                <a:lnTo>
                  <a:pt x="1391058" y="187582"/>
                </a:lnTo>
                <a:cubicBezTo>
                  <a:pt x="1374277" y="181944"/>
                  <a:pt x="1360055" y="170443"/>
                  <a:pt x="1348392" y="153079"/>
                </a:cubicBezTo>
                <a:cubicBezTo>
                  <a:pt x="1336730" y="135718"/>
                  <a:pt x="1330898" y="115763"/>
                  <a:pt x="1330898" y="93217"/>
                </a:cubicBezTo>
                <a:cubicBezTo>
                  <a:pt x="1330898" y="70948"/>
                  <a:pt x="1336712" y="51238"/>
                  <a:pt x="1348340" y="34085"/>
                </a:cubicBezTo>
                <a:cubicBezTo>
                  <a:pt x="1359968" y="16930"/>
                  <a:pt x="1374208" y="5568"/>
                  <a:pt x="1391058" y="0"/>
                </a:cubicBezTo>
                <a:close/>
                <a:moveTo>
                  <a:pt x="1459676" y="106324"/>
                </a:moveTo>
                <a:lnTo>
                  <a:pt x="1398785" y="106324"/>
                </a:lnTo>
                <a:lnTo>
                  <a:pt x="1398785" y="84600"/>
                </a:lnTo>
                <a:lnTo>
                  <a:pt x="1459676" y="84600"/>
                </a:lnTo>
                <a:lnTo>
                  <a:pt x="1459676" y="106324"/>
                </a:lnTo>
                <a:close/>
                <a:moveTo>
                  <a:pt x="1518060" y="3133"/>
                </a:moveTo>
                <a:lnTo>
                  <a:pt x="1587933" y="90795"/>
                </a:lnTo>
                <a:lnTo>
                  <a:pt x="1587933" y="30080"/>
                </a:lnTo>
                <a:cubicBezTo>
                  <a:pt x="1587933" y="21546"/>
                  <a:pt x="1586714" y="15775"/>
                  <a:pt x="1584277" y="12768"/>
                </a:cubicBezTo>
                <a:cubicBezTo>
                  <a:pt x="1580935" y="8712"/>
                  <a:pt x="1575330" y="6754"/>
                  <a:pt x="1567462" y="6893"/>
                </a:cubicBezTo>
                <a:lnTo>
                  <a:pt x="1567462" y="3133"/>
                </a:lnTo>
                <a:lnTo>
                  <a:pt x="1614253" y="3133"/>
                </a:lnTo>
                <a:lnTo>
                  <a:pt x="1614253" y="6893"/>
                </a:lnTo>
                <a:cubicBezTo>
                  <a:pt x="1608265" y="7664"/>
                  <a:pt x="1604244" y="8661"/>
                  <a:pt x="1602190" y="9886"/>
                </a:cubicBezTo>
                <a:cubicBezTo>
                  <a:pt x="1600136" y="11109"/>
                  <a:pt x="1598534" y="13102"/>
                  <a:pt x="1597385" y="15866"/>
                </a:cubicBezTo>
                <a:cubicBezTo>
                  <a:pt x="1596236" y="18627"/>
                  <a:pt x="1595662" y="23365"/>
                  <a:pt x="1595662" y="30080"/>
                </a:cubicBezTo>
                <a:lnTo>
                  <a:pt x="1595662" y="147893"/>
                </a:lnTo>
                <a:lnTo>
                  <a:pt x="1592111" y="147893"/>
                </a:lnTo>
                <a:lnTo>
                  <a:pt x="1496335" y="29894"/>
                </a:lnTo>
                <a:lnTo>
                  <a:pt x="1496335" y="120111"/>
                </a:lnTo>
                <a:cubicBezTo>
                  <a:pt x="1496335" y="128299"/>
                  <a:pt x="1498198" y="133828"/>
                  <a:pt x="1501923" y="136698"/>
                </a:cubicBezTo>
                <a:cubicBezTo>
                  <a:pt x="1505648" y="139566"/>
                  <a:pt x="1509913" y="141000"/>
                  <a:pt x="1514718" y="141000"/>
                </a:cubicBezTo>
                <a:lnTo>
                  <a:pt x="1518060" y="141000"/>
                </a:lnTo>
                <a:lnTo>
                  <a:pt x="1518060" y="144760"/>
                </a:lnTo>
                <a:lnTo>
                  <a:pt x="1467822" y="144760"/>
                </a:lnTo>
                <a:lnTo>
                  <a:pt x="1467822" y="141000"/>
                </a:lnTo>
                <a:cubicBezTo>
                  <a:pt x="1475621" y="140930"/>
                  <a:pt x="1481052" y="139321"/>
                  <a:pt x="1484115" y="136173"/>
                </a:cubicBezTo>
                <a:cubicBezTo>
                  <a:pt x="1487179" y="133022"/>
                  <a:pt x="1488711" y="127668"/>
                  <a:pt x="1488711" y="120111"/>
                </a:cubicBezTo>
                <a:lnTo>
                  <a:pt x="1488711" y="20141"/>
                </a:lnTo>
                <a:lnTo>
                  <a:pt x="1485682" y="16398"/>
                </a:lnTo>
                <a:cubicBezTo>
                  <a:pt x="1482688" y="12596"/>
                  <a:pt x="1480042" y="10097"/>
                  <a:pt x="1477744" y="8901"/>
                </a:cubicBezTo>
                <a:cubicBezTo>
                  <a:pt x="1475446" y="7704"/>
                  <a:pt x="1472139" y="7035"/>
                  <a:pt x="1467822" y="6893"/>
                </a:cubicBezTo>
                <a:lnTo>
                  <a:pt x="1467822" y="3133"/>
                </a:lnTo>
                <a:lnTo>
                  <a:pt x="1518060" y="3133"/>
                </a:lnTo>
                <a:close/>
                <a:moveTo>
                  <a:pt x="1701845" y="1044"/>
                </a:moveTo>
                <a:cubicBezTo>
                  <a:pt x="1724405" y="209"/>
                  <a:pt x="1742735" y="6789"/>
                  <a:pt x="1756835" y="20784"/>
                </a:cubicBezTo>
                <a:cubicBezTo>
                  <a:pt x="1770935" y="34780"/>
                  <a:pt x="1777985" y="52292"/>
                  <a:pt x="1777985" y="73320"/>
                </a:cubicBezTo>
                <a:cubicBezTo>
                  <a:pt x="1777985" y="91284"/>
                  <a:pt x="1772728" y="107090"/>
                  <a:pt x="1762214" y="120738"/>
                </a:cubicBezTo>
                <a:cubicBezTo>
                  <a:pt x="1748288" y="138841"/>
                  <a:pt x="1728618" y="147893"/>
                  <a:pt x="1703203" y="147893"/>
                </a:cubicBezTo>
                <a:cubicBezTo>
                  <a:pt x="1677718" y="147893"/>
                  <a:pt x="1658013" y="139259"/>
                  <a:pt x="1644087" y="121991"/>
                </a:cubicBezTo>
                <a:cubicBezTo>
                  <a:pt x="1633086" y="108344"/>
                  <a:pt x="1627585" y="92155"/>
                  <a:pt x="1627585" y="73424"/>
                </a:cubicBezTo>
                <a:cubicBezTo>
                  <a:pt x="1627585" y="52396"/>
                  <a:pt x="1634740" y="34867"/>
                  <a:pt x="1649048" y="20837"/>
                </a:cubicBezTo>
                <a:cubicBezTo>
                  <a:pt x="1663357" y="6806"/>
                  <a:pt x="1680956" y="209"/>
                  <a:pt x="1701845" y="1044"/>
                </a:cubicBezTo>
                <a:moveTo>
                  <a:pt x="1703098" y="7729"/>
                </a:moveTo>
                <a:cubicBezTo>
                  <a:pt x="1690147" y="7729"/>
                  <a:pt x="1680295" y="14338"/>
                  <a:pt x="1673541" y="27557"/>
                </a:cubicBezTo>
                <a:cubicBezTo>
                  <a:pt x="1668040" y="38410"/>
                  <a:pt x="1665290" y="53996"/>
                  <a:pt x="1665290" y="74312"/>
                </a:cubicBezTo>
                <a:cubicBezTo>
                  <a:pt x="1665290" y="98454"/>
                  <a:pt x="1669537" y="116300"/>
                  <a:pt x="1678032" y="127850"/>
                </a:cubicBezTo>
                <a:cubicBezTo>
                  <a:pt x="1683950" y="135920"/>
                  <a:pt x="1692236" y="139955"/>
                  <a:pt x="1702889" y="139955"/>
                </a:cubicBezTo>
                <a:cubicBezTo>
                  <a:pt x="1710061" y="139955"/>
                  <a:pt x="1716049" y="138216"/>
                  <a:pt x="1720854" y="134736"/>
                </a:cubicBezTo>
                <a:cubicBezTo>
                  <a:pt x="1726981" y="130284"/>
                  <a:pt x="1731751" y="123171"/>
                  <a:pt x="1735163" y="113397"/>
                </a:cubicBezTo>
                <a:cubicBezTo>
                  <a:pt x="1738575" y="103621"/>
                  <a:pt x="1740281" y="90871"/>
                  <a:pt x="1740281" y="75148"/>
                </a:cubicBezTo>
                <a:cubicBezTo>
                  <a:pt x="1740281" y="56430"/>
                  <a:pt x="1738540" y="42428"/>
                  <a:pt x="1735058" y="33141"/>
                </a:cubicBezTo>
                <a:cubicBezTo>
                  <a:pt x="1731577" y="23852"/>
                  <a:pt x="1727138" y="17295"/>
                  <a:pt x="1721742" y="13470"/>
                </a:cubicBezTo>
                <a:cubicBezTo>
                  <a:pt x="1716345" y="9643"/>
                  <a:pt x="1710131" y="7729"/>
                  <a:pt x="1703098" y="7729"/>
                </a:cubicBezTo>
                <a:close/>
                <a:moveTo>
                  <a:pt x="1783661" y="177346"/>
                </a:moveTo>
                <a:lnTo>
                  <a:pt x="1894581" y="177346"/>
                </a:lnTo>
                <a:lnTo>
                  <a:pt x="1894581" y="190924"/>
                </a:lnTo>
                <a:lnTo>
                  <a:pt x="1783661" y="190924"/>
                </a:lnTo>
                <a:lnTo>
                  <a:pt x="1783661" y="177346"/>
                </a:lnTo>
                <a:close/>
                <a:moveTo>
                  <a:pt x="1950876" y="11280"/>
                </a:moveTo>
                <a:lnTo>
                  <a:pt x="1950876" y="68724"/>
                </a:lnTo>
                <a:lnTo>
                  <a:pt x="1953696" y="68724"/>
                </a:lnTo>
                <a:cubicBezTo>
                  <a:pt x="1962678" y="68724"/>
                  <a:pt x="1969189" y="65904"/>
                  <a:pt x="1973227" y="60264"/>
                </a:cubicBezTo>
                <a:cubicBezTo>
                  <a:pt x="1977266" y="54624"/>
                  <a:pt x="1979842" y="46304"/>
                  <a:pt x="1980956" y="35302"/>
                </a:cubicBezTo>
                <a:lnTo>
                  <a:pt x="1984925" y="35302"/>
                </a:lnTo>
                <a:lnTo>
                  <a:pt x="1984925" y="109667"/>
                </a:lnTo>
                <a:lnTo>
                  <a:pt x="1980956" y="109667"/>
                </a:lnTo>
                <a:cubicBezTo>
                  <a:pt x="1980121" y="101563"/>
                  <a:pt x="1978362" y="94928"/>
                  <a:pt x="1975682" y="89760"/>
                </a:cubicBezTo>
                <a:cubicBezTo>
                  <a:pt x="1973001" y="84590"/>
                  <a:pt x="1969885" y="81115"/>
                  <a:pt x="1966334" y="79335"/>
                </a:cubicBezTo>
                <a:cubicBezTo>
                  <a:pt x="1962783" y="77553"/>
                  <a:pt x="1957630" y="76662"/>
                  <a:pt x="1950876" y="76662"/>
                </a:cubicBezTo>
                <a:lnTo>
                  <a:pt x="1950876" y="116560"/>
                </a:lnTo>
                <a:cubicBezTo>
                  <a:pt x="1950876" y="124358"/>
                  <a:pt x="1951207" y="129128"/>
                  <a:pt x="1951868" y="130869"/>
                </a:cubicBezTo>
                <a:cubicBezTo>
                  <a:pt x="1952530" y="132609"/>
                  <a:pt x="1953766" y="134037"/>
                  <a:pt x="1955576" y="135151"/>
                </a:cubicBezTo>
                <a:cubicBezTo>
                  <a:pt x="1957387" y="136265"/>
                  <a:pt x="1960311" y="136822"/>
                  <a:pt x="1964350" y="136822"/>
                </a:cubicBezTo>
                <a:lnTo>
                  <a:pt x="1972810" y="136822"/>
                </a:lnTo>
                <a:cubicBezTo>
                  <a:pt x="1986039" y="136822"/>
                  <a:pt x="1996640" y="133776"/>
                  <a:pt x="2004613" y="127683"/>
                </a:cubicBezTo>
                <a:cubicBezTo>
                  <a:pt x="2012585" y="121591"/>
                  <a:pt x="2018312" y="112278"/>
                  <a:pt x="2021794" y="99744"/>
                </a:cubicBezTo>
                <a:lnTo>
                  <a:pt x="2025658" y="99744"/>
                </a:lnTo>
                <a:lnTo>
                  <a:pt x="2019287" y="144760"/>
                </a:lnTo>
                <a:lnTo>
                  <a:pt x="1896879" y="144760"/>
                </a:lnTo>
                <a:lnTo>
                  <a:pt x="1896879" y="141000"/>
                </a:lnTo>
                <a:lnTo>
                  <a:pt x="1901579" y="141000"/>
                </a:lnTo>
                <a:cubicBezTo>
                  <a:pt x="1905687" y="141000"/>
                  <a:pt x="1908994" y="140265"/>
                  <a:pt x="1911501" y="138797"/>
                </a:cubicBezTo>
                <a:cubicBezTo>
                  <a:pt x="1913311" y="137815"/>
                  <a:pt x="1914704" y="136136"/>
                  <a:pt x="1915679" y="133757"/>
                </a:cubicBezTo>
                <a:cubicBezTo>
                  <a:pt x="1916444" y="132077"/>
                  <a:pt x="1916827" y="127668"/>
                  <a:pt x="1916827" y="120529"/>
                </a:cubicBezTo>
                <a:lnTo>
                  <a:pt x="1916827" y="27364"/>
                </a:lnTo>
                <a:cubicBezTo>
                  <a:pt x="1916827" y="20926"/>
                  <a:pt x="1916653" y="16971"/>
                  <a:pt x="1916305" y="15500"/>
                </a:cubicBezTo>
                <a:cubicBezTo>
                  <a:pt x="1915609" y="13052"/>
                  <a:pt x="1914321" y="11164"/>
                  <a:pt x="1912441" y="9834"/>
                </a:cubicBezTo>
                <a:cubicBezTo>
                  <a:pt x="1909795" y="7874"/>
                  <a:pt x="1906174" y="6893"/>
                  <a:pt x="1901579" y="6893"/>
                </a:cubicBezTo>
                <a:lnTo>
                  <a:pt x="1896879" y="6893"/>
                </a:lnTo>
                <a:lnTo>
                  <a:pt x="1896879" y="3133"/>
                </a:lnTo>
                <a:lnTo>
                  <a:pt x="2015423" y="3133"/>
                </a:lnTo>
                <a:lnTo>
                  <a:pt x="2015423" y="45120"/>
                </a:lnTo>
                <a:lnTo>
                  <a:pt x="2011454" y="45120"/>
                </a:lnTo>
                <a:cubicBezTo>
                  <a:pt x="2009435" y="34852"/>
                  <a:pt x="2006597" y="27483"/>
                  <a:pt x="2002942" y="23014"/>
                </a:cubicBezTo>
                <a:cubicBezTo>
                  <a:pt x="1999286" y="18544"/>
                  <a:pt x="1994116" y="15262"/>
                  <a:pt x="1987432" y="13167"/>
                </a:cubicBezTo>
                <a:cubicBezTo>
                  <a:pt x="1983532" y="11909"/>
                  <a:pt x="1976221" y="11280"/>
                  <a:pt x="1965498" y="11280"/>
                </a:cubicBezTo>
                <a:lnTo>
                  <a:pt x="1950876" y="11280"/>
                </a:lnTo>
                <a:close/>
                <a:moveTo>
                  <a:pt x="2092087" y="80213"/>
                </a:moveTo>
                <a:lnTo>
                  <a:pt x="2092087" y="120111"/>
                </a:lnTo>
                <a:cubicBezTo>
                  <a:pt x="2092087" y="127731"/>
                  <a:pt x="2092557" y="132529"/>
                  <a:pt x="2093497" y="134505"/>
                </a:cubicBezTo>
                <a:cubicBezTo>
                  <a:pt x="2094437" y="136478"/>
                  <a:pt x="2096091" y="138055"/>
                  <a:pt x="2098458" y="139234"/>
                </a:cubicBezTo>
                <a:cubicBezTo>
                  <a:pt x="2100826" y="140411"/>
                  <a:pt x="2105247" y="141000"/>
                  <a:pt x="2111723" y="141000"/>
                </a:cubicBezTo>
                <a:lnTo>
                  <a:pt x="2111723" y="144760"/>
                </a:lnTo>
                <a:lnTo>
                  <a:pt x="2039238" y="144760"/>
                </a:lnTo>
                <a:lnTo>
                  <a:pt x="2039238" y="141000"/>
                </a:lnTo>
                <a:cubicBezTo>
                  <a:pt x="2045783" y="141000"/>
                  <a:pt x="2050222" y="140394"/>
                  <a:pt x="2052555" y="139182"/>
                </a:cubicBezTo>
                <a:cubicBezTo>
                  <a:pt x="2054887" y="137970"/>
                  <a:pt x="2056524" y="136393"/>
                  <a:pt x="2057464" y="134452"/>
                </a:cubicBezTo>
                <a:cubicBezTo>
                  <a:pt x="2058404" y="132512"/>
                  <a:pt x="2058874" y="127731"/>
                  <a:pt x="2058874" y="120111"/>
                </a:cubicBezTo>
                <a:lnTo>
                  <a:pt x="2058874" y="27782"/>
                </a:lnTo>
                <a:cubicBezTo>
                  <a:pt x="2058874" y="20162"/>
                  <a:pt x="2058404" y="15365"/>
                  <a:pt x="2057464" y="13392"/>
                </a:cubicBezTo>
                <a:cubicBezTo>
                  <a:pt x="2056524" y="11416"/>
                  <a:pt x="2054870" y="9840"/>
                  <a:pt x="2052503" y="8662"/>
                </a:cubicBezTo>
                <a:cubicBezTo>
                  <a:pt x="2050135" y="7483"/>
                  <a:pt x="2045714" y="6893"/>
                  <a:pt x="2039238" y="6893"/>
                </a:cubicBezTo>
                <a:lnTo>
                  <a:pt x="2039238" y="3133"/>
                </a:lnTo>
                <a:lnTo>
                  <a:pt x="2105038" y="3133"/>
                </a:lnTo>
                <a:cubicBezTo>
                  <a:pt x="2122167" y="3133"/>
                  <a:pt x="2134700" y="4316"/>
                  <a:pt x="2142638" y="6681"/>
                </a:cubicBezTo>
                <a:cubicBezTo>
                  <a:pt x="2150576" y="9046"/>
                  <a:pt x="2157051" y="13411"/>
                  <a:pt x="2162065" y="19776"/>
                </a:cubicBezTo>
                <a:cubicBezTo>
                  <a:pt x="2167078" y="26140"/>
                  <a:pt x="2169585" y="33601"/>
                  <a:pt x="2169585" y="42156"/>
                </a:cubicBezTo>
                <a:cubicBezTo>
                  <a:pt x="2169585" y="52592"/>
                  <a:pt x="2165825" y="61218"/>
                  <a:pt x="2158305" y="68036"/>
                </a:cubicBezTo>
                <a:cubicBezTo>
                  <a:pt x="2153500" y="72348"/>
                  <a:pt x="2146781" y="75583"/>
                  <a:pt x="2138147" y="77739"/>
                </a:cubicBezTo>
                <a:lnTo>
                  <a:pt x="2172196" y="125797"/>
                </a:lnTo>
                <a:cubicBezTo>
                  <a:pt x="2176652" y="131933"/>
                  <a:pt x="2179820" y="135759"/>
                  <a:pt x="2181700" y="137276"/>
                </a:cubicBezTo>
                <a:cubicBezTo>
                  <a:pt x="2184555" y="139412"/>
                  <a:pt x="2187862" y="140584"/>
                  <a:pt x="2191622" y="140791"/>
                </a:cubicBezTo>
                <a:lnTo>
                  <a:pt x="2191622" y="144760"/>
                </a:lnTo>
                <a:lnTo>
                  <a:pt x="2147025" y="144760"/>
                </a:lnTo>
                <a:lnTo>
                  <a:pt x="2101383" y="80213"/>
                </a:lnTo>
                <a:lnTo>
                  <a:pt x="2092087" y="80213"/>
                </a:lnTo>
                <a:moveTo>
                  <a:pt x="2092087" y="11071"/>
                </a:moveTo>
                <a:lnTo>
                  <a:pt x="2092087" y="72693"/>
                </a:lnTo>
                <a:lnTo>
                  <a:pt x="2098040" y="72693"/>
                </a:lnTo>
                <a:cubicBezTo>
                  <a:pt x="2107719" y="72693"/>
                  <a:pt x="2114960" y="71812"/>
                  <a:pt x="2119765" y="70049"/>
                </a:cubicBezTo>
                <a:cubicBezTo>
                  <a:pt x="2124569" y="68285"/>
                  <a:pt x="2128347" y="65104"/>
                  <a:pt x="2131097" y="60506"/>
                </a:cubicBezTo>
                <a:cubicBezTo>
                  <a:pt x="2133847" y="55906"/>
                  <a:pt x="2135222" y="49906"/>
                  <a:pt x="2135222" y="42506"/>
                </a:cubicBezTo>
                <a:cubicBezTo>
                  <a:pt x="2135222" y="31785"/>
                  <a:pt x="2132698" y="23866"/>
                  <a:pt x="2127650" y="18748"/>
                </a:cubicBezTo>
                <a:cubicBezTo>
                  <a:pt x="2122602" y="13630"/>
                  <a:pt x="2114473" y="11071"/>
                  <a:pt x="2103263" y="11071"/>
                </a:cubicBezTo>
                <a:lnTo>
                  <a:pt x="2092087" y="11071"/>
                </a:lnTo>
                <a:close/>
                <a:moveTo>
                  <a:pt x="2246524" y="80213"/>
                </a:moveTo>
                <a:lnTo>
                  <a:pt x="2246524" y="120111"/>
                </a:lnTo>
                <a:cubicBezTo>
                  <a:pt x="2246524" y="127731"/>
                  <a:pt x="2246994" y="132529"/>
                  <a:pt x="2247934" y="134505"/>
                </a:cubicBezTo>
                <a:cubicBezTo>
                  <a:pt x="2248874" y="136478"/>
                  <a:pt x="2250527" y="138055"/>
                  <a:pt x="2252895" y="139234"/>
                </a:cubicBezTo>
                <a:cubicBezTo>
                  <a:pt x="2255262" y="140411"/>
                  <a:pt x="2259684" y="141000"/>
                  <a:pt x="2266159" y="141000"/>
                </a:cubicBezTo>
                <a:lnTo>
                  <a:pt x="2266159" y="144760"/>
                </a:lnTo>
                <a:lnTo>
                  <a:pt x="2193675" y="144760"/>
                </a:lnTo>
                <a:lnTo>
                  <a:pt x="2193675" y="141000"/>
                </a:lnTo>
                <a:cubicBezTo>
                  <a:pt x="2200220" y="141000"/>
                  <a:pt x="2204659" y="140394"/>
                  <a:pt x="2206992" y="139182"/>
                </a:cubicBezTo>
                <a:cubicBezTo>
                  <a:pt x="2209324" y="137970"/>
                  <a:pt x="2210960" y="136393"/>
                  <a:pt x="2211900" y="134452"/>
                </a:cubicBezTo>
                <a:cubicBezTo>
                  <a:pt x="2212840" y="132512"/>
                  <a:pt x="2213310" y="127731"/>
                  <a:pt x="2213310" y="120111"/>
                </a:cubicBezTo>
                <a:lnTo>
                  <a:pt x="2213310" y="27782"/>
                </a:lnTo>
                <a:cubicBezTo>
                  <a:pt x="2213310" y="20162"/>
                  <a:pt x="2212840" y="15365"/>
                  <a:pt x="2211900" y="13392"/>
                </a:cubicBezTo>
                <a:cubicBezTo>
                  <a:pt x="2210960" y="11416"/>
                  <a:pt x="2209307" y="9840"/>
                  <a:pt x="2206939" y="8662"/>
                </a:cubicBezTo>
                <a:cubicBezTo>
                  <a:pt x="2204572" y="7483"/>
                  <a:pt x="2200150" y="6893"/>
                  <a:pt x="2193675" y="6893"/>
                </a:cubicBezTo>
                <a:lnTo>
                  <a:pt x="2193675" y="3133"/>
                </a:lnTo>
                <a:lnTo>
                  <a:pt x="2259475" y="3133"/>
                </a:lnTo>
                <a:cubicBezTo>
                  <a:pt x="2276604" y="3133"/>
                  <a:pt x="2289137" y="4316"/>
                  <a:pt x="2297075" y="6681"/>
                </a:cubicBezTo>
                <a:cubicBezTo>
                  <a:pt x="2305013" y="9046"/>
                  <a:pt x="2311488" y="13411"/>
                  <a:pt x="2316501" y="19776"/>
                </a:cubicBezTo>
                <a:cubicBezTo>
                  <a:pt x="2321515" y="26140"/>
                  <a:pt x="2324021" y="33601"/>
                  <a:pt x="2324021" y="42156"/>
                </a:cubicBezTo>
                <a:cubicBezTo>
                  <a:pt x="2324021" y="52592"/>
                  <a:pt x="2320261" y="61218"/>
                  <a:pt x="2312741" y="68036"/>
                </a:cubicBezTo>
                <a:cubicBezTo>
                  <a:pt x="2307937" y="72348"/>
                  <a:pt x="2301218" y="75583"/>
                  <a:pt x="2292584" y="77739"/>
                </a:cubicBezTo>
                <a:lnTo>
                  <a:pt x="2326632" y="125797"/>
                </a:lnTo>
                <a:cubicBezTo>
                  <a:pt x="2331089" y="131933"/>
                  <a:pt x="2334257" y="135759"/>
                  <a:pt x="2336137" y="137276"/>
                </a:cubicBezTo>
                <a:cubicBezTo>
                  <a:pt x="2338992" y="139412"/>
                  <a:pt x="2342299" y="140584"/>
                  <a:pt x="2346059" y="140791"/>
                </a:cubicBezTo>
                <a:lnTo>
                  <a:pt x="2346059" y="144760"/>
                </a:lnTo>
                <a:lnTo>
                  <a:pt x="2301461" y="144760"/>
                </a:lnTo>
                <a:lnTo>
                  <a:pt x="2255819" y="80213"/>
                </a:lnTo>
                <a:lnTo>
                  <a:pt x="2246524" y="80213"/>
                </a:lnTo>
                <a:moveTo>
                  <a:pt x="2246524" y="11071"/>
                </a:moveTo>
                <a:lnTo>
                  <a:pt x="2246524" y="72693"/>
                </a:lnTo>
                <a:lnTo>
                  <a:pt x="2252477" y="72693"/>
                </a:lnTo>
                <a:cubicBezTo>
                  <a:pt x="2262156" y="72693"/>
                  <a:pt x="2269397" y="71812"/>
                  <a:pt x="2274201" y="70049"/>
                </a:cubicBezTo>
                <a:cubicBezTo>
                  <a:pt x="2279006" y="68285"/>
                  <a:pt x="2282783" y="65104"/>
                  <a:pt x="2285534" y="60506"/>
                </a:cubicBezTo>
                <a:cubicBezTo>
                  <a:pt x="2288284" y="55906"/>
                  <a:pt x="2289659" y="49906"/>
                  <a:pt x="2289659" y="42506"/>
                </a:cubicBezTo>
                <a:cubicBezTo>
                  <a:pt x="2289659" y="31785"/>
                  <a:pt x="2287135" y="23866"/>
                  <a:pt x="2282087" y="18748"/>
                </a:cubicBezTo>
                <a:cubicBezTo>
                  <a:pt x="2277039" y="13630"/>
                  <a:pt x="2268910" y="11071"/>
                  <a:pt x="2257699" y="11071"/>
                </a:cubicBezTo>
                <a:lnTo>
                  <a:pt x="2246524" y="11071"/>
                </a:lnTo>
                <a:close/>
                <a:moveTo>
                  <a:pt x="2354797" y="182360"/>
                </a:moveTo>
                <a:lnTo>
                  <a:pt x="2354797" y="177764"/>
                </a:lnTo>
                <a:cubicBezTo>
                  <a:pt x="2362874" y="174283"/>
                  <a:pt x="2368740" y="169774"/>
                  <a:pt x="2372396" y="164239"/>
                </a:cubicBezTo>
                <a:cubicBezTo>
                  <a:pt x="2376051" y="158703"/>
                  <a:pt x="2377879" y="153046"/>
                  <a:pt x="2377879" y="147266"/>
                </a:cubicBezTo>
                <a:cubicBezTo>
                  <a:pt x="2377879" y="146083"/>
                  <a:pt x="2377635" y="145178"/>
                  <a:pt x="2377148" y="144551"/>
                </a:cubicBezTo>
                <a:cubicBezTo>
                  <a:pt x="2376660" y="143994"/>
                  <a:pt x="2376173" y="143715"/>
                  <a:pt x="2375686" y="143715"/>
                </a:cubicBezTo>
                <a:cubicBezTo>
                  <a:pt x="2375268" y="143715"/>
                  <a:pt x="2374641" y="143959"/>
                  <a:pt x="2373806" y="144446"/>
                </a:cubicBezTo>
                <a:cubicBezTo>
                  <a:pt x="2371786" y="145630"/>
                  <a:pt x="2369280" y="146222"/>
                  <a:pt x="2366286" y="146222"/>
                </a:cubicBezTo>
                <a:cubicBezTo>
                  <a:pt x="2362177" y="146222"/>
                  <a:pt x="2358609" y="144621"/>
                  <a:pt x="2355580" y="141418"/>
                </a:cubicBezTo>
                <a:cubicBezTo>
                  <a:pt x="2352551" y="138215"/>
                  <a:pt x="2351037" y="134455"/>
                  <a:pt x="2351037" y="130138"/>
                </a:cubicBezTo>
                <a:cubicBezTo>
                  <a:pt x="2351037" y="125542"/>
                  <a:pt x="2352777" y="121504"/>
                  <a:pt x="2356259" y="118022"/>
                </a:cubicBezTo>
                <a:cubicBezTo>
                  <a:pt x="2359740" y="114541"/>
                  <a:pt x="2363953" y="112800"/>
                  <a:pt x="2368897" y="112800"/>
                </a:cubicBezTo>
                <a:cubicBezTo>
                  <a:pt x="2374885" y="112800"/>
                  <a:pt x="2380003" y="115115"/>
                  <a:pt x="2384250" y="119745"/>
                </a:cubicBezTo>
                <a:cubicBezTo>
                  <a:pt x="2388497" y="124376"/>
                  <a:pt x="2390621" y="130729"/>
                  <a:pt x="2390621" y="138806"/>
                </a:cubicBezTo>
                <a:cubicBezTo>
                  <a:pt x="2390621" y="148763"/>
                  <a:pt x="2387610" y="157606"/>
                  <a:pt x="2381587" y="165335"/>
                </a:cubicBezTo>
                <a:cubicBezTo>
                  <a:pt x="2375564" y="173064"/>
                  <a:pt x="2366634" y="178739"/>
                  <a:pt x="2354797" y="182360"/>
                </a:cubicBezTo>
                <a:close/>
                <a:moveTo>
                  <a:pt x="2517208" y="106324"/>
                </a:moveTo>
                <a:lnTo>
                  <a:pt x="2456317" y="106324"/>
                </a:lnTo>
                <a:lnTo>
                  <a:pt x="2456317" y="84600"/>
                </a:lnTo>
                <a:lnTo>
                  <a:pt x="2517208" y="84600"/>
                </a:lnTo>
                <a:lnTo>
                  <a:pt x="2517208" y="106324"/>
                </a:lnTo>
                <a:close/>
                <a:moveTo>
                  <a:pt x="2622799" y="0"/>
                </a:moveTo>
                <a:lnTo>
                  <a:pt x="2623948" y="47209"/>
                </a:lnTo>
                <a:lnTo>
                  <a:pt x="2619666" y="47209"/>
                </a:lnTo>
                <a:cubicBezTo>
                  <a:pt x="2617646" y="35402"/>
                  <a:pt x="2612685" y="25905"/>
                  <a:pt x="2604782" y="18718"/>
                </a:cubicBezTo>
                <a:cubicBezTo>
                  <a:pt x="2596879" y="11531"/>
                  <a:pt x="2588332" y="7938"/>
                  <a:pt x="2579141" y="7938"/>
                </a:cubicBezTo>
                <a:cubicBezTo>
                  <a:pt x="2572039" y="7938"/>
                  <a:pt x="2566417" y="9830"/>
                  <a:pt x="2562274" y="13614"/>
                </a:cubicBezTo>
                <a:cubicBezTo>
                  <a:pt x="2558131" y="17395"/>
                  <a:pt x="2556059" y="21751"/>
                  <a:pt x="2556059" y="26679"/>
                </a:cubicBezTo>
                <a:cubicBezTo>
                  <a:pt x="2556059" y="29801"/>
                  <a:pt x="2556790" y="32578"/>
                  <a:pt x="2558252" y="35008"/>
                </a:cubicBezTo>
                <a:cubicBezTo>
                  <a:pt x="2560272" y="38270"/>
                  <a:pt x="2563509" y="41497"/>
                  <a:pt x="2567966" y="44689"/>
                </a:cubicBezTo>
                <a:cubicBezTo>
                  <a:pt x="2571238" y="46980"/>
                  <a:pt x="2578793" y="51042"/>
                  <a:pt x="2590630" y="56873"/>
                </a:cubicBezTo>
                <a:cubicBezTo>
                  <a:pt x="2607202" y="64994"/>
                  <a:pt x="2618378" y="72665"/>
                  <a:pt x="2624157" y="79887"/>
                </a:cubicBezTo>
                <a:cubicBezTo>
                  <a:pt x="2629866" y="87107"/>
                  <a:pt x="2632721" y="95369"/>
                  <a:pt x="2632721" y="104673"/>
                </a:cubicBezTo>
                <a:cubicBezTo>
                  <a:pt x="2632721" y="116475"/>
                  <a:pt x="2628108" y="126629"/>
                  <a:pt x="2618882" y="135135"/>
                </a:cubicBezTo>
                <a:cubicBezTo>
                  <a:pt x="2609656" y="143640"/>
                  <a:pt x="2597941" y="147893"/>
                  <a:pt x="2583737" y="147893"/>
                </a:cubicBezTo>
                <a:cubicBezTo>
                  <a:pt x="2579281" y="147893"/>
                  <a:pt x="2575068" y="147441"/>
                  <a:pt x="2571099" y="146535"/>
                </a:cubicBezTo>
                <a:cubicBezTo>
                  <a:pt x="2567130" y="145630"/>
                  <a:pt x="2562152" y="143924"/>
                  <a:pt x="2556164" y="141418"/>
                </a:cubicBezTo>
                <a:cubicBezTo>
                  <a:pt x="2552821" y="140025"/>
                  <a:pt x="2550071" y="139329"/>
                  <a:pt x="2547912" y="139329"/>
                </a:cubicBezTo>
                <a:cubicBezTo>
                  <a:pt x="2546102" y="139329"/>
                  <a:pt x="2544187" y="140034"/>
                  <a:pt x="2542168" y="141444"/>
                </a:cubicBezTo>
                <a:cubicBezTo>
                  <a:pt x="2540149" y="142854"/>
                  <a:pt x="2538512" y="145003"/>
                  <a:pt x="2537259" y="147893"/>
                </a:cubicBezTo>
                <a:lnTo>
                  <a:pt x="2533395" y="147893"/>
                </a:lnTo>
                <a:lnTo>
                  <a:pt x="2533395" y="94418"/>
                </a:lnTo>
                <a:lnTo>
                  <a:pt x="2537259" y="94418"/>
                </a:lnTo>
                <a:cubicBezTo>
                  <a:pt x="2540323" y="109423"/>
                  <a:pt x="2546224" y="120868"/>
                  <a:pt x="2554962" y="128754"/>
                </a:cubicBezTo>
                <a:cubicBezTo>
                  <a:pt x="2563701" y="136639"/>
                  <a:pt x="2573118" y="140582"/>
                  <a:pt x="2583215" y="140582"/>
                </a:cubicBezTo>
                <a:cubicBezTo>
                  <a:pt x="2591013" y="140582"/>
                  <a:pt x="2597228" y="138465"/>
                  <a:pt x="2601858" y="134230"/>
                </a:cubicBezTo>
                <a:cubicBezTo>
                  <a:pt x="2606488" y="129996"/>
                  <a:pt x="2608803" y="125068"/>
                  <a:pt x="2608803" y="119445"/>
                </a:cubicBezTo>
                <a:cubicBezTo>
                  <a:pt x="2608803" y="116114"/>
                  <a:pt x="2607916" y="112887"/>
                  <a:pt x="2606140" y="109764"/>
                </a:cubicBezTo>
                <a:cubicBezTo>
                  <a:pt x="2604365" y="106640"/>
                  <a:pt x="2601666" y="103672"/>
                  <a:pt x="2598046" y="100861"/>
                </a:cubicBezTo>
                <a:cubicBezTo>
                  <a:pt x="2594425" y="98049"/>
                  <a:pt x="2588019" y="94388"/>
                  <a:pt x="2578828" y="89878"/>
                </a:cubicBezTo>
                <a:cubicBezTo>
                  <a:pt x="2565947" y="83561"/>
                  <a:pt x="2556686" y="78178"/>
                  <a:pt x="2551046" y="73728"/>
                </a:cubicBezTo>
                <a:cubicBezTo>
                  <a:pt x="2545406" y="69278"/>
                  <a:pt x="2541071" y="64307"/>
                  <a:pt x="2538042" y="58815"/>
                </a:cubicBezTo>
                <a:cubicBezTo>
                  <a:pt x="2535014" y="53323"/>
                  <a:pt x="2533499" y="47275"/>
                  <a:pt x="2533499" y="40671"/>
                </a:cubicBezTo>
                <a:cubicBezTo>
                  <a:pt x="2533499" y="29409"/>
                  <a:pt x="2537642" y="19815"/>
                  <a:pt x="2545928" y="11890"/>
                </a:cubicBezTo>
                <a:cubicBezTo>
                  <a:pt x="2554214" y="3963"/>
                  <a:pt x="2564658" y="0"/>
                  <a:pt x="2577261" y="0"/>
                </a:cubicBezTo>
                <a:cubicBezTo>
                  <a:pt x="2581857" y="0"/>
                  <a:pt x="2586313" y="564"/>
                  <a:pt x="2590630" y="1691"/>
                </a:cubicBezTo>
                <a:cubicBezTo>
                  <a:pt x="2593903" y="2535"/>
                  <a:pt x="2597889" y="4101"/>
                  <a:pt x="2602589" y="6387"/>
                </a:cubicBezTo>
                <a:cubicBezTo>
                  <a:pt x="2607289" y="8674"/>
                  <a:pt x="2610579" y="9818"/>
                  <a:pt x="2612459" y="9818"/>
                </a:cubicBezTo>
                <a:cubicBezTo>
                  <a:pt x="2614269" y="9818"/>
                  <a:pt x="2615697" y="9255"/>
                  <a:pt x="2616741" y="8130"/>
                </a:cubicBezTo>
                <a:cubicBezTo>
                  <a:pt x="2617786" y="7003"/>
                  <a:pt x="2618760" y="4293"/>
                  <a:pt x="2619666" y="0"/>
                </a:cubicBezTo>
                <a:lnTo>
                  <a:pt x="2622799" y="0"/>
                </a:lnTo>
                <a:close/>
                <a:moveTo>
                  <a:pt x="2743190" y="96382"/>
                </a:moveTo>
                <a:lnTo>
                  <a:pt x="2781626" y="3133"/>
                </a:lnTo>
                <a:lnTo>
                  <a:pt x="2839279" y="3133"/>
                </a:lnTo>
                <a:lnTo>
                  <a:pt x="2839279" y="6893"/>
                </a:lnTo>
                <a:lnTo>
                  <a:pt x="2834684" y="6893"/>
                </a:lnTo>
                <a:cubicBezTo>
                  <a:pt x="2830506" y="6893"/>
                  <a:pt x="2827164" y="7635"/>
                  <a:pt x="2824657" y="9119"/>
                </a:cubicBezTo>
                <a:cubicBezTo>
                  <a:pt x="2822916" y="10109"/>
                  <a:pt x="2821524" y="11772"/>
                  <a:pt x="2820479" y="14107"/>
                </a:cubicBezTo>
                <a:cubicBezTo>
                  <a:pt x="2819713" y="15804"/>
                  <a:pt x="2819330" y="20223"/>
                  <a:pt x="2819330" y="27364"/>
                </a:cubicBezTo>
                <a:lnTo>
                  <a:pt x="2819330" y="120529"/>
                </a:lnTo>
                <a:cubicBezTo>
                  <a:pt x="2819330" y="127807"/>
                  <a:pt x="2819713" y="132357"/>
                  <a:pt x="2820479" y="134178"/>
                </a:cubicBezTo>
                <a:cubicBezTo>
                  <a:pt x="2821245" y="135997"/>
                  <a:pt x="2822812" y="137589"/>
                  <a:pt x="2825179" y="138953"/>
                </a:cubicBezTo>
                <a:cubicBezTo>
                  <a:pt x="2827547" y="140318"/>
                  <a:pt x="2830715" y="141000"/>
                  <a:pt x="2834684" y="141000"/>
                </a:cubicBezTo>
                <a:lnTo>
                  <a:pt x="2839279" y="141000"/>
                </a:lnTo>
                <a:lnTo>
                  <a:pt x="2839279" y="144760"/>
                </a:lnTo>
                <a:lnTo>
                  <a:pt x="2765333" y="144760"/>
                </a:lnTo>
                <a:lnTo>
                  <a:pt x="2765333" y="141000"/>
                </a:lnTo>
                <a:lnTo>
                  <a:pt x="2769928" y="141000"/>
                </a:lnTo>
                <a:cubicBezTo>
                  <a:pt x="2774106" y="141000"/>
                  <a:pt x="2777448" y="140265"/>
                  <a:pt x="2779955" y="138797"/>
                </a:cubicBezTo>
                <a:cubicBezTo>
                  <a:pt x="2781696" y="137815"/>
                  <a:pt x="2783088" y="136136"/>
                  <a:pt x="2784133" y="133757"/>
                </a:cubicBezTo>
                <a:cubicBezTo>
                  <a:pt x="2784898" y="132077"/>
                  <a:pt x="2785281" y="127668"/>
                  <a:pt x="2785281" y="120529"/>
                </a:cubicBezTo>
                <a:lnTo>
                  <a:pt x="2785281" y="15562"/>
                </a:lnTo>
                <a:lnTo>
                  <a:pt x="2730970" y="144760"/>
                </a:lnTo>
                <a:lnTo>
                  <a:pt x="2728464" y="144760"/>
                </a:lnTo>
                <a:lnTo>
                  <a:pt x="2673317" y="16398"/>
                </a:lnTo>
                <a:lnTo>
                  <a:pt x="2673317" y="116142"/>
                </a:lnTo>
                <a:cubicBezTo>
                  <a:pt x="2673317" y="123164"/>
                  <a:pt x="2673491" y="127482"/>
                  <a:pt x="2673839" y="129096"/>
                </a:cubicBezTo>
                <a:cubicBezTo>
                  <a:pt x="2674745" y="132608"/>
                  <a:pt x="2676712" y="135471"/>
                  <a:pt x="2679740" y="137684"/>
                </a:cubicBezTo>
                <a:cubicBezTo>
                  <a:pt x="2682769" y="139894"/>
                  <a:pt x="2687522" y="141000"/>
                  <a:pt x="2693997" y="141000"/>
                </a:cubicBezTo>
                <a:lnTo>
                  <a:pt x="2693997" y="144760"/>
                </a:lnTo>
                <a:lnTo>
                  <a:pt x="2645535" y="144760"/>
                </a:lnTo>
                <a:lnTo>
                  <a:pt x="2645535" y="141000"/>
                </a:lnTo>
                <a:lnTo>
                  <a:pt x="2646997" y="141000"/>
                </a:lnTo>
                <a:cubicBezTo>
                  <a:pt x="2650131" y="141069"/>
                  <a:pt x="2653055" y="140558"/>
                  <a:pt x="2655771" y="139466"/>
                </a:cubicBezTo>
                <a:cubicBezTo>
                  <a:pt x="2658486" y="138373"/>
                  <a:pt x="2660540" y="136910"/>
                  <a:pt x="2661933" y="135076"/>
                </a:cubicBezTo>
                <a:cubicBezTo>
                  <a:pt x="2663325" y="133242"/>
                  <a:pt x="2664405" y="130666"/>
                  <a:pt x="2665170" y="127350"/>
                </a:cubicBezTo>
                <a:cubicBezTo>
                  <a:pt x="2665310" y="126576"/>
                  <a:pt x="2665379" y="122979"/>
                  <a:pt x="2665379" y="116560"/>
                </a:cubicBezTo>
                <a:lnTo>
                  <a:pt x="2665379" y="27364"/>
                </a:lnTo>
                <a:cubicBezTo>
                  <a:pt x="2665379" y="20082"/>
                  <a:pt x="2664996" y="15538"/>
                  <a:pt x="2664230" y="13734"/>
                </a:cubicBezTo>
                <a:cubicBezTo>
                  <a:pt x="2663465" y="11931"/>
                  <a:pt x="2661898" y="10340"/>
                  <a:pt x="2659531" y="8963"/>
                </a:cubicBezTo>
                <a:cubicBezTo>
                  <a:pt x="2657163" y="7583"/>
                  <a:pt x="2653995" y="6893"/>
                  <a:pt x="2650026" y="6893"/>
                </a:cubicBezTo>
                <a:lnTo>
                  <a:pt x="2645535" y="6893"/>
                </a:lnTo>
                <a:lnTo>
                  <a:pt x="2645535" y="3133"/>
                </a:lnTo>
                <a:lnTo>
                  <a:pt x="2703397" y="3133"/>
                </a:lnTo>
                <a:lnTo>
                  <a:pt x="2743190" y="96382"/>
                </a:lnTo>
                <a:close/>
                <a:moveTo>
                  <a:pt x="2932163" y="104235"/>
                </a:moveTo>
                <a:lnTo>
                  <a:pt x="2882135" y="104235"/>
                </a:lnTo>
                <a:lnTo>
                  <a:pt x="2876181" y="118091"/>
                </a:lnTo>
                <a:cubicBezTo>
                  <a:pt x="2874232" y="122736"/>
                  <a:pt x="2873257" y="126572"/>
                  <a:pt x="2873257" y="129599"/>
                </a:cubicBezTo>
                <a:cubicBezTo>
                  <a:pt x="2873257" y="133609"/>
                  <a:pt x="2874858" y="136565"/>
                  <a:pt x="2878061" y="138467"/>
                </a:cubicBezTo>
                <a:cubicBezTo>
                  <a:pt x="2879941" y="139592"/>
                  <a:pt x="2884572" y="140436"/>
                  <a:pt x="2891952" y="141000"/>
                </a:cubicBezTo>
                <a:lnTo>
                  <a:pt x="2891952" y="144760"/>
                </a:lnTo>
                <a:lnTo>
                  <a:pt x="2844848" y="144760"/>
                </a:lnTo>
                <a:lnTo>
                  <a:pt x="2844848" y="141000"/>
                </a:lnTo>
                <a:cubicBezTo>
                  <a:pt x="2849931" y="140227"/>
                  <a:pt x="2854109" y="138101"/>
                  <a:pt x="2857381" y="134622"/>
                </a:cubicBezTo>
                <a:cubicBezTo>
                  <a:pt x="2860654" y="131141"/>
                  <a:pt x="2864692" y="123951"/>
                  <a:pt x="2869497" y="113054"/>
                </a:cubicBezTo>
                <a:lnTo>
                  <a:pt x="2920152" y="0"/>
                </a:lnTo>
                <a:lnTo>
                  <a:pt x="2922137" y="0"/>
                </a:lnTo>
                <a:lnTo>
                  <a:pt x="2973210" y="116204"/>
                </a:lnTo>
                <a:cubicBezTo>
                  <a:pt x="2978084" y="127319"/>
                  <a:pt x="2982088" y="134318"/>
                  <a:pt x="2985221" y="137201"/>
                </a:cubicBezTo>
                <a:cubicBezTo>
                  <a:pt x="2987588" y="139381"/>
                  <a:pt x="2990931" y="140647"/>
                  <a:pt x="2995248" y="141000"/>
                </a:cubicBezTo>
                <a:lnTo>
                  <a:pt x="2995248" y="144760"/>
                </a:lnTo>
                <a:lnTo>
                  <a:pt x="2926732" y="144760"/>
                </a:lnTo>
                <a:lnTo>
                  <a:pt x="2926732" y="141000"/>
                </a:lnTo>
                <a:lnTo>
                  <a:pt x="2929552" y="141000"/>
                </a:lnTo>
                <a:cubicBezTo>
                  <a:pt x="2935053" y="141000"/>
                  <a:pt x="2938917" y="140221"/>
                  <a:pt x="2941146" y="138663"/>
                </a:cubicBezTo>
                <a:cubicBezTo>
                  <a:pt x="2942677" y="137531"/>
                  <a:pt x="2943443" y="135903"/>
                  <a:pt x="2943443" y="133777"/>
                </a:cubicBezTo>
                <a:cubicBezTo>
                  <a:pt x="2943443" y="132504"/>
                  <a:pt x="2943234" y="131194"/>
                  <a:pt x="2942817" y="129847"/>
                </a:cubicBezTo>
                <a:cubicBezTo>
                  <a:pt x="2942677" y="129212"/>
                  <a:pt x="2941633" y="126557"/>
                  <a:pt x="2939683" y="121883"/>
                </a:cubicBezTo>
                <a:lnTo>
                  <a:pt x="2932163" y="104235"/>
                </a:lnTo>
                <a:moveTo>
                  <a:pt x="2928612" y="96507"/>
                </a:moveTo>
                <a:lnTo>
                  <a:pt x="2907515" y="47672"/>
                </a:lnTo>
                <a:lnTo>
                  <a:pt x="2885790" y="96507"/>
                </a:lnTo>
                <a:lnTo>
                  <a:pt x="2928612" y="96507"/>
                </a:lnTo>
                <a:close/>
                <a:moveTo>
                  <a:pt x="3132661" y="95044"/>
                </a:moveTo>
                <a:lnTo>
                  <a:pt x="3127334" y="144760"/>
                </a:lnTo>
                <a:lnTo>
                  <a:pt x="3001583" y="144760"/>
                </a:lnTo>
                <a:lnTo>
                  <a:pt x="3001583" y="141000"/>
                </a:lnTo>
                <a:lnTo>
                  <a:pt x="3006283" y="141000"/>
                </a:lnTo>
                <a:cubicBezTo>
                  <a:pt x="3010391" y="141000"/>
                  <a:pt x="3013699" y="140265"/>
                  <a:pt x="3016205" y="138797"/>
                </a:cubicBezTo>
                <a:cubicBezTo>
                  <a:pt x="3018016" y="137815"/>
                  <a:pt x="3019408" y="136136"/>
                  <a:pt x="3020383" y="133757"/>
                </a:cubicBezTo>
                <a:cubicBezTo>
                  <a:pt x="3021149" y="132077"/>
                  <a:pt x="3021532" y="127668"/>
                  <a:pt x="3021532" y="120529"/>
                </a:cubicBezTo>
                <a:lnTo>
                  <a:pt x="3021532" y="27364"/>
                </a:lnTo>
                <a:cubicBezTo>
                  <a:pt x="3021532" y="20086"/>
                  <a:pt x="3021149" y="15537"/>
                  <a:pt x="3020383" y="13718"/>
                </a:cubicBezTo>
                <a:cubicBezTo>
                  <a:pt x="3019617" y="11897"/>
                  <a:pt x="3018068" y="10304"/>
                  <a:pt x="3015735" y="8940"/>
                </a:cubicBezTo>
                <a:cubicBezTo>
                  <a:pt x="3013403" y="7575"/>
                  <a:pt x="3010252" y="6893"/>
                  <a:pt x="3006283" y="6893"/>
                </a:cubicBezTo>
                <a:lnTo>
                  <a:pt x="3001583" y="6893"/>
                </a:lnTo>
                <a:lnTo>
                  <a:pt x="3001583" y="3133"/>
                </a:lnTo>
                <a:lnTo>
                  <a:pt x="3077096" y="3133"/>
                </a:lnTo>
                <a:lnTo>
                  <a:pt x="3077096" y="6893"/>
                </a:lnTo>
                <a:lnTo>
                  <a:pt x="3070934" y="6893"/>
                </a:lnTo>
                <a:cubicBezTo>
                  <a:pt x="3066826" y="6893"/>
                  <a:pt x="3063518" y="7628"/>
                  <a:pt x="3061012" y="9096"/>
                </a:cubicBezTo>
                <a:cubicBezTo>
                  <a:pt x="3059201" y="10078"/>
                  <a:pt x="3057774" y="11758"/>
                  <a:pt x="3056730" y="14136"/>
                </a:cubicBezTo>
                <a:cubicBezTo>
                  <a:pt x="3055964" y="15816"/>
                  <a:pt x="3055581" y="20225"/>
                  <a:pt x="3055581" y="27364"/>
                </a:cubicBezTo>
                <a:lnTo>
                  <a:pt x="3055581" y="117604"/>
                </a:lnTo>
                <a:cubicBezTo>
                  <a:pt x="3055581" y="124846"/>
                  <a:pt x="3055999" y="129459"/>
                  <a:pt x="3056834" y="131443"/>
                </a:cubicBezTo>
                <a:cubicBezTo>
                  <a:pt x="3057670" y="133428"/>
                  <a:pt x="3059306" y="134907"/>
                  <a:pt x="3061743" y="135882"/>
                </a:cubicBezTo>
                <a:cubicBezTo>
                  <a:pt x="3063484" y="136509"/>
                  <a:pt x="3067696" y="136822"/>
                  <a:pt x="3074381" y="136822"/>
                </a:cubicBezTo>
                <a:lnTo>
                  <a:pt x="3086183" y="136822"/>
                </a:lnTo>
                <a:cubicBezTo>
                  <a:pt x="3093703" y="136822"/>
                  <a:pt x="3099970" y="135499"/>
                  <a:pt x="3104983" y="132853"/>
                </a:cubicBezTo>
                <a:cubicBezTo>
                  <a:pt x="3109996" y="130207"/>
                  <a:pt x="3114331" y="126029"/>
                  <a:pt x="3117986" y="120320"/>
                </a:cubicBezTo>
                <a:cubicBezTo>
                  <a:pt x="3121642" y="114610"/>
                  <a:pt x="3125106" y="106185"/>
                  <a:pt x="3128378" y="95044"/>
                </a:cubicBezTo>
                <a:lnTo>
                  <a:pt x="3132661" y="95044"/>
                </a:lnTo>
                <a:close/>
                <a:moveTo>
                  <a:pt x="3275333" y="95044"/>
                </a:moveTo>
                <a:lnTo>
                  <a:pt x="3270006" y="144760"/>
                </a:lnTo>
                <a:lnTo>
                  <a:pt x="3144255" y="144760"/>
                </a:lnTo>
                <a:lnTo>
                  <a:pt x="3144255" y="141000"/>
                </a:lnTo>
                <a:lnTo>
                  <a:pt x="3148955" y="141000"/>
                </a:lnTo>
                <a:cubicBezTo>
                  <a:pt x="3153064" y="141000"/>
                  <a:pt x="3156371" y="140265"/>
                  <a:pt x="3158878" y="138797"/>
                </a:cubicBezTo>
                <a:cubicBezTo>
                  <a:pt x="3160688" y="137815"/>
                  <a:pt x="3162081" y="136136"/>
                  <a:pt x="3163055" y="133757"/>
                </a:cubicBezTo>
                <a:cubicBezTo>
                  <a:pt x="3163821" y="132077"/>
                  <a:pt x="3164204" y="127668"/>
                  <a:pt x="3164204" y="120529"/>
                </a:cubicBezTo>
                <a:lnTo>
                  <a:pt x="3164204" y="27364"/>
                </a:lnTo>
                <a:cubicBezTo>
                  <a:pt x="3164204" y="20086"/>
                  <a:pt x="3163821" y="15537"/>
                  <a:pt x="3163055" y="13718"/>
                </a:cubicBezTo>
                <a:cubicBezTo>
                  <a:pt x="3162289" y="11897"/>
                  <a:pt x="3160740" y="10304"/>
                  <a:pt x="3158408" y="8940"/>
                </a:cubicBezTo>
                <a:cubicBezTo>
                  <a:pt x="3156075" y="7575"/>
                  <a:pt x="3152924" y="6893"/>
                  <a:pt x="3148955" y="6893"/>
                </a:cubicBezTo>
                <a:lnTo>
                  <a:pt x="3144255" y="6893"/>
                </a:lnTo>
                <a:lnTo>
                  <a:pt x="3144255" y="3133"/>
                </a:lnTo>
                <a:lnTo>
                  <a:pt x="3219769" y="3133"/>
                </a:lnTo>
                <a:lnTo>
                  <a:pt x="3219769" y="6893"/>
                </a:lnTo>
                <a:lnTo>
                  <a:pt x="3213606" y="6893"/>
                </a:lnTo>
                <a:cubicBezTo>
                  <a:pt x="3209498" y="6893"/>
                  <a:pt x="3206191" y="7628"/>
                  <a:pt x="3203684" y="9096"/>
                </a:cubicBezTo>
                <a:cubicBezTo>
                  <a:pt x="3201874" y="10078"/>
                  <a:pt x="3200446" y="11758"/>
                  <a:pt x="3199402" y="14136"/>
                </a:cubicBezTo>
                <a:cubicBezTo>
                  <a:pt x="3198636" y="15816"/>
                  <a:pt x="3198253" y="20225"/>
                  <a:pt x="3198253" y="27364"/>
                </a:cubicBezTo>
                <a:lnTo>
                  <a:pt x="3198253" y="117604"/>
                </a:lnTo>
                <a:cubicBezTo>
                  <a:pt x="3198253" y="124846"/>
                  <a:pt x="3198671" y="129459"/>
                  <a:pt x="3199506" y="131443"/>
                </a:cubicBezTo>
                <a:cubicBezTo>
                  <a:pt x="3200342" y="133428"/>
                  <a:pt x="3201978" y="134907"/>
                  <a:pt x="3204415" y="135882"/>
                </a:cubicBezTo>
                <a:cubicBezTo>
                  <a:pt x="3206156" y="136509"/>
                  <a:pt x="3210369" y="136822"/>
                  <a:pt x="3217053" y="136822"/>
                </a:cubicBezTo>
                <a:lnTo>
                  <a:pt x="3228855" y="136822"/>
                </a:lnTo>
                <a:cubicBezTo>
                  <a:pt x="3236375" y="136822"/>
                  <a:pt x="3242642" y="135499"/>
                  <a:pt x="3247655" y="132853"/>
                </a:cubicBezTo>
                <a:cubicBezTo>
                  <a:pt x="3252669" y="130207"/>
                  <a:pt x="3257003" y="126029"/>
                  <a:pt x="3260659" y="120320"/>
                </a:cubicBezTo>
                <a:cubicBezTo>
                  <a:pt x="3264314" y="114610"/>
                  <a:pt x="3267778" y="106185"/>
                  <a:pt x="3271051" y="95044"/>
                </a:cubicBezTo>
                <a:lnTo>
                  <a:pt x="3275333" y="95044"/>
                </a:lnTo>
                <a:close/>
                <a:moveTo>
                  <a:pt x="3280976" y="177346"/>
                </a:moveTo>
                <a:lnTo>
                  <a:pt x="3391896" y="177346"/>
                </a:lnTo>
                <a:lnTo>
                  <a:pt x="3391896" y="190924"/>
                </a:lnTo>
                <a:lnTo>
                  <a:pt x="3280976" y="190924"/>
                </a:lnTo>
                <a:lnTo>
                  <a:pt x="3280976" y="177346"/>
                </a:lnTo>
                <a:close/>
                <a:moveTo>
                  <a:pt x="3448713" y="11280"/>
                </a:moveTo>
                <a:lnTo>
                  <a:pt x="3448713" y="69351"/>
                </a:lnTo>
                <a:lnTo>
                  <a:pt x="3452786" y="69351"/>
                </a:lnTo>
                <a:cubicBezTo>
                  <a:pt x="3459053" y="69351"/>
                  <a:pt x="3464171" y="68408"/>
                  <a:pt x="3468140" y="66521"/>
                </a:cubicBezTo>
                <a:cubicBezTo>
                  <a:pt x="3472109" y="64635"/>
                  <a:pt x="3475468" y="61456"/>
                  <a:pt x="3478219" y="56984"/>
                </a:cubicBezTo>
                <a:cubicBezTo>
                  <a:pt x="3480969" y="52513"/>
                  <a:pt x="3482762" y="46469"/>
                  <a:pt x="3483597" y="38853"/>
                </a:cubicBezTo>
                <a:lnTo>
                  <a:pt x="3487253" y="38853"/>
                </a:lnTo>
                <a:lnTo>
                  <a:pt x="3487253" y="110084"/>
                </a:lnTo>
                <a:lnTo>
                  <a:pt x="3483597" y="110084"/>
                </a:lnTo>
                <a:cubicBezTo>
                  <a:pt x="3482274" y="96646"/>
                  <a:pt x="3478671" y="87785"/>
                  <a:pt x="3472787" y="83503"/>
                </a:cubicBezTo>
                <a:cubicBezTo>
                  <a:pt x="3466904" y="79221"/>
                  <a:pt x="3460237" y="77080"/>
                  <a:pt x="3452786" y="77080"/>
                </a:cubicBezTo>
                <a:lnTo>
                  <a:pt x="3448713" y="77080"/>
                </a:lnTo>
                <a:lnTo>
                  <a:pt x="3448713" y="120529"/>
                </a:lnTo>
                <a:cubicBezTo>
                  <a:pt x="3448713" y="127807"/>
                  <a:pt x="3449113" y="132357"/>
                  <a:pt x="3449914" y="134178"/>
                </a:cubicBezTo>
                <a:cubicBezTo>
                  <a:pt x="3450715" y="135997"/>
                  <a:pt x="3452282" y="137589"/>
                  <a:pt x="3454614" y="138953"/>
                </a:cubicBezTo>
                <a:cubicBezTo>
                  <a:pt x="3456947" y="140318"/>
                  <a:pt x="3460097" y="141000"/>
                  <a:pt x="3464066" y="141000"/>
                </a:cubicBezTo>
                <a:lnTo>
                  <a:pt x="3468766" y="141000"/>
                </a:lnTo>
                <a:lnTo>
                  <a:pt x="3468766" y="144760"/>
                </a:lnTo>
                <a:lnTo>
                  <a:pt x="3394715" y="144760"/>
                </a:lnTo>
                <a:lnTo>
                  <a:pt x="3394715" y="141000"/>
                </a:lnTo>
                <a:lnTo>
                  <a:pt x="3399415" y="141000"/>
                </a:lnTo>
                <a:cubicBezTo>
                  <a:pt x="3403523" y="141000"/>
                  <a:pt x="3406831" y="140265"/>
                  <a:pt x="3409338" y="138797"/>
                </a:cubicBezTo>
                <a:cubicBezTo>
                  <a:pt x="3411148" y="137815"/>
                  <a:pt x="3412540" y="136136"/>
                  <a:pt x="3413515" y="133757"/>
                </a:cubicBezTo>
                <a:cubicBezTo>
                  <a:pt x="3414281" y="132077"/>
                  <a:pt x="3414664" y="127668"/>
                  <a:pt x="3414664" y="120529"/>
                </a:cubicBezTo>
                <a:lnTo>
                  <a:pt x="3414664" y="27364"/>
                </a:lnTo>
                <a:cubicBezTo>
                  <a:pt x="3414664" y="20086"/>
                  <a:pt x="3414281" y="15537"/>
                  <a:pt x="3413515" y="13718"/>
                </a:cubicBezTo>
                <a:cubicBezTo>
                  <a:pt x="3412749" y="11897"/>
                  <a:pt x="3411200" y="10304"/>
                  <a:pt x="3408868" y="8940"/>
                </a:cubicBezTo>
                <a:cubicBezTo>
                  <a:pt x="3406535" y="7575"/>
                  <a:pt x="3403384" y="6893"/>
                  <a:pt x="3399415" y="6893"/>
                </a:cubicBezTo>
                <a:lnTo>
                  <a:pt x="3394715" y="6893"/>
                </a:lnTo>
                <a:lnTo>
                  <a:pt x="3394715" y="3133"/>
                </a:lnTo>
                <a:lnTo>
                  <a:pt x="3514200" y="3133"/>
                </a:lnTo>
                <a:lnTo>
                  <a:pt x="3514200" y="43867"/>
                </a:lnTo>
                <a:lnTo>
                  <a:pt x="3509917" y="43867"/>
                </a:lnTo>
                <a:cubicBezTo>
                  <a:pt x="3508943" y="34297"/>
                  <a:pt x="3506453" y="27207"/>
                  <a:pt x="3502450" y="22596"/>
                </a:cubicBezTo>
                <a:cubicBezTo>
                  <a:pt x="3498446" y="17985"/>
                  <a:pt x="3492649" y="14738"/>
                  <a:pt x="3485060" y="12853"/>
                </a:cubicBezTo>
                <a:cubicBezTo>
                  <a:pt x="3480882" y="11804"/>
                  <a:pt x="3473153" y="11280"/>
                  <a:pt x="3461873" y="11280"/>
                </a:cubicBezTo>
                <a:lnTo>
                  <a:pt x="3448713" y="11280"/>
                </a:lnTo>
                <a:close/>
                <a:moveTo>
                  <a:pt x="3603220" y="1044"/>
                </a:moveTo>
                <a:cubicBezTo>
                  <a:pt x="3625780" y="209"/>
                  <a:pt x="3644110" y="6789"/>
                  <a:pt x="3658210" y="20784"/>
                </a:cubicBezTo>
                <a:cubicBezTo>
                  <a:pt x="3672310" y="34780"/>
                  <a:pt x="3679360" y="52292"/>
                  <a:pt x="3679360" y="73320"/>
                </a:cubicBezTo>
                <a:cubicBezTo>
                  <a:pt x="3679360" y="91284"/>
                  <a:pt x="3674103" y="107090"/>
                  <a:pt x="3663589" y="120738"/>
                </a:cubicBezTo>
                <a:cubicBezTo>
                  <a:pt x="3649663" y="138841"/>
                  <a:pt x="3629992" y="147893"/>
                  <a:pt x="3604578" y="147893"/>
                </a:cubicBezTo>
                <a:cubicBezTo>
                  <a:pt x="3579093" y="147893"/>
                  <a:pt x="3559388" y="139259"/>
                  <a:pt x="3545462" y="121991"/>
                </a:cubicBezTo>
                <a:cubicBezTo>
                  <a:pt x="3534461" y="108344"/>
                  <a:pt x="3528960" y="92155"/>
                  <a:pt x="3528960" y="73424"/>
                </a:cubicBezTo>
                <a:cubicBezTo>
                  <a:pt x="3528960" y="52396"/>
                  <a:pt x="3536114" y="34867"/>
                  <a:pt x="3550423" y="20837"/>
                </a:cubicBezTo>
                <a:cubicBezTo>
                  <a:pt x="3564732" y="6806"/>
                  <a:pt x="3582331" y="209"/>
                  <a:pt x="3603220" y="1044"/>
                </a:cubicBezTo>
                <a:moveTo>
                  <a:pt x="3604473" y="7729"/>
                </a:moveTo>
                <a:cubicBezTo>
                  <a:pt x="3591522" y="7729"/>
                  <a:pt x="3581669" y="14338"/>
                  <a:pt x="3574915" y="27557"/>
                </a:cubicBezTo>
                <a:cubicBezTo>
                  <a:pt x="3569415" y="38410"/>
                  <a:pt x="3566664" y="53996"/>
                  <a:pt x="3566664" y="74312"/>
                </a:cubicBezTo>
                <a:cubicBezTo>
                  <a:pt x="3566664" y="98454"/>
                  <a:pt x="3570912" y="116300"/>
                  <a:pt x="3579407" y="127850"/>
                </a:cubicBezTo>
                <a:cubicBezTo>
                  <a:pt x="3585325" y="135920"/>
                  <a:pt x="3593611" y="139955"/>
                  <a:pt x="3604264" y="139955"/>
                </a:cubicBezTo>
                <a:cubicBezTo>
                  <a:pt x="3611436" y="139955"/>
                  <a:pt x="3617424" y="138216"/>
                  <a:pt x="3622229" y="134736"/>
                </a:cubicBezTo>
                <a:cubicBezTo>
                  <a:pt x="3628356" y="130284"/>
                  <a:pt x="3633126" y="123171"/>
                  <a:pt x="3636538" y="113397"/>
                </a:cubicBezTo>
                <a:cubicBezTo>
                  <a:pt x="3639949" y="103621"/>
                  <a:pt x="3641655" y="90871"/>
                  <a:pt x="3641655" y="75148"/>
                </a:cubicBezTo>
                <a:cubicBezTo>
                  <a:pt x="3641655" y="56430"/>
                  <a:pt x="3639915" y="42428"/>
                  <a:pt x="3636433" y="33141"/>
                </a:cubicBezTo>
                <a:cubicBezTo>
                  <a:pt x="3632952" y="23852"/>
                  <a:pt x="3628513" y="17295"/>
                  <a:pt x="3623116" y="13470"/>
                </a:cubicBezTo>
                <a:cubicBezTo>
                  <a:pt x="3617720" y="9643"/>
                  <a:pt x="3611506" y="7729"/>
                  <a:pt x="3604473" y="7729"/>
                </a:cubicBezTo>
                <a:close/>
                <a:moveTo>
                  <a:pt x="3769635" y="1044"/>
                </a:moveTo>
                <a:cubicBezTo>
                  <a:pt x="3792195" y="209"/>
                  <a:pt x="3810525" y="6789"/>
                  <a:pt x="3824625" y="20784"/>
                </a:cubicBezTo>
                <a:cubicBezTo>
                  <a:pt x="3838725" y="34780"/>
                  <a:pt x="3845775" y="52292"/>
                  <a:pt x="3845775" y="73320"/>
                </a:cubicBezTo>
                <a:cubicBezTo>
                  <a:pt x="3845775" y="91284"/>
                  <a:pt x="3840518" y="107090"/>
                  <a:pt x="3830004" y="120738"/>
                </a:cubicBezTo>
                <a:cubicBezTo>
                  <a:pt x="3816078" y="138841"/>
                  <a:pt x="3796408" y="147893"/>
                  <a:pt x="3770993" y="147893"/>
                </a:cubicBezTo>
                <a:cubicBezTo>
                  <a:pt x="3745509" y="147893"/>
                  <a:pt x="3725804" y="139259"/>
                  <a:pt x="3711878" y="121991"/>
                </a:cubicBezTo>
                <a:cubicBezTo>
                  <a:pt x="3700876" y="108344"/>
                  <a:pt x="3695376" y="92155"/>
                  <a:pt x="3695376" y="73424"/>
                </a:cubicBezTo>
                <a:cubicBezTo>
                  <a:pt x="3695376" y="52396"/>
                  <a:pt x="3702530" y="34867"/>
                  <a:pt x="3716839" y="20837"/>
                </a:cubicBezTo>
                <a:cubicBezTo>
                  <a:pt x="3731148" y="6806"/>
                  <a:pt x="3748747" y="209"/>
                  <a:pt x="3769635" y="1044"/>
                </a:cubicBezTo>
                <a:moveTo>
                  <a:pt x="3770889" y="7729"/>
                </a:moveTo>
                <a:cubicBezTo>
                  <a:pt x="3757938" y="7729"/>
                  <a:pt x="3748085" y="14338"/>
                  <a:pt x="3741331" y="27557"/>
                </a:cubicBezTo>
                <a:cubicBezTo>
                  <a:pt x="3735830" y="38410"/>
                  <a:pt x="3733080" y="53996"/>
                  <a:pt x="3733080" y="74312"/>
                </a:cubicBezTo>
                <a:cubicBezTo>
                  <a:pt x="3733080" y="98454"/>
                  <a:pt x="3737327" y="116300"/>
                  <a:pt x="3745822" y="127850"/>
                </a:cubicBezTo>
                <a:cubicBezTo>
                  <a:pt x="3751741" y="135920"/>
                  <a:pt x="3760027" y="139955"/>
                  <a:pt x="3770680" y="139955"/>
                </a:cubicBezTo>
                <a:cubicBezTo>
                  <a:pt x="3777852" y="139955"/>
                  <a:pt x="3783840" y="138216"/>
                  <a:pt x="3788644" y="134736"/>
                </a:cubicBezTo>
                <a:cubicBezTo>
                  <a:pt x="3794772" y="130284"/>
                  <a:pt x="3799541" y="123171"/>
                  <a:pt x="3802953" y="113397"/>
                </a:cubicBezTo>
                <a:cubicBezTo>
                  <a:pt x="3806365" y="103621"/>
                  <a:pt x="3808071" y="90871"/>
                  <a:pt x="3808071" y="75148"/>
                </a:cubicBezTo>
                <a:cubicBezTo>
                  <a:pt x="3808071" y="56430"/>
                  <a:pt x="3806330" y="42428"/>
                  <a:pt x="3802849" y="33141"/>
                </a:cubicBezTo>
                <a:cubicBezTo>
                  <a:pt x="3799367" y="23852"/>
                  <a:pt x="3794928" y="17295"/>
                  <a:pt x="3789532" y="13470"/>
                </a:cubicBezTo>
                <a:cubicBezTo>
                  <a:pt x="3784136" y="9643"/>
                  <a:pt x="3777921" y="7729"/>
                  <a:pt x="3770889" y="7729"/>
                </a:cubicBezTo>
                <a:close/>
                <a:moveTo>
                  <a:pt x="3988378" y="3133"/>
                </a:moveTo>
                <a:lnTo>
                  <a:pt x="3988378" y="41569"/>
                </a:lnTo>
                <a:lnTo>
                  <a:pt x="3984618" y="41569"/>
                </a:lnTo>
                <a:cubicBezTo>
                  <a:pt x="3982390" y="32695"/>
                  <a:pt x="3979918" y="26320"/>
                  <a:pt x="3977202" y="22442"/>
                </a:cubicBezTo>
                <a:cubicBezTo>
                  <a:pt x="3974487" y="18565"/>
                  <a:pt x="3970761" y="15473"/>
                  <a:pt x="3966027" y="13167"/>
                </a:cubicBezTo>
                <a:cubicBezTo>
                  <a:pt x="3963381" y="11909"/>
                  <a:pt x="3958750" y="11280"/>
                  <a:pt x="3952136" y="11280"/>
                </a:cubicBezTo>
                <a:lnTo>
                  <a:pt x="3941587" y="11280"/>
                </a:lnTo>
                <a:lnTo>
                  <a:pt x="3941587" y="120529"/>
                </a:lnTo>
                <a:cubicBezTo>
                  <a:pt x="3941587" y="127807"/>
                  <a:pt x="3941987" y="132357"/>
                  <a:pt x="3942788" y="134178"/>
                </a:cubicBezTo>
                <a:cubicBezTo>
                  <a:pt x="3943589" y="135997"/>
                  <a:pt x="3945155" y="137589"/>
                  <a:pt x="3947488" y="138953"/>
                </a:cubicBezTo>
                <a:cubicBezTo>
                  <a:pt x="3949820" y="140318"/>
                  <a:pt x="3953006" y="141000"/>
                  <a:pt x="3957044" y="141000"/>
                </a:cubicBezTo>
                <a:lnTo>
                  <a:pt x="3961744" y="141000"/>
                </a:lnTo>
                <a:lnTo>
                  <a:pt x="3961744" y="144760"/>
                </a:lnTo>
                <a:lnTo>
                  <a:pt x="3887589" y="144760"/>
                </a:lnTo>
                <a:lnTo>
                  <a:pt x="3887589" y="141000"/>
                </a:lnTo>
                <a:lnTo>
                  <a:pt x="3892289" y="141000"/>
                </a:lnTo>
                <a:cubicBezTo>
                  <a:pt x="3896397" y="141000"/>
                  <a:pt x="3899705" y="140265"/>
                  <a:pt x="3902211" y="138797"/>
                </a:cubicBezTo>
                <a:cubicBezTo>
                  <a:pt x="3904022" y="137815"/>
                  <a:pt x="3905449" y="136136"/>
                  <a:pt x="3906493" y="133757"/>
                </a:cubicBezTo>
                <a:cubicBezTo>
                  <a:pt x="3907259" y="132077"/>
                  <a:pt x="3907642" y="127668"/>
                  <a:pt x="3907642" y="120529"/>
                </a:cubicBezTo>
                <a:lnTo>
                  <a:pt x="3907642" y="11280"/>
                </a:lnTo>
                <a:lnTo>
                  <a:pt x="3897407" y="11280"/>
                </a:lnTo>
                <a:cubicBezTo>
                  <a:pt x="3887867" y="11280"/>
                  <a:pt x="3880939" y="13306"/>
                  <a:pt x="3876622" y="17357"/>
                </a:cubicBezTo>
                <a:cubicBezTo>
                  <a:pt x="3870565" y="23017"/>
                  <a:pt x="3866735" y="31087"/>
                  <a:pt x="3865133" y="41569"/>
                </a:cubicBezTo>
                <a:lnTo>
                  <a:pt x="3861165" y="41569"/>
                </a:lnTo>
                <a:lnTo>
                  <a:pt x="3861165" y="3133"/>
                </a:lnTo>
                <a:lnTo>
                  <a:pt x="3988378" y="3133"/>
                </a:lnTo>
                <a:close/>
                <a:moveTo>
                  <a:pt x="4053867" y="80631"/>
                </a:moveTo>
                <a:lnTo>
                  <a:pt x="4053867" y="119902"/>
                </a:lnTo>
                <a:cubicBezTo>
                  <a:pt x="4053867" y="127600"/>
                  <a:pt x="4054337" y="132447"/>
                  <a:pt x="4055277" y="134443"/>
                </a:cubicBezTo>
                <a:cubicBezTo>
                  <a:pt x="4056217" y="136436"/>
                  <a:pt x="4057888" y="138027"/>
                  <a:pt x="4060290" y="139218"/>
                </a:cubicBezTo>
                <a:cubicBezTo>
                  <a:pt x="4062692" y="140406"/>
                  <a:pt x="4067097" y="141000"/>
                  <a:pt x="4073502" y="141000"/>
                </a:cubicBezTo>
                <a:lnTo>
                  <a:pt x="4073502" y="144760"/>
                </a:lnTo>
                <a:lnTo>
                  <a:pt x="4001540" y="144760"/>
                </a:lnTo>
                <a:lnTo>
                  <a:pt x="4001540" y="141000"/>
                </a:lnTo>
                <a:cubicBezTo>
                  <a:pt x="4008086" y="141000"/>
                  <a:pt x="4012524" y="140387"/>
                  <a:pt x="4014857" y="139162"/>
                </a:cubicBezTo>
                <a:cubicBezTo>
                  <a:pt x="4017190" y="137937"/>
                  <a:pt x="4018826" y="136345"/>
                  <a:pt x="4019766" y="134387"/>
                </a:cubicBezTo>
                <a:cubicBezTo>
                  <a:pt x="4020706" y="132429"/>
                  <a:pt x="4021176" y="127600"/>
                  <a:pt x="4021176" y="119902"/>
                </a:cubicBezTo>
                <a:lnTo>
                  <a:pt x="4021176" y="27991"/>
                </a:lnTo>
                <a:cubicBezTo>
                  <a:pt x="4021176" y="20293"/>
                  <a:pt x="4020706" y="15447"/>
                  <a:pt x="4019766" y="13454"/>
                </a:cubicBezTo>
                <a:cubicBezTo>
                  <a:pt x="4018826" y="11458"/>
                  <a:pt x="4017172" y="9867"/>
                  <a:pt x="4014805" y="8679"/>
                </a:cubicBezTo>
                <a:cubicBezTo>
                  <a:pt x="4012437" y="7488"/>
                  <a:pt x="4008016" y="6893"/>
                  <a:pt x="4001540" y="6893"/>
                </a:cubicBezTo>
                <a:lnTo>
                  <a:pt x="4001540" y="3133"/>
                </a:lnTo>
                <a:lnTo>
                  <a:pt x="4063267" y="3133"/>
                </a:lnTo>
                <a:cubicBezTo>
                  <a:pt x="4083599" y="3133"/>
                  <a:pt x="4098186" y="6754"/>
                  <a:pt x="4107029" y="13996"/>
                </a:cubicBezTo>
                <a:cubicBezTo>
                  <a:pt x="4115872" y="21237"/>
                  <a:pt x="4120293" y="30289"/>
                  <a:pt x="4120293" y="41151"/>
                </a:cubicBezTo>
                <a:cubicBezTo>
                  <a:pt x="4120293" y="50342"/>
                  <a:pt x="4117439" y="58210"/>
                  <a:pt x="4111729" y="64755"/>
                </a:cubicBezTo>
                <a:cubicBezTo>
                  <a:pt x="4106019" y="71301"/>
                  <a:pt x="4098151" y="75757"/>
                  <a:pt x="4088125" y="78124"/>
                </a:cubicBezTo>
                <a:cubicBezTo>
                  <a:pt x="4081371" y="79795"/>
                  <a:pt x="4069951" y="80631"/>
                  <a:pt x="4053867" y="80631"/>
                </a:cubicBezTo>
                <a:moveTo>
                  <a:pt x="4053867" y="11280"/>
                </a:moveTo>
                <a:lnTo>
                  <a:pt x="4053867" y="72484"/>
                </a:lnTo>
                <a:cubicBezTo>
                  <a:pt x="4056165" y="72624"/>
                  <a:pt x="4057905" y="72693"/>
                  <a:pt x="4059089" y="72693"/>
                </a:cubicBezTo>
                <a:cubicBezTo>
                  <a:pt x="4067584" y="72693"/>
                  <a:pt x="4074129" y="70169"/>
                  <a:pt x="4078725" y="65121"/>
                </a:cubicBezTo>
                <a:cubicBezTo>
                  <a:pt x="4083320" y="60073"/>
                  <a:pt x="4085618" y="52257"/>
                  <a:pt x="4085618" y="41673"/>
                </a:cubicBezTo>
                <a:cubicBezTo>
                  <a:pt x="4085618" y="31159"/>
                  <a:pt x="4083320" y="23465"/>
                  <a:pt x="4078725" y="18591"/>
                </a:cubicBezTo>
                <a:cubicBezTo>
                  <a:pt x="4074129" y="13717"/>
                  <a:pt x="4067271" y="11280"/>
                  <a:pt x="4058149" y="11280"/>
                </a:cubicBezTo>
                <a:lnTo>
                  <a:pt x="4053867" y="11280"/>
                </a:lnTo>
                <a:close/>
                <a:moveTo>
                  <a:pt x="4183620" y="80213"/>
                </a:moveTo>
                <a:lnTo>
                  <a:pt x="4183620" y="120111"/>
                </a:lnTo>
                <a:cubicBezTo>
                  <a:pt x="4183620" y="127731"/>
                  <a:pt x="4184090" y="132529"/>
                  <a:pt x="4185030" y="134505"/>
                </a:cubicBezTo>
                <a:cubicBezTo>
                  <a:pt x="4185970" y="136478"/>
                  <a:pt x="4187624" y="138055"/>
                  <a:pt x="4189992" y="139234"/>
                </a:cubicBezTo>
                <a:cubicBezTo>
                  <a:pt x="4192359" y="140411"/>
                  <a:pt x="4196780" y="141000"/>
                  <a:pt x="4203256" y="141000"/>
                </a:cubicBezTo>
                <a:lnTo>
                  <a:pt x="4203256" y="144760"/>
                </a:lnTo>
                <a:lnTo>
                  <a:pt x="4130772" y="144760"/>
                </a:lnTo>
                <a:lnTo>
                  <a:pt x="4130772" y="141000"/>
                </a:lnTo>
                <a:cubicBezTo>
                  <a:pt x="4137317" y="141000"/>
                  <a:pt x="4141756" y="140394"/>
                  <a:pt x="4144088" y="139182"/>
                </a:cubicBezTo>
                <a:cubicBezTo>
                  <a:pt x="4146421" y="137970"/>
                  <a:pt x="4148057" y="136393"/>
                  <a:pt x="4148997" y="134452"/>
                </a:cubicBezTo>
                <a:cubicBezTo>
                  <a:pt x="4149937" y="132512"/>
                  <a:pt x="4150407" y="127731"/>
                  <a:pt x="4150407" y="120111"/>
                </a:cubicBezTo>
                <a:lnTo>
                  <a:pt x="4150407" y="27782"/>
                </a:lnTo>
                <a:cubicBezTo>
                  <a:pt x="4150407" y="20162"/>
                  <a:pt x="4149937" y="15365"/>
                  <a:pt x="4148997" y="13392"/>
                </a:cubicBezTo>
                <a:cubicBezTo>
                  <a:pt x="4148057" y="11416"/>
                  <a:pt x="4146403" y="9840"/>
                  <a:pt x="4144036" y="8662"/>
                </a:cubicBezTo>
                <a:cubicBezTo>
                  <a:pt x="4141669" y="7483"/>
                  <a:pt x="4137247" y="6893"/>
                  <a:pt x="4130772" y="6893"/>
                </a:cubicBezTo>
                <a:lnTo>
                  <a:pt x="4130772" y="3133"/>
                </a:lnTo>
                <a:lnTo>
                  <a:pt x="4196571" y="3133"/>
                </a:lnTo>
                <a:cubicBezTo>
                  <a:pt x="4213700" y="3133"/>
                  <a:pt x="4226234" y="4316"/>
                  <a:pt x="4234171" y="6681"/>
                </a:cubicBezTo>
                <a:cubicBezTo>
                  <a:pt x="4242109" y="9046"/>
                  <a:pt x="4248585" y="13411"/>
                  <a:pt x="4253598" y="19776"/>
                </a:cubicBezTo>
                <a:cubicBezTo>
                  <a:pt x="4258611" y="26140"/>
                  <a:pt x="4261118" y="33601"/>
                  <a:pt x="4261118" y="42156"/>
                </a:cubicBezTo>
                <a:cubicBezTo>
                  <a:pt x="4261118" y="52592"/>
                  <a:pt x="4257358" y="61218"/>
                  <a:pt x="4249838" y="68036"/>
                </a:cubicBezTo>
                <a:cubicBezTo>
                  <a:pt x="4245034" y="72348"/>
                  <a:pt x="4238314" y="75583"/>
                  <a:pt x="4229680" y="77739"/>
                </a:cubicBezTo>
                <a:lnTo>
                  <a:pt x="4263729" y="125797"/>
                </a:lnTo>
                <a:cubicBezTo>
                  <a:pt x="4268185" y="131933"/>
                  <a:pt x="4271354" y="135759"/>
                  <a:pt x="4273234" y="137276"/>
                </a:cubicBezTo>
                <a:cubicBezTo>
                  <a:pt x="4276088" y="139412"/>
                  <a:pt x="4279396" y="140584"/>
                  <a:pt x="4283156" y="140791"/>
                </a:cubicBezTo>
                <a:lnTo>
                  <a:pt x="4283156" y="144760"/>
                </a:lnTo>
                <a:lnTo>
                  <a:pt x="4238558" y="144760"/>
                </a:lnTo>
                <a:lnTo>
                  <a:pt x="4192916" y="80213"/>
                </a:lnTo>
                <a:lnTo>
                  <a:pt x="4183620" y="80213"/>
                </a:lnTo>
                <a:moveTo>
                  <a:pt x="4183620" y="11071"/>
                </a:moveTo>
                <a:lnTo>
                  <a:pt x="4183620" y="72693"/>
                </a:lnTo>
                <a:lnTo>
                  <a:pt x="4189574" y="72693"/>
                </a:lnTo>
                <a:cubicBezTo>
                  <a:pt x="4199252" y="72693"/>
                  <a:pt x="4206494" y="71812"/>
                  <a:pt x="4211298" y="70049"/>
                </a:cubicBezTo>
                <a:cubicBezTo>
                  <a:pt x="4216103" y="68285"/>
                  <a:pt x="4219880" y="65104"/>
                  <a:pt x="4222630" y="60506"/>
                </a:cubicBezTo>
                <a:cubicBezTo>
                  <a:pt x="4225381" y="55906"/>
                  <a:pt x="4226756" y="49906"/>
                  <a:pt x="4226756" y="42506"/>
                </a:cubicBezTo>
                <a:cubicBezTo>
                  <a:pt x="4226756" y="31785"/>
                  <a:pt x="4224232" y="23866"/>
                  <a:pt x="4219184" y="18748"/>
                </a:cubicBezTo>
                <a:cubicBezTo>
                  <a:pt x="4214136" y="13630"/>
                  <a:pt x="4206006" y="11071"/>
                  <a:pt x="4194796" y="11071"/>
                </a:cubicBezTo>
                <a:lnTo>
                  <a:pt x="4183620" y="11071"/>
                </a:lnTo>
                <a:close/>
                <a:moveTo>
                  <a:pt x="4359574" y="141000"/>
                </a:moveTo>
                <a:lnTo>
                  <a:pt x="4359574" y="144760"/>
                </a:lnTo>
                <a:lnTo>
                  <a:pt x="4285523" y="144760"/>
                </a:lnTo>
                <a:lnTo>
                  <a:pt x="4285523" y="141000"/>
                </a:lnTo>
                <a:lnTo>
                  <a:pt x="4290223" y="141000"/>
                </a:lnTo>
                <a:cubicBezTo>
                  <a:pt x="4294331" y="141000"/>
                  <a:pt x="4297638" y="140265"/>
                  <a:pt x="4300145" y="138797"/>
                </a:cubicBezTo>
                <a:cubicBezTo>
                  <a:pt x="4301955" y="137815"/>
                  <a:pt x="4303348" y="136136"/>
                  <a:pt x="4304322" y="133757"/>
                </a:cubicBezTo>
                <a:cubicBezTo>
                  <a:pt x="4305088" y="132077"/>
                  <a:pt x="4305471" y="127668"/>
                  <a:pt x="4305471" y="120529"/>
                </a:cubicBezTo>
                <a:lnTo>
                  <a:pt x="4305471" y="27364"/>
                </a:lnTo>
                <a:cubicBezTo>
                  <a:pt x="4305471" y="20086"/>
                  <a:pt x="4305088" y="15537"/>
                  <a:pt x="4304322" y="13718"/>
                </a:cubicBezTo>
                <a:cubicBezTo>
                  <a:pt x="4303557" y="11897"/>
                  <a:pt x="4302007" y="10304"/>
                  <a:pt x="4299675" y="8940"/>
                </a:cubicBezTo>
                <a:cubicBezTo>
                  <a:pt x="4297342" y="7575"/>
                  <a:pt x="4294191" y="6893"/>
                  <a:pt x="4290223" y="6893"/>
                </a:cubicBezTo>
                <a:lnTo>
                  <a:pt x="4285523" y="6893"/>
                </a:lnTo>
                <a:lnTo>
                  <a:pt x="4285523" y="3133"/>
                </a:lnTo>
                <a:lnTo>
                  <a:pt x="4359574" y="3133"/>
                </a:lnTo>
                <a:lnTo>
                  <a:pt x="4359574" y="6893"/>
                </a:lnTo>
                <a:lnTo>
                  <a:pt x="4354874" y="6893"/>
                </a:lnTo>
                <a:cubicBezTo>
                  <a:pt x="4350765" y="6893"/>
                  <a:pt x="4347458" y="7628"/>
                  <a:pt x="4344951" y="9096"/>
                </a:cubicBezTo>
                <a:cubicBezTo>
                  <a:pt x="4343141" y="10078"/>
                  <a:pt x="4341714" y="11758"/>
                  <a:pt x="4340669" y="14136"/>
                </a:cubicBezTo>
                <a:cubicBezTo>
                  <a:pt x="4339903" y="15816"/>
                  <a:pt x="4339520" y="20225"/>
                  <a:pt x="4339520" y="27364"/>
                </a:cubicBezTo>
                <a:lnTo>
                  <a:pt x="4339520" y="120529"/>
                </a:lnTo>
                <a:cubicBezTo>
                  <a:pt x="4339520" y="127807"/>
                  <a:pt x="4339921" y="132357"/>
                  <a:pt x="4340721" y="134178"/>
                </a:cubicBezTo>
                <a:cubicBezTo>
                  <a:pt x="4341522" y="135997"/>
                  <a:pt x="4343089" y="137589"/>
                  <a:pt x="4345421" y="138953"/>
                </a:cubicBezTo>
                <a:cubicBezTo>
                  <a:pt x="4347754" y="140318"/>
                  <a:pt x="4350905" y="141000"/>
                  <a:pt x="4354874" y="141000"/>
                </a:cubicBezTo>
                <a:lnTo>
                  <a:pt x="4359574" y="141000"/>
                </a:lnTo>
                <a:close/>
                <a:moveTo>
                  <a:pt x="4417715" y="3133"/>
                </a:moveTo>
                <a:lnTo>
                  <a:pt x="4487588" y="90795"/>
                </a:lnTo>
                <a:lnTo>
                  <a:pt x="4487588" y="30080"/>
                </a:lnTo>
                <a:cubicBezTo>
                  <a:pt x="4487588" y="21546"/>
                  <a:pt x="4486369" y="15775"/>
                  <a:pt x="4483932" y="12768"/>
                </a:cubicBezTo>
                <a:cubicBezTo>
                  <a:pt x="4480590" y="8712"/>
                  <a:pt x="4474985" y="6754"/>
                  <a:pt x="4467117" y="6893"/>
                </a:cubicBezTo>
                <a:lnTo>
                  <a:pt x="4467117" y="3133"/>
                </a:lnTo>
                <a:lnTo>
                  <a:pt x="4513908" y="3133"/>
                </a:lnTo>
                <a:lnTo>
                  <a:pt x="4513908" y="6893"/>
                </a:lnTo>
                <a:cubicBezTo>
                  <a:pt x="4507920" y="7664"/>
                  <a:pt x="4503899" y="8661"/>
                  <a:pt x="4501845" y="9886"/>
                </a:cubicBezTo>
                <a:cubicBezTo>
                  <a:pt x="4499791" y="11109"/>
                  <a:pt x="4498189" y="13102"/>
                  <a:pt x="4497040" y="15866"/>
                </a:cubicBezTo>
                <a:cubicBezTo>
                  <a:pt x="4495891" y="18627"/>
                  <a:pt x="4495317" y="23365"/>
                  <a:pt x="4495317" y="30080"/>
                </a:cubicBezTo>
                <a:lnTo>
                  <a:pt x="4495317" y="147893"/>
                </a:lnTo>
                <a:lnTo>
                  <a:pt x="4491766" y="147893"/>
                </a:lnTo>
                <a:lnTo>
                  <a:pt x="4395990" y="29894"/>
                </a:lnTo>
                <a:lnTo>
                  <a:pt x="4395990" y="120111"/>
                </a:lnTo>
                <a:cubicBezTo>
                  <a:pt x="4395990" y="128299"/>
                  <a:pt x="4397853" y="133828"/>
                  <a:pt x="4401578" y="136698"/>
                </a:cubicBezTo>
                <a:cubicBezTo>
                  <a:pt x="4405303" y="139566"/>
                  <a:pt x="4409568" y="141000"/>
                  <a:pt x="4414372" y="141000"/>
                </a:cubicBezTo>
                <a:lnTo>
                  <a:pt x="4417715" y="141000"/>
                </a:lnTo>
                <a:lnTo>
                  <a:pt x="4417715" y="144760"/>
                </a:lnTo>
                <a:lnTo>
                  <a:pt x="4367477" y="144760"/>
                </a:lnTo>
                <a:lnTo>
                  <a:pt x="4367477" y="141000"/>
                </a:lnTo>
                <a:cubicBezTo>
                  <a:pt x="4375276" y="140930"/>
                  <a:pt x="4380707" y="139321"/>
                  <a:pt x="4383770" y="136173"/>
                </a:cubicBezTo>
                <a:cubicBezTo>
                  <a:pt x="4386834" y="133022"/>
                  <a:pt x="4388366" y="127668"/>
                  <a:pt x="4388366" y="120111"/>
                </a:cubicBezTo>
                <a:lnTo>
                  <a:pt x="4388366" y="20141"/>
                </a:lnTo>
                <a:lnTo>
                  <a:pt x="4385337" y="16398"/>
                </a:lnTo>
                <a:cubicBezTo>
                  <a:pt x="4382343" y="12596"/>
                  <a:pt x="4379697" y="10097"/>
                  <a:pt x="4377399" y="8901"/>
                </a:cubicBezTo>
                <a:cubicBezTo>
                  <a:pt x="4375101" y="7704"/>
                  <a:pt x="4371794" y="7035"/>
                  <a:pt x="4367477" y="6893"/>
                </a:cubicBezTo>
                <a:lnTo>
                  <a:pt x="4367477" y="3133"/>
                </a:lnTo>
                <a:lnTo>
                  <a:pt x="4417715" y="3133"/>
                </a:lnTo>
                <a:close/>
                <a:moveTo>
                  <a:pt x="4653827" y="3133"/>
                </a:moveTo>
                <a:lnTo>
                  <a:pt x="4653827" y="41569"/>
                </a:lnTo>
                <a:lnTo>
                  <a:pt x="4650067" y="41569"/>
                </a:lnTo>
                <a:cubicBezTo>
                  <a:pt x="4647838" y="32695"/>
                  <a:pt x="4645367" y="26320"/>
                  <a:pt x="4642651" y="22442"/>
                </a:cubicBezTo>
                <a:cubicBezTo>
                  <a:pt x="4639936" y="18565"/>
                  <a:pt x="4636210" y="15473"/>
                  <a:pt x="4631476" y="13167"/>
                </a:cubicBezTo>
                <a:cubicBezTo>
                  <a:pt x="4628830" y="11909"/>
                  <a:pt x="4624199" y="11280"/>
                  <a:pt x="4617584" y="11280"/>
                </a:cubicBezTo>
                <a:lnTo>
                  <a:pt x="4607036" y="11280"/>
                </a:lnTo>
                <a:lnTo>
                  <a:pt x="4607036" y="120529"/>
                </a:lnTo>
                <a:cubicBezTo>
                  <a:pt x="4607036" y="127807"/>
                  <a:pt x="4607436" y="132357"/>
                  <a:pt x="4608237" y="134178"/>
                </a:cubicBezTo>
                <a:cubicBezTo>
                  <a:pt x="4609037" y="135997"/>
                  <a:pt x="4610604" y="137589"/>
                  <a:pt x="4612937" y="138953"/>
                </a:cubicBezTo>
                <a:cubicBezTo>
                  <a:pt x="4615269" y="140318"/>
                  <a:pt x="4618455" y="141000"/>
                  <a:pt x="4622493" y="141000"/>
                </a:cubicBezTo>
                <a:lnTo>
                  <a:pt x="4627193" y="141000"/>
                </a:lnTo>
                <a:lnTo>
                  <a:pt x="4627193" y="144760"/>
                </a:lnTo>
                <a:lnTo>
                  <a:pt x="4553038" y="144760"/>
                </a:lnTo>
                <a:lnTo>
                  <a:pt x="4553038" y="141000"/>
                </a:lnTo>
                <a:lnTo>
                  <a:pt x="4557738" y="141000"/>
                </a:lnTo>
                <a:cubicBezTo>
                  <a:pt x="4561846" y="141000"/>
                  <a:pt x="4565153" y="140265"/>
                  <a:pt x="4567660" y="138797"/>
                </a:cubicBezTo>
                <a:cubicBezTo>
                  <a:pt x="4569470" y="137815"/>
                  <a:pt x="4570898" y="136136"/>
                  <a:pt x="4571942" y="133757"/>
                </a:cubicBezTo>
                <a:cubicBezTo>
                  <a:pt x="4572708" y="132077"/>
                  <a:pt x="4573091" y="127668"/>
                  <a:pt x="4573091" y="120529"/>
                </a:cubicBezTo>
                <a:lnTo>
                  <a:pt x="4573091" y="11280"/>
                </a:lnTo>
                <a:lnTo>
                  <a:pt x="4562856" y="11280"/>
                </a:lnTo>
                <a:cubicBezTo>
                  <a:pt x="4553316" y="11280"/>
                  <a:pt x="4546388" y="13306"/>
                  <a:pt x="4542071" y="17357"/>
                </a:cubicBezTo>
                <a:cubicBezTo>
                  <a:pt x="4536013" y="23017"/>
                  <a:pt x="4532184" y="31087"/>
                  <a:pt x="4530582" y="41569"/>
                </a:cubicBezTo>
                <a:lnTo>
                  <a:pt x="4526613" y="41569"/>
                </a:lnTo>
                <a:lnTo>
                  <a:pt x="4526613" y="3133"/>
                </a:lnTo>
                <a:lnTo>
                  <a:pt x="4653827" y="3133"/>
                </a:lnTo>
                <a:close/>
                <a:moveTo>
                  <a:pt x="4664170" y="187582"/>
                </a:moveTo>
                <a:lnTo>
                  <a:pt x="4664170" y="182778"/>
                </a:lnTo>
                <a:cubicBezTo>
                  <a:pt x="4671411" y="177975"/>
                  <a:pt x="4676738" y="173313"/>
                  <a:pt x="4680149" y="168792"/>
                </a:cubicBezTo>
                <a:cubicBezTo>
                  <a:pt x="4684815" y="162527"/>
                  <a:pt x="4688505" y="154524"/>
                  <a:pt x="4691221" y="144783"/>
                </a:cubicBezTo>
                <a:cubicBezTo>
                  <a:pt x="4694563" y="132534"/>
                  <a:pt x="4696234" y="115485"/>
                  <a:pt x="4696234" y="93634"/>
                </a:cubicBezTo>
                <a:cubicBezTo>
                  <a:pt x="4696234" y="73037"/>
                  <a:pt x="4694719" y="57049"/>
                  <a:pt x="4691691" y="45672"/>
                </a:cubicBezTo>
                <a:cubicBezTo>
                  <a:pt x="4688662" y="34294"/>
                  <a:pt x="4684536" y="25091"/>
                  <a:pt x="4679314" y="18062"/>
                </a:cubicBezTo>
                <a:cubicBezTo>
                  <a:pt x="4675693" y="13190"/>
                  <a:pt x="4670645" y="8910"/>
                  <a:pt x="4664170" y="5222"/>
                </a:cubicBezTo>
                <a:lnTo>
                  <a:pt x="4664170" y="0"/>
                </a:lnTo>
                <a:cubicBezTo>
                  <a:pt x="4680950" y="5638"/>
                  <a:pt x="4695172" y="17139"/>
                  <a:pt x="4706835" y="34503"/>
                </a:cubicBezTo>
                <a:cubicBezTo>
                  <a:pt x="4718498" y="51864"/>
                  <a:pt x="4724329" y="71818"/>
                  <a:pt x="4724329" y="94365"/>
                </a:cubicBezTo>
                <a:cubicBezTo>
                  <a:pt x="4724329" y="116564"/>
                  <a:pt x="4718498" y="136240"/>
                  <a:pt x="4706835" y="153393"/>
                </a:cubicBezTo>
                <a:cubicBezTo>
                  <a:pt x="4695172" y="170548"/>
                  <a:pt x="4680950" y="181944"/>
                  <a:pt x="4664170" y="18758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9A4A5C-D417-43B2-A756-C4355D76B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9116" y="4313456"/>
            <a:ext cx="1011578" cy="317555"/>
          </a:xfrm>
          <a:custGeom xmlns:a="http://schemas.openxmlformats.org/drawingml/2006/main">
            <a:pathLst>
              <a:path w="1011578" h="317555" fill="none">
                <a:moveTo>
                  <a:pt x="1011578" y="0"/>
                </a:moveTo>
                <a:lnTo>
                  <a:pt x="1011578" y="187164"/>
                </a:lnTo>
                <a:lnTo>
                  <a:pt x="0" y="187164"/>
                </a:lnTo>
                <a:lnTo>
                  <a:pt x="267" y="317555"/>
                </a:lnTo>
              </a:path>
            </a:pathLst>
          </a:custGeom>
          <a:noFill xmlns:a="http://schemas.openxmlformats.org/drawingml/2006/main"/>
          <a:ln xmlns:a="http://schemas.openxmlformats.org/drawingml/2006/main" w="8913" cap="flat">
            <a:solidFill>
              <a:srgbClr val="000000"/>
            </a:solidFill>
            <a:miter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E9D388-06DD-4DAE-83F2-C7C7968F3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8100" y="4615414"/>
            <a:ext cx="62388" cy="62388"/>
          </a:xfrm>
          <a:custGeom xmlns:a="http://schemas.openxmlformats.org/drawingml/2006/main">
            <a:pathLst>
              <a:path w="62388" h="62388">
                <a:moveTo>
                  <a:pt x="31372" y="62388"/>
                </a:moveTo>
                <a:lnTo>
                  <a:pt x="0" y="89"/>
                </a:lnTo>
                <a:lnTo>
                  <a:pt x="31283" y="15597"/>
                </a:lnTo>
                <a:lnTo>
                  <a:pt x="62388" y="0"/>
                </a:lnTo>
                <a:lnTo>
                  <a:pt x="31372" y="6238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7A5579-D155-4D83-A8F3-D88BBEB2A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8100" y="4615414"/>
            <a:ext cx="62388" cy="62388"/>
          </a:xfrm>
          <a:custGeom xmlns:a="http://schemas.openxmlformats.org/drawingml/2006/main">
            <a:pathLst>
              <a:path w="62388" h="62388" fill="none">
                <a:moveTo>
                  <a:pt x="31372" y="62388"/>
                </a:moveTo>
                <a:lnTo>
                  <a:pt x="0" y="89"/>
                </a:lnTo>
                <a:lnTo>
                  <a:pt x="31283" y="15597"/>
                </a:lnTo>
                <a:lnTo>
                  <a:pt x="62388" y="0"/>
                </a:lnTo>
                <a:lnTo>
                  <a:pt x="31372" y="6238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913" cap="flat">
            <a:solidFill>
              <a:srgbClr val="000000"/>
            </a:solidFill>
            <a:miter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445378-8A4F-4BE4-BBA9-3AB01BFC7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693" y="4313456"/>
            <a:ext cx="744200" cy="317555"/>
          </a:xfrm>
          <a:custGeom xmlns:a="http://schemas.openxmlformats.org/drawingml/2006/main">
            <a:pathLst>
              <a:path w="744200" h="317555" fill="none">
                <a:moveTo>
                  <a:pt x="0" y="0"/>
                </a:moveTo>
                <a:lnTo>
                  <a:pt x="0" y="187164"/>
                </a:lnTo>
                <a:lnTo>
                  <a:pt x="744200" y="187164"/>
                </a:lnTo>
                <a:lnTo>
                  <a:pt x="744200" y="317555"/>
                </a:lnTo>
              </a:path>
            </a:pathLst>
          </a:custGeom>
          <a:noFill xmlns:a="http://schemas.openxmlformats.org/drawingml/2006/main"/>
          <a:ln xmlns:a="http://schemas.openxmlformats.org/drawingml/2006/main" w="8913" cap="flat">
            <a:solidFill>
              <a:srgbClr val="000000"/>
            </a:solidFill>
            <a:miter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D40CDA-A8F8-425A-B352-C915E3DA7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3700" y="4615414"/>
            <a:ext cx="62388" cy="62388"/>
          </a:xfrm>
          <a:custGeom xmlns:a="http://schemas.openxmlformats.org/drawingml/2006/main">
            <a:pathLst>
              <a:path w="62388" h="62388">
                <a:moveTo>
                  <a:pt x="31194" y="62388"/>
                </a:moveTo>
                <a:lnTo>
                  <a:pt x="0" y="0"/>
                </a:lnTo>
                <a:lnTo>
                  <a:pt x="31194" y="15597"/>
                </a:lnTo>
                <a:lnTo>
                  <a:pt x="62388" y="0"/>
                </a:lnTo>
                <a:lnTo>
                  <a:pt x="31194" y="6238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00DA92-80BC-48DC-8EB6-036223A5D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3700" y="4615414"/>
            <a:ext cx="62388" cy="62388"/>
          </a:xfrm>
          <a:custGeom xmlns:a="http://schemas.openxmlformats.org/drawingml/2006/main">
            <a:pathLst>
              <a:path w="62388" h="62388" fill="none">
                <a:moveTo>
                  <a:pt x="31194" y="62388"/>
                </a:moveTo>
                <a:lnTo>
                  <a:pt x="0" y="0"/>
                </a:lnTo>
                <a:lnTo>
                  <a:pt x="31194" y="15597"/>
                </a:lnTo>
                <a:lnTo>
                  <a:pt x="62388" y="0"/>
                </a:lnTo>
                <a:lnTo>
                  <a:pt x="31194" y="6238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913" cap="flat">
            <a:solidFill>
              <a:srgbClr val="000000"/>
            </a:solidFill>
            <a:miter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C835A5-9649-4226-B89F-2A18C7E89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465" y="2655716"/>
            <a:ext cx="2094456" cy="1729040"/>
          </a:xfrm>
          <a:custGeom xmlns:a="http://schemas.openxmlformats.org/drawingml/2006/main">
            <a:pathLst>
              <a:path w="2094456" h="1729040" fill="none">
                <a:moveTo>
                  <a:pt x="0" y="1688934"/>
                </a:moveTo>
                <a:lnTo>
                  <a:pt x="0" y="40107"/>
                </a:lnTo>
                <a:cubicBezTo>
                  <a:pt x="0" y="34788"/>
                  <a:pt x="1017" y="29672"/>
                  <a:pt x="3053" y="24758"/>
                </a:cubicBezTo>
                <a:cubicBezTo>
                  <a:pt x="5088" y="19844"/>
                  <a:pt x="7986" y="15507"/>
                  <a:pt x="11747" y="11747"/>
                </a:cubicBezTo>
                <a:cubicBezTo>
                  <a:pt x="15508" y="7986"/>
                  <a:pt x="19845" y="5088"/>
                  <a:pt x="24758" y="3053"/>
                </a:cubicBezTo>
                <a:cubicBezTo>
                  <a:pt x="29672" y="1018"/>
                  <a:pt x="34788" y="0"/>
                  <a:pt x="40107" y="0"/>
                </a:cubicBezTo>
                <a:lnTo>
                  <a:pt x="2054350" y="0"/>
                </a:lnTo>
                <a:cubicBezTo>
                  <a:pt x="2059669" y="0"/>
                  <a:pt x="2064784" y="1018"/>
                  <a:pt x="2069697" y="3053"/>
                </a:cubicBezTo>
                <a:cubicBezTo>
                  <a:pt x="2074611" y="5088"/>
                  <a:pt x="2078948" y="7986"/>
                  <a:pt x="2082709" y="11747"/>
                </a:cubicBezTo>
                <a:cubicBezTo>
                  <a:pt x="2086469" y="15507"/>
                  <a:pt x="2089367" y="19844"/>
                  <a:pt x="2091403" y="24758"/>
                </a:cubicBezTo>
                <a:cubicBezTo>
                  <a:pt x="2093438" y="29672"/>
                  <a:pt x="2094456" y="34788"/>
                  <a:pt x="2094456" y="40107"/>
                </a:cubicBezTo>
                <a:lnTo>
                  <a:pt x="2094456" y="1688934"/>
                </a:lnTo>
                <a:cubicBezTo>
                  <a:pt x="2094456" y="1694252"/>
                  <a:pt x="2093438" y="1699368"/>
                  <a:pt x="2091403" y="1704281"/>
                </a:cubicBezTo>
                <a:cubicBezTo>
                  <a:pt x="2089367" y="1709195"/>
                  <a:pt x="2086469" y="1713532"/>
                  <a:pt x="2082709" y="1717293"/>
                </a:cubicBezTo>
                <a:cubicBezTo>
                  <a:pt x="2078948" y="1721054"/>
                  <a:pt x="2074611" y="1723951"/>
                  <a:pt x="2069697" y="1725987"/>
                </a:cubicBezTo>
                <a:cubicBezTo>
                  <a:pt x="2064784" y="1728022"/>
                  <a:pt x="2059669" y="1729040"/>
                  <a:pt x="2054350" y="1729040"/>
                </a:cubicBezTo>
                <a:lnTo>
                  <a:pt x="40107" y="1729040"/>
                </a:lnTo>
                <a:cubicBezTo>
                  <a:pt x="34788" y="1729040"/>
                  <a:pt x="29672" y="1728022"/>
                  <a:pt x="24758" y="1725987"/>
                </a:cubicBezTo>
                <a:cubicBezTo>
                  <a:pt x="19845" y="1723951"/>
                  <a:pt x="15508" y="1721054"/>
                  <a:pt x="11747" y="1717293"/>
                </a:cubicBezTo>
                <a:cubicBezTo>
                  <a:pt x="7986" y="1713532"/>
                  <a:pt x="5088" y="1709195"/>
                  <a:pt x="3053" y="1704281"/>
                </a:cubicBezTo>
                <a:cubicBezTo>
                  <a:pt x="1018" y="1699368"/>
                  <a:pt x="0" y="1694252"/>
                  <a:pt x="0" y="168893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8913" cap="flat">
            <a:solidFill>
              <a:srgbClr val="CCCCCC"/>
            </a:solidFill>
            <a:miter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375DE0-25D1-4994-B981-53C67B8CC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7047" y="2749298"/>
            <a:ext cx="1907292" cy="169339"/>
          </a:xfrm>
          <a:custGeom xmlns:a="http://schemas.openxmlformats.org/drawingml/2006/main">
            <a:pathLst>
              <a:path w="1907292" h="169339">
                <a:moveTo>
                  <a:pt x="0" y="0"/>
                </a:moveTo>
                <a:lnTo>
                  <a:pt x="1907292" y="0"/>
                </a:lnTo>
                <a:lnTo>
                  <a:pt x="1907292" y="169339"/>
                </a:lnTo>
                <a:lnTo>
                  <a:pt x="0" y="16933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661C28-6703-409B-9E75-8832A22BF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7047" y="2918637"/>
            <a:ext cx="1907292" cy="169339"/>
          </a:xfrm>
          <a:custGeom xmlns:a="http://schemas.openxmlformats.org/drawingml/2006/main">
            <a:pathLst>
              <a:path w="1907292" h="169339">
                <a:moveTo>
                  <a:pt x="0" y="0"/>
                </a:moveTo>
                <a:lnTo>
                  <a:pt x="1907292" y="0"/>
                </a:lnTo>
                <a:lnTo>
                  <a:pt x="1907292" y="169339"/>
                </a:lnTo>
                <a:lnTo>
                  <a:pt x="0" y="16933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A995A7-F6C6-4DCF-A7E4-A00E06ECF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7047" y="3087976"/>
            <a:ext cx="1907292" cy="178252"/>
          </a:xfrm>
          <a:custGeom xmlns:a="http://schemas.openxmlformats.org/drawingml/2006/main">
            <a:pathLst>
              <a:path w="1907292" h="178252">
                <a:moveTo>
                  <a:pt x="0" y="0"/>
                </a:moveTo>
                <a:lnTo>
                  <a:pt x="1907292" y="0"/>
                </a:lnTo>
                <a:lnTo>
                  <a:pt x="1907292" y="178252"/>
                </a:lnTo>
                <a:lnTo>
                  <a:pt x="0" y="17825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6E7D35-D7C0-478B-848E-96C927207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7047" y="3266228"/>
            <a:ext cx="1907292" cy="169339"/>
          </a:xfrm>
          <a:custGeom xmlns:a="http://schemas.openxmlformats.org/drawingml/2006/main">
            <a:pathLst>
              <a:path w="1907292" h="169339">
                <a:moveTo>
                  <a:pt x="0" y="0"/>
                </a:moveTo>
                <a:lnTo>
                  <a:pt x="1907292" y="0"/>
                </a:lnTo>
                <a:lnTo>
                  <a:pt x="1907292" y="169339"/>
                </a:lnTo>
                <a:lnTo>
                  <a:pt x="0" y="16933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4D8649-59D3-454E-94E0-C6175B5C8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7047" y="3435567"/>
            <a:ext cx="1907292" cy="169339"/>
          </a:xfrm>
          <a:custGeom xmlns:a="http://schemas.openxmlformats.org/drawingml/2006/main">
            <a:pathLst>
              <a:path w="1907292" h="169339">
                <a:moveTo>
                  <a:pt x="0" y="0"/>
                </a:moveTo>
                <a:lnTo>
                  <a:pt x="1907292" y="0"/>
                </a:lnTo>
                <a:lnTo>
                  <a:pt x="1907292" y="169339"/>
                </a:lnTo>
                <a:lnTo>
                  <a:pt x="0" y="16933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601E5F-10AD-4019-B7B7-87899E934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7047" y="3604906"/>
            <a:ext cx="1907292" cy="169339"/>
          </a:xfrm>
          <a:custGeom xmlns:a="http://schemas.openxmlformats.org/drawingml/2006/main">
            <a:pathLst>
              <a:path w="1907292" h="169339">
                <a:moveTo>
                  <a:pt x="0" y="0"/>
                </a:moveTo>
                <a:lnTo>
                  <a:pt x="1907292" y="0"/>
                </a:lnTo>
                <a:lnTo>
                  <a:pt x="1907292" y="169339"/>
                </a:lnTo>
                <a:lnTo>
                  <a:pt x="0" y="16933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2ADDB6-BF9F-488B-B148-523D0164B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7047" y="3943584"/>
            <a:ext cx="1907292" cy="178252"/>
          </a:xfrm>
          <a:custGeom xmlns:a="http://schemas.openxmlformats.org/drawingml/2006/main">
            <a:pathLst>
              <a:path w="1907292" h="178252">
                <a:moveTo>
                  <a:pt x="0" y="0"/>
                </a:moveTo>
                <a:lnTo>
                  <a:pt x="1907292" y="0"/>
                </a:lnTo>
                <a:lnTo>
                  <a:pt x="1907292" y="178252"/>
                </a:lnTo>
                <a:lnTo>
                  <a:pt x="0" y="17825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Text err(loc_A1722):">
            <a:extLst xmlns:a="http://schemas.openxmlformats.org/drawingml/2006/main">
              <a:ext uri="{FF2B5EF4-FFF2-40B4-BE49-F238E27FC236}">
                <a16:creationId xmlns:a16="http://schemas.microsoft.com/office/drawing/2014/main" id="{45442968-AD39-4A3A-8008-B3727F121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548" y="2786480"/>
            <a:ext cx="981517" cy="127283"/>
          </a:xfrm>
          <a:custGeom xmlns:a="http://schemas.openxmlformats.org/drawingml/2006/main">
            <a:pathLst>
              <a:path w="981517" h="127283">
                <a:moveTo>
                  <a:pt x="54450" y="61553"/>
                </a:moveTo>
                <a:lnTo>
                  <a:pt x="18730" y="61553"/>
                </a:lnTo>
                <a:cubicBezTo>
                  <a:pt x="19148" y="70210"/>
                  <a:pt x="21446" y="77052"/>
                  <a:pt x="25624" y="82078"/>
                </a:cubicBezTo>
                <a:cubicBezTo>
                  <a:pt x="28827" y="85941"/>
                  <a:pt x="32679" y="87872"/>
                  <a:pt x="37182" y="87872"/>
                </a:cubicBezTo>
                <a:cubicBezTo>
                  <a:pt x="39967" y="87872"/>
                  <a:pt x="42497" y="87095"/>
                  <a:pt x="44772" y="85540"/>
                </a:cubicBezTo>
                <a:cubicBezTo>
                  <a:pt x="47046" y="83985"/>
                  <a:pt x="49483" y="81188"/>
                  <a:pt x="52083" y="77150"/>
                </a:cubicBezTo>
                <a:lnTo>
                  <a:pt x="54450" y="78681"/>
                </a:lnTo>
                <a:cubicBezTo>
                  <a:pt x="50922" y="85876"/>
                  <a:pt x="47023" y="90971"/>
                  <a:pt x="42753" y="93965"/>
                </a:cubicBezTo>
                <a:cubicBezTo>
                  <a:pt x="38482" y="96959"/>
                  <a:pt x="33538" y="98456"/>
                  <a:pt x="27921" y="98456"/>
                </a:cubicBezTo>
                <a:cubicBezTo>
                  <a:pt x="18266" y="98456"/>
                  <a:pt x="10955" y="94739"/>
                  <a:pt x="5988" y="87305"/>
                </a:cubicBezTo>
                <a:cubicBezTo>
                  <a:pt x="1996" y="81311"/>
                  <a:pt x="0" y="73876"/>
                  <a:pt x="0" y="65001"/>
                </a:cubicBezTo>
                <a:cubicBezTo>
                  <a:pt x="0" y="54128"/>
                  <a:pt x="2936" y="45473"/>
                  <a:pt x="8808" y="39038"/>
                </a:cubicBezTo>
                <a:cubicBezTo>
                  <a:pt x="14680" y="32602"/>
                  <a:pt x="21562" y="29384"/>
                  <a:pt x="29453" y="29384"/>
                </a:cubicBezTo>
                <a:cubicBezTo>
                  <a:pt x="36045" y="29384"/>
                  <a:pt x="41766" y="32088"/>
                  <a:pt x="46617" y="37495"/>
                </a:cubicBezTo>
                <a:cubicBezTo>
                  <a:pt x="51468" y="42903"/>
                  <a:pt x="54079" y="50922"/>
                  <a:pt x="54450" y="61553"/>
                </a:cubicBezTo>
                <a:moveTo>
                  <a:pt x="37321" y="56957"/>
                </a:moveTo>
                <a:cubicBezTo>
                  <a:pt x="37321" y="49483"/>
                  <a:pt x="36915" y="44354"/>
                  <a:pt x="36103" y="41569"/>
                </a:cubicBezTo>
                <a:cubicBezTo>
                  <a:pt x="35291" y="38784"/>
                  <a:pt x="34026" y="36672"/>
                  <a:pt x="32308" y="35233"/>
                </a:cubicBezTo>
                <a:cubicBezTo>
                  <a:pt x="31333" y="34397"/>
                  <a:pt x="30034" y="33979"/>
                  <a:pt x="28409" y="33979"/>
                </a:cubicBezTo>
                <a:cubicBezTo>
                  <a:pt x="25995" y="33979"/>
                  <a:pt x="24022" y="35163"/>
                  <a:pt x="22490" y="37530"/>
                </a:cubicBezTo>
                <a:cubicBezTo>
                  <a:pt x="19752" y="41662"/>
                  <a:pt x="18382" y="47325"/>
                  <a:pt x="18382" y="54520"/>
                </a:cubicBezTo>
                <a:lnTo>
                  <a:pt x="18382" y="56957"/>
                </a:lnTo>
                <a:lnTo>
                  <a:pt x="37321" y="56957"/>
                </a:lnTo>
                <a:close/>
                <a:moveTo>
                  <a:pt x="89635" y="31333"/>
                </a:moveTo>
                <a:lnTo>
                  <a:pt x="89635" y="46095"/>
                </a:lnTo>
                <a:cubicBezTo>
                  <a:pt x="93952" y="39364"/>
                  <a:pt x="97735" y="34896"/>
                  <a:pt x="100985" y="32691"/>
                </a:cubicBezTo>
                <a:cubicBezTo>
                  <a:pt x="104234" y="30486"/>
                  <a:pt x="107367" y="29384"/>
                  <a:pt x="110385" y="29384"/>
                </a:cubicBezTo>
                <a:cubicBezTo>
                  <a:pt x="112984" y="29384"/>
                  <a:pt x="115061" y="30187"/>
                  <a:pt x="116616" y="31795"/>
                </a:cubicBezTo>
                <a:cubicBezTo>
                  <a:pt x="118171" y="33402"/>
                  <a:pt x="118949" y="35673"/>
                  <a:pt x="118949" y="38607"/>
                </a:cubicBezTo>
                <a:cubicBezTo>
                  <a:pt x="118949" y="41729"/>
                  <a:pt x="118195" y="44152"/>
                  <a:pt x="116686" y="45877"/>
                </a:cubicBezTo>
                <a:cubicBezTo>
                  <a:pt x="115177" y="47600"/>
                  <a:pt x="113355" y="48462"/>
                  <a:pt x="111220" y="48462"/>
                </a:cubicBezTo>
                <a:cubicBezTo>
                  <a:pt x="108760" y="48462"/>
                  <a:pt x="106625" y="47673"/>
                  <a:pt x="104814" y="46095"/>
                </a:cubicBezTo>
                <a:cubicBezTo>
                  <a:pt x="103004" y="44516"/>
                  <a:pt x="101936" y="43635"/>
                  <a:pt x="101611" y="43449"/>
                </a:cubicBezTo>
                <a:cubicBezTo>
                  <a:pt x="101147" y="43170"/>
                  <a:pt x="100613" y="43031"/>
                  <a:pt x="100010" y="43031"/>
                </a:cubicBezTo>
                <a:cubicBezTo>
                  <a:pt x="98664" y="43031"/>
                  <a:pt x="97387" y="43542"/>
                  <a:pt x="96180" y="44563"/>
                </a:cubicBezTo>
                <a:cubicBezTo>
                  <a:pt x="94277" y="46141"/>
                  <a:pt x="92838" y="48393"/>
                  <a:pt x="91863" y="51317"/>
                </a:cubicBezTo>
                <a:cubicBezTo>
                  <a:pt x="90378" y="55820"/>
                  <a:pt x="89635" y="60787"/>
                  <a:pt x="89635" y="66218"/>
                </a:cubicBezTo>
                <a:lnTo>
                  <a:pt x="89635" y="81188"/>
                </a:lnTo>
                <a:lnTo>
                  <a:pt x="89705" y="85087"/>
                </a:lnTo>
                <a:cubicBezTo>
                  <a:pt x="89705" y="87733"/>
                  <a:pt x="89867" y="89428"/>
                  <a:pt x="90192" y="90170"/>
                </a:cubicBezTo>
                <a:cubicBezTo>
                  <a:pt x="90749" y="91424"/>
                  <a:pt x="91573" y="92340"/>
                  <a:pt x="92664" y="92921"/>
                </a:cubicBezTo>
                <a:cubicBezTo>
                  <a:pt x="93755" y="93501"/>
                  <a:pt x="95600" y="93861"/>
                  <a:pt x="98199" y="94000"/>
                </a:cubicBezTo>
                <a:lnTo>
                  <a:pt x="98199" y="96507"/>
                </a:lnTo>
                <a:lnTo>
                  <a:pt x="63036" y="96507"/>
                </a:lnTo>
                <a:lnTo>
                  <a:pt x="63036" y="94000"/>
                </a:lnTo>
                <a:cubicBezTo>
                  <a:pt x="65868" y="93768"/>
                  <a:pt x="67783" y="92990"/>
                  <a:pt x="68781" y="91667"/>
                </a:cubicBezTo>
                <a:cubicBezTo>
                  <a:pt x="69779" y="90344"/>
                  <a:pt x="70278" y="86851"/>
                  <a:pt x="70278" y="81188"/>
                </a:cubicBezTo>
                <a:lnTo>
                  <a:pt x="70278" y="45120"/>
                </a:lnTo>
                <a:cubicBezTo>
                  <a:pt x="70278" y="41383"/>
                  <a:pt x="70092" y="39001"/>
                  <a:pt x="69721" y="37974"/>
                </a:cubicBezTo>
                <a:cubicBezTo>
                  <a:pt x="69257" y="36666"/>
                  <a:pt x="68584" y="35708"/>
                  <a:pt x="67702" y="35102"/>
                </a:cubicBezTo>
                <a:cubicBezTo>
                  <a:pt x="66820" y="34494"/>
                  <a:pt x="65265" y="34073"/>
                  <a:pt x="63036" y="33840"/>
                </a:cubicBezTo>
                <a:lnTo>
                  <a:pt x="63036" y="31333"/>
                </a:lnTo>
                <a:lnTo>
                  <a:pt x="89635" y="31333"/>
                </a:lnTo>
                <a:close/>
                <a:moveTo>
                  <a:pt x="152950" y="31333"/>
                </a:moveTo>
                <a:lnTo>
                  <a:pt x="152950" y="46095"/>
                </a:lnTo>
                <a:cubicBezTo>
                  <a:pt x="157267" y="39364"/>
                  <a:pt x="161050" y="34896"/>
                  <a:pt x="164299" y="32691"/>
                </a:cubicBezTo>
                <a:cubicBezTo>
                  <a:pt x="167549" y="30486"/>
                  <a:pt x="170682" y="29384"/>
                  <a:pt x="173699" y="29384"/>
                </a:cubicBezTo>
                <a:cubicBezTo>
                  <a:pt x="176299" y="29384"/>
                  <a:pt x="178376" y="30187"/>
                  <a:pt x="179931" y="31795"/>
                </a:cubicBezTo>
                <a:cubicBezTo>
                  <a:pt x="181486" y="33402"/>
                  <a:pt x="182264" y="35673"/>
                  <a:pt x="182264" y="38607"/>
                </a:cubicBezTo>
                <a:cubicBezTo>
                  <a:pt x="182264" y="41729"/>
                  <a:pt x="181510" y="44152"/>
                  <a:pt x="180001" y="45877"/>
                </a:cubicBezTo>
                <a:cubicBezTo>
                  <a:pt x="178492" y="47600"/>
                  <a:pt x="176670" y="48462"/>
                  <a:pt x="174535" y="48462"/>
                </a:cubicBezTo>
                <a:cubicBezTo>
                  <a:pt x="172075" y="48462"/>
                  <a:pt x="169939" y="47673"/>
                  <a:pt x="168129" y="46095"/>
                </a:cubicBezTo>
                <a:cubicBezTo>
                  <a:pt x="166319" y="44516"/>
                  <a:pt x="165251" y="43635"/>
                  <a:pt x="164926" y="43449"/>
                </a:cubicBezTo>
                <a:cubicBezTo>
                  <a:pt x="164462" y="43170"/>
                  <a:pt x="163928" y="43031"/>
                  <a:pt x="163325" y="43031"/>
                </a:cubicBezTo>
                <a:cubicBezTo>
                  <a:pt x="161978" y="43031"/>
                  <a:pt x="160702" y="43542"/>
                  <a:pt x="159495" y="44563"/>
                </a:cubicBezTo>
                <a:cubicBezTo>
                  <a:pt x="157592" y="46141"/>
                  <a:pt x="156153" y="48393"/>
                  <a:pt x="155178" y="51317"/>
                </a:cubicBezTo>
                <a:cubicBezTo>
                  <a:pt x="153693" y="55820"/>
                  <a:pt x="152950" y="60787"/>
                  <a:pt x="152950" y="66218"/>
                </a:cubicBezTo>
                <a:lnTo>
                  <a:pt x="152950" y="81188"/>
                </a:lnTo>
                <a:lnTo>
                  <a:pt x="153019" y="85087"/>
                </a:lnTo>
                <a:cubicBezTo>
                  <a:pt x="153019" y="87733"/>
                  <a:pt x="153182" y="89428"/>
                  <a:pt x="153507" y="90170"/>
                </a:cubicBezTo>
                <a:cubicBezTo>
                  <a:pt x="154064" y="91424"/>
                  <a:pt x="154888" y="92340"/>
                  <a:pt x="155979" y="92921"/>
                </a:cubicBezTo>
                <a:cubicBezTo>
                  <a:pt x="157070" y="93501"/>
                  <a:pt x="158915" y="93861"/>
                  <a:pt x="161514" y="94000"/>
                </a:cubicBezTo>
                <a:lnTo>
                  <a:pt x="161514" y="96507"/>
                </a:lnTo>
                <a:lnTo>
                  <a:pt x="126351" y="96507"/>
                </a:lnTo>
                <a:lnTo>
                  <a:pt x="126351" y="94000"/>
                </a:lnTo>
                <a:cubicBezTo>
                  <a:pt x="129183" y="93768"/>
                  <a:pt x="131098" y="92990"/>
                  <a:pt x="132096" y="91667"/>
                </a:cubicBezTo>
                <a:cubicBezTo>
                  <a:pt x="133094" y="90344"/>
                  <a:pt x="133593" y="86851"/>
                  <a:pt x="133593" y="81188"/>
                </a:cubicBezTo>
                <a:lnTo>
                  <a:pt x="133593" y="45120"/>
                </a:lnTo>
                <a:cubicBezTo>
                  <a:pt x="133593" y="41383"/>
                  <a:pt x="133407" y="39001"/>
                  <a:pt x="133036" y="37974"/>
                </a:cubicBezTo>
                <a:cubicBezTo>
                  <a:pt x="132572" y="36666"/>
                  <a:pt x="131898" y="35708"/>
                  <a:pt x="131016" y="35102"/>
                </a:cubicBezTo>
                <a:cubicBezTo>
                  <a:pt x="130135" y="34494"/>
                  <a:pt x="128579" y="34073"/>
                  <a:pt x="126351" y="33840"/>
                </a:cubicBezTo>
                <a:lnTo>
                  <a:pt x="126351" y="31333"/>
                </a:lnTo>
                <a:lnTo>
                  <a:pt x="152950" y="31333"/>
                </a:lnTo>
                <a:close/>
                <a:moveTo>
                  <a:pt x="263269" y="0"/>
                </a:moveTo>
                <a:lnTo>
                  <a:pt x="263269" y="3203"/>
                </a:lnTo>
                <a:cubicBezTo>
                  <a:pt x="258441" y="6358"/>
                  <a:pt x="254890" y="9444"/>
                  <a:pt x="252616" y="12459"/>
                </a:cubicBezTo>
                <a:cubicBezTo>
                  <a:pt x="249459" y="16634"/>
                  <a:pt x="246999" y="21992"/>
                  <a:pt x="245235" y="28533"/>
                </a:cubicBezTo>
                <a:cubicBezTo>
                  <a:pt x="243007" y="36652"/>
                  <a:pt x="241893" y="47995"/>
                  <a:pt x="241893" y="62562"/>
                </a:cubicBezTo>
                <a:cubicBezTo>
                  <a:pt x="241893" y="76294"/>
                  <a:pt x="242902" y="86964"/>
                  <a:pt x="244922" y="94572"/>
                </a:cubicBezTo>
                <a:cubicBezTo>
                  <a:pt x="246941" y="102181"/>
                  <a:pt x="249691" y="108328"/>
                  <a:pt x="253173" y="113013"/>
                </a:cubicBezTo>
                <a:cubicBezTo>
                  <a:pt x="255587" y="116261"/>
                  <a:pt x="258952" y="119114"/>
                  <a:pt x="263269" y="121573"/>
                </a:cubicBezTo>
                <a:lnTo>
                  <a:pt x="263269" y="125055"/>
                </a:lnTo>
                <a:cubicBezTo>
                  <a:pt x="252082" y="121296"/>
                  <a:pt x="242601" y="113629"/>
                  <a:pt x="234825" y="102053"/>
                </a:cubicBezTo>
                <a:cubicBezTo>
                  <a:pt x="227050" y="90478"/>
                  <a:pt x="223162" y="77176"/>
                  <a:pt x="223162" y="62144"/>
                </a:cubicBezTo>
                <a:cubicBezTo>
                  <a:pt x="223162" y="47299"/>
                  <a:pt x="227039" y="34158"/>
                  <a:pt x="234791" y="22723"/>
                </a:cubicBezTo>
                <a:cubicBezTo>
                  <a:pt x="242543" y="11287"/>
                  <a:pt x="252036" y="3712"/>
                  <a:pt x="263269" y="0"/>
                </a:cubicBezTo>
                <a:close/>
                <a:moveTo>
                  <a:pt x="295228" y="2089"/>
                </a:moveTo>
                <a:lnTo>
                  <a:pt x="295228" y="82998"/>
                </a:lnTo>
                <a:cubicBezTo>
                  <a:pt x="295228" y="87594"/>
                  <a:pt x="295762" y="90530"/>
                  <a:pt x="296830" y="91807"/>
                </a:cubicBezTo>
                <a:cubicBezTo>
                  <a:pt x="297897" y="93083"/>
                  <a:pt x="299986" y="93814"/>
                  <a:pt x="303096" y="94000"/>
                </a:cubicBezTo>
                <a:lnTo>
                  <a:pt x="303096" y="96507"/>
                </a:lnTo>
                <a:lnTo>
                  <a:pt x="267933" y="96507"/>
                </a:lnTo>
                <a:lnTo>
                  <a:pt x="267933" y="94000"/>
                </a:lnTo>
                <a:cubicBezTo>
                  <a:pt x="270811" y="93907"/>
                  <a:pt x="272947" y="93071"/>
                  <a:pt x="274339" y="91493"/>
                </a:cubicBezTo>
                <a:cubicBezTo>
                  <a:pt x="275268" y="90426"/>
                  <a:pt x="275732" y="87594"/>
                  <a:pt x="275732" y="82998"/>
                </a:cubicBezTo>
                <a:lnTo>
                  <a:pt x="275732" y="15597"/>
                </a:lnTo>
                <a:cubicBezTo>
                  <a:pt x="275732" y="11019"/>
                  <a:pt x="275198" y="8088"/>
                  <a:pt x="274130" y="6804"/>
                </a:cubicBezTo>
                <a:cubicBezTo>
                  <a:pt x="273063" y="5519"/>
                  <a:pt x="270997" y="4783"/>
                  <a:pt x="267933" y="4596"/>
                </a:cubicBezTo>
                <a:lnTo>
                  <a:pt x="267933" y="2089"/>
                </a:lnTo>
                <a:lnTo>
                  <a:pt x="295228" y="2089"/>
                </a:lnTo>
                <a:close/>
                <a:moveTo>
                  <a:pt x="340093" y="29384"/>
                </a:moveTo>
                <a:cubicBezTo>
                  <a:pt x="345757" y="29384"/>
                  <a:pt x="351025" y="30847"/>
                  <a:pt x="355899" y="33775"/>
                </a:cubicBezTo>
                <a:cubicBezTo>
                  <a:pt x="360773" y="36702"/>
                  <a:pt x="364475" y="40861"/>
                  <a:pt x="367005" y="46251"/>
                </a:cubicBezTo>
                <a:cubicBezTo>
                  <a:pt x="369535" y="51642"/>
                  <a:pt x="370800" y="57543"/>
                  <a:pt x="370800" y="63955"/>
                </a:cubicBezTo>
                <a:cubicBezTo>
                  <a:pt x="370800" y="73201"/>
                  <a:pt x="368456" y="80938"/>
                  <a:pt x="363767" y="87165"/>
                </a:cubicBezTo>
                <a:cubicBezTo>
                  <a:pt x="358104" y="94693"/>
                  <a:pt x="350282" y="98456"/>
                  <a:pt x="340302" y="98456"/>
                </a:cubicBezTo>
                <a:cubicBezTo>
                  <a:pt x="330508" y="98456"/>
                  <a:pt x="322965" y="95017"/>
                  <a:pt x="317673" y="88140"/>
                </a:cubicBezTo>
                <a:cubicBezTo>
                  <a:pt x="312381" y="81263"/>
                  <a:pt x="309735" y="73294"/>
                  <a:pt x="309735" y="64233"/>
                </a:cubicBezTo>
                <a:cubicBezTo>
                  <a:pt x="309735" y="54894"/>
                  <a:pt x="312439" y="46751"/>
                  <a:pt x="317847" y="39804"/>
                </a:cubicBezTo>
                <a:cubicBezTo>
                  <a:pt x="323255" y="32857"/>
                  <a:pt x="330670" y="29384"/>
                  <a:pt x="340093" y="29384"/>
                </a:cubicBezTo>
                <a:moveTo>
                  <a:pt x="340372" y="34258"/>
                </a:moveTo>
                <a:cubicBezTo>
                  <a:pt x="338004" y="34258"/>
                  <a:pt x="335974" y="35153"/>
                  <a:pt x="334279" y="36943"/>
                </a:cubicBezTo>
                <a:cubicBezTo>
                  <a:pt x="332585" y="38731"/>
                  <a:pt x="331471" y="42263"/>
                  <a:pt x="330937" y="47537"/>
                </a:cubicBezTo>
                <a:cubicBezTo>
                  <a:pt x="330403" y="52812"/>
                  <a:pt x="330136" y="60143"/>
                  <a:pt x="330136" y="69532"/>
                </a:cubicBezTo>
                <a:cubicBezTo>
                  <a:pt x="330136" y="74504"/>
                  <a:pt x="330461" y="79152"/>
                  <a:pt x="331111" y="83475"/>
                </a:cubicBezTo>
                <a:cubicBezTo>
                  <a:pt x="331622" y="86774"/>
                  <a:pt x="332713" y="89283"/>
                  <a:pt x="334384" y="91004"/>
                </a:cubicBezTo>
                <a:cubicBezTo>
                  <a:pt x="336055" y="92723"/>
                  <a:pt x="337958" y="93582"/>
                  <a:pt x="340093" y="93582"/>
                </a:cubicBezTo>
                <a:cubicBezTo>
                  <a:pt x="342182" y="93582"/>
                  <a:pt x="343923" y="93001"/>
                  <a:pt x="345316" y="91839"/>
                </a:cubicBezTo>
                <a:cubicBezTo>
                  <a:pt x="347126" y="90259"/>
                  <a:pt x="348333" y="88052"/>
                  <a:pt x="348936" y="85216"/>
                </a:cubicBezTo>
                <a:cubicBezTo>
                  <a:pt x="349865" y="80801"/>
                  <a:pt x="350329" y="71879"/>
                  <a:pt x="350329" y="58447"/>
                </a:cubicBezTo>
                <a:cubicBezTo>
                  <a:pt x="350329" y="50547"/>
                  <a:pt x="349888" y="45122"/>
                  <a:pt x="349006" y="42172"/>
                </a:cubicBezTo>
                <a:cubicBezTo>
                  <a:pt x="348124" y="39220"/>
                  <a:pt x="346824" y="37070"/>
                  <a:pt x="345107" y="35722"/>
                </a:cubicBezTo>
                <a:cubicBezTo>
                  <a:pt x="343900" y="34746"/>
                  <a:pt x="342322" y="34258"/>
                  <a:pt x="340372" y="34258"/>
                </a:cubicBezTo>
                <a:close/>
                <a:moveTo>
                  <a:pt x="433815" y="79671"/>
                </a:moveTo>
                <a:lnTo>
                  <a:pt x="435973" y="81340"/>
                </a:lnTo>
                <a:cubicBezTo>
                  <a:pt x="432910" y="87115"/>
                  <a:pt x="429092" y="91412"/>
                  <a:pt x="424519" y="94231"/>
                </a:cubicBezTo>
                <a:cubicBezTo>
                  <a:pt x="419947" y="97048"/>
                  <a:pt x="415084" y="98456"/>
                  <a:pt x="409932" y="98456"/>
                </a:cubicBezTo>
                <a:cubicBezTo>
                  <a:pt x="401251" y="98456"/>
                  <a:pt x="394312" y="95181"/>
                  <a:pt x="389113" y="88630"/>
                </a:cubicBezTo>
                <a:cubicBezTo>
                  <a:pt x="383914" y="82077"/>
                  <a:pt x="381314" y="74201"/>
                  <a:pt x="381314" y="65001"/>
                </a:cubicBezTo>
                <a:cubicBezTo>
                  <a:pt x="381314" y="56125"/>
                  <a:pt x="383681" y="48319"/>
                  <a:pt x="388416" y="41582"/>
                </a:cubicBezTo>
                <a:cubicBezTo>
                  <a:pt x="394126" y="33450"/>
                  <a:pt x="401994" y="29384"/>
                  <a:pt x="412021" y="29384"/>
                </a:cubicBezTo>
                <a:cubicBezTo>
                  <a:pt x="418752" y="29384"/>
                  <a:pt x="424101" y="31083"/>
                  <a:pt x="428070" y="34482"/>
                </a:cubicBezTo>
                <a:cubicBezTo>
                  <a:pt x="432039" y="37879"/>
                  <a:pt x="434024" y="41673"/>
                  <a:pt x="434024" y="45862"/>
                </a:cubicBezTo>
                <a:cubicBezTo>
                  <a:pt x="434024" y="48515"/>
                  <a:pt x="433223" y="50633"/>
                  <a:pt x="431621" y="52216"/>
                </a:cubicBezTo>
                <a:cubicBezTo>
                  <a:pt x="430020" y="53798"/>
                  <a:pt x="427919" y="54590"/>
                  <a:pt x="425320" y="54590"/>
                </a:cubicBezTo>
                <a:cubicBezTo>
                  <a:pt x="422581" y="54590"/>
                  <a:pt x="420318" y="53681"/>
                  <a:pt x="418531" y="51865"/>
                </a:cubicBezTo>
                <a:cubicBezTo>
                  <a:pt x="416744" y="50048"/>
                  <a:pt x="415641" y="46810"/>
                  <a:pt x="415224" y="42152"/>
                </a:cubicBezTo>
                <a:cubicBezTo>
                  <a:pt x="414945" y="39217"/>
                  <a:pt x="414272" y="37168"/>
                  <a:pt x="413204" y="36003"/>
                </a:cubicBezTo>
                <a:cubicBezTo>
                  <a:pt x="412137" y="34839"/>
                  <a:pt x="410883" y="34258"/>
                  <a:pt x="409444" y="34258"/>
                </a:cubicBezTo>
                <a:cubicBezTo>
                  <a:pt x="407216" y="34258"/>
                  <a:pt x="405313" y="35441"/>
                  <a:pt x="403735" y="37809"/>
                </a:cubicBezTo>
                <a:cubicBezTo>
                  <a:pt x="401321" y="41383"/>
                  <a:pt x="400114" y="46861"/>
                  <a:pt x="400114" y="54241"/>
                </a:cubicBezTo>
                <a:cubicBezTo>
                  <a:pt x="400114" y="60369"/>
                  <a:pt x="401089" y="66229"/>
                  <a:pt x="403038" y="71823"/>
                </a:cubicBezTo>
                <a:cubicBezTo>
                  <a:pt x="404988" y="77416"/>
                  <a:pt x="407657" y="81583"/>
                  <a:pt x="411046" y="84321"/>
                </a:cubicBezTo>
                <a:cubicBezTo>
                  <a:pt x="413599" y="86317"/>
                  <a:pt x="416616" y="87315"/>
                  <a:pt x="420098" y="87315"/>
                </a:cubicBezTo>
                <a:cubicBezTo>
                  <a:pt x="422372" y="87315"/>
                  <a:pt x="424531" y="86783"/>
                  <a:pt x="426573" y="85718"/>
                </a:cubicBezTo>
                <a:cubicBezTo>
                  <a:pt x="428616" y="84652"/>
                  <a:pt x="431030" y="82636"/>
                  <a:pt x="433815" y="79671"/>
                </a:cubicBezTo>
                <a:close/>
                <a:moveTo>
                  <a:pt x="437875" y="118231"/>
                </a:moveTo>
                <a:lnTo>
                  <a:pt x="511821" y="118231"/>
                </a:lnTo>
                <a:lnTo>
                  <a:pt x="511821" y="127283"/>
                </a:lnTo>
                <a:lnTo>
                  <a:pt x="437875" y="127283"/>
                </a:lnTo>
                <a:lnTo>
                  <a:pt x="437875" y="118231"/>
                </a:lnTo>
                <a:close/>
                <a:moveTo>
                  <a:pt x="569823" y="69490"/>
                </a:moveTo>
                <a:lnTo>
                  <a:pt x="536470" y="69490"/>
                </a:lnTo>
                <a:lnTo>
                  <a:pt x="532501" y="78727"/>
                </a:lnTo>
                <a:cubicBezTo>
                  <a:pt x="531202" y="81824"/>
                  <a:pt x="530552" y="84382"/>
                  <a:pt x="530552" y="86399"/>
                </a:cubicBezTo>
                <a:cubicBezTo>
                  <a:pt x="530552" y="89073"/>
                  <a:pt x="531619" y="91044"/>
                  <a:pt x="533755" y="92311"/>
                </a:cubicBezTo>
                <a:cubicBezTo>
                  <a:pt x="535008" y="93061"/>
                  <a:pt x="538095" y="93624"/>
                  <a:pt x="543015" y="94000"/>
                </a:cubicBezTo>
                <a:lnTo>
                  <a:pt x="543015" y="96507"/>
                </a:lnTo>
                <a:lnTo>
                  <a:pt x="511612" y="96507"/>
                </a:lnTo>
                <a:lnTo>
                  <a:pt x="511612" y="94000"/>
                </a:lnTo>
                <a:cubicBezTo>
                  <a:pt x="515001" y="93485"/>
                  <a:pt x="517786" y="92068"/>
                  <a:pt x="519968" y="89748"/>
                </a:cubicBezTo>
                <a:cubicBezTo>
                  <a:pt x="522150" y="87427"/>
                  <a:pt x="524842" y="82634"/>
                  <a:pt x="528045" y="75370"/>
                </a:cubicBezTo>
                <a:lnTo>
                  <a:pt x="561815" y="0"/>
                </a:lnTo>
                <a:lnTo>
                  <a:pt x="563138" y="0"/>
                </a:lnTo>
                <a:lnTo>
                  <a:pt x="597187" y="77469"/>
                </a:lnTo>
                <a:cubicBezTo>
                  <a:pt x="600436" y="84879"/>
                  <a:pt x="603106" y="89545"/>
                  <a:pt x="605194" y="91467"/>
                </a:cubicBezTo>
                <a:cubicBezTo>
                  <a:pt x="606773" y="92921"/>
                  <a:pt x="609001" y="93765"/>
                  <a:pt x="611879" y="94000"/>
                </a:cubicBezTo>
                <a:lnTo>
                  <a:pt x="611879" y="96507"/>
                </a:lnTo>
                <a:lnTo>
                  <a:pt x="566202" y="96507"/>
                </a:lnTo>
                <a:lnTo>
                  <a:pt x="566202" y="94000"/>
                </a:lnTo>
                <a:lnTo>
                  <a:pt x="568082" y="94000"/>
                </a:lnTo>
                <a:cubicBezTo>
                  <a:pt x="571749" y="94000"/>
                  <a:pt x="574325" y="93481"/>
                  <a:pt x="575811" y="92442"/>
                </a:cubicBezTo>
                <a:cubicBezTo>
                  <a:pt x="576832" y="91688"/>
                  <a:pt x="577343" y="90602"/>
                  <a:pt x="577343" y="89185"/>
                </a:cubicBezTo>
                <a:cubicBezTo>
                  <a:pt x="577343" y="88336"/>
                  <a:pt x="577203" y="87463"/>
                  <a:pt x="576925" y="86565"/>
                </a:cubicBezTo>
                <a:cubicBezTo>
                  <a:pt x="576832" y="86141"/>
                  <a:pt x="576136" y="84371"/>
                  <a:pt x="574836" y="81255"/>
                </a:cubicBezTo>
                <a:lnTo>
                  <a:pt x="569823" y="69490"/>
                </a:lnTo>
                <a:moveTo>
                  <a:pt x="567455" y="64338"/>
                </a:moveTo>
                <a:lnTo>
                  <a:pt x="553390" y="31782"/>
                </a:lnTo>
                <a:lnTo>
                  <a:pt x="538907" y="64338"/>
                </a:lnTo>
                <a:lnTo>
                  <a:pt x="567455" y="64338"/>
                </a:lnTo>
                <a:close/>
                <a:moveTo>
                  <a:pt x="659900" y="139"/>
                </a:moveTo>
                <a:lnTo>
                  <a:pt x="659900" y="77289"/>
                </a:lnTo>
                <a:cubicBezTo>
                  <a:pt x="659900" y="83141"/>
                  <a:pt x="660155" y="86874"/>
                  <a:pt x="660665" y="88488"/>
                </a:cubicBezTo>
                <a:cubicBezTo>
                  <a:pt x="661176" y="90103"/>
                  <a:pt x="662244" y="91425"/>
                  <a:pt x="663868" y="92455"/>
                </a:cubicBezTo>
                <a:cubicBezTo>
                  <a:pt x="665493" y="93485"/>
                  <a:pt x="668093" y="94000"/>
                  <a:pt x="671667" y="94000"/>
                </a:cubicBezTo>
                <a:lnTo>
                  <a:pt x="673825" y="94000"/>
                </a:lnTo>
                <a:lnTo>
                  <a:pt x="673825" y="96507"/>
                </a:lnTo>
                <a:lnTo>
                  <a:pt x="624110" y="96507"/>
                </a:lnTo>
                <a:lnTo>
                  <a:pt x="624110" y="94000"/>
                </a:lnTo>
                <a:lnTo>
                  <a:pt x="626617" y="94000"/>
                </a:lnTo>
                <a:cubicBezTo>
                  <a:pt x="630655" y="94000"/>
                  <a:pt x="633533" y="93532"/>
                  <a:pt x="635251" y="92596"/>
                </a:cubicBezTo>
                <a:cubicBezTo>
                  <a:pt x="636968" y="91659"/>
                  <a:pt x="638129" y="90372"/>
                  <a:pt x="638732" y="88734"/>
                </a:cubicBezTo>
                <a:cubicBezTo>
                  <a:pt x="639336" y="87095"/>
                  <a:pt x="639637" y="83280"/>
                  <a:pt x="639637" y="77289"/>
                </a:cubicBezTo>
                <a:lnTo>
                  <a:pt x="639637" y="28409"/>
                </a:lnTo>
                <a:cubicBezTo>
                  <a:pt x="639637" y="24045"/>
                  <a:pt x="639428" y="21318"/>
                  <a:pt x="639011" y="20227"/>
                </a:cubicBezTo>
                <a:cubicBezTo>
                  <a:pt x="638593" y="19137"/>
                  <a:pt x="637815" y="18208"/>
                  <a:pt x="636678" y="17442"/>
                </a:cubicBezTo>
                <a:cubicBezTo>
                  <a:pt x="635541" y="16676"/>
                  <a:pt x="634229" y="16293"/>
                  <a:pt x="632744" y="16293"/>
                </a:cubicBezTo>
                <a:cubicBezTo>
                  <a:pt x="630377" y="16293"/>
                  <a:pt x="627499" y="17036"/>
                  <a:pt x="624110" y="18521"/>
                </a:cubicBezTo>
                <a:lnTo>
                  <a:pt x="622857" y="16015"/>
                </a:lnTo>
                <a:lnTo>
                  <a:pt x="657602" y="139"/>
                </a:lnTo>
                <a:lnTo>
                  <a:pt x="659900" y="139"/>
                </a:lnTo>
                <a:close/>
                <a:moveTo>
                  <a:pt x="710033" y="98456"/>
                </a:moveTo>
                <a:lnTo>
                  <a:pt x="735726" y="20610"/>
                </a:lnTo>
                <a:lnTo>
                  <a:pt x="716160" y="20610"/>
                </a:lnTo>
                <a:cubicBezTo>
                  <a:pt x="708501" y="20610"/>
                  <a:pt x="702745" y="21608"/>
                  <a:pt x="698892" y="23604"/>
                </a:cubicBezTo>
                <a:cubicBezTo>
                  <a:pt x="696200" y="24997"/>
                  <a:pt x="693972" y="27620"/>
                  <a:pt x="692208" y="31473"/>
                </a:cubicBezTo>
                <a:lnTo>
                  <a:pt x="689562" y="31473"/>
                </a:lnTo>
                <a:lnTo>
                  <a:pt x="696385" y="2089"/>
                </a:lnTo>
                <a:lnTo>
                  <a:pt x="752646" y="2089"/>
                </a:lnTo>
                <a:lnTo>
                  <a:pt x="720965" y="98456"/>
                </a:lnTo>
                <a:lnTo>
                  <a:pt x="710033" y="98456"/>
                </a:lnTo>
                <a:close/>
                <a:moveTo>
                  <a:pt x="815104" y="96507"/>
                </a:moveTo>
                <a:lnTo>
                  <a:pt x="759539" y="96507"/>
                </a:lnTo>
                <a:lnTo>
                  <a:pt x="759539" y="94975"/>
                </a:lnTo>
                <a:cubicBezTo>
                  <a:pt x="776575" y="74707"/>
                  <a:pt x="786915" y="61072"/>
                  <a:pt x="790559" y="54070"/>
                </a:cubicBezTo>
                <a:cubicBezTo>
                  <a:pt x="794203" y="47066"/>
                  <a:pt x="796025" y="40225"/>
                  <a:pt x="796025" y="33546"/>
                </a:cubicBezTo>
                <a:cubicBezTo>
                  <a:pt x="796025" y="28676"/>
                  <a:pt x="794517" y="24630"/>
                  <a:pt x="791499" y="21407"/>
                </a:cubicBezTo>
                <a:cubicBezTo>
                  <a:pt x="788482" y="18183"/>
                  <a:pt x="784792" y="16572"/>
                  <a:pt x="780428" y="16572"/>
                </a:cubicBezTo>
                <a:cubicBezTo>
                  <a:pt x="773280" y="16572"/>
                  <a:pt x="767732" y="20141"/>
                  <a:pt x="763787" y="27280"/>
                </a:cubicBezTo>
                <a:lnTo>
                  <a:pt x="761210" y="26377"/>
                </a:lnTo>
                <a:cubicBezTo>
                  <a:pt x="763717" y="17445"/>
                  <a:pt x="767524" y="10840"/>
                  <a:pt x="772630" y="6560"/>
                </a:cubicBezTo>
                <a:cubicBezTo>
                  <a:pt x="777736" y="2280"/>
                  <a:pt x="783631" y="139"/>
                  <a:pt x="790316" y="139"/>
                </a:cubicBezTo>
                <a:cubicBezTo>
                  <a:pt x="795097" y="139"/>
                  <a:pt x="799460" y="1253"/>
                  <a:pt x="803406" y="3481"/>
                </a:cubicBezTo>
                <a:cubicBezTo>
                  <a:pt x="807352" y="5710"/>
                  <a:pt x="810439" y="8762"/>
                  <a:pt x="812667" y="12638"/>
                </a:cubicBezTo>
                <a:cubicBezTo>
                  <a:pt x="814895" y="16514"/>
                  <a:pt x="816009" y="20146"/>
                  <a:pt x="816009" y="23535"/>
                </a:cubicBezTo>
                <a:cubicBezTo>
                  <a:pt x="816009" y="29709"/>
                  <a:pt x="814291" y="35975"/>
                  <a:pt x="810856" y="42335"/>
                </a:cubicBezTo>
                <a:cubicBezTo>
                  <a:pt x="806168" y="50922"/>
                  <a:pt x="795932" y="62899"/>
                  <a:pt x="780150" y="78264"/>
                </a:cubicBezTo>
                <a:lnTo>
                  <a:pt x="800551" y="78264"/>
                </a:lnTo>
                <a:cubicBezTo>
                  <a:pt x="805564" y="78264"/>
                  <a:pt x="808825" y="78055"/>
                  <a:pt x="810334" y="77637"/>
                </a:cubicBezTo>
                <a:cubicBezTo>
                  <a:pt x="811843" y="77219"/>
                  <a:pt x="813084" y="76511"/>
                  <a:pt x="814059" y="75513"/>
                </a:cubicBezTo>
                <a:cubicBezTo>
                  <a:pt x="815034" y="74515"/>
                  <a:pt x="816311" y="72415"/>
                  <a:pt x="817889" y="69212"/>
                </a:cubicBezTo>
                <a:lnTo>
                  <a:pt x="820396" y="69212"/>
                </a:lnTo>
                <a:lnTo>
                  <a:pt x="815104" y="96507"/>
                </a:lnTo>
                <a:close/>
                <a:moveTo>
                  <a:pt x="886405" y="96507"/>
                </a:moveTo>
                <a:lnTo>
                  <a:pt x="830840" y="96507"/>
                </a:lnTo>
                <a:lnTo>
                  <a:pt x="830840" y="94975"/>
                </a:lnTo>
                <a:cubicBezTo>
                  <a:pt x="847876" y="74707"/>
                  <a:pt x="858216" y="61072"/>
                  <a:pt x="861860" y="54070"/>
                </a:cubicBezTo>
                <a:cubicBezTo>
                  <a:pt x="865504" y="47066"/>
                  <a:pt x="867326" y="40225"/>
                  <a:pt x="867326" y="33546"/>
                </a:cubicBezTo>
                <a:cubicBezTo>
                  <a:pt x="867326" y="28676"/>
                  <a:pt x="865817" y="24630"/>
                  <a:pt x="862800" y="21407"/>
                </a:cubicBezTo>
                <a:cubicBezTo>
                  <a:pt x="859783" y="18183"/>
                  <a:pt x="856093" y="16572"/>
                  <a:pt x="851729" y="16572"/>
                </a:cubicBezTo>
                <a:cubicBezTo>
                  <a:pt x="844580" y="16572"/>
                  <a:pt x="839033" y="20141"/>
                  <a:pt x="835088" y="27280"/>
                </a:cubicBezTo>
                <a:lnTo>
                  <a:pt x="832511" y="26377"/>
                </a:lnTo>
                <a:cubicBezTo>
                  <a:pt x="835018" y="17445"/>
                  <a:pt x="838824" y="10840"/>
                  <a:pt x="843931" y="6560"/>
                </a:cubicBezTo>
                <a:cubicBezTo>
                  <a:pt x="849037" y="2280"/>
                  <a:pt x="854932" y="139"/>
                  <a:pt x="861617" y="139"/>
                </a:cubicBezTo>
                <a:cubicBezTo>
                  <a:pt x="866398" y="139"/>
                  <a:pt x="870761" y="1253"/>
                  <a:pt x="874707" y="3481"/>
                </a:cubicBezTo>
                <a:cubicBezTo>
                  <a:pt x="878653" y="5710"/>
                  <a:pt x="881739" y="8762"/>
                  <a:pt x="883968" y="12638"/>
                </a:cubicBezTo>
                <a:cubicBezTo>
                  <a:pt x="886196" y="16514"/>
                  <a:pt x="887310" y="20146"/>
                  <a:pt x="887310" y="23535"/>
                </a:cubicBezTo>
                <a:cubicBezTo>
                  <a:pt x="887310" y="29709"/>
                  <a:pt x="885592" y="35975"/>
                  <a:pt x="882157" y="42335"/>
                </a:cubicBezTo>
                <a:cubicBezTo>
                  <a:pt x="877469" y="50922"/>
                  <a:pt x="867233" y="62899"/>
                  <a:pt x="851451" y="78264"/>
                </a:cubicBezTo>
                <a:lnTo>
                  <a:pt x="871852" y="78264"/>
                </a:lnTo>
                <a:cubicBezTo>
                  <a:pt x="876865" y="78264"/>
                  <a:pt x="880126" y="78055"/>
                  <a:pt x="881635" y="77637"/>
                </a:cubicBezTo>
                <a:cubicBezTo>
                  <a:pt x="883144" y="77219"/>
                  <a:pt x="884385" y="76511"/>
                  <a:pt x="885360" y="75513"/>
                </a:cubicBezTo>
                <a:cubicBezTo>
                  <a:pt x="886335" y="74515"/>
                  <a:pt x="887612" y="72415"/>
                  <a:pt x="889190" y="69212"/>
                </a:cubicBezTo>
                <a:lnTo>
                  <a:pt x="891696" y="69212"/>
                </a:lnTo>
                <a:lnTo>
                  <a:pt x="886405" y="96507"/>
                </a:lnTo>
                <a:close/>
                <a:moveTo>
                  <a:pt x="900400" y="125055"/>
                </a:moveTo>
                <a:lnTo>
                  <a:pt x="900400" y="121852"/>
                </a:lnTo>
                <a:cubicBezTo>
                  <a:pt x="905228" y="118650"/>
                  <a:pt x="908779" y="115542"/>
                  <a:pt x="911053" y="112528"/>
                </a:cubicBezTo>
                <a:cubicBezTo>
                  <a:pt x="914164" y="108352"/>
                  <a:pt x="916624" y="103016"/>
                  <a:pt x="918434" y="96522"/>
                </a:cubicBezTo>
                <a:cubicBezTo>
                  <a:pt x="920662" y="88356"/>
                  <a:pt x="921776" y="76990"/>
                  <a:pt x="921776" y="62423"/>
                </a:cubicBezTo>
                <a:cubicBezTo>
                  <a:pt x="921776" y="48691"/>
                  <a:pt x="920767" y="38033"/>
                  <a:pt x="918748" y="30448"/>
                </a:cubicBezTo>
                <a:cubicBezTo>
                  <a:pt x="916728" y="22862"/>
                  <a:pt x="913978" y="16727"/>
                  <a:pt x="910496" y="12042"/>
                </a:cubicBezTo>
                <a:cubicBezTo>
                  <a:pt x="908083" y="8794"/>
                  <a:pt x="904717" y="5940"/>
                  <a:pt x="900400" y="3481"/>
                </a:cubicBezTo>
                <a:lnTo>
                  <a:pt x="900400" y="0"/>
                </a:lnTo>
                <a:cubicBezTo>
                  <a:pt x="911587" y="3759"/>
                  <a:pt x="921069" y="11426"/>
                  <a:pt x="928844" y="23002"/>
                </a:cubicBezTo>
                <a:cubicBezTo>
                  <a:pt x="936619" y="34576"/>
                  <a:pt x="940507" y="47879"/>
                  <a:pt x="940507" y="62910"/>
                </a:cubicBezTo>
                <a:cubicBezTo>
                  <a:pt x="940507" y="77709"/>
                  <a:pt x="936619" y="90827"/>
                  <a:pt x="928844" y="102262"/>
                </a:cubicBezTo>
                <a:cubicBezTo>
                  <a:pt x="921069" y="113698"/>
                  <a:pt x="911587" y="121296"/>
                  <a:pt x="900400" y="125055"/>
                </a:cubicBezTo>
                <a:close/>
                <a:moveTo>
                  <a:pt x="969959" y="29523"/>
                </a:moveTo>
                <a:cubicBezTo>
                  <a:pt x="973162" y="29523"/>
                  <a:pt x="975889" y="30649"/>
                  <a:pt x="978140" y="32900"/>
                </a:cubicBezTo>
                <a:cubicBezTo>
                  <a:pt x="980392" y="35151"/>
                  <a:pt x="981517" y="37878"/>
                  <a:pt x="981517" y="41081"/>
                </a:cubicBezTo>
                <a:cubicBezTo>
                  <a:pt x="981517" y="44284"/>
                  <a:pt x="980392" y="47012"/>
                  <a:pt x="978140" y="49263"/>
                </a:cubicBezTo>
                <a:cubicBezTo>
                  <a:pt x="975889" y="51514"/>
                  <a:pt x="973162" y="52640"/>
                  <a:pt x="969959" y="52640"/>
                </a:cubicBezTo>
                <a:cubicBezTo>
                  <a:pt x="966756" y="52640"/>
                  <a:pt x="964029" y="51514"/>
                  <a:pt x="961777" y="49263"/>
                </a:cubicBezTo>
                <a:cubicBezTo>
                  <a:pt x="959526" y="47012"/>
                  <a:pt x="958400" y="44284"/>
                  <a:pt x="958400" y="41081"/>
                </a:cubicBezTo>
                <a:cubicBezTo>
                  <a:pt x="958400" y="37878"/>
                  <a:pt x="959526" y="35151"/>
                  <a:pt x="961777" y="32900"/>
                </a:cubicBezTo>
                <a:cubicBezTo>
                  <a:pt x="964029" y="30649"/>
                  <a:pt x="966756" y="29523"/>
                  <a:pt x="969959" y="29523"/>
                </a:cubicBezTo>
                <a:moveTo>
                  <a:pt x="969889" y="75061"/>
                </a:moveTo>
                <a:cubicBezTo>
                  <a:pt x="973139" y="75061"/>
                  <a:pt x="975889" y="76202"/>
                  <a:pt x="978140" y="78483"/>
                </a:cubicBezTo>
                <a:cubicBezTo>
                  <a:pt x="980392" y="80764"/>
                  <a:pt x="981517" y="83510"/>
                  <a:pt x="981517" y="86724"/>
                </a:cubicBezTo>
                <a:cubicBezTo>
                  <a:pt x="981517" y="89937"/>
                  <a:pt x="980380" y="92673"/>
                  <a:pt x="978106" y="94931"/>
                </a:cubicBezTo>
                <a:cubicBezTo>
                  <a:pt x="975831" y="97188"/>
                  <a:pt x="973092" y="98317"/>
                  <a:pt x="969889" y="98317"/>
                </a:cubicBezTo>
                <a:cubicBezTo>
                  <a:pt x="966686" y="98317"/>
                  <a:pt x="963959" y="97188"/>
                  <a:pt x="961708" y="94931"/>
                </a:cubicBezTo>
                <a:cubicBezTo>
                  <a:pt x="959456" y="92673"/>
                  <a:pt x="958331" y="89937"/>
                  <a:pt x="958331" y="86724"/>
                </a:cubicBezTo>
                <a:cubicBezTo>
                  <a:pt x="958331" y="83510"/>
                  <a:pt x="959456" y="80764"/>
                  <a:pt x="961708" y="78483"/>
                </a:cubicBezTo>
                <a:cubicBezTo>
                  <a:pt x="963959" y="76202"/>
                  <a:pt x="966686" y="75061"/>
                  <a:pt x="969889" y="7506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Text BL">
            <a:extLst xmlns:a="http://schemas.openxmlformats.org/drawingml/2006/main">
              <a:ext uri="{FF2B5EF4-FFF2-40B4-BE49-F238E27FC236}">
                <a16:creationId xmlns:a16="http://schemas.microsoft.com/office/drawing/2014/main" id="{C645C7EE-4DCD-4C66-BB91-9459E134E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0715" y="2957908"/>
            <a:ext cx="176790" cy="94418"/>
          </a:xfrm>
          <a:custGeom xmlns:a="http://schemas.openxmlformats.org/drawingml/2006/main">
            <a:pathLst>
              <a:path w="176790" h="94418">
                <a:moveTo>
                  <a:pt x="63502" y="46275"/>
                </a:moveTo>
                <a:cubicBezTo>
                  <a:pt x="70047" y="47666"/>
                  <a:pt x="74945" y="49892"/>
                  <a:pt x="78194" y="52953"/>
                </a:cubicBezTo>
                <a:cubicBezTo>
                  <a:pt x="82697" y="57221"/>
                  <a:pt x="84948" y="62439"/>
                  <a:pt x="84948" y="68607"/>
                </a:cubicBezTo>
                <a:cubicBezTo>
                  <a:pt x="84948" y="73291"/>
                  <a:pt x="83463" y="77778"/>
                  <a:pt x="80492" y="82069"/>
                </a:cubicBezTo>
                <a:cubicBezTo>
                  <a:pt x="77521" y="86359"/>
                  <a:pt x="73448" y="89489"/>
                  <a:pt x="68272" y="91461"/>
                </a:cubicBezTo>
                <a:cubicBezTo>
                  <a:pt x="63096" y="93432"/>
                  <a:pt x="55193" y="94418"/>
                  <a:pt x="44563" y="94418"/>
                </a:cubicBezTo>
                <a:lnTo>
                  <a:pt x="0" y="94418"/>
                </a:lnTo>
                <a:lnTo>
                  <a:pt x="0" y="91841"/>
                </a:lnTo>
                <a:lnTo>
                  <a:pt x="3551" y="91841"/>
                </a:lnTo>
                <a:cubicBezTo>
                  <a:pt x="7497" y="91841"/>
                  <a:pt x="10328" y="90588"/>
                  <a:pt x="12046" y="88081"/>
                </a:cubicBezTo>
                <a:cubicBezTo>
                  <a:pt x="13114" y="86457"/>
                  <a:pt x="13647" y="82998"/>
                  <a:pt x="13647" y="77707"/>
                </a:cubicBezTo>
                <a:lnTo>
                  <a:pt x="13647" y="16711"/>
                </a:lnTo>
                <a:cubicBezTo>
                  <a:pt x="13647" y="10862"/>
                  <a:pt x="12974" y="7172"/>
                  <a:pt x="11628" y="5640"/>
                </a:cubicBezTo>
                <a:cubicBezTo>
                  <a:pt x="9818" y="3598"/>
                  <a:pt x="7125" y="2576"/>
                  <a:pt x="3551" y="2576"/>
                </a:cubicBezTo>
                <a:lnTo>
                  <a:pt x="0" y="2576"/>
                </a:lnTo>
                <a:lnTo>
                  <a:pt x="0" y="0"/>
                </a:lnTo>
                <a:lnTo>
                  <a:pt x="40803" y="0"/>
                </a:lnTo>
                <a:cubicBezTo>
                  <a:pt x="48416" y="0"/>
                  <a:pt x="54520" y="558"/>
                  <a:pt x="59115" y="1673"/>
                </a:cubicBezTo>
                <a:cubicBezTo>
                  <a:pt x="66078" y="3346"/>
                  <a:pt x="71393" y="6308"/>
                  <a:pt x="75061" y="10560"/>
                </a:cubicBezTo>
                <a:cubicBezTo>
                  <a:pt x="78728" y="14810"/>
                  <a:pt x="80561" y="19699"/>
                  <a:pt x="80561" y="25228"/>
                </a:cubicBezTo>
                <a:cubicBezTo>
                  <a:pt x="80561" y="29967"/>
                  <a:pt x="79122" y="34207"/>
                  <a:pt x="76244" y="37948"/>
                </a:cubicBezTo>
                <a:cubicBezTo>
                  <a:pt x="73366" y="41688"/>
                  <a:pt x="69119" y="44464"/>
                  <a:pt x="63502" y="46275"/>
                </a:cubicBezTo>
                <a:moveTo>
                  <a:pt x="27016" y="42474"/>
                </a:moveTo>
                <a:cubicBezTo>
                  <a:pt x="28734" y="42799"/>
                  <a:pt x="30695" y="43043"/>
                  <a:pt x="32900" y="43205"/>
                </a:cubicBezTo>
                <a:cubicBezTo>
                  <a:pt x="35105" y="43368"/>
                  <a:pt x="37530" y="43449"/>
                  <a:pt x="40176" y="43449"/>
                </a:cubicBezTo>
                <a:cubicBezTo>
                  <a:pt x="46954" y="43449"/>
                  <a:pt x="52048" y="42716"/>
                  <a:pt x="55460" y="41251"/>
                </a:cubicBezTo>
                <a:cubicBezTo>
                  <a:pt x="58872" y="39786"/>
                  <a:pt x="61483" y="37543"/>
                  <a:pt x="63293" y="34521"/>
                </a:cubicBezTo>
                <a:cubicBezTo>
                  <a:pt x="65104" y="31498"/>
                  <a:pt x="66009" y="28196"/>
                  <a:pt x="66009" y="24614"/>
                </a:cubicBezTo>
                <a:cubicBezTo>
                  <a:pt x="66009" y="19081"/>
                  <a:pt x="63757" y="14362"/>
                  <a:pt x="59255" y="10455"/>
                </a:cubicBezTo>
                <a:cubicBezTo>
                  <a:pt x="54752" y="6549"/>
                  <a:pt x="48184" y="4596"/>
                  <a:pt x="39550" y="4596"/>
                </a:cubicBezTo>
                <a:cubicBezTo>
                  <a:pt x="34908" y="4596"/>
                  <a:pt x="30730" y="5129"/>
                  <a:pt x="27016" y="6197"/>
                </a:cubicBezTo>
                <a:lnTo>
                  <a:pt x="27016" y="42474"/>
                </a:lnTo>
                <a:moveTo>
                  <a:pt x="27016" y="87664"/>
                </a:moveTo>
                <a:cubicBezTo>
                  <a:pt x="32401" y="88917"/>
                  <a:pt x="37716" y="89544"/>
                  <a:pt x="42961" y="89544"/>
                </a:cubicBezTo>
                <a:cubicBezTo>
                  <a:pt x="51363" y="89544"/>
                  <a:pt x="57769" y="87652"/>
                  <a:pt x="62179" y="83869"/>
                </a:cubicBezTo>
                <a:cubicBezTo>
                  <a:pt x="66589" y="80086"/>
                  <a:pt x="68794" y="75409"/>
                  <a:pt x="68794" y="69838"/>
                </a:cubicBezTo>
                <a:cubicBezTo>
                  <a:pt x="68794" y="66171"/>
                  <a:pt x="67796" y="62643"/>
                  <a:pt x="65800" y="59255"/>
                </a:cubicBezTo>
                <a:cubicBezTo>
                  <a:pt x="63804" y="55866"/>
                  <a:pt x="60554" y="53197"/>
                  <a:pt x="56052" y="51247"/>
                </a:cubicBezTo>
                <a:cubicBezTo>
                  <a:pt x="51549" y="49298"/>
                  <a:pt x="45979" y="48323"/>
                  <a:pt x="39341" y="48323"/>
                </a:cubicBezTo>
                <a:cubicBezTo>
                  <a:pt x="36463" y="48323"/>
                  <a:pt x="34002" y="48369"/>
                  <a:pt x="31960" y="48462"/>
                </a:cubicBezTo>
                <a:cubicBezTo>
                  <a:pt x="29917" y="48555"/>
                  <a:pt x="28270" y="48717"/>
                  <a:pt x="27016" y="48950"/>
                </a:cubicBezTo>
                <a:lnTo>
                  <a:pt x="27016" y="87664"/>
                </a:lnTo>
                <a:close/>
                <a:moveTo>
                  <a:pt x="174492" y="68237"/>
                </a:moveTo>
                <a:lnTo>
                  <a:pt x="176790" y="68727"/>
                </a:lnTo>
                <a:lnTo>
                  <a:pt x="168713" y="94418"/>
                </a:lnTo>
                <a:lnTo>
                  <a:pt x="95602" y="94418"/>
                </a:lnTo>
                <a:lnTo>
                  <a:pt x="95602" y="91841"/>
                </a:lnTo>
                <a:lnTo>
                  <a:pt x="99153" y="91841"/>
                </a:lnTo>
                <a:cubicBezTo>
                  <a:pt x="103145" y="91841"/>
                  <a:pt x="106000" y="90542"/>
                  <a:pt x="107718" y="87942"/>
                </a:cubicBezTo>
                <a:cubicBezTo>
                  <a:pt x="108693" y="86457"/>
                  <a:pt x="109180" y="83022"/>
                  <a:pt x="109180" y="77637"/>
                </a:cubicBezTo>
                <a:lnTo>
                  <a:pt x="109180" y="16711"/>
                </a:lnTo>
                <a:cubicBezTo>
                  <a:pt x="109180" y="10816"/>
                  <a:pt x="108530" y="7125"/>
                  <a:pt x="107230" y="5640"/>
                </a:cubicBezTo>
                <a:cubicBezTo>
                  <a:pt x="105420" y="3598"/>
                  <a:pt x="102728" y="2576"/>
                  <a:pt x="99153" y="2576"/>
                </a:cubicBezTo>
                <a:lnTo>
                  <a:pt x="95602" y="2576"/>
                </a:lnTo>
                <a:lnTo>
                  <a:pt x="95602" y="0"/>
                </a:lnTo>
                <a:lnTo>
                  <a:pt x="138355" y="0"/>
                </a:lnTo>
                <a:lnTo>
                  <a:pt x="138355" y="2576"/>
                </a:lnTo>
                <a:cubicBezTo>
                  <a:pt x="133341" y="2530"/>
                  <a:pt x="129825" y="2995"/>
                  <a:pt x="127806" y="3971"/>
                </a:cubicBezTo>
                <a:cubicBezTo>
                  <a:pt x="125787" y="4946"/>
                  <a:pt x="124406" y="6177"/>
                  <a:pt x="123663" y="7664"/>
                </a:cubicBezTo>
                <a:cubicBezTo>
                  <a:pt x="122920" y="9150"/>
                  <a:pt x="122549" y="12704"/>
                  <a:pt x="122549" y="18326"/>
                </a:cubicBezTo>
                <a:lnTo>
                  <a:pt x="122549" y="77698"/>
                </a:lnTo>
                <a:cubicBezTo>
                  <a:pt x="122549" y="81554"/>
                  <a:pt x="122920" y="84202"/>
                  <a:pt x="123663" y="85642"/>
                </a:cubicBezTo>
                <a:cubicBezTo>
                  <a:pt x="124220" y="86617"/>
                  <a:pt x="125079" y="87337"/>
                  <a:pt x="126239" y="87803"/>
                </a:cubicBezTo>
                <a:cubicBezTo>
                  <a:pt x="127400" y="88267"/>
                  <a:pt x="131020" y="88499"/>
                  <a:pt x="137101" y="88499"/>
                </a:cubicBezTo>
                <a:lnTo>
                  <a:pt x="143995" y="88499"/>
                </a:lnTo>
                <a:cubicBezTo>
                  <a:pt x="151236" y="88499"/>
                  <a:pt x="156319" y="87962"/>
                  <a:pt x="159244" y="86887"/>
                </a:cubicBezTo>
                <a:cubicBezTo>
                  <a:pt x="162168" y="85812"/>
                  <a:pt x="164837" y="83907"/>
                  <a:pt x="167251" y="81173"/>
                </a:cubicBezTo>
                <a:cubicBezTo>
                  <a:pt x="169665" y="78438"/>
                  <a:pt x="172079" y="74126"/>
                  <a:pt x="174492" y="6823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Text EVP_MD_CTX_cleanup">
            <a:extLst xmlns:a="http://schemas.openxmlformats.org/drawingml/2006/main">
              <a:ext uri="{FF2B5EF4-FFF2-40B4-BE49-F238E27FC236}">
                <a16:creationId xmlns:a16="http://schemas.microsoft.com/office/drawing/2014/main" id="{A901E21E-C7C0-4FFB-B170-F306F35FC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03" y="2953313"/>
            <a:ext cx="1433901" cy="129789"/>
          </a:xfrm>
          <a:custGeom xmlns:a="http://schemas.openxmlformats.org/drawingml/2006/main">
            <a:pathLst>
              <a:path w="1433901" h="129789">
                <a:moveTo>
                  <a:pt x="26877" y="9748"/>
                </a:moveTo>
                <a:lnTo>
                  <a:pt x="26877" y="47070"/>
                </a:lnTo>
                <a:lnTo>
                  <a:pt x="47627" y="47070"/>
                </a:lnTo>
                <a:cubicBezTo>
                  <a:pt x="53011" y="47070"/>
                  <a:pt x="56609" y="46253"/>
                  <a:pt x="58419" y="44619"/>
                </a:cubicBezTo>
                <a:cubicBezTo>
                  <a:pt x="60833" y="42474"/>
                  <a:pt x="62179" y="38695"/>
                  <a:pt x="62458" y="33283"/>
                </a:cubicBezTo>
                <a:lnTo>
                  <a:pt x="65034" y="33283"/>
                </a:lnTo>
                <a:lnTo>
                  <a:pt x="65034" y="66148"/>
                </a:lnTo>
                <a:lnTo>
                  <a:pt x="62458" y="66148"/>
                </a:lnTo>
                <a:cubicBezTo>
                  <a:pt x="61808" y="61597"/>
                  <a:pt x="61158" y="58679"/>
                  <a:pt x="60508" y="57392"/>
                </a:cubicBezTo>
                <a:cubicBezTo>
                  <a:pt x="59673" y="55783"/>
                  <a:pt x="58303" y="54520"/>
                  <a:pt x="56400" y="53602"/>
                </a:cubicBezTo>
                <a:cubicBezTo>
                  <a:pt x="54497" y="52682"/>
                  <a:pt x="51572" y="52222"/>
                  <a:pt x="47627" y="52222"/>
                </a:cubicBezTo>
                <a:lnTo>
                  <a:pt x="26877" y="52222"/>
                </a:lnTo>
                <a:lnTo>
                  <a:pt x="26877" y="83294"/>
                </a:lnTo>
                <a:cubicBezTo>
                  <a:pt x="26877" y="87465"/>
                  <a:pt x="27063" y="90002"/>
                  <a:pt x="27434" y="90906"/>
                </a:cubicBezTo>
                <a:cubicBezTo>
                  <a:pt x="27805" y="91809"/>
                  <a:pt x="28455" y="92528"/>
                  <a:pt x="29384" y="93062"/>
                </a:cubicBezTo>
                <a:cubicBezTo>
                  <a:pt x="30312" y="93594"/>
                  <a:pt x="32076" y="93861"/>
                  <a:pt x="34676" y="93861"/>
                </a:cubicBezTo>
                <a:lnTo>
                  <a:pt x="50690" y="93861"/>
                </a:lnTo>
                <a:cubicBezTo>
                  <a:pt x="56029" y="93861"/>
                  <a:pt x="59905" y="93489"/>
                  <a:pt x="62318" y="92747"/>
                </a:cubicBezTo>
                <a:cubicBezTo>
                  <a:pt x="64732" y="92004"/>
                  <a:pt x="67053" y="90542"/>
                  <a:pt x="69281" y="88360"/>
                </a:cubicBezTo>
                <a:cubicBezTo>
                  <a:pt x="72159" y="85482"/>
                  <a:pt x="75107" y="81142"/>
                  <a:pt x="78124" y="75339"/>
                </a:cubicBezTo>
                <a:lnTo>
                  <a:pt x="80910" y="75339"/>
                </a:lnTo>
                <a:lnTo>
                  <a:pt x="72763" y="99013"/>
                </a:lnTo>
                <a:lnTo>
                  <a:pt x="0" y="99013"/>
                </a:lnTo>
                <a:lnTo>
                  <a:pt x="0" y="96437"/>
                </a:lnTo>
                <a:lnTo>
                  <a:pt x="3342" y="96437"/>
                </a:lnTo>
                <a:cubicBezTo>
                  <a:pt x="5570" y="96437"/>
                  <a:pt x="7682" y="95903"/>
                  <a:pt x="9679" y="94835"/>
                </a:cubicBezTo>
                <a:cubicBezTo>
                  <a:pt x="11164" y="94093"/>
                  <a:pt x="12174" y="92979"/>
                  <a:pt x="12707" y="91493"/>
                </a:cubicBezTo>
                <a:cubicBezTo>
                  <a:pt x="13241" y="90008"/>
                  <a:pt x="13508" y="86967"/>
                  <a:pt x="13508" y="82372"/>
                </a:cubicBezTo>
                <a:lnTo>
                  <a:pt x="13508" y="21028"/>
                </a:lnTo>
                <a:cubicBezTo>
                  <a:pt x="13508" y="15040"/>
                  <a:pt x="12905" y="11350"/>
                  <a:pt x="11698" y="9957"/>
                </a:cubicBezTo>
                <a:cubicBezTo>
                  <a:pt x="10027" y="8100"/>
                  <a:pt x="7241" y="7172"/>
                  <a:pt x="3342" y="7172"/>
                </a:cubicBezTo>
                <a:lnTo>
                  <a:pt x="0" y="7172"/>
                </a:lnTo>
                <a:lnTo>
                  <a:pt x="0" y="4596"/>
                </a:lnTo>
                <a:lnTo>
                  <a:pt x="72763" y="4596"/>
                </a:lnTo>
                <a:lnTo>
                  <a:pt x="73807" y="25206"/>
                </a:lnTo>
                <a:lnTo>
                  <a:pt x="71092" y="25206"/>
                </a:lnTo>
                <a:cubicBezTo>
                  <a:pt x="70117" y="20261"/>
                  <a:pt x="69038" y="16864"/>
                  <a:pt x="67854" y="15016"/>
                </a:cubicBezTo>
                <a:cubicBezTo>
                  <a:pt x="66670" y="13168"/>
                  <a:pt x="64918" y="11759"/>
                  <a:pt x="62597" y="10788"/>
                </a:cubicBezTo>
                <a:cubicBezTo>
                  <a:pt x="60740" y="10095"/>
                  <a:pt x="57468" y="9748"/>
                  <a:pt x="52779" y="9748"/>
                </a:cubicBezTo>
                <a:lnTo>
                  <a:pt x="26877" y="9748"/>
                </a:lnTo>
                <a:close/>
                <a:moveTo>
                  <a:pt x="185446" y="4596"/>
                </a:moveTo>
                <a:lnTo>
                  <a:pt x="185446" y="7172"/>
                </a:lnTo>
                <a:cubicBezTo>
                  <a:pt x="182104" y="7775"/>
                  <a:pt x="179574" y="8842"/>
                  <a:pt x="177857" y="10373"/>
                </a:cubicBezTo>
                <a:cubicBezTo>
                  <a:pt x="175396" y="12646"/>
                  <a:pt x="173215" y="16124"/>
                  <a:pt x="171312" y="20808"/>
                </a:cubicBezTo>
                <a:lnTo>
                  <a:pt x="138377" y="101102"/>
                </a:lnTo>
                <a:lnTo>
                  <a:pt x="135801" y="101102"/>
                </a:lnTo>
                <a:lnTo>
                  <a:pt x="100429" y="19766"/>
                </a:lnTo>
                <a:cubicBezTo>
                  <a:pt x="98618" y="15591"/>
                  <a:pt x="97342" y="13040"/>
                  <a:pt x="96599" y="12111"/>
                </a:cubicBezTo>
                <a:cubicBezTo>
                  <a:pt x="95439" y="10674"/>
                  <a:pt x="94011" y="9549"/>
                  <a:pt x="92317" y="8739"/>
                </a:cubicBezTo>
                <a:cubicBezTo>
                  <a:pt x="90623" y="7926"/>
                  <a:pt x="88336" y="7404"/>
                  <a:pt x="85458" y="7172"/>
                </a:cubicBezTo>
                <a:lnTo>
                  <a:pt x="85458" y="4596"/>
                </a:lnTo>
                <a:lnTo>
                  <a:pt x="124033" y="4596"/>
                </a:lnTo>
                <a:lnTo>
                  <a:pt x="124033" y="7172"/>
                </a:lnTo>
                <a:cubicBezTo>
                  <a:pt x="119670" y="7590"/>
                  <a:pt x="116838" y="8332"/>
                  <a:pt x="115538" y="9400"/>
                </a:cubicBezTo>
                <a:cubicBezTo>
                  <a:pt x="114239" y="10466"/>
                  <a:pt x="113589" y="11834"/>
                  <a:pt x="113589" y="13504"/>
                </a:cubicBezTo>
                <a:cubicBezTo>
                  <a:pt x="113589" y="15823"/>
                  <a:pt x="114656" y="19441"/>
                  <a:pt x="116792" y="24357"/>
                </a:cubicBezTo>
                <a:lnTo>
                  <a:pt x="140814" y="79671"/>
                </a:lnTo>
                <a:lnTo>
                  <a:pt x="163095" y="25054"/>
                </a:lnTo>
                <a:cubicBezTo>
                  <a:pt x="165277" y="19673"/>
                  <a:pt x="166368" y="15939"/>
                  <a:pt x="166368" y="13852"/>
                </a:cubicBezTo>
                <a:cubicBezTo>
                  <a:pt x="166368" y="12506"/>
                  <a:pt x="165695" y="11218"/>
                  <a:pt x="164349" y="9990"/>
                </a:cubicBezTo>
                <a:cubicBezTo>
                  <a:pt x="163002" y="8761"/>
                  <a:pt x="160728" y="7891"/>
                  <a:pt x="157525" y="7381"/>
                </a:cubicBezTo>
                <a:cubicBezTo>
                  <a:pt x="157293" y="7334"/>
                  <a:pt x="156898" y="7265"/>
                  <a:pt x="156341" y="7172"/>
                </a:cubicBezTo>
                <a:lnTo>
                  <a:pt x="156341" y="4596"/>
                </a:lnTo>
                <a:lnTo>
                  <a:pt x="185446" y="4596"/>
                </a:lnTo>
                <a:close/>
                <a:moveTo>
                  <a:pt x="216408" y="54729"/>
                </a:moveTo>
                <a:lnTo>
                  <a:pt x="216408" y="82278"/>
                </a:lnTo>
                <a:cubicBezTo>
                  <a:pt x="216408" y="88230"/>
                  <a:pt x="217058" y="91927"/>
                  <a:pt x="218357" y="93369"/>
                </a:cubicBezTo>
                <a:cubicBezTo>
                  <a:pt x="220121" y="95414"/>
                  <a:pt x="222790" y="96437"/>
                  <a:pt x="226365" y="96437"/>
                </a:cubicBezTo>
                <a:lnTo>
                  <a:pt x="229985" y="96437"/>
                </a:lnTo>
                <a:lnTo>
                  <a:pt x="229985" y="99013"/>
                </a:lnTo>
                <a:lnTo>
                  <a:pt x="189531" y="99013"/>
                </a:lnTo>
                <a:lnTo>
                  <a:pt x="189531" y="96437"/>
                </a:lnTo>
                <a:lnTo>
                  <a:pt x="193082" y="96437"/>
                </a:lnTo>
                <a:cubicBezTo>
                  <a:pt x="197074" y="96437"/>
                  <a:pt x="199929" y="95137"/>
                  <a:pt x="201646" y="92538"/>
                </a:cubicBezTo>
                <a:cubicBezTo>
                  <a:pt x="202575" y="91099"/>
                  <a:pt x="203039" y="87687"/>
                  <a:pt x="203039" y="82302"/>
                </a:cubicBezTo>
                <a:lnTo>
                  <a:pt x="203039" y="21307"/>
                </a:lnTo>
                <a:cubicBezTo>
                  <a:pt x="203039" y="15365"/>
                  <a:pt x="202412" y="11675"/>
                  <a:pt x="201159" y="10236"/>
                </a:cubicBezTo>
                <a:cubicBezTo>
                  <a:pt x="199348" y="8193"/>
                  <a:pt x="196656" y="7172"/>
                  <a:pt x="193082" y="7172"/>
                </a:cubicBezTo>
                <a:lnTo>
                  <a:pt x="189531" y="7172"/>
                </a:lnTo>
                <a:lnTo>
                  <a:pt x="189531" y="4596"/>
                </a:lnTo>
                <a:lnTo>
                  <a:pt x="224137" y="4596"/>
                </a:lnTo>
                <a:cubicBezTo>
                  <a:pt x="232585" y="4596"/>
                  <a:pt x="239246" y="5465"/>
                  <a:pt x="244120" y="7204"/>
                </a:cubicBezTo>
                <a:cubicBezTo>
                  <a:pt x="248994" y="8942"/>
                  <a:pt x="253102" y="11874"/>
                  <a:pt x="256445" y="16000"/>
                </a:cubicBezTo>
                <a:cubicBezTo>
                  <a:pt x="259787" y="20125"/>
                  <a:pt x="261458" y="25016"/>
                  <a:pt x="261458" y="30672"/>
                </a:cubicBezTo>
                <a:cubicBezTo>
                  <a:pt x="261458" y="38367"/>
                  <a:pt x="258917" y="44626"/>
                  <a:pt x="253834" y="49448"/>
                </a:cubicBezTo>
                <a:cubicBezTo>
                  <a:pt x="248751" y="54268"/>
                  <a:pt x="241567" y="56678"/>
                  <a:pt x="232283" y="56678"/>
                </a:cubicBezTo>
                <a:cubicBezTo>
                  <a:pt x="230009" y="56678"/>
                  <a:pt x="227548" y="56516"/>
                  <a:pt x="224903" y="56191"/>
                </a:cubicBezTo>
                <a:cubicBezTo>
                  <a:pt x="222257" y="55866"/>
                  <a:pt x="219425" y="55379"/>
                  <a:pt x="216408" y="54729"/>
                </a:cubicBezTo>
                <a:moveTo>
                  <a:pt x="216408" y="50690"/>
                </a:moveTo>
                <a:cubicBezTo>
                  <a:pt x="218868" y="51154"/>
                  <a:pt x="221050" y="51503"/>
                  <a:pt x="222953" y="51735"/>
                </a:cubicBezTo>
                <a:cubicBezTo>
                  <a:pt x="224856" y="51967"/>
                  <a:pt x="226481" y="52083"/>
                  <a:pt x="227827" y="52083"/>
                </a:cubicBezTo>
                <a:cubicBezTo>
                  <a:pt x="232655" y="52083"/>
                  <a:pt x="236821" y="50214"/>
                  <a:pt x="240325" y="46478"/>
                </a:cubicBezTo>
                <a:cubicBezTo>
                  <a:pt x="243830" y="42741"/>
                  <a:pt x="245582" y="37902"/>
                  <a:pt x="245582" y="31960"/>
                </a:cubicBezTo>
                <a:cubicBezTo>
                  <a:pt x="245582" y="27875"/>
                  <a:pt x="244747" y="24080"/>
                  <a:pt x="243076" y="20576"/>
                </a:cubicBezTo>
                <a:cubicBezTo>
                  <a:pt x="241405" y="17071"/>
                  <a:pt x="239037" y="14448"/>
                  <a:pt x="235974" y="12707"/>
                </a:cubicBezTo>
                <a:cubicBezTo>
                  <a:pt x="232910" y="10967"/>
                  <a:pt x="229428" y="10096"/>
                  <a:pt x="225529" y="10096"/>
                </a:cubicBezTo>
                <a:cubicBezTo>
                  <a:pt x="223162" y="10096"/>
                  <a:pt x="220121" y="10537"/>
                  <a:pt x="216408" y="11419"/>
                </a:cubicBezTo>
                <a:lnTo>
                  <a:pt x="216408" y="50690"/>
                </a:lnTo>
                <a:close/>
                <a:moveTo>
                  <a:pt x="339004" y="129789"/>
                </a:moveTo>
                <a:lnTo>
                  <a:pt x="265266" y="129789"/>
                </a:lnTo>
                <a:lnTo>
                  <a:pt x="265266" y="124010"/>
                </a:lnTo>
                <a:lnTo>
                  <a:pt x="339004" y="124010"/>
                </a:lnTo>
                <a:lnTo>
                  <a:pt x="339004" y="129789"/>
                </a:lnTo>
                <a:close/>
                <a:moveTo>
                  <a:pt x="396100" y="99013"/>
                </a:moveTo>
                <a:lnTo>
                  <a:pt x="359614" y="19566"/>
                </a:lnTo>
                <a:lnTo>
                  <a:pt x="359614" y="82650"/>
                </a:lnTo>
                <a:cubicBezTo>
                  <a:pt x="359614" y="88453"/>
                  <a:pt x="360240" y="92073"/>
                  <a:pt x="361494" y="93512"/>
                </a:cubicBezTo>
                <a:cubicBezTo>
                  <a:pt x="363211" y="95462"/>
                  <a:pt x="365927" y="96437"/>
                  <a:pt x="369640" y="96437"/>
                </a:cubicBezTo>
                <a:lnTo>
                  <a:pt x="372983" y="96437"/>
                </a:lnTo>
                <a:lnTo>
                  <a:pt x="372983" y="99013"/>
                </a:lnTo>
                <a:lnTo>
                  <a:pt x="340118" y="99013"/>
                </a:lnTo>
                <a:lnTo>
                  <a:pt x="340118" y="96437"/>
                </a:lnTo>
                <a:lnTo>
                  <a:pt x="343460" y="96437"/>
                </a:lnTo>
                <a:cubicBezTo>
                  <a:pt x="347452" y="96437"/>
                  <a:pt x="350283" y="95230"/>
                  <a:pt x="351955" y="92816"/>
                </a:cubicBezTo>
                <a:cubicBezTo>
                  <a:pt x="352976" y="91331"/>
                  <a:pt x="353486" y="87942"/>
                  <a:pt x="353486" y="82650"/>
                </a:cubicBezTo>
                <a:lnTo>
                  <a:pt x="353486" y="20958"/>
                </a:lnTo>
                <a:cubicBezTo>
                  <a:pt x="353486" y="16781"/>
                  <a:pt x="353022" y="13763"/>
                  <a:pt x="352094" y="11907"/>
                </a:cubicBezTo>
                <a:cubicBezTo>
                  <a:pt x="351444" y="10560"/>
                  <a:pt x="350249" y="9435"/>
                  <a:pt x="348508" y="8530"/>
                </a:cubicBezTo>
                <a:cubicBezTo>
                  <a:pt x="346767" y="7624"/>
                  <a:pt x="343970" y="7172"/>
                  <a:pt x="340118" y="7172"/>
                </a:cubicBezTo>
                <a:lnTo>
                  <a:pt x="340118" y="4596"/>
                </a:lnTo>
                <a:lnTo>
                  <a:pt x="366855" y="4596"/>
                </a:lnTo>
                <a:lnTo>
                  <a:pt x="401113" y="78472"/>
                </a:lnTo>
                <a:lnTo>
                  <a:pt x="434814" y="4596"/>
                </a:lnTo>
                <a:lnTo>
                  <a:pt x="461551" y="4596"/>
                </a:lnTo>
                <a:lnTo>
                  <a:pt x="461551" y="7172"/>
                </a:lnTo>
                <a:lnTo>
                  <a:pt x="458279" y="7172"/>
                </a:lnTo>
                <a:cubicBezTo>
                  <a:pt x="454240" y="7172"/>
                  <a:pt x="451386" y="8379"/>
                  <a:pt x="449714" y="10793"/>
                </a:cubicBezTo>
                <a:cubicBezTo>
                  <a:pt x="448693" y="12278"/>
                  <a:pt x="448183" y="15667"/>
                  <a:pt x="448183" y="20958"/>
                </a:cubicBezTo>
                <a:lnTo>
                  <a:pt x="448183" y="82650"/>
                </a:lnTo>
                <a:cubicBezTo>
                  <a:pt x="448183" y="88453"/>
                  <a:pt x="448832" y="92073"/>
                  <a:pt x="450132" y="93512"/>
                </a:cubicBezTo>
                <a:cubicBezTo>
                  <a:pt x="451850" y="95462"/>
                  <a:pt x="454565" y="96437"/>
                  <a:pt x="458279" y="96437"/>
                </a:cubicBezTo>
                <a:lnTo>
                  <a:pt x="461551" y="96437"/>
                </a:lnTo>
                <a:lnTo>
                  <a:pt x="461551" y="99013"/>
                </a:lnTo>
                <a:lnTo>
                  <a:pt x="421445" y="99013"/>
                </a:lnTo>
                <a:lnTo>
                  <a:pt x="421445" y="96437"/>
                </a:lnTo>
                <a:lnTo>
                  <a:pt x="424787" y="96437"/>
                </a:lnTo>
                <a:cubicBezTo>
                  <a:pt x="428826" y="96437"/>
                  <a:pt x="431657" y="95230"/>
                  <a:pt x="433282" y="92816"/>
                </a:cubicBezTo>
                <a:cubicBezTo>
                  <a:pt x="434303" y="91331"/>
                  <a:pt x="434814" y="87942"/>
                  <a:pt x="434814" y="82650"/>
                </a:cubicBezTo>
                <a:lnTo>
                  <a:pt x="434814" y="19566"/>
                </a:lnTo>
                <a:lnTo>
                  <a:pt x="398397" y="99013"/>
                </a:lnTo>
                <a:lnTo>
                  <a:pt x="396100" y="99013"/>
                </a:lnTo>
                <a:close/>
                <a:moveTo>
                  <a:pt x="466960" y="99013"/>
                </a:moveTo>
                <a:lnTo>
                  <a:pt x="466960" y="96437"/>
                </a:lnTo>
                <a:lnTo>
                  <a:pt x="470511" y="96437"/>
                </a:lnTo>
                <a:cubicBezTo>
                  <a:pt x="474503" y="96437"/>
                  <a:pt x="477334" y="95160"/>
                  <a:pt x="479005" y="92607"/>
                </a:cubicBezTo>
                <a:cubicBezTo>
                  <a:pt x="480027" y="91075"/>
                  <a:pt x="480537" y="87640"/>
                  <a:pt x="480537" y="82302"/>
                </a:cubicBezTo>
                <a:lnTo>
                  <a:pt x="480537" y="21307"/>
                </a:lnTo>
                <a:cubicBezTo>
                  <a:pt x="480537" y="15411"/>
                  <a:pt x="479887" y="11721"/>
                  <a:pt x="478588" y="10236"/>
                </a:cubicBezTo>
                <a:cubicBezTo>
                  <a:pt x="476777" y="8193"/>
                  <a:pt x="474085" y="7172"/>
                  <a:pt x="470511" y="7172"/>
                </a:cubicBezTo>
                <a:lnTo>
                  <a:pt x="466960" y="7172"/>
                </a:lnTo>
                <a:lnTo>
                  <a:pt x="466960" y="4596"/>
                </a:lnTo>
                <a:lnTo>
                  <a:pt x="505395" y="4596"/>
                </a:lnTo>
                <a:cubicBezTo>
                  <a:pt x="519507" y="4596"/>
                  <a:pt x="530241" y="6197"/>
                  <a:pt x="537599" y="9400"/>
                </a:cubicBezTo>
                <a:cubicBezTo>
                  <a:pt x="544956" y="12603"/>
                  <a:pt x="550875" y="17941"/>
                  <a:pt x="555354" y="25415"/>
                </a:cubicBezTo>
                <a:cubicBezTo>
                  <a:pt x="559834" y="32888"/>
                  <a:pt x="562074" y="41522"/>
                  <a:pt x="562074" y="51317"/>
                </a:cubicBezTo>
                <a:cubicBezTo>
                  <a:pt x="562074" y="64454"/>
                  <a:pt x="558081" y="75432"/>
                  <a:pt x="550097" y="84252"/>
                </a:cubicBezTo>
                <a:cubicBezTo>
                  <a:pt x="541138" y="94093"/>
                  <a:pt x="527491" y="99013"/>
                  <a:pt x="509155" y="99013"/>
                </a:cubicBezTo>
                <a:lnTo>
                  <a:pt x="466960" y="99013"/>
                </a:lnTo>
                <a:moveTo>
                  <a:pt x="493906" y="92259"/>
                </a:moveTo>
                <a:cubicBezTo>
                  <a:pt x="499802" y="93512"/>
                  <a:pt x="504745" y="94139"/>
                  <a:pt x="508737" y="94139"/>
                </a:cubicBezTo>
                <a:cubicBezTo>
                  <a:pt x="519507" y="94139"/>
                  <a:pt x="528442" y="90356"/>
                  <a:pt x="535545" y="82790"/>
                </a:cubicBezTo>
                <a:cubicBezTo>
                  <a:pt x="542647" y="75223"/>
                  <a:pt x="546198" y="64964"/>
                  <a:pt x="546198" y="52013"/>
                </a:cubicBezTo>
                <a:cubicBezTo>
                  <a:pt x="546198" y="38969"/>
                  <a:pt x="542647" y="28687"/>
                  <a:pt x="535545" y="21167"/>
                </a:cubicBezTo>
                <a:cubicBezTo>
                  <a:pt x="528442" y="13647"/>
                  <a:pt x="519321" y="9887"/>
                  <a:pt x="508180" y="9887"/>
                </a:cubicBezTo>
                <a:cubicBezTo>
                  <a:pt x="504003" y="9887"/>
                  <a:pt x="499244" y="10560"/>
                  <a:pt x="493906" y="11907"/>
                </a:cubicBezTo>
                <a:lnTo>
                  <a:pt x="493906" y="92259"/>
                </a:lnTo>
                <a:close/>
                <a:moveTo>
                  <a:pt x="640035" y="129789"/>
                </a:moveTo>
                <a:lnTo>
                  <a:pt x="566297" y="129789"/>
                </a:lnTo>
                <a:lnTo>
                  <a:pt x="566297" y="124010"/>
                </a:lnTo>
                <a:lnTo>
                  <a:pt x="640035" y="124010"/>
                </a:lnTo>
                <a:lnTo>
                  <a:pt x="640035" y="129789"/>
                </a:lnTo>
                <a:close/>
                <a:moveTo>
                  <a:pt x="724635" y="2507"/>
                </a:moveTo>
                <a:lnTo>
                  <a:pt x="726793" y="34536"/>
                </a:lnTo>
                <a:lnTo>
                  <a:pt x="724635" y="34536"/>
                </a:lnTo>
                <a:cubicBezTo>
                  <a:pt x="721757" y="24903"/>
                  <a:pt x="717649" y="17969"/>
                  <a:pt x="712310" y="13734"/>
                </a:cubicBezTo>
                <a:cubicBezTo>
                  <a:pt x="706972" y="9499"/>
                  <a:pt x="700566" y="7381"/>
                  <a:pt x="693093" y="7381"/>
                </a:cubicBezTo>
                <a:cubicBezTo>
                  <a:pt x="686826" y="7381"/>
                  <a:pt x="681163" y="8972"/>
                  <a:pt x="676103" y="12155"/>
                </a:cubicBezTo>
                <a:cubicBezTo>
                  <a:pt x="671043" y="15336"/>
                  <a:pt x="667063" y="20411"/>
                  <a:pt x="664161" y="27380"/>
                </a:cubicBezTo>
                <a:cubicBezTo>
                  <a:pt x="661260" y="34348"/>
                  <a:pt x="659810" y="43013"/>
                  <a:pt x="659810" y="53373"/>
                </a:cubicBezTo>
                <a:cubicBezTo>
                  <a:pt x="659810" y="61920"/>
                  <a:pt x="661179" y="69330"/>
                  <a:pt x="663918" y="75602"/>
                </a:cubicBezTo>
                <a:cubicBezTo>
                  <a:pt x="666657" y="81873"/>
                  <a:pt x="670776" y="86682"/>
                  <a:pt x="676277" y="90027"/>
                </a:cubicBezTo>
                <a:cubicBezTo>
                  <a:pt x="681778" y="93372"/>
                  <a:pt x="688056" y="95044"/>
                  <a:pt x="695112" y="95044"/>
                </a:cubicBezTo>
                <a:cubicBezTo>
                  <a:pt x="701239" y="95044"/>
                  <a:pt x="706647" y="93733"/>
                  <a:pt x="711335" y="91110"/>
                </a:cubicBezTo>
                <a:cubicBezTo>
                  <a:pt x="716024" y="88488"/>
                  <a:pt x="721176" y="83277"/>
                  <a:pt x="726793" y="75478"/>
                </a:cubicBezTo>
                <a:lnTo>
                  <a:pt x="728952" y="76867"/>
                </a:lnTo>
                <a:cubicBezTo>
                  <a:pt x="724217" y="85247"/>
                  <a:pt x="718693" y="91382"/>
                  <a:pt x="712380" y="95271"/>
                </a:cubicBezTo>
                <a:cubicBezTo>
                  <a:pt x="706067" y="99158"/>
                  <a:pt x="698570" y="101102"/>
                  <a:pt x="689890" y="101102"/>
                </a:cubicBezTo>
                <a:cubicBezTo>
                  <a:pt x="674246" y="101102"/>
                  <a:pt x="662131" y="95308"/>
                  <a:pt x="653543" y="83719"/>
                </a:cubicBezTo>
                <a:cubicBezTo>
                  <a:pt x="647137" y="75098"/>
                  <a:pt x="643934" y="64946"/>
                  <a:pt x="643934" y="53264"/>
                </a:cubicBezTo>
                <a:cubicBezTo>
                  <a:pt x="643934" y="43854"/>
                  <a:pt x="646046" y="35209"/>
                  <a:pt x="650270" y="27330"/>
                </a:cubicBezTo>
                <a:cubicBezTo>
                  <a:pt x="654495" y="19450"/>
                  <a:pt x="660309" y="13343"/>
                  <a:pt x="667713" y="9008"/>
                </a:cubicBezTo>
                <a:cubicBezTo>
                  <a:pt x="675116" y="4674"/>
                  <a:pt x="683205" y="2507"/>
                  <a:pt x="691978" y="2507"/>
                </a:cubicBezTo>
                <a:cubicBezTo>
                  <a:pt x="698802" y="2507"/>
                  <a:pt x="705533" y="4178"/>
                  <a:pt x="712171" y="7520"/>
                </a:cubicBezTo>
                <a:cubicBezTo>
                  <a:pt x="714121" y="8541"/>
                  <a:pt x="715513" y="9052"/>
                  <a:pt x="716349" y="9052"/>
                </a:cubicBezTo>
                <a:cubicBezTo>
                  <a:pt x="717602" y="9052"/>
                  <a:pt x="718693" y="8611"/>
                  <a:pt x="719621" y="7729"/>
                </a:cubicBezTo>
                <a:cubicBezTo>
                  <a:pt x="720828" y="6476"/>
                  <a:pt x="721687" y="4735"/>
                  <a:pt x="722198" y="2507"/>
                </a:cubicBezTo>
                <a:lnTo>
                  <a:pt x="724635" y="2507"/>
                </a:lnTo>
                <a:close/>
                <a:moveTo>
                  <a:pt x="816408" y="4596"/>
                </a:moveTo>
                <a:lnTo>
                  <a:pt x="817452" y="26738"/>
                </a:lnTo>
                <a:lnTo>
                  <a:pt x="814806" y="26738"/>
                </a:lnTo>
                <a:cubicBezTo>
                  <a:pt x="814295" y="22838"/>
                  <a:pt x="813599" y="20053"/>
                  <a:pt x="812717" y="18382"/>
                </a:cubicBezTo>
                <a:cubicBezTo>
                  <a:pt x="811278" y="15690"/>
                  <a:pt x="809363" y="13705"/>
                  <a:pt x="806973" y="12429"/>
                </a:cubicBezTo>
                <a:cubicBezTo>
                  <a:pt x="804582" y="11152"/>
                  <a:pt x="801437" y="10514"/>
                  <a:pt x="797538" y="10514"/>
                </a:cubicBezTo>
                <a:lnTo>
                  <a:pt x="784239" y="10514"/>
                </a:lnTo>
                <a:lnTo>
                  <a:pt x="784239" y="82650"/>
                </a:lnTo>
                <a:cubicBezTo>
                  <a:pt x="784239" y="88453"/>
                  <a:pt x="784865" y="92073"/>
                  <a:pt x="786119" y="93512"/>
                </a:cubicBezTo>
                <a:cubicBezTo>
                  <a:pt x="787883" y="95462"/>
                  <a:pt x="790598" y="96437"/>
                  <a:pt x="794265" y="96437"/>
                </a:cubicBezTo>
                <a:lnTo>
                  <a:pt x="797538" y="96437"/>
                </a:lnTo>
                <a:lnTo>
                  <a:pt x="797538" y="99013"/>
                </a:lnTo>
                <a:lnTo>
                  <a:pt x="757501" y="99013"/>
                </a:lnTo>
                <a:lnTo>
                  <a:pt x="757501" y="96437"/>
                </a:lnTo>
                <a:lnTo>
                  <a:pt x="760843" y="96437"/>
                </a:lnTo>
                <a:cubicBezTo>
                  <a:pt x="764835" y="96437"/>
                  <a:pt x="767667" y="95230"/>
                  <a:pt x="769338" y="92816"/>
                </a:cubicBezTo>
                <a:cubicBezTo>
                  <a:pt x="770359" y="91331"/>
                  <a:pt x="770870" y="87942"/>
                  <a:pt x="770870" y="82650"/>
                </a:cubicBezTo>
                <a:lnTo>
                  <a:pt x="770870" y="10514"/>
                </a:lnTo>
                <a:lnTo>
                  <a:pt x="759520" y="10514"/>
                </a:lnTo>
                <a:cubicBezTo>
                  <a:pt x="755110" y="10514"/>
                  <a:pt x="751977" y="10839"/>
                  <a:pt x="750120" y="11489"/>
                </a:cubicBezTo>
                <a:cubicBezTo>
                  <a:pt x="747706" y="12371"/>
                  <a:pt x="745641" y="14065"/>
                  <a:pt x="743923" y="16572"/>
                </a:cubicBezTo>
                <a:cubicBezTo>
                  <a:pt x="742206" y="19078"/>
                  <a:pt x="741184" y="22467"/>
                  <a:pt x="740859" y="26738"/>
                </a:cubicBezTo>
                <a:lnTo>
                  <a:pt x="738214" y="26738"/>
                </a:lnTo>
                <a:lnTo>
                  <a:pt x="739328" y="4596"/>
                </a:lnTo>
                <a:lnTo>
                  <a:pt x="816408" y="4596"/>
                </a:lnTo>
                <a:close/>
                <a:moveTo>
                  <a:pt x="879236" y="46721"/>
                </a:moveTo>
                <a:lnTo>
                  <a:pt x="899498" y="76941"/>
                </a:lnTo>
                <a:cubicBezTo>
                  <a:pt x="905115" y="85296"/>
                  <a:pt x="909281" y="90576"/>
                  <a:pt x="911997" y="92781"/>
                </a:cubicBezTo>
                <a:cubicBezTo>
                  <a:pt x="914713" y="94986"/>
                  <a:pt x="918159" y="96205"/>
                  <a:pt x="922337" y="96437"/>
                </a:cubicBezTo>
                <a:lnTo>
                  <a:pt x="922337" y="99013"/>
                </a:lnTo>
                <a:lnTo>
                  <a:pt x="881813" y="99013"/>
                </a:lnTo>
                <a:lnTo>
                  <a:pt x="881813" y="96437"/>
                </a:lnTo>
                <a:cubicBezTo>
                  <a:pt x="884505" y="96390"/>
                  <a:pt x="886501" y="96112"/>
                  <a:pt x="887801" y="95601"/>
                </a:cubicBezTo>
                <a:cubicBezTo>
                  <a:pt x="888776" y="95184"/>
                  <a:pt x="889576" y="94545"/>
                  <a:pt x="890203" y="93687"/>
                </a:cubicBezTo>
                <a:cubicBezTo>
                  <a:pt x="890830" y="92828"/>
                  <a:pt x="891143" y="91957"/>
                  <a:pt x="891143" y="91075"/>
                </a:cubicBezTo>
                <a:cubicBezTo>
                  <a:pt x="891143" y="90008"/>
                  <a:pt x="890934" y="88940"/>
                  <a:pt x="890516" y="87872"/>
                </a:cubicBezTo>
                <a:cubicBezTo>
                  <a:pt x="890191" y="87083"/>
                  <a:pt x="888915" y="85041"/>
                  <a:pt x="886687" y="81745"/>
                </a:cubicBezTo>
                <a:lnTo>
                  <a:pt x="870672" y="57514"/>
                </a:lnTo>
                <a:lnTo>
                  <a:pt x="850897" y="82859"/>
                </a:lnTo>
                <a:cubicBezTo>
                  <a:pt x="848808" y="85551"/>
                  <a:pt x="847555" y="87350"/>
                  <a:pt x="847137" y="88255"/>
                </a:cubicBezTo>
                <a:cubicBezTo>
                  <a:pt x="846719" y="89161"/>
                  <a:pt x="846510" y="90101"/>
                  <a:pt x="846510" y="91075"/>
                </a:cubicBezTo>
                <a:cubicBezTo>
                  <a:pt x="846510" y="92561"/>
                  <a:pt x="847137" y="93791"/>
                  <a:pt x="848390" y="94766"/>
                </a:cubicBezTo>
                <a:cubicBezTo>
                  <a:pt x="849644" y="95741"/>
                  <a:pt x="852034" y="96298"/>
                  <a:pt x="855562" y="96437"/>
                </a:cubicBezTo>
                <a:lnTo>
                  <a:pt x="855562" y="99013"/>
                </a:lnTo>
                <a:lnTo>
                  <a:pt x="822070" y="99013"/>
                </a:lnTo>
                <a:lnTo>
                  <a:pt x="822070" y="96437"/>
                </a:lnTo>
                <a:cubicBezTo>
                  <a:pt x="824438" y="96205"/>
                  <a:pt x="826480" y="95717"/>
                  <a:pt x="828198" y="94975"/>
                </a:cubicBezTo>
                <a:cubicBezTo>
                  <a:pt x="831076" y="93768"/>
                  <a:pt x="833815" y="92143"/>
                  <a:pt x="836414" y="90101"/>
                </a:cubicBezTo>
                <a:cubicBezTo>
                  <a:pt x="839014" y="88058"/>
                  <a:pt x="841984" y="84925"/>
                  <a:pt x="845327" y="80701"/>
                </a:cubicBezTo>
                <a:lnTo>
                  <a:pt x="867608" y="52570"/>
                </a:lnTo>
                <a:lnTo>
                  <a:pt x="849017" y="25345"/>
                </a:lnTo>
                <a:cubicBezTo>
                  <a:pt x="843957" y="17964"/>
                  <a:pt x="839663" y="13125"/>
                  <a:pt x="836136" y="10827"/>
                </a:cubicBezTo>
                <a:cubicBezTo>
                  <a:pt x="832608" y="8530"/>
                  <a:pt x="828546" y="7311"/>
                  <a:pt x="823950" y="7172"/>
                </a:cubicBezTo>
                <a:lnTo>
                  <a:pt x="823950" y="4596"/>
                </a:lnTo>
                <a:lnTo>
                  <a:pt x="867608" y="4596"/>
                </a:lnTo>
                <a:lnTo>
                  <a:pt x="867608" y="7172"/>
                </a:lnTo>
                <a:cubicBezTo>
                  <a:pt x="863895" y="7311"/>
                  <a:pt x="861353" y="7915"/>
                  <a:pt x="859984" y="8982"/>
                </a:cubicBezTo>
                <a:cubicBezTo>
                  <a:pt x="858614" y="10050"/>
                  <a:pt x="857930" y="11234"/>
                  <a:pt x="857930" y="12533"/>
                </a:cubicBezTo>
                <a:cubicBezTo>
                  <a:pt x="857930" y="14251"/>
                  <a:pt x="859044" y="16758"/>
                  <a:pt x="861272" y="20053"/>
                </a:cubicBezTo>
                <a:lnTo>
                  <a:pt x="875755" y="41708"/>
                </a:lnTo>
                <a:lnTo>
                  <a:pt x="892536" y="20471"/>
                </a:lnTo>
                <a:cubicBezTo>
                  <a:pt x="894485" y="17964"/>
                  <a:pt x="895680" y="16247"/>
                  <a:pt x="896121" y="15318"/>
                </a:cubicBezTo>
                <a:cubicBezTo>
                  <a:pt x="896562" y="14390"/>
                  <a:pt x="896783" y="13438"/>
                  <a:pt x="896783" y="12464"/>
                </a:cubicBezTo>
                <a:cubicBezTo>
                  <a:pt x="896783" y="11489"/>
                  <a:pt x="896504" y="10630"/>
                  <a:pt x="895947" y="9887"/>
                </a:cubicBezTo>
                <a:cubicBezTo>
                  <a:pt x="895251" y="8913"/>
                  <a:pt x="894369" y="8228"/>
                  <a:pt x="893301" y="7833"/>
                </a:cubicBezTo>
                <a:cubicBezTo>
                  <a:pt x="892234" y="7439"/>
                  <a:pt x="890029" y="7218"/>
                  <a:pt x="886687" y="7172"/>
                </a:cubicBezTo>
                <a:lnTo>
                  <a:pt x="886687" y="4596"/>
                </a:lnTo>
                <a:lnTo>
                  <a:pt x="920178" y="4596"/>
                </a:lnTo>
                <a:lnTo>
                  <a:pt x="920178" y="7172"/>
                </a:lnTo>
                <a:cubicBezTo>
                  <a:pt x="917532" y="7311"/>
                  <a:pt x="915374" y="7729"/>
                  <a:pt x="913703" y="8425"/>
                </a:cubicBezTo>
                <a:cubicBezTo>
                  <a:pt x="911196" y="9493"/>
                  <a:pt x="908898" y="10932"/>
                  <a:pt x="906810" y="12742"/>
                </a:cubicBezTo>
                <a:cubicBezTo>
                  <a:pt x="904721" y="14553"/>
                  <a:pt x="901773" y="17895"/>
                  <a:pt x="897967" y="22769"/>
                </a:cubicBezTo>
                <a:lnTo>
                  <a:pt x="879236" y="46721"/>
                </a:lnTo>
                <a:close/>
                <a:moveTo>
                  <a:pt x="996538" y="129789"/>
                </a:moveTo>
                <a:lnTo>
                  <a:pt x="922801" y="129789"/>
                </a:lnTo>
                <a:lnTo>
                  <a:pt x="922801" y="124010"/>
                </a:lnTo>
                <a:lnTo>
                  <a:pt x="996538" y="124010"/>
                </a:lnTo>
                <a:lnTo>
                  <a:pt x="996538" y="129789"/>
                </a:lnTo>
                <a:close/>
                <a:moveTo>
                  <a:pt x="1053913" y="74782"/>
                </a:moveTo>
                <a:cubicBezTo>
                  <a:pt x="1052195" y="83184"/>
                  <a:pt x="1048830" y="89648"/>
                  <a:pt x="1043817" y="94174"/>
                </a:cubicBezTo>
                <a:cubicBezTo>
                  <a:pt x="1038803" y="98700"/>
                  <a:pt x="1033256" y="100963"/>
                  <a:pt x="1027175" y="100963"/>
                </a:cubicBezTo>
                <a:cubicBezTo>
                  <a:pt x="1019934" y="100963"/>
                  <a:pt x="1013621" y="97926"/>
                  <a:pt x="1008236" y="91852"/>
                </a:cubicBezTo>
                <a:cubicBezTo>
                  <a:pt x="1002851" y="85777"/>
                  <a:pt x="1000159" y="77569"/>
                  <a:pt x="1000159" y="67227"/>
                </a:cubicBezTo>
                <a:cubicBezTo>
                  <a:pt x="1000159" y="57211"/>
                  <a:pt x="1003141" y="49073"/>
                  <a:pt x="1009106" y="42813"/>
                </a:cubicBezTo>
                <a:cubicBezTo>
                  <a:pt x="1015071" y="36553"/>
                  <a:pt x="1022232" y="33422"/>
                  <a:pt x="1030587" y="33422"/>
                </a:cubicBezTo>
                <a:cubicBezTo>
                  <a:pt x="1036854" y="33422"/>
                  <a:pt x="1042006" y="35077"/>
                  <a:pt x="1046045" y="38385"/>
                </a:cubicBezTo>
                <a:cubicBezTo>
                  <a:pt x="1050083" y="41693"/>
                  <a:pt x="1052103" y="45128"/>
                  <a:pt x="1052103" y="48691"/>
                </a:cubicBezTo>
                <a:cubicBezTo>
                  <a:pt x="1052103" y="50449"/>
                  <a:pt x="1051534" y="51872"/>
                  <a:pt x="1050397" y="52960"/>
                </a:cubicBezTo>
                <a:cubicBezTo>
                  <a:pt x="1049259" y="54046"/>
                  <a:pt x="1047670" y="54590"/>
                  <a:pt x="1045627" y="54590"/>
                </a:cubicBezTo>
                <a:cubicBezTo>
                  <a:pt x="1042888" y="54590"/>
                  <a:pt x="1040823" y="53708"/>
                  <a:pt x="1039430" y="51944"/>
                </a:cubicBezTo>
                <a:cubicBezTo>
                  <a:pt x="1038641" y="50969"/>
                  <a:pt x="1038119" y="49112"/>
                  <a:pt x="1037863" y="46373"/>
                </a:cubicBezTo>
                <a:cubicBezTo>
                  <a:pt x="1037608" y="43635"/>
                  <a:pt x="1036668" y="41546"/>
                  <a:pt x="1035043" y="40107"/>
                </a:cubicBezTo>
                <a:cubicBezTo>
                  <a:pt x="1033419" y="38714"/>
                  <a:pt x="1031167" y="38018"/>
                  <a:pt x="1028289" y="38018"/>
                </a:cubicBezTo>
                <a:cubicBezTo>
                  <a:pt x="1023647" y="38018"/>
                  <a:pt x="1019911" y="39735"/>
                  <a:pt x="1017079" y="43170"/>
                </a:cubicBezTo>
                <a:cubicBezTo>
                  <a:pt x="1013319" y="47719"/>
                  <a:pt x="1011439" y="53731"/>
                  <a:pt x="1011439" y="61204"/>
                </a:cubicBezTo>
                <a:cubicBezTo>
                  <a:pt x="1011439" y="68817"/>
                  <a:pt x="1013307" y="75536"/>
                  <a:pt x="1017044" y="81362"/>
                </a:cubicBezTo>
                <a:cubicBezTo>
                  <a:pt x="1020781" y="87188"/>
                  <a:pt x="1025829" y="90101"/>
                  <a:pt x="1032189" y="90101"/>
                </a:cubicBezTo>
                <a:cubicBezTo>
                  <a:pt x="1036738" y="90101"/>
                  <a:pt x="1040823" y="88546"/>
                  <a:pt x="1044443" y="85435"/>
                </a:cubicBezTo>
                <a:cubicBezTo>
                  <a:pt x="1046996" y="83300"/>
                  <a:pt x="1049480" y="79424"/>
                  <a:pt x="1051894" y="73807"/>
                </a:cubicBezTo>
                <a:lnTo>
                  <a:pt x="1053913" y="74782"/>
                </a:lnTo>
                <a:close/>
                <a:moveTo>
                  <a:pt x="1084989" y="0"/>
                </a:moveTo>
                <a:lnTo>
                  <a:pt x="1084989" y="84539"/>
                </a:lnTo>
                <a:cubicBezTo>
                  <a:pt x="1084989" y="88528"/>
                  <a:pt x="1085279" y="91173"/>
                  <a:pt x="1085860" y="92472"/>
                </a:cubicBezTo>
                <a:cubicBezTo>
                  <a:pt x="1086440" y="93771"/>
                  <a:pt x="1087333" y="94756"/>
                  <a:pt x="1088540" y="95429"/>
                </a:cubicBezTo>
                <a:cubicBezTo>
                  <a:pt x="1089747" y="96101"/>
                  <a:pt x="1091999" y="96437"/>
                  <a:pt x="1095294" y="96437"/>
                </a:cubicBezTo>
                <a:lnTo>
                  <a:pt x="1095294" y="99013"/>
                </a:lnTo>
                <a:lnTo>
                  <a:pt x="1064031" y="99013"/>
                </a:lnTo>
                <a:lnTo>
                  <a:pt x="1064031" y="96437"/>
                </a:lnTo>
                <a:cubicBezTo>
                  <a:pt x="1066955" y="96437"/>
                  <a:pt x="1068951" y="96136"/>
                  <a:pt x="1070019" y="95534"/>
                </a:cubicBezTo>
                <a:cubicBezTo>
                  <a:pt x="1071087" y="94930"/>
                  <a:pt x="1071922" y="93933"/>
                  <a:pt x="1072526" y="92542"/>
                </a:cubicBezTo>
                <a:cubicBezTo>
                  <a:pt x="1073129" y="91149"/>
                  <a:pt x="1073431" y="88482"/>
                  <a:pt x="1073431" y="84539"/>
                </a:cubicBezTo>
                <a:lnTo>
                  <a:pt x="1073431" y="26649"/>
                </a:lnTo>
                <a:cubicBezTo>
                  <a:pt x="1073431" y="19459"/>
                  <a:pt x="1073268" y="15041"/>
                  <a:pt x="1072943" y="13395"/>
                </a:cubicBezTo>
                <a:cubicBezTo>
                  <a:pt x="1072618" y="11747"/>
                  <a:pt x="1072096" y="10622"/>
                  <a:pt x="1071377" y="10020"/>
                </a:cubicBezTo>
                <a:cubicBezTo>
                  <a:pt x="1070657" y="9417"/>
                  <a:pt x="1069740" y="9115"/>
                  <a:pt x="1068626" y="9115"/>
                </a:cubicBezTo>
                <a:cubicBezTo>
                  <a:pt x="1067419" y="9115"/>
                  <a:pt x="1065888" y="9486"/>
                  <a:pt x="1064031" y="10229"/>
                </a:cubicBezTo>
                <a:lnTo>
                  <a:pt x="1062847" y="7792"/>
                </a:lnTo>
                <a:lnTo>
                  <a:pt x="1081856" y="0"/>
                </a:lnTo>
                <a:lnTo>
                  <a:pt x="1084989" y="0"/>
                </a:lnTo>
                <a:close/>
                <a:moveTo>
                  <a:pt x="1113422" y="59324"/>
                </a:moveTo>
                <a:cubicBezTo>
                  <a:pt x="1113375" y="68772"/>
                  <a:pt x="1115673" y="76183"/>
                  <a:pt x="1120315" y="81556"/>
                </a:cubicBezTo>
                <a:cubicBezTo>
                  <a:pt x="1124957" y="86927"/>
                  <a:pt x="1130411" y="89613"/>
                  <a:pt x="1136678" y="89613"/>
                </a:cubicBezTo>
                <a:cubicBezTo>
                  <a:pt x="1140856" y="89613"/>
                  <a:pt x="1144488" y="88464"/>
                  <a:pt x="1147575" y="86167"/>
                </a:cubicBezTo>
                <a:cubicBezTo>
                  <a:pt x="1150662" y="83869"/>
                  <a:pt x="1153250" y="79935"/>
                  <a:pt x="1155339" y="74364"/>
                </a:cubicBezTo>
                <a:lnTo>
                  <a:pt x="1157497" y="75757"/>
                </a:lnTo>
                <a:cubicBezTo>
                  <a:pt x="1156523" y="82116"/>
                  <a:pt x="1153691" y="87907"/>
                  <a:pt x="1149003" y="93130"/>
                </a:cubicBezTo>
                <a:cubicBezTo>
                  <a:pt x="1144314" y="98352"/>
                  <a:pt x="1138442" y="100963"/>
                  <a:pt x="1131386" y="100963"/>
                </a:cubicBezTo>
                <a:cubicBezTo>
                  <a:pt x="1123727" y="100963"/>
                  <a:pt x="1117170" y="97987"/>
                  <a:pt x="1111716" y="92035"/>
                </a:cubicBezTo>
                <a:cubicBezTo>
                  <a:pt x="1106262" y="86082"/>
                  <a:pt x="1103534" y="78079"/>
                  <a:pt x="1103534" y="68026"/>
                </a:cubicBezTo>
                <a:cubicBezTo>
                  <a:pt x="1103534" y="57140"/>
                  <a:pt x="1106331" y="48652"/>
                  <a:pt x="1111925" y="42561"/>
                </a:cubicBezTo>
                <a:cubicBezTo>
                  <a:pt x="1117518" y="36468"/>
                  <a:pt x="1124539" y="33422"/>
                  <a:pt x="1132988" y="33422"/>
                </a:cubicBezTo>
                <a:cubicBezTo>
                  <a:pt x="1140136" y="33422"/>
                  <a:pt x="1146008" y="35772"/>
                  <a:pt x="1150604" y="40472"/>
                </a:cubicBezTo>
                <a:cubicBezTo>
                  <a:pt x="1155200" y="45171"/>
                  <a:pt x="1157497" y="51455"/>
                  <a:pt x="1157497" y="59324"/>
                </a:cubicBezTo>
                <a:lnTo>
                  <a:pt x="1113422" y="59324"/>
                </a:lnTo>
                <a:moveTo>
                  <a:pt x="1113422" y="55286"/>
                </a:moveTo>
                <a:lnTo>
                  <a:pt x="1142945" y="55286"/>
                </a:lnTo>
                <a:cubicBezTo>
                  <a:pt x="1142713" y="51201"/>
                  <a:pt x="1142225" y="48323"/>
                  <a:pt x="1141483" y="46652"/>
                </a:cubicBezTo>
                <a:cubicBezTo>
                  <a:pt x="1140322" y="44052"/>
                  <a:pt x="1138593" y="42010"/>
                  <a:pt x="1136295" y="40524"/>
                </a:cubicBezTo>
                <a:cubicBezTo>
                  <a:pt x="1133997" y="39039"/>
                  <a:pt x="1131595" y="38296"/>
                  <a:pt x="1129089" y="38296"/>
                </a:cubicBezTo>
                <a:cubicBezTo>
                  <a:pt x="1125236" y="38296"/>
                  <a:pt x="1121789" y="39793"/>
                  <a:pt x="1118749" y="42787"/>
                </a:cubicBezTo>
                <a:cubicBezTo>
                  <a:pt x="1115708" y="45781"/>
                  <a:pt x="1113932" y="49948"/>
                  <a:pt x="1113422" y="55286"/>
                </a:cubicBezTo>
                <a:close/>
                <a:moveTo>
                  <a:pt x="1202152" y="89822"/>
                </a:moveTo>
                <a:cubicBezTo>
                  <a:pt x="1195607" y="94882"/>
                  <a:pt x="1191499" y="97806"/>
                  <a:pt x="1189828" y="98595"/>
                </a:cubicBezTo>
                <a:cubicBezTo>
                  <a:pt x="1187321" y="99802"/>
                  <a:pt x="1184652" y="100406"/>
                  <a:pt x="1181820" y="100406"/>
                </a:cubicBezTo>
                <a:cubicBezTo>
                  <a:pt x="1177410" y="100406"/>
                  <a:pt x="1173778" y="98897"/>
                  <a:pt x="1170923" y="95880"/>
                </a:cubicBezTo>
                <a:cubicBezTo>
                  <a:pt x="1168068" y="92863"/>
                  <a:pt x="1166641" y="88894"/>
                  <a:pt x="1166641" y="83973"/>
                </a:cubicBezTo>
                <a:cubicBezTo>
                  <a:pt x="1166641" y="80863"/>
                  <a:pt x="1167337" y="78171"/>
                  <a:pt x="1168730" y="75896"/>
                </a:cubicBezTo>
                <a:cubicBezTo>
                  <a:pt x="1170633" y="72740"/>
                  <a:pt x="1173940" y="69769"/>
                  <a:pt x="1178652" y="66984"/>
                </a:cubicBezTo>
                <a:cubicBezTo>
                  <a:pt x="1183364" y="64198"/>
                  <a:pt x="1191197" y="60810"/>
                  <a:pt x="1202152" y="56818"/>
                </a:cubicBezTo>
                <a:lnTo>
                  <a:pt x="1202152" y="54311"/>
                </a:lnTo>
                <a:cubicBezTo>
                  <a:pt x="1202152" y="47952"/>
                  <a:pt x="1201142" y="43588"/>
                  <a:pt x="1199123" y="41221"/>
                </a:cubicBezTo>
                <a:cubicBezTo>
                  <a:pt x="1197104" y="38853"/>
                  <a:pt x="1194168" y="37670"/>
                  <a:pt x="1190315" y="37670"/>
                </a:cubicBezTo>
                <a:cubicBezTo>
                  <a:pt x="1187391" y="37670"/>
                  <a:pt x="1185070" y="38456"/>
                  <a:pt x="1183352" y="40028"/>
                </a:cubicBezTo>
                <a:cubicBezTo>
                  <a:pt x="1181588" y="41601"/>
                  <a:pt x="1180706" y="43405"/>
                  <a:pt x="1180706" y="45440"/>
                </a:cubicBezTo>
                <a:lnTo>
                  <a:pt x="1180845" y="49463"/>
                </a:lnTo>
                <a:cubicBezTo>
                  <a:pt x="1180845" y="51590"/>
                  <a:pt x="1180300" y="53231"/>
                  <a:pt x="1179209" y="54387"/>
                </a:cubicBezTo>
                <a:cubicBezTo>
                  <a:pt x="1178118" y="55543"/>
                  <a:pt x="1176691" y="56121"/>
                  <a:pt x="1174927" y="56121"/>
                </a:cubicBezTo>
                <a:cubicBezTo>
                  <a:pt x="1173209" y="56121"/>
                  <a:pt x="1171805" y="55520"/>
                  <a:pt x="1170714" y="54318"/>
                </a:cubicBezTo>
                <a:cubicBezTo>
                  <a:pt x="1169623" y="53114"/>
                  <a:pt x="1169078" y="51470"/>
                  <a:pt x="1169078" y="49387"/>
                </a:cubicBezTo>
                <a:cubicBezTo>
                  <a:pt x="1169078" y="45408"/>
                  <a:pt x="1171120" y="41752"/>
                  <a:pt x="1175205" y="38420"/>
                </a:cubicBezTo>
                <a:cubicBezTo>
                  <a:pt x="1179290" y="35088"/>
                  <a:pt x="1185023" y="33422"/>
                  <a:pt x="1192404" y="33422"/>
                </a:cubicBezTo>
                <a:cubicBezTo>
                  <a:pt x="1198067" y="33422"/>
                  <a:pt x="1202709" y="34372"/>
                  <a:pt x="1206330" y="36273"/>
                </a:cubicBezTo>
                <a:cubicBezTo>
                  <a:pt x="1209069" y="37710"/>
                  <a:pt x="1211088" y="39959"/>
                  <a:pt x="1212388" y="43020"/>
                </a:cubicBezTo>
                <a:cubicBezTo>
                  <a:pt x="1213223" y="45013"/>
                  <a:pt x="1213641" y="49093"/>
                  <a:pt x="1213641" y="55260"/>
                </a:cubicBezTo>
                <a:lnTo>
                  <a:pt x="1213641" y="76888"/>
                </a:lnTo>
                <a:cubicBezTo>
                  <a:pt x="1213641" y="82962"/>
                  <a:pt x="1213757" y="86683"/>
                  <a:pt x="1213989" y="88051"/>
                </a:cubicBezTo>
                <a:cubicBezTo>
                  <a:pt x="1214221" y="89419"/>
                  <a:pt x="1214604" y="90335"/>
                  <a:pt x="1215138" y="90799"/>
                </a:cubicBezTo>
                <a:cubicBezTo>
                  <a:pt x="1215672" y="91262"/>
                  <a:pt x="1216287" y="91493"/>
                  <a:pt x="1216983" y="91493"/>
                </a:cubicBezTo>
                <a:cubicBezTo>
                  <a:pt x="1217726" y="91493"/>
                  <a:pt x="1218376" y="91331"/>
                  <a:pt x="1218933" y="91006"/>
                </a:cubicBezTo>
                <a:cubicBezTo>
                  <a:pt x="1219908" y="90402"/>
                  <a:pt x="1221788" y="88708"/>
                  <a:pt x="1224573" y="85923"/>
                </a:cubicBezTo>
                <a:lnTo>
                  <a:pt x="1224573" y="89822"/>
                </a:lnTo>
                <a:cubicBezTo>
                  <a:pt x="1219374" y="96785"/>
                  <a:pt x="1214407" y="100267"/>
                  <a:pt x="1209672" y="100267"/>
                </a:cubicBezTo>
                <a:cubicBezTo>
                  <a:pt x="1207397" y="100267"/>
                  <a:pt x="1205587" y="99477"/>
                  <a:pt x="1204241" y="97899"/>
                </a:cubicBezTo>
                <a:cubicBezTo>
                  <a:pt x="1202895" y="96321"/>
                  <a:pt x="1202198" y="93629"/>
                  <a:pt x="1202152" y="89822"/>
                </a:cubicBezTo>
                <a:moveTo>
                  <a:pt x="1202152" y="85257"/>
                </a:moveTo>
                <a:lnTo>
                  <a:pt x="1202152" y="61065"/>
                </a:lnTo>
                <a:cubicBezTo>
                  <a:pt x="1195143" y="63837"/>
                  <a:pt x="1190617" y="65801"/>
                  <a:pt x="1188574" y="66958"/>
                </a:cubicBezTo>
                <a:cubicBezTo>
                  <a:pt x="1184907" y="68991"/>
                  <a:pt x="1182284" y="71117"/>
                  <a:pt x="1180706" y="73335"/>
                </a:cubicBezTo>
                <a:cubicBezTo>
                  <a:pt x="1179128" y="75553"/>
                  <a:pt x="1178339" y="77979"/>
                  <a:pt x="1178339" y="80614"/>
                </a:cubicBezTo>
                <a:cubicBezTo>
                  <a:pt x="1178339" y="83941"/>
                  <a:pt x="1179337" y="86703"/>
                  <a:pt x="1181333" y="88897"/>
                </a:cubicBezTo>
                <a:cubicBezTo>
                  <a:pt x="1183329" y="91092"/>
                  <a:pt x="1185627" y="92190"/>
                  <a:pt x="1188226" y="92190"/>
                </a:cubicBezTo>
                <a:cubicBezTo>
                  <a:pt x="1191754" y="92190"/>
                  <a:pt x="1196396" y="89879"/>
                  <a:pt x="1202152" y="85257"/>
                </a:cubicBezTo>
                <a:close/>
                <a:moveTo>
                  <a:pt x="1247920" y="46930"/>
                </a:moveTo>
                <a:cubicBezTo>
                  <a:pt x="1255394" y="37925"/>
                  <a:pt x="1262519" y="33422"/>
                  <a:pt x="1269296" y="33422"/>
                </a:cubicBezTo>
                <a:cubicBezTo>
                  <a:pt x="1272778" y="33422"/>
                  <a:pt x="1275772" y="34291"/>
                  <a:pt x="1278279" y="36029"/>
                </a:cubicBezTo>
                <a:cubicBezTo>
                  <a:pt x="1280785" y="37765"/>
                  <a:pt x="1282781" y="40625"/>
                  <a:pt x="1284267" y="44609"/>
                </a:cubicBezTo>
                <a:cubicBezTo>
                  <a:pt x="1285288" y="47387"/>
                  <a:pt x="1285799" y="51648"/>
                  <a:pt x="1285799" y="57392"/>
                </a:cubicBezTo>
                <a:lnTo>
                  <a:pt x="1285799" y="84556"/>
                </a:lnTo>
                <a:cubicBezTo>
                  <a:pt x="1285799" y="88586"/>
                  <a:pt x="1286124" y="91319"/>
                  <a:pt x="1286773" y="92755"/>
                </a:cubicBezTo>
                <a:cubicBezTo>
                  <a:pt x="1287284" y="93913"/>
                  <a:pt x="1288108" y="94816"/>
                  <a:pt x="1289245" y="95464"/>
                </a:cubicBezTo>
                <a:cubicBezTo>
                  <a:pt x="1290383" y="96113"/>
                  <a:pt x="1292483" y="96437"/>
                  <a:pt x="1295547" y="96437"/>
                </a:cubicBezTo>
                <a:lnTo>
                  <a:pt x="1295547" y="99013"/>
                </a:lnTo>
                <a:lnTo>
                  <a:pt x="1264005" y="99013"/>
                </a:lnTo>
                <a:lnTo>
                  <a:pt x="1264005" y="96437"/>
                </a:lnTo>
                <a:lnTo>
                  <a:pt x="1265327" y="96437"/>
                </a:lnTo>
                <a:cubicBezTo>
                  <a:pt x="1268298" y="96437"/>
                  <a:pt x="1270376" y="95986"/>
                  <a:pt x="1271559" y="95086"/>
                </a:cubicBezTo>
                <a:cubicBezTo>
                  <a:pt x="1272743" y="94185"/>
                  <a:pt x="1273567" y="92858"/>
                  <a:pt x="1274031" y="91104"/>
                </a:cubicBezTo>
                <a:cubicBezTo>
                  <a:pt x="1274217" y="90410"/>
                  <a:pt x="1274310" y="88239"/>
                  <a:pt x="1274310" y="84591"/>
                </a:cubicBezTo>
                <a:lnTo>
                  <a:pt x="1274310" y="58613"/>
                </a:lnTo>
                <a:cubicBezTo>
                  <a:pt x="1274310" y="52841"/>
                  <a:pt x="1273555" y="48650"/>
                  <a:pt x="1272047" y="46040"/>
                </a:cubicBezTo>
                <a:cubicBezTo>
                  <a:pt x="1270538" y="43431"/>
                  <a:pt x="1267997" y="42126"/>
                  <a:pt x="1264422" y="42126"/>
                </a:cubicBezTo>
                <a:cubicBezTo>
                  <a:pt x="1258898" y="42126"/>
                  <a:pt x="1253398" y="45128"/>
                  <a:pt x="1247920" y="51132"/>
                </a:cubicBezTo>
                <a:lnTo>
                  <a:pt x="1247920" y="84591"/>
                </a:lnTo>
                <a:cubicBezTo>
                  <a:pt x="1247920" y="88886"/>
                  <a:pt x="1248175" y="91542"/>
                  <a:pt x="1248686" y="92557"/>
                </a:cubicBezTo>
                <a:cubicBezTo>
                  <a:pt x="1249336" y="93896"/>
                  <a:pt x="1250229" y="94877"/>
                  <a:pt x="1251367" y="95501"/>
                </a:cubicBezTo>
                <a:cubicBezTo>
                  <a:pt x="1252504" y="96125"/>
                  <a:pt x="1254813" y="96437"/>
                  <a:pt x="1258295" y="96437"/>
                </a:cubicBezTo>
                <a:lnTo>
                  <a:pt x="1258295" y="99013"/>
                </a:lnTo>
                <a:lnTo>
                  <a:pt x="1226753" y="99013"/>
                </a:lnTo>
                <a:lnTo>
                  <a:pt x="1226753" y="96437"/>
                </a:lnTo>
                <a:lnTo>
                  <a:pt x="1228145" y="96437"/>
                </a:lnTo>
                <a:cubicBezTo>
                  <a:pt x="1231395" y="96437"/>
                  <a:pt x="1233588" y="95615"/>
                  <a:pt x="1234725" y="93972"/>
                </a:cubicBezTo>
                <a:cubicBezTo>
                  <a:pt x="1235863" y="92327"/>
                  <a:pt x="1236431" y="89188"/>
                  <a:pt x="1236431" y="84556"/>
                </a:cubicBezTo>
                <a:lnTo>
                  <a:pt x="1236431" y="60935"/>
                </a:lnTo>
                <a:cubicBezTo>
                  <a:pt x="1236431" y="53293"/>
                  <a:pt x="1236257" y="48638"/>
                  <a:pt x="1235909" y="46972"/>
                </a:cubicBezTo>
                <a:cubicBezTo>
                  <a:pt x="1235561" y="45303"/>
                  <a:pt x="1235027" y="44168"/>
                  <a:pt x="1234308" y="43566"/>
                </a:cubicBezTo>
                <a:cubicBezTo>
                  <a:pt x="1233588" y="42964"/>
                  <a:pt x="1232625" y="42663"/>
                  <a:pt x="1231418" y="42663"/>
                </a:cubicBezTo>
                <a:cubicBezTo>
                  <a:pt x="1230118" y="42663"/>
                  <a:pt x="1228563" y="43011"/>
                  <a:pt x="1226753" y="43706"/>
                </a:cubicBezTo>
                <a:lnTo>
                  <a:pt x="1225708" y="41203"/>
                </a:lnTo>
                <a:lnTo>
                  <a:pt x="1244926" y="33422"/>
                </a:lnTo>
                <a:lnTo>
                  <a:pt x="1247920" y="33422"/>
                </a:lnTo>
                <a:lnTo>
                  <a:pt x="1247920" y="46930"/>
                </a:lnTo>
                <a:close/>
                <a:moveTo>
                  <a:pt x="1356542" y="35233"/>
                </a:moveTo>
                <a:lnTo>
                  <a:pt x="1356542" y="73877"/>
                </a:lnTo>
                <a:cubicBezTo>
                  <a:pt x="1356542" y="81258"/>
                  <a:pt x="1356716" y="85772"/>
                  <a:pt x="1357064" y="87420"/>
                </a:cubicBezTo>
                <a:cubicBezTo>
                  <a:pt x="1357413" y="89068"/>
                  <a:pt x="1357970" y="90217"/>
                  <a:pt x="1358735" y="90867"/>
                </a:cubicBezTo>
                <a:cubicBezTo>
                  <a:pt x="1359501" y="91516"/>
                  <a:pt x="1360395" y="91841"/>
                  <a:pt x="1361416" y="91841"/>
                </a:cubicBezTo>
                <a:cubicBezTo>
                  <a:pt x="1362855" y="91841"/>
                  <a:pt x="1364480" y="91447"/>
                  <a:pt x="1366290" y="90658"/>
                </a:cubicBezTo>
                <a:lnTo>
                  <a:pt x="1367265" y="93095"/>
                </a:lnTo>
                <a:lnTo>
                  <a:pt x="1348187" y="100963"/>
                </a:lnTo>
                <a:lnTo>
                  <a:pt x="1345053" y="100963"/>
                </a:lnTo>
                <a:lnTo>
                  <a:pt x="1345053" y="87455"/>
                </a:lnTo>
                <a:cubicBezTo>
                  <a:pt x="1339576" y="93396"/>
                  <a:pt x="1335398" y="97133"/>
                  <a:pt x="1332520" y="98665"/>
                </a:cubicBezTo>
                <a:cubicBezTo>
                  <a:pt x="1329642" y="100197"/>
                  <a:pt x="1326601" y="100963"/>
                  <a:pt x="1323399" y="100963"/>
                </a:cubicBezTo>
                <a:cubicBezTo>
                  <a:pt x="1319824" y="100963"/>
                  <a:pt x="1316726" y="99930"/>
                  <a:pt x="1314103" y="97864"/>
                </a:cubicBezTo>
                <a:cubicBezTo>
                  <a:pt x="1311480" y="95799"/>
                  <a:pt x="1309658" y="93141"/>
                  <a:pt x="1308637" y="89892"/>
                </a:cubicBezTo>
                <a:cubicBezTo>
                  <a:pt x="1307616" y="86642"/>
                  <a:pt x="1307105" y="82047"/>
                  <a:pt x="1307105" y="76105"/>
                </a:cubicBezTo>
                <a:lnTo>
                  <a:pt x="1307105" y="47627"/>
                </a:lnTo>
                <a:cubicBezTo>
                  <a:pt x="1307105" y="44609"/>
                  <a:pt x="1306780" y="42520"/>
                  <a:pt x="1306130" y="41360"/>
                </a:cubicBezTo>
                <a:cubicBezTo>
                  <a:pt x="1305481" y="40199"/>
                  <a:pt x="1304517" y="39306"/>
                  <a:pt x="1303241" y="38679"/>
                </a:cubicBezTo>
                <a:cubicBezTo>
                  <a:pt x="1301964" y="38053"/>
                  <a:pt x="1299655" y="37762"/>
                  <a:pt x="1296313" y="37809"/>
                </a:cubicBezTo>
                <a:lnTo>
                  <a:pt x="1296313" y="35233"/>
                </a:lnTo>
                <a:lnTo>
                  <a:pt x="1318664" y="35233"/>
                </a:lnTo>
                <a:lnTo>
                  <a:pt x="1318664" y="77811"/>
                </a:lnTo>
                <a:cubicBezTo>
                  <a:pt x="1318664" y="83738"/>
                  <a:pt x="1319697" y="87628"/>
                  <a:pt x="1321762" y="89480"/>
                </a:cubicBezTo>
                <a:cubicBezTo>
                  <a:pt x="1323828" y="91333"/>
                  <a:pt x="1326323" y="92259"/>
                  <a:pt x="1329247" y="92259"/>
                </a:cubicBezTo>
                <a:cubicBezTo>
                  <a:pt x="1331243" y="92259"/>
                  <a:pt x="1333506" y="91634"/>
                  <a:pt x="1336036" y="90383"/>
                </a:cubicBezTo>
                <a:cubicBezTo>
                  <a:pt x="1338566" y="89133"/>
                  <a:pt x="1341572" y="86749"/>
                  <a:pt x="1345053" y="83231"/>
                </a:cubicBezTo>
                <a:lnTo>
                  <a:pt x="1345053" y="47185"/>
                </a:lnTo>
                <a:cubicBezTo>
                  <a:pt x="1345053" y="43573"/>
                  <a:pt x="1344392" y="41131"/>
                  <a:pt x="1343069" y="39859"/>
                </a:cubicBezTo>
                <a:cubicBezTo>
                  <a:pt x="1341746" y="38585"/>
                  <a:pt x="1338996" y="37902"/>
                  <a:pt x="1334818" y="37809"/>
                </a:cubicBezTo>
                <a:lnTo>
                  <a:pt x="1334818" y="35233"/>
                </a:lnTo>
                <a:lnTo>
                  <a:pt x="1356542" y="35233"/>
                </a:lnTo>
                <a:close/>
                <a:moveTo>
                  <a:pt x="1367335" y="41506"/>
                </a:moveTo>
                <a:lnTo>
                  <a:pt x="1386970" y="33561"/>
                </a:lnTo>
                <a:lnTo>
                  <a:pt x="1389616" y="33561"/>
                </a:lnTo>
                <a:lnTo>
                  <a:pt x="1389616" y="48462"/>
                </a:lnTo>
                <a:cubicBezTo>
                  <a:pt x="1392912" y="42845"/>
                  <a:pt x="1396219" y="38935"/>
                  <a:pt x="1399538" y="36730"/>
                </a:cubicBezTo>
                <a:cubicBezTo>
                  <a:pt x="1402857" y="34525"/>
                  <a:pt x="1406350" y="33422"/>
                  <a:pt x="1410018" y="33422"/>
                </a:cubicBezTo>
                <a:cubicBezTo>
                  <a:pt x="1416424" y="33422"/>
                  <a:pt x="1421762" y="35926"/>
                  <a:pt x="1426032" y="40933"/>
                </a:cubicBezTo>
                <a:cubicBezTo>
                  <a:pt x="1431278" y="47055"/>
                  <a:pt x="1433901" y="55031"/>
                  <a:pt x="1433901" y="64862"/>
                </a:cubicBezTo>
                <a:cubicBezTo>
                  <a:pt x="1433901" y="75852"/>
                  <a:pt x="1430744" y="84941"/>
                  <a:pt x="1424431" y="92129"/>
                </a:cubicBezTo>
                <a:cubicBezTo>
                  <a:pt x="1419232" y="98018"/>
                  <a:pt x="1412687" y="100963"/>
                  <a:pt x="1404795" y="100963"/>
                </a:cubicBezTo>
                <a:cubicBezTo>
                  <a:pt x="1401360" y="100963"/>
                  <a:pt x="1398389" y="100475"/>
                  <a:pt x="1395883" y="99501"/>
                </a:cubicBezTo>
                <a:cubicBezTo>
                  <a:pt x="1394026" y="98804"/>
                  <a:pt x="1391937" y="97412"/>
                  <a:pt x="1389616" y="95323"/>
                </a:cubicBezTo>
                <a:lnTo>
                  <a:pt x="1389616" y="114749"/>
                </a:lnTo>
                <a:cubicBezTo>
                  <a:pt x="1389616" y="119113"/>
                  <a:pt x="1389883" y="121886"/>
                  <a:pt x="1390417" y="123070"/>
                </a:cubicBezTo>
                <a:cubicBezTo>
                  <a:pt x="1390951" y="124254"/>
                  <a:pt x="1391879" y="125194"/>
                  <a:pt x="1393202" y="125890"/>
                </a:cubicBezTo>
                <a:cubicBezTo>
                  <a:pt x="1394525" y="126586"/>
                  <a:pt x="1396927" y="126935"/>
                  <a:pt x="1400409" y="126935"/>
                </a:cubicBezTo>
                <a:lnTo>
                  <a:pt x="1400409" y="129511"/>
                </a:lnTo>
                <a:lnTo>
                  <a:pt x="1366987" y="129511"/>
                </a:lnTo>
                <a:lnTo>
                  <a:pt x="1366987" y="126935"/>
                </a:lnTo>
                <a:lnTo>
                  <a:pt x="1368727" y="126935"/>
                </a:lnTo>
                <a:cubicBezTo>
                  <a:pt x="1371280" y="126981"/>
                  <a:pt x="1373462" y="126493"/>
                  <a:pt x="1375272" y="125470"/>
                </a:cubicBezTo>
                <a:cubicBezTo>
                  <a:pt x="1376154" y="124960"/>
                  <a:pt x="1376839" y="124135"/>
                  <a:pt x="1377327" y="122996"/>
                </a:cubicBezTo>
                <a:cubicBezTo>
                  <a:pt x="1377814" y="121859"/>
                  <a:pt x="1378058" y="118968"/>
                  <a:pt x="1378058" y="114323"/>
                </a:cubicBezTo>
                <a:lnTo>
                  <a:pt x="1378058" y="53978"/>
                </a:lnTo>
                <a:cubicBezTo>
                  <a:pt x="1378058" y="49844"/>
                  <a:pt x="1377872" y="47220"/>
                  <a:pt x="1377501" y="46106"/>
                </a:cubicBezTo>
                <a:cubicBezTo>
                  <a:pt x="1377129" y="44990"/>
                  <a:pt x="1376537" y="44154"/>
                  <a:pt x="1375725" y="43597"/>
                </a:cubicBezTo>
                <a:cubicBezTo>
                  <a:pt x="1374913" y="43038"/>
                  <a:pt x="1373810" y="42759"/>
                  <a:pt x="1372418" y="42759"/>
                </a:cubicBezTo>
                <a:cubicBezTo>
                  <a:pt x="1371304" y="42759"/>
                  <a:pt x="1369888" y="43084"/>
                  <a:pt x="1368170" y="43734"/>
                </a:cubicBezTo>
                <a:lnTo>
                  <a:pt x="1367335" y="41506"/>
                </a:lnTo>
                <a:moveTo>
                  <a:pt x="1389616" y="52697"/>
                </a:moveTo>
                <a:lnTo>
                  <a:pt x="1389616" y="76479"/>
                </a:lnTo>
                <a:cubicBezTo>
                  <a:pt x="1389616" y="81626"/>
                  <a:pt x="1389825" y="85010"/>
                  <a:pt x="1390243" y="86632"/>
                </a:cubicBezTo>
                <a:cubicBezTo>
                  <a:pt x="1390893" y="89322"/>
                  <a:pt x="1392483" y="91686"/>
                  <a:pt x="1395012" y="93726"/>
                </a:cubicBezTo>
                <a:cubicBezTo>
                  <a:pt x="1397542" y="95765"/>
                  <a:pt x="1400734" y="96785"/>
                  <a:pt x="1404587" y="96785"/>
                </a:cubicBezTo>
                <a:cubicBezTo>
                  <a:pt x="1409228" y="96785"/>
                  <a:pt x="1412988" y="94977"/>
                  <a:pt x="1415867" y="91360"/>
                </a:cubicBezTo>
                <a:cubicBezTo>
                  <a:pt x="1419627" y="86633"/>
                  <a:pt x="1421506" y="79980"/>
                  <a:pt x="1421506" y="71403"/>
                </a:cubicBezTo>
                <a:cubicBezTo>
                  <a:pt x="1421506" y="61668"/>
                  <a:pt x="1419371" y="54181"/>
                  <a:pt x="1415101" y="48943"/>
                </a:cubicBezTo>
                <a:cubicBezTo>
                  <a:pt x="1412130" y="45327"/>
                  <a:pt x="1408602" y="43518"/>
                  <a:pt x="1404517" y="43518"/>
                </a:cubicBezTo>
                <a:cubicBezTo>
                  <a:pt x="1402289" y="43518"/>
                  <a:pt x="1400084" y="44075"/>
                  <a:pt x="1397902" y="45187"/>
                </a:cubicBezTo>
                <a:cubicBezTo>
                  <a:pt x="1396231" y="46021"/>
                  <a:pt x="1393469" y="48525"/>
                  <a:pt x="1389616" y="5269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Text ...">
            <a:extLst xmlns:a="http://schemas.openxmlformats.org/drawingml/2006/main">
              <a:ext uri="{FF2B5EF4-FFF2-40B4-BE49-F238E27FC236}">
                <a16:creationId xmlns:a16="http://schemas.microsoft.com/office/drawing/2014/main" id="{F366EF58-D750-4BA8-8EE5-2DCCF06FD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8444" y="3208157"/>
            <a:ext cx="86758" cy="15458"/>
          </a:xfrm>
          <a:custGeom xmlns:a="http://schemas.openxmlformats.org/drawingml/2006/main">
            <a:pathLst>
              <a:path w="86758" h="15458">
                <a:moveTo>
                  <a:pt x="7729" y="0"/>
                </a:moveTo>
                <a:cubicBezTo>
                  <a:pt x="9911" y="0"/>
                  <a:pt x="11744" y="754"/>
                  <a:pt x="13230" y="2263"/>
                </a:cubicBezTo>
                <a:cubicBezTo>
                  <a:pt x="14715" y="3772"/>
                  <a:pt x="15458" y="5594"/>
                  <a:pt x="15458" y="7729"/>
                </a:cubicBezTo>
                <a:cubicBezTo>
                  <a:pt x="15458" y="9864"/>
                  <a:pt x="14703" y="11686"/>
                  <a:pt x="13195" y="13195"/>
                </a:cubicBezTo>
                <a:cubicBezTo>
                  <a:pt x="11686" y="14703"/>
                  <a:pt x="9864" y="15458"/>
                  <a:pt x="7729" y="15458"/>
                </a:cubicBezTo>
                <a:cubicBezTo>
                  <a:pt x="5594" y="15458"/>
                  <a:pt x="3772" y="14703"/>
                  <a:pt x="2263" y="13195"/>
                </a:cubicBezTo>
                <a:cubicBezTo>
                  <a:pt x="754" y="11686"/>
                  <a:pt x="0" y="9864"/>
                  <a:pt x="0" y="7729"/>
                </a:cubicBezTo>
                <a:cubicBezTo>
                  <a:pt x="0" y="5547"/>
                  <a:pt x="754" y="3714"/>
                  <a:pt x="2263" y="2228"/>
                </a:cubicBezTo>
                <a:cubicBezTo>
                  <a:pt x="3772" y="743"/>
                  <a:pt x="5594" y="0"/>
                  <a:pt x="7729" y="0"/>
                </a:cubicBezTo>
                <a:close/>
                <a:moveTo>
                  <a:pt x="43379" y="0"/>
                </a:moveTo>
                <a:cubicBezTo>
                  <a:pt x="45561" y="0"/>
                  <a:pt x="47395" y="754"/>
                  <a:pt x="48880" y="2263"/>
                </a:cubicBezTo>
                <a:cubicBezTo>
                  <a:pt x="50365" y="3772"/>
                  <a:pt x="51108" y="5594"/>
                  <a:pt x="51108" y="7729"/>
                </a:cubicBezTo>
                <a:cubicBezTo>
                  <a:pt x="51108" y="9864"/>
                  <a:pt x="50354" y="11686"/>
                  <a:pt x="48845" y="13195"/>
                </a:cubicBezTo>
                <a:cubicBezTo>
                  <a:pt x="47337" y="14703"/>
                  <a:pt x="45515" y="15458"/>
                  <a:pt x="43379" y="15458"/>
                </a:cubicBezTo>
                <a:cubicBezTo>
                  <a:pt x="41244" y="15458"/>
                  <a:pt x="39422" y="14703"/>
                  <a:pt x="37913" y="13195"/>
                </a:cubicBezTo>
                <a:cubicBezTo>
                  <a:pt x="36405" y="11686"/>
                  <a:pt x="35650" y="9864"/>
                  <a:pt x="35650" y="7729"/>
                </a:cubicBezTo>
                <a:cubicBezTo>
                  <a:pt x="35650" y="5547"/>
                  <a:pt x="36405" y="3714"/>
                  <a:pt x="37913" y="2228"/>
                </a:cubicBezTo>
                <a:cubicBezTo>
                  <a:pt x="39422" y="743"/>
                  <a:pt x="41244" y="0"/>
                  <a:pt x="43379" y="0"/>
                </a:cubicBezTo>
                <a:close/>
                <a:moveTo>
                  <a:pt x="79030" y="0"/>
                </a:moveTo>
                <a:cubicBezTo>
                  <a:pt x="81211" y="0"/>
                  <a:pt x="83045" y="754"/>
                  <a:pt x="84530" y="2263"/>
                </a:cubicBezTo>
                <a:cubicBezTo>
                  <a:pt x="86016" y="3772"/>
                  <a:pt x="86758" y="5594"/>
                  <a:pt x="86758" y="7729"/>
                </a:cubicBezTo>
                <a:cubicBezTo>
                  <a:pt x="86758" y="9864"/>
                  <a:pt x="86004" y="11686"/>
                  <a:pt x="84495" y="13195"/>
                </a:cubicBezTo>
                <a:cubicBezTo>
                  <a:pt x="82987" y="14703"/>
                  <a:pt x="81165" y="15458"/>
                  <a:pt x="79030" y="15458"/>
                </a:cubicBezTo>
                <a:cubicBezTo>
                  <a:pt x="76894" y="15458"/>
                  <a:pt x="75072" y="14703"/>
                  <a:pt x="73564" y="13195"/>
                </a:cubicBezTo>
                <a:cubicBezTo>
                  <a:pt x="72055" y="11686"/>
                  <a:pt x="71301" y="9864"/>
                  <a:pt x="71301" y="7729"/>
                </a:cubicBezTo>
                <a:cubicBezTo>
                  <a:pt x="71301" y="5547"/>
                  <a:pt x="72055" y="3714"/>
                  <a:pt x="73564" y="2228"/>
                </a:cubicBezTo>
                <a:cubicBezTo>
                  <a:pt x="75072" y="743"/>
                  <a:pt x="76894" y="0"/>
                  <a:pt x="79030" y="0"/>
                </a:cubicBezTo>
                <a:close/>
              </a:path>
            </a:pathLst>
          </a:custGeom>
          <a:solidFill xmlns:a="http://schemas.openxmlformats.org/drawingml/2006/main">
            <a:srgbClr val="55555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Text LDR">
            <a:extLst xmlns:a="http://schemas.openxmlformats.org/drawingml/2006/main">
              <a:ext uri="{FF2B5EF4-FFF2-40B4-BE49-F238E27FC236}">
                <a16:creationId xmlns:a16="http://schemas.microsoft.com/office/drawing/2014/main" id="{DEB85CFA-87AC-494D-9EF9-2B0CCDCCC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203" y="3305499"/>
            <a:ext cx="283600" cy="94418"/>
          </a:xfrm>
          <a:custGeom xmlns:a="http://schemas.openxmlformats.org/drawingml/2006/main">
            <a:pathLst>
              <a:path w="283600" h="94418">
                <a:moveTo>
                  <a:pt x="78890" y="68237"/>
                </a:moveTo>
                <a:lnTo>
                  <a:pt x="81188" y="68727"/>
                </a:lnTo>
                <a:lnTo>
                  <a:pt x="73111" y="94418"/>
                </a:lnTo>
                <a:lnTo>
                  <a:pt x="0" y="94418"/>
                </a:lnTo>
                <a:lnTo>
                  <a:pt x="0" y="91841"/>
                </a:lnTo>
                <a:lnTo>
                  <a:pt x="3551" y="91841"/>
                </a:lnTo>
                <a:cubicBezTo>
                  <a:pt x="7543" y="91841"/>
                  <a:pt x="10398" y="90542"/>
                  <a:pt x="12116" y="87942"/>
                </a:cubicBezTo>
                <a:cubicBezTo>
                  <a:pt x="13090" y="86457"/>
                  <a:pt x="13578" y="83022"/>
                  <a:pt x="13578" y="77637"/>
                </a:cubicBezTo>
                <a:lnTo>
                  <a:pt x="13578" y="16711"/>
                </a:lnTo>
                <a:cubicBezTo>
                  <a:pt x="13578" y="10816"/>
                  <a:pt x="12928" y="7125"/>
                  <a:pt x="11628" y="5640"/>
                </a:cubicBezTo>
                <a:cubicBezTo>
                  <a:pt x="9818" y="3598"/>
                  <a:pt x="7125" y="2576"/>
                  <a:pt x="3551" y="2576"/>
                </a:cubicBezTo>
                <a:lnTo>
                  <a:pt x="0" y="2576"/>
                </a:lnTo>
                <a:lnTo>
                  <a:pt x="0" y="0"/>
                </a:lnTo>
                <a:lnTo>
                  <a:pt x="42753" y="0"/>
                </a:lnTo>
                <a:lnTo>
                  <a:pt x="42753" y="2576"/>
                </a:lnTo>
                <a:cubicBezTo>
                  <a:pt x="37739" y="2530"/>
                  <a:pt x="34223" y="2995"/>
                  <a:pt x="32204" y="3971"/>
                </a:cubicBezTo>
                <a:cubicBezTo>
                  <a:pt x="30184" y="4946"/>
                  <a:pt x="28803" y="6177"/>
                  <a:pt x="28061" y="7664"/>
                </a:cubicBezTo>
                <a:cubicBezTo>
                  <a:pt x="27318" y="9150"/>
                  <a:pt x="26947" y="12704"/>
                  <a:pt x="26947" y="18326"/>
                </a:cubicBezTo>
                <a:lnTo>
                  <a:pt x="26947" y="77698"/>
                </a:lnTo>
                <a:cubicBezTo>
                  <a:pt x="26947" y="81554"/>
                  <a:pt x="27318" y="84202"/>
                  <a:pt x="28061" y="85642"/>
                </a:cubicBezTo>
                <a:cubicBezTo>
                  <a:pt x="28618" y="86617"/>
                  <a:pt x="29477" y="87337"/>
                  <a:pt x="30637" y="87803"/>
                </a:cubicBezTo>
                <a:cubicBezTo>
                  <a:pt x="31797" y="88267"/>
                  <a:pt x="35418" y="88499"/>
                  <a:pt x="41499" y="88499"/>
                </a:cubicBezTo>
                <a:lnTo>
                  <a:pt x="48393" y="88499"/>
                </a:lnTo>
                <a:cubicBezTo>
                  <a:pt x="55634" y="88499"/>
                  <a:pt x="60717" y="87962"/>
                  <a:pt x="63641" y="86887"/>
                </a:cubicBezTo>
                <a:cubicBezTo>
                  <a:pt x="66566" y="85812"/>
                  <a:pt x="69235" y="83907"/>
                  <a:pt x="71649" y="81173"/>
                </a:cubicBezTo>
                <a:cubicBezTo>
                  <a:pt x="74063" y="78438"/>
                  <a:pt x="76476" y="74126"/>
                  <a:pt x="78890" y="68237"/>
                </a:cubicBezTo>
                <a:close/>
                <a:moveTo>
                  <a:pt x="86712" y="94418"/>
                </a:moveTo>
                <a:lnTo>
                  <a:pt x="86712" y="91841"/>
                </a:lnTo>
                <a:lnTo>
                  <a:pt x="90263" y="91841"/>
                </a:lnTo>
                <a:cubicBezTo>
                  <a:pt x="94255" y="91841"/>
                  <a:pt x="97086" y="90565"/>
                  <a:pt x="98758" y="88012"/>
                </a:cubicBezTo>
                <a:cubicBezTo>
                  <a:pt x="99779" y="86480"/>
                  <a:pt x="100289" y="83045"/>
                  <a:pt x="100289" y="77707"/>
                </a:cubicBezTo>
                <a:lnTo>
                  <a:pt x="100289" y="16711"/>
                </a:lnTo>
                <a:cubicBezTo>
                  <a:pt x="100289" y="10816"/>
                  <a:pt x="99640" y="7125"/>
                  <a:pt x="98340" y="5640"/>
                </a:cubicBezTo>
                <a:cubicBezTo>
                  <a:pt x="96529" y="3598"/>
                  <a:pt x="93837" y="2576"/>
                  <a:pt x="90263" y="2576"/>
                </a:cubicBezTo>
                <a:lnTo>
                  <a:pt x="86712" y="2576"/>
                </a:lnTo>
                <a:lnTo>
                  <a:pt x="86712" y="0"/>
                </a:lnTo>
                <a:lnTo>
                  <a:pt x="125147" y="0"/>
                </a:lnTo>
                <a:cubicBezTo>
                  <a:pt x="139259" y="0"/>
                  <a:pt x="149993" y="1601"/>
                  <a:pt x="157351" y="4804"/>
                </a:cubicBezTo>
                <a:cubicBezTo>
                  <a:pt x="164708" y="8007"/>
                  <a:pt x="170627" y="13346"/>
                  <a:pt x="175106" y="20819"/>
                </a:cubicBezTo>
                <a:cubicBezTo>
                  <a:pt x="179586" y="28293"/>
                  <a:pt x="181826" y="36927"/>
                  <a:pt x="181826" y="46721"/>
                </a:cubicBezTo>
                <a:cubicBezTo>
                  <a:pt x="181826" y="59858"/>
                  <a:pt x="177834" y="70836"/>
                  <a:pt x="169849" y="79656"/>
                </a:cubicBezTo>
                <a:cubicBezTo>
                  <a:pt x="160890" y="89497"/>
                  <a:pt x="147243" y="94418"/>
                  <a:pt x="128907" y="94418"/>
                </a:cubicBezTo>
                <a:lnTo>
                  <a:pt x="86712" y="94418"/>
                </a:lnTo>
                <a:moveTo>
                  <a:pt x="113658" y="87664"/>
                </a:moveTo>
                <a:cubicBezTo>
                  <a:pt x="119554" y="88917"/>
                  <a:pt x="124497" y="89544"/>
                  <a:pt x="128489" y="89544"/>
                </a:cubicBezTo>
                <a:cubicBezTo>
                  <a:pt x="139259" y="89544"/>
                  <a:pt x="148195" y="85760"/>
                  <a:pt x="155297" y="78194"/>
                </a:cubicBezTo>
                <a:cubicBezTo>
                  <a:pt x="162399" y="70628"/>
                  <a:pt x="165950" y="60369"/>
                  <a:pt x="165950" y="47418"/>
                </a:cubicBezTo>
                <a:cubicBezTo>
                  <a:pt x="165950" y="34374"/>
                  <a:pt x="162399" y="24092"/>
                  <a:pt x="155297" y="16572"/>
                </a:cubicBezTo>
                <a:cubicBezTo>
                  <a:pt x="148195" y="9052"/>
                  <a:pt x="139073" y="5292"/>
                  <a:pt x="127932" y="5292"/>
                </a:cubicBezTo>
                <a:cubicBezTo>
                  <a:pt x="123755" y="5292"/>
                  <a:pt x="118997" y="5965"/>
                  <a:pt x="113658" y="7311"/>
                </a:cubicBezTo>
                <a:lnTo>
                  <a:pt x="113658" y="87664"/>
                </a:lnTo>
                <a:close/>
                <a:moveTo>
                  <a:pt x="283600" y="94418"/>
                </a:moveTo>
                <a:lnTo>
                  <a:pt x="258394" y="94418"/>
                </a:lnTo>
                <a:lnTo>
                  <a:pt x="226434" y="50133"/>
                </a:lnTo>
                <a:cubicBezTo>
                  <a:pt x="224066" y="50226"/>
                  <a:pt x="222140" y="50273"/>
                  <a:pt x="220655" y="50273"/>
                </a:cubicBezTo>
                <a:cubicBezTo>
                  <a:pt x="220051" y="50273"/>
                  <a:pt x="219401" y="50261"/>
                  <a:pt x="218705" y="50238"/>
                </a:cubicBezTo>
                <a:cubicBezTo>
                  <a:pt x="218009" y="50215"/>
                  <a:pt x="217289" y="50180"/>
                  <a:pt x="216546" y="50133"/>
                </a:cubicBezTo>
                <a:lnTo>
                  <a:pt x="216546" y="77659"/>
                </a:lnTo>
                <a:cubicBezTo>
                  <a:pt x="216546" y="83621"/>
                  <a:pt x="217196" y="87323"/>
                  <a:pt x="218496" y="88767"/>
                </a:cubicBezTo>
                <a:cubicBezTo>
                  <a:pt x="220260" y="90816"/>
                  <a:pt x="222906" y="91841"/>
                  <a:pt x="226434" y="91841"/>
                </a:cubicBezTo>
                <a:lnTo>
                  <a:pt x="230124" y="91841"/>
                </a:lnTo>
                <a:lnTo>
                  <a:pt x="230124" y="94418"/>
                </a:lnTo>
                <a:lnTo>
                  <a:pt x="189669" y="94418"/>
                </a:lnTo>
                <a:lnTo>
                  <a:pt x="189669" y="91841"/>
                </a:lnTo>
                <a:lnTo>
                  <a:pt x="193221" y="91841"/>
                </a:lnTo>
                <a:cubicBezTo>
                  <a:pt x="197213" y="91841"/>
                  <a:pt x="200067" y="90542"/>
                  <a:pt x="201785" y="87942"/>
                </a:cubicBezTo>
                <a:cubicBezTo>
                  <a:pt x="202760" y="86503"/>
                  <a:pt x="203247" y="83091"/>
                  <a:pt x="203247" y="77707"/>
                </a:cubicBezTo>
                <a:lnTo>
                  <a:pt x="203247" y="16711"/>
                </a:lnTo>
                <a:cubicBezTo>
                  <a:pt x="203247" y="10769"/>
                  <a:pt x="202597" y="7079"/>
                  <a:pt x="201298" y="5640"/>
                </a:cubicBezTo>
                <a:cubicBezTo>
                  <a:pt x="199487" y="3598"/>
                  <a:pt x="196795" y="2576"/>
                  <a:pt x="193221" y="2576"/>
                </a:cubicBezTo>
                <a:lnTo>
                  <a:pt x="189669" y="2576"/>
                </a:lnTo>
                <a:lnTo>
                  <a:pt x="189669" y="0"/>
                </a:lnTo>
                <a:lnTo>
                  <a:pt x="224066" y="0"/>
                </a:lnTo>
                <a:cubicBezTo>
                  <a:pt x="234093" y="0"/>
                  <a:pt x="241485" y="729"/>
                  <a:pt x="246243" y="2187"/>
                </a:cubicBezTo>
                <a:cubicBezTo>
                  <a:pt x="251001" y="3645"/>
                  <a:pt x="255040" y="6330"/>
                  <a:pt x="258359" y="10242"/>
                </a:cubicBezTo>
                <a:cubicBezTo>
                  <a:pt x="261678" y="14153"/>
                  <a:pt x="263337" y="18816"/>
                  <a:pt x="263337" y="24231"/>
                </a:cubicBezTo>
                <a:cubicBezTo>
                  <a:pt x="263337" y="30016"/>
                  <a:pt x="261446" y="35038"/>
                  <a:pt x="257663" y="39297"/>
                </a:cubicBezTo>
                <a:cubicBezTo>
                  <a:pt x="253879" y="43555"/>
                  <a:pt x="248019" y="46563"/>
                  <a:pt x="240081" y="48323"/>
                </a:cubicBezTo>
                <a:lnTo>
                  <a:pt x="259577" y="75496"/>
                </a:lnTo>
                <a:cubicBezTo>
                  <a:pt x="264034" y="81736"/>
                  <a:pt x="267863" y="85882"/>
                  <a:pt x="271066" y="87931"/>
                </a:cubicBezTo>
                <a:cubicBezTo>
                  <a:pt x="274269" y="89979"/>
                  <a:pt x="278447" y="91283"/>
                  <a:pt x="283600" y="91841"/>
                </a:cubicBezTo>
                <a:lnTo>
                  <a:pt x="283600" y="94418"/>
                </a:lnTo>
                <a:moveTo>
                  <a:pt x="216546" y="45886"/>
                </a:moveTo>
                <a:cubicBezTo>
                  <a:pt x="217428" y="45886"/>
                  <a:pt x="218194" y="45897"/>
                  <a:pt x="218844" y="45921"/>
                </a:cubicBezTo>
                <a:cubicBezTo>
                  <a:pt x="219494" y="45944"/>
                  <a:pt x="220028" y="45955"/>
                  <a:pt x="220446" y="45955"/>
                </a:cubicBezTo>
                <a:cubicBezTo>
                  <a:pt x="229451" y="45955"/>
                  <a:pt x="236240" y="44006"/>
                  <a:pt x="240812" y="40107"/>
                </a:cubicBezTo>
                <a:cubicBezTo>
                  <a:pt x="245385" y="36207"/>
                  <a:pt x="247671" y="31240"/>
                  <a:pt x="247671" y="25206"/>
                </a:cubicBezTo>
                <a:cubicBezTo>
                  <a:pt x="247671" y="19311"/>
                  <a:pt x="245826" y="14518"/>
                  <a:pt x="242135" y="10827"/>
                </a:cubicBezTo>
                <a:cubicBezTo>
                  <a:pt x="238445" y="7137"/>
                  <a:pt x="233559" y="5292"/>
                  <a:pt x="227478" y="5292"/>
                </a:cubicBezTo>
                <a:cubicBezTo>
                  <a:pt x="224786" y="5292"/>
                  <a:pt x="221142" y="5733"/>
                  <a:pt x="216546" y="6615"/>
                </a:cubicBezTo>
                <a:lnTo>
                  <a:pt x="216546" y="458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Text R3,var_50">
            <a:extLst xmlns:a="http://schemas.openxmlformats.org/drawingml/2006/main">
              <a:ext uri="{FF2B5EF4-FFF2-40B4-BE49-F238E27FC236}">
                <a16:creationId xmlns:a16="http://schemas.microsoft.com/office/drawing/2014/main" id="{195D18FB-D526-4EF3-BCDD-BF972431F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889" y="3303549"/>
            <a:ext cx="626200" cy="127144"/>
          </a:xfrm>
          <a:custGeom xmlns:a="http://schemas.openxmlformats.org/drawingml/2006/main">
            <a:pathLst>
              <a:path w="626200" h="127144">
                <a:moveTo>
                  <a:pt x="93930" y="96367"/>
                </a:moveTo>
                <a:lnTo>
                  <a:pt x="68724" y="96367"/>
                </a:lnTo>
                <a:lnTo>
                  <a:pt x="36764" y="52083"/>
                </a:lnTo>
                <a:cubicBezTo>
                  <a:pt x="34397" y="52176"/>
                  <a:pt x="32471" y="52222"/>
                  <a:pt x="30985" y="52222"/>
                </a:cubicBezTo>
                <a:cubicBezTo>
                  <a:pt x="30382" y="52222"/>
                  <a:pt x="29732" y="52211"/>
                  <a:pt x="29036" y="52187"/>
                </a:cubicBezTo>
                <a:cubicBezTo>
                  <a:pt x="28339" y="52164"/>
                  <a:pt x="27620" y="52129"/>
                  <a:pt x="26877" y="52083"/>
                </a:cubicBezTo>
                <a:lnTo>
                  <a:pt x="26877" y="79608"/>
                </a:lnTo>
                <a:cubicBezTo>
                  <a:pt x="26877" y="85570"/>
                  <a:pt x="27527" y="89273"/>
                  <a:pt x="28827" y="90716"/>
                </a:cubicBezTo>
                <a:cubicBezTo>
                  <a:pt x="30591" y="92766"/>
                  <a:pt x="33236" y="93791"/>
                  <a:pt x="36764" y="93791"/>
                </a:cubicBezTo>
                <a:lnTo>
                  <a:pt x="40455" y="93791"/>
                </a:lnTo>
                <a:lnTo>
                  <a:pt x="40455" y="96367"/>
                </a:lnTo>
                <a:lnTo>
                  <a:pt x="0" y="96367"/>
                </a:lnTo>
                <a:lnTo>
                  <a:pt x="0" y="93791"/>
                </a:lnTo>
                <a:lnTo>
                  <a:pt x="3551" y="93791"/>
                </a:lnTo>
                <a:cubicBezTo>
                  <a:pt x="7543" y="93791"/>
                  <a:pt x="10398" y="92491"/>
                  <a:pt x="12116" y="89892"/>
                </a:cubicBezTo>
                <a:cubicBezTo>
                  <a:pt x="13090" y="88453"/>
                  <a:pt x="13578" y="85041"/>
                  <a:pt x="13578" y="79656"/>
                </a:cubicBezTo>
                <a:lnTo>
                  <a:pt x="13578" y="18661"/>
                </a:lnTo>
                <a:cubicBezTo>
                  <a:pt x="13578" y="12719"/>
                  <a:pt x="12928" y="9029"/>
                  <a:pt x="11628" y="7590"/>
                </a:cubicBezTo>
                <a:cubicBezTo>
                  <a:pt x="9818" y="5547"/>
                  <a:pt x="7125" y="4526"/>
                  <a:pt x="3551" y="4526"/>
                </a:cubicBezTo>
                <a:lnTo>
                  <a:pt x="0" y="4526"/>
                </a:lnTo>
                <a:lnTo>
                  <a:pt x="0" y="1950"/>
                </a:lnTo>
                <a:lnTo>
                  <a:pt x="34397" y="1950"/>
                </a:lnTo>
                <a:cubicBezTo>
                  <a:pt x="44424" y="1950"/>
                  <a:pt x="51816" y="2679"/>
                  <a:pt x="56574" y="4136"/>
                </a:cubicBezTo>
                <a:cubicBezTo>
                  <a:pt x="61332" y="5594"/>
                  <a:pt x="65371" y="8279"/>
                  <a:pt x="68690" y="12192"/>
                </a:cubicBezTo>
                <a:cubicBezTo>
                  <a:pt x="72009" y="16103"/>
                  <a:pt x="73668" y="20766"/>
                  <a:pt x="73668" y="26181"/>
                </a:cubicBezTo>
                <a:cubicBezTo>
                  <a:pt x="73668" y="31966"/>
                  <a:pt x="71776" y="36988"/>
                  <a:pt x="67993" y="41247"/>
                </a:cubicBezTo>
                <a:cubicBezTo>
                  <a:pt x="64210" y="45504"/>
                  <a:pt x="58350" y="48513"/>
                  <a:pt x="50412" y="50273"/>
                </a:cubicBezTo>
                <a:lnTo>
                  <a:pt x="69908" y="77445"/>
                </a:lnTo>
                <a:cubicBezTo>
                  <a:pt x="74364" y="83686"/>
                  <a:pt x="78194" y="87831"/>
                  <a:pt x="81397" y="89881"/>
                </a:cubicBezTo>
                <a:cubicBezTo>
                  <a:pt x="84600" y="91929"/>
                  <a:pt x="88778" y="93232"/>
                  <a:pt x="93930" y="93791"/>
                </a:cubicBezTo>
                <a:lnTo>
                  <a:pt x="93930" y="96367"/>
                </a:lnTo>
                <a:moveTo>
                  <a:pt x="26877" y="47835"/>
                </a:moveTo>
                <a:cubicBezTo>
                  <a:pt x="27759" y="47835"/>
                  <a:pt x="28525" y="47847"/>
                  <a:pt x="29175" y="47870"/>
                </a:cubicBezTo>
                <a:cubicBezTo>
                  <a:pt x="29825" y="47894"/>
                  <a:pt x="30358" y="47905"/>
                  <a:pt x="30776" y="47905"/>
                </a:cubicBezTo>
                <a:cubicBezTo>
                  <a:pt x="39782" y="47905"/>
                  <a:pt x="46571" y="45955"/>
                  <a:pt x="51143" y="42056"/>
                </a:cubicBezTo>
                <a:cubicBezTo>
                  <a:pt x="55715" y="38157"/>
                  <a:pt x="58001" y="33190"/>
                  <a:pt x="58001" y="27156"/>
                </a:cubicBezTo>
                <a:cubicBezTo>
                  <a:pt x="58001" y="21260"/>
                  <a:pt x="56156" y="16467"/>
                  <a:pt x="52466" y="12777"/>
                </a:cubicBezTo>
                <a:cubicBezTo>
                  <a:pt x="48775" y="9087"/>
                  <a:pt x="43890" y="7241"/>
                  <a:pt x="37809" y="7241"/>
                </a:cubicBezTo>
                <a:cubicBezTo>
                  <a:pt x="35116" y="7241"/>
                  <a:pt x="31473" y="7682"/>
                  <a:pt x="26877" y="8564"/>
                </a:cubicBezTo>
                <a:lnTo>
                  <a:pt x="26877" y="47835"/>
                </a:lnTo>
                <a:close/>
                <a:moveTo>
                  <a:pt x="99920" y="19844"/>
                </a:moveTo>
                <a:cubicBezTo>
                  <a:pt x="102612" y="13485"/>
                  <a:pt x="106012" y="8588"/>
                  <a:pt x="110120" y="5153"/>
                </a:cubicBezTo>
                <a:cubicBezTo>
                  <a:pt x="114229" y="1718"/>
                  <a:pt x="119346" y="0"/>
                  <a:pt x="125474" y="0"/>
                </a:cubicBezTo>
                <a:cubicBezTo>
                  <a:pt x="133040" y="0"/>
                  <a:pt x="138843" y="2457"/>
                  <a:pt x="142881" y="7370"/>
                </a:cubicBezTo>
                <a:cubicBezTo>
                  <a:pt x="145945" y="11033"/>
                  <a:pt x="147477" y="14950"/>
                  <a:pt x="147477" y="19122"/>
                </a:cubicBezTo>
                <a:cubicBezTo>
                  <a:pt x="147477" y="25982"/>
                  <a:pt x="143160" y="33074"/>
                  <a:pt x="134526" y="40398"/>
                </a:cubicBezTo>
                <a:cubicBezTo>
                  <a:pt x="140328" y="42676"/>
                  <a:pt x="144715" y="45929"/>
                  <a:pt x="147686" y="50157"/>
                </a:cubicBezTo>
                <a:cubicBezTo>
                  <a:pt x="150656" y="54384"/>
                  <a:pt x="152142" y="59356"/>
                  <a:pt x="152142" y="65071"/>
                </a:cubicBezTo>
                <a:cubicBezTo>
                  <a:pt x="152142" y="73250"/>
                  <a:pt x="149542" y="80336"/>
                  <a:pt x="144343" y="86330"/>
                </a:cubicBezTo>
                <a:cubicBezTo>
                  <a:pt x="137566" y="94136"/>
                  <a:pt x="127748" y="98038"/>
                  <a:pt x="114890" y="98038"/>
                </a:cubicBezTo>
                <a:cubicBezTo>
                  <a:pt x="108531" y="98038"/>
                  <a:pt x="104202" y="97249"/>
                  <a:pt x="101904" y="95671"/>
                </a:cubicBezTo>
                <a:cubicBezTo>
                  <a:pt x="99606" y="94093"/>
                  <a:pt x="98458" y="92398"/>
                  <a:pt x="98458" y="90588"/>
                </a:cubicBezTo>
                <a:cubicBezTo>
                  <a:pt x="98458" y="89242"/>
                  <a:pt x="99003" y="88058"/>
                  <a:pt x="100094" y="87037"/>
                </a:cubicBezTo>
                <a:cubicBezTo>
                  <a:pt x="101185" y="86016"/>
                  <a:pt x="102496" y="85505"/>
                  <a:pt x="104028" y="85505"/>
                </a:cubicBezTo>
                <a:cubicBezTo>
                  <a:pt x="105188" y="85505"/>
                  <a:pt x="106372" y="85691"/>
                  <a:pt x="107579" y="86062"/>
                </a:cubicBezTo>
                <a:cubicBezTo>
                  <a:pt x="108368" y="86294"/>
                  <a:pt x="110155" y="87141"/>
                  <a:pt x="112940" y="88604"/>
                </a:cubicBezTo>
                <a:cubicBezTo>
                  <a:pt x="115726" y="90066"/>
                  <a:pt x="117652" y="90936"/>
                  <a:pt x="118720" y="91215"/>
                </a:cubicBezTo>
                <a:cubicBezTo>
                  <a:pt x="120437" y="91725"/>
                  <a:pt x="122271" y="91981"/>
                  <a:pt x="124220" y="91981"/>
                </a:cubicBezTo>
                <a:cubicBezTo>
                  <a:pt x="128955" y="91981"/>
                  <a:pt x="133075" y="90144"/>
                  <a:pt x="136580" y="86471"/>
                </a:cubicBezTo>
                <a:cubicBezTo>
                  <a:pt x="140084" y="82798"/>
                  <a:pt x="141837" y="78451"/>
                  <a:pt x="141837" y="73429"/>
                </a:cubicBezTo>
                <a:cubicBezTo>
                  <a:pt x="141837" y="69756"/>
                  <a:pt x="141024" y="66176"/>
                  <a:pt x="139400" y="62688"/>
                </a:cubicBezTo>
                <a:cubicBezTo>
                  <a:pt x="138193" y="60084"/>
                  <a:pt x="136870" y="58109"/>
                  <a:pt x="135431" y="56761"/>
                </a:cubicBezTo>
                <a:cubicBezTo>
                  <a:pt x="133435" y="54900"/>
                  <a:pt x="130696" y="53214"/>
                  <a:pt x="127215" y="51704"/>
                </a:cubicBezTo>
                <a:cubicBezTo>
                  <a:pt x="123733" y="50193"/>
                  <a:pt x="120182" y="49437"/>
                  <a:pt x="116561" y="49437"/>
                </a:cubicBezTo>
                <a:lnTo>
                  <a:pt x="114333" y="49437"/>
                </a:lnTo>
                <a:lnTo>
                  <a:pt x="114333" y="47348"/>
                </a:lnTo>
                <a:cubicBezTo>
                  <a:pt x="118000" y="46884"/>
                  <a:pt x="121679" y="45561"/>
                  <a:pt x="125369" y="43379"/>
                </a:cubicBezTo>
                <a:cubicBezTo>
                  <a:pt x="129060" y="41197"/>
                  <a:pt x="131740" y="38575"/>
                  <a:pt x="133412" y="35511"/>
                </a:cubicBezTo>
                <a:cubicBezTo>
                  <a:pt x="135083" y="32447"/>
                  <a:pt x="135918" y="29082"/>
                  <a:pt x="135918" y="25415"/>
                </a:cubicBezTo>
                <a:cubicBezTo>
                  <a:pt x="135918" y="20634"/>
                  <a:pt x="134421" y="16769"/>
                  <a:pt x="131427" y="13821"/>
                </a:cubicBezTo>
                <a:cubicBezTo>
                  <a:pt x="128433" y="10874"/>
                  <a:pt x="124708" y="9400"/>
                  <a:pt x="120252" y="9400"/>
                </a:cubicBezTo>
                <a:cubicBezTo>
                  <a:pt x="113057" y="9400"/>
                  <a:pt x="107045" y="13253"/>
                  <a:pt x="102218" y="20958"/>
                </a:cubicBezTo>
                <a:lnTo>
                  <a:pt x="99920" y="19844"/>
                </a:lnTo>
                <a:close/>
                <a:moveTo>
                  <a:pt x="171638" y="120181"/>
                </a:moveTo>
                <a:lnTo>
                  <a:pt x="171638" y="117117"/>
                </a:lnTo>
                <a:cubicBezTo>
                  <a:pt x="176419" y="115533"/>
                  <a:pt x="180121" y="113075"/>
                  <a:pt x="182744" y="109743"/>
                </a:cubicBezTo>
                <a:cubicBezTo>
                  <a:pt x="185367" y="106412"/>
                  <a:pt x="186678" y="102883"/>
                  <a:pt x="186678" y="99155"/>
                </a:cubicBezTo>
                <a:cubicBezTo>
                  <a:pt x="186678" y="98271"/>
                  <a:pt x="186469" y="97528"/>
                  <a:pt x="186051" y="96924"/>
                </a:cubicBezTo>
                <a:cubicBezTo>
                  <a:pt x="185727" y="96507"/>
                  <a:pt x="185402" y="96298"/>
                  <a:pt x="185077" y="96298"/>
                </a:cubicBezTo>
                <a:cubicBezTo>
                  <a:pt x="184566" y="96298"/>
                  <a:pt x="183452" y="96762"/>
                  <a:pt x="181734" y="97690"/>
                </a:cubicBezTo>
                <a:cubicBezTo>
                  <a:pt x="180899" y="98108"/>
                  <a:pt x="180017" y="98317"/>
                  <a:pt x="179089" y="98317"/>
                </a:cubicBezTo>
                <a:cubicBezTo>
                  <a:pt x="176814" y="98317"/>
                  <a:pt x="175004" y="97644"/>
                  <a:pt x="173657" y="96298"/>
                </a:cubicBezTo>
                <a:cubicBezTo>
                  <a:pt x="172311" y="94951"/>
                  <a:pt x="171638" y="93095"/>
                  <a:pt x="171638" y="90727"/>
                </a:cubicBezTo>
                <a:cubicBezTo>
                  <a:pt x="171638" y="88453"/>
                  <a:pt x="172509" y="86503"/>
                  <a:pt x="174249" y="84878"/>
                </a:cubicBezTo>
                <a:cubicBezTo>
                  <a:pt x="175990" y="83254"/>
                  <a:pt x="178114" y="82441"/>
                  <a:pt x="180620" y="82441"/>
                </a:cubicBezTo>
                <a:cubicBezTo>
                  <a:pt x="183684" y="82441"/>
                  <a:pt x="186411" y="83779"/>
                  <a:pt x="188802" y="86454"/>
                </a:cubicBezTo>
                <a:cubicBezTo>
                  <a:pt x="191192" y="89127"/>
                  <a:pt x="192388" y="92673"/>
                  <a:pt x="192388" y="97090"/>
                </a:cubicBezTo>
                <a:cubicBezTo>
                  <a:pt x="192388" y="101881"/>
                  <a:pt x="190728" y="106334"/>
                  <a:pt x="187409" y="110450"/>
                </a:cubicBezTo>
                <a:cubicBezTo>
                  <a:pt x="184090" y="114565"/>
                  <a:pt x="178833" y="117809"/>
                  <a:pt x="171638" y="120181"/>
                </a:cubicBezTo>
                <a:close/>
                <a:moveTo>
                  <a:pt x="236463" y="32587"/>
                </a:moveTo>
                <a:lnTo>
                  <a:pt x="266473" y="32587"/>
                </a:lnTo>
                <a:lnTo>
                  <a:pt x="266473" y="35163"/>
                </a:lnTo>
                <a:lnTo>
                  <a:pt x="264524" y="35163"/>
                </a:lnTo>
                <a:cubicBezTo>
                  <a:pt x="262713" y="35163"/>
                  <a:pt x="261332" y="35604"/>
                  <a:pt x="260381" y="36486"/>
                </a:cubicBezTo>
                <a:cubicBezTo>
                  <a:pt x="259429" y="37368"/>
                  <a:pt x="258953" y="38552"/>
                  <a:pt x="258953" y="40037"/>
                </a:cubicBezTo>
                <a:cubicBezTo>
                  <a:pt x="258953" y="41662"/>
                  <a:pt x="259441" y="43588"/>
                  <a:pt x="260416" y="45816"/>
                </a:cubicBezTo>
                <a:lnTo>
                  <a:pt x="275247" y="81049"/>
                </a:lnTo>
                <a:lnTo>
                  <a:pt x="290147" y="44493"/>
                </a:lnTo>
                <a:cubicBezTo>
                  <a:pt x="291215" y="41894"/>
                  <a:pt x="291749" y="39921"/>
                  <a:pt x="291749" y="38575"/>
                </a:cubicBezTo>
                <a:cubicBezTo>
                  <a:pt x="291749" y="37925"/>
                  <a:pt x="291563" y="37391"/>
                  <a:pt x="291192" y="36973"/>
                </a:cubicBezTo>
                <a:cubicBezTo>
                  <a:pt x="290681" y="36277"/>
                  <a:pt x="290031" y="35801"/>
                  <a:pt x="289242" y="35546"/>
                </a:cubicBezTo>
                <a:cubicBezTo>
                  <a:pt x="288453" y="35291"/>
                  <a:pt x="286852" y="35163"/>
                  <a:pt x="284438" y="35163"/>
                </a:cubicBezTo>
                <a:lnTo>
                  <a:pt x="284438" y="32587"/>
                </a:lnTo>
                <a:lnTo>
                  <a:pt x="305257" y="32587"/>
                </a:lnTo>
                <a:lnTo>
                  <a:pt x="305257" y="35163"/>
                </a:lnTo>
                <a:cubicBezTo>
                  <a:pt x="302843" y="35349"/>
                  <a:pt x="301172" y="35836"/>
                  <a:pt x="300244" y="36625"/>
                </a:cubicBezTo>
                <a:cubicBezTo>
                  <a:pt x="298619" y="38018"/>
                  <a:pt x="297157" y="40339"/>
                  <a:pt x="295857" y="43588"/>
                </a:cubicBezTo>
                <a:lnTo>
                  <a:pt x="273227" y="98317"/>
                </a:lnTo>
                <a:lnTo>
                  <a:pt x="270373" y="98317"/>
                </a:lnTo>
                <a:lnTo>
                  <a:pt x="247604" y="44493"/>
                </a:lnTo>
                <a:cubicBezTo>
                  <a:pt x="246582" y="41987"/>
                  <a:pt x="245608" y="40188"/>
                  <a:pt x="244679" y="39097"/>
                </a:cubicBezTo>
                <a:cubicBezTo>
                  <a:pt x="243751" y="38006"/>
                  <a:pt x="242567" y="37089"/>
                  <a:pt x="241128" y="36347"/>
                </a:cubicBezTo>
                <a:cubicBezTo>
                  <a:pt x="240339" y="35929"/>
                  <a:pt x="238784" y="35534"/>
                  <a:pt x="236463" y="35163"/>
                </a:cubicBezTo>
                <a:lnTo>
                  <a:pt x="236463" y="32587"/>
                </a:lnTo>
                <a:close/>
                <a:moveTo>
                  <a:pt x="347174" y="87176"/>
                </a:moveTo>
                <a:cubicBezTo>
                  <a:pt x="340629" y="92236"/>
                  <a:pt x="336521" y="95160"/>
                  <a:pt x="334850" y="95949"/>
                </a:cubicBezTo>
                <a:cubicBezTo>
                  <a:pt x="332343" y="97156"/>
                  <a:pt x="329674" y="97760"/>
                  <a:pt x="326843" y="97760"/>
                </a:cubicBezTo>
                <a:cubicBezTo>
                  <a:pt x="322433" y="97760"/>
                  <a:pt x="318800" y="96251"/>
                  <a:pt x="315946" y="93234"/>
                </a:cubicBezTo>
                <a:cubicBezTo>
                  <a:pt x="313091" y="90217"/>
                  <a:pt x="311663" y="86248"/>
                  <a:pt x="311663" y="81327"/>
                </a:cubicBezTo>
                <a:cubicBezTo>
                  <a:pt x="311663" y="78217"/>
                  <a:pt x="312360" y="75525"/>
                  <a:pt x="313752" y="73250"/>
                </a:cubicBezTo>
                <a:cubicBezTo>
                  <a:pt x="315655" y="70094"/>
                  <a:pt x="318963" y="67123"/>
                  <a:pt x="323674" y="64338"/>
                </a:cubicBezTo>
                <a:cubicBezTo>
                  <a:pt x="328386" y="61553"/>
                  <a:pt x="336219" y="58164"/>
                  <a:pt x="347174" y="54172"/>
                </a:cubicBezTo>
                <a:lnTo>
                  <a:pt x="347174" y="51665"/>
                </a:lnTo>
                <a:cubicBezTo>
                  <a:pt x="347174" y="45306"/>
                  <a:pt x="346165" y="40942"/>
                  <a:pt x="344146" y="38575"/>
                </a:cubicBezTo>
                <a:cubicBezTo>
                  <a:pt x="342126" y="36207"/>
                  <a:pt x="339190" y="35024"/>
                  <a:pt x="335337" y="35024"/>
                </a:cubicBezTo>
                <a:cubicBezTo>
                  <a:pt x="332413" y="35024"/>
                  <a:pt x="330092" y="35810"/>
                  <a:pt x="328374" y="37382"/>
                </a:cubicBezTo>
                <a:cubicBezTo>
                  <a:pt x="326611" y="38955"/>
                  <a:pt x="325729" y="40759"/>
                  <a:pt x="325729" y="42794"/>
                </a:cubicBezTo>
                <a:lnTo>
                  <a:pt x="325868" y="46817"/>
                </a:lnTo>
                <a:cubicBezTo>
                  <a:pt x="325868" y="48944"/>
                  <a:pt x="325322" y="50585"/>
                  <a:pt x="324232" y="51741"/>
                </a:cubicBezTo>
                <a:cubicBezTo>
                  <a:pt x="323141" y="52897"/>
                  <a:pt x="321713" y="53475"/>
                  <a:pt x="319949" y="53475"/>
                </a:cubicBezTo>
                <a:cubicBezTo>
                  <a:pt x="318232" y="53475"/>
                  <a:pt x="316828" y="52874"/>
                  <a:pt x="315737" y="51672"/>
                </a:cubicBezTo>
                <a:cubicBezTo>
                  <a:pt x="314646" y="50468"/>
                  <a:pt x="314100" y="48824"/>
                  <a:pt x="314100" y="46741"/>
                </a:cubicBezTo>
                <a:cubicBezTo>
                  <a:pt x="314100" y="42762"/>
                  <a:pt x="316143" y="39106"/>
                  <a:pt x="320228" y="35774"/>
                </a:cubicBezTo>
                <a:cubicBezTo>
                  <a:pt x="324313" y="32442"/>
                  <a:pt x="330046" y="30776"/>
                  <a:pt x="337426" y="30776"/>
                </a:cubicBezTo>
                <a:cubicBezTo>
                  <a:pt x="343090" y="30776"/>
                  <a:pt x="347732" y="31726"/>
                  <a:pt x="351352" y="33627"/>
                </a:cubicBezTo>
                <a:cubicBezTo>
                  <a:pt x="354091" y="35064"/>
                  <a:pt x="356110" y="37313"/>
                  <a:pt x="357410" y="40374"/>
                </a:cubicBezTo>
                <a:cubicBezTo>
                  <a:pt x="358246" y="42367"/>
                  <a:pt x="358663" y="46447"/>
                  <a:pt x="358663" y="52614"/>
                </a:cubicBezTo>
                <a:lnTo>
                  <a:pt x="358663" y="74242"/>
                </a:lnTo>
                <a:cubicBezTo>
                  <a:pt x="358663" y="80316"/>
                  <a:pt x="358779" y="84037"/>
                  <a:pt x="359011" y="85405"/>
                </a:cubicBezTo>
                <a:cubicBezTo>
                  <a:pt x="359244" y="86773"/>
                  <a:pt x="359627" y="87689"/>
                  <a:pt x="360160" y="88153"/>
                </a:cubicBezTo>
                <a:cubicBezTo>
                  <a:pt x="360694" y="88616"/>
                  <a:pt x="361309" y="88847"/>
                  <a:pt x="362006" y="88847"/>
                </a:cubicBezTo>
                <a:cubicBezTo>
                  <a:pt x="362748" y="88847"/>
                  <a:pt x="363398" y="88685"/>
                  <a:pt x="363955" y="88360"/>
                </a:cubicBezTo>
                <a:cubicBezTo>
                  <a:pt x="364930" y="87756"/>
                  <a:pt x="366810" y="86062"/>
                  <a:pt x="369595" y="83277"/>
                </a:cubicBezTo>
                <a:lnTo>
                  <a:pt x="369595" y="87176"/>
                </a:lnTo>
                <a:cubicBezTo>
                  <a:pt x="364396" y="94139"/>
                  <a:pt x="359429" y="97621"/>
                  <a:pt x="354694" y="97621"/>
                </a:cubicBezTo>
                <a:cubicBezTo>
                  <a:pt x="352420" y="97621"/>
                  <a:pt x="350610" y="96831"/>
                  <a:pt x="349263" y="95253"/>
                </a:cubicBezTo>
                <a:cubicBezTo>
                  <a:pt x="347917" y="93675"/>
                  <a:pt x="347221" y="90983"/>
                  <a:pt x="347174" y="87176"/>
                </a:cubicBezTo>
                <a:moveTo>
                  <a:pt x="347174" y="82611"/>
                </a:moveTo>
                <a:lnTo>
                  <a:pt x="347174" y="58419"/>
                </a:lnTo>
                <a:cubicBezTo>
                  <a:pt x="340165" y="61191"/>
                  <a:pt x="335639" y="63155"/>
                  <a:pt x="333597" y="64312"/>
                </a:cubicBezTo>
                <a:cubicBezTo>
                  <a:pt x="329930" y="66345"/>
                  <a:pt x="327307" y="68471"/>
                  <a:pt x="325729" y="70689"/>
                </a:cubicBezTo>
                <a:cubicBezTo>
                  <a:pt x="324150" y="72907"/>
                  <a:pt x="323361" y="75333"/>
                  <a:pt x="323361" y="77968"/>
                </a:cubicBezTo>
                <a:cubicBezTo>
                  <a:pt x="323361" y="81295"/>
                  <a:pt x="324359" y="84057"/>
                  <a:pt x="326355" y="86251"/>
                </a:cubicBezTo>
                <a:cubicBezTo>
                  <a:pt x="328351" y="88446"/>
                  <a:pt x="330649" y="89544"/>
                  <a:pt x="333249" y="89544"/>
                </a:cubicBezTo>
                <a:cubicBezTo>
                  <a:pt x="336776" y="89544"/>
                  <a:pt x="341418" y="87233"/>
                  <a:pt x="347174" y="82611"/>
                </a:cubicBezTo>
                <a:close/>
                <a:moveTo>
                  <a:pt x="393012" y="30776"/>
                </a:moveTo>
                <a:lnTo>
                  <a:pt x="393012" y="45120"/>
                </a:lnTo>
                <a:cubicBezTo>
                  <a:pt x="398350" y="35557"/>
                  <a:pt x="403828" y="30776"/>
                  <a:pt x="409445" y="30776"/>
                </a:cubicBezTo>
                <a:cubicBezTo>
                  <a:pt x="411998" y="30776"/>
                  <a:pt x="414110" y="31554"/>
                  <a:pt x="415781" y="33109"/>
                </a:cubicBezTo>
                <a:cubicBezTo>
                  <a:pt x="417452" y="34664"/>
                  <a:pt x="418288" y="36463"/>
                  <a:pt x="418288" y="38505"/>
                </a:cubicBezTo>
                <a:cubicBezTo>
                  <a:pt x="418288" y="40316"/>
                  <a:pt x="417684" y="41847"/>
                  <a:pt x="416477" y="43101"/>
                </a:cubicBezTo>
                <a:cubicBezTo>
                  <a:pt x="415270" y="44354"/>
                  <a:pt x="413831" y="44981"/>
                  <a:pt x="412160" y="44981"/>
                </a:cubicBezTo>
                <a:cubicBezTo>
                  <a:pt x="410536" y="44981"/>
                  <a:pt x="408714" y="44180"/>
                  <a:pt x="406694" y="42578"/>
                </a:cubicBezTo>
                <a:cubicBezTo>
                  <a:pt x="404675" y="40977"/>
                  <a:pt x="403178" y="40176"/>
                  <a:pt x="402203" y="40176"/>
                </a:cubicBezTo>
                <a:cubicBezTo>
                  <a:pt x="401368" y="40176"/>
                  <a:pt x="400463" y="40639"/>
                  <a:pt x="399488" y="41564"/>
                </a:cubicBezTo>
                <a:cubicBezTo>
                  <a:pt x="397399" y="43463"/>
                  <a:pt x="395240" y="46589"/>
                  <a:pt x="393012" y="50941"/>
                </a:cubicBezTo>
                <a:lnTo>
                  <a:pt x="393012" y="81430"/>
                </a:lnTo>
                <a:cubicBezTo>
                  <a:pt x="393012" y="84947"/>
                  <a:pt x="393453" y="87609"/>
                  <a:pt x="394335" y="89415"/>
                </a:cubicBezTo>
                <a:cubicBezTo>
                  <a:pt x="394939" y="90666"/>
                  <a:pt x="396006" y="91708"/>
                  <a:pt x="397538" y="92542"/>
                </a:cubicBezTo>
                <a:cubicBezTo>
                  <a:pt x="399070" y="93375"/>
                  <a:pt x="401275" y="93791"/>
                  <a:pt x="404153" y="93791"/>
                </a:cubicBezTo>
                <a:lnTo>
                  <a:pt x="404153" y="96367"/>
                </a:lnTo>
                <a:lnTo>
                  <a:pt x="371497" y="96367"/>
                </a:lnTo>
                <a:lnTo>
                  <a:pt x="371497" y="93791"/>
                </a:lnTo>
                <a:cubicBezTo>
                  <a:pt x="374746" y="93791"/>
                  <a:pt x="377160" y="93282"/>
                  <a:pt x="378738" y="92263"/>
                </a:cubicBezTo>
                <a:cubicBezTo>
                  <a:pt x="379899" y="91522"/>
                  <a:pt x="380711" y="90341"/>
                  <a:pt x="381175" y="88719"/>
                </a:cubicBezTo>
                <a:cubicBezTo>
                  <a:pt x="381407" y="87931"/>
                  <a:pt x="381523" y="85685"/>
                  <a:pt x="381523" y="81980"/>
                </a:cubicBezTo>
                <a:lnTo>
                  <a:pt x="381523" y="57316"/>
                </a:lnTo>
                <a:cubicBezTo>
                  <a:pt x="381523" y="49905"/>
                  <a:pt x="381372" y="45493"/>
                  <a:pt x="381071" y="44082"/>
                </a:cubicBezTo>
                <a:cubicBezTo>
                  <a:pt x="380769" y="42669"/>
                  <a:pt x="380212" y="41638"/>
                  <a:pt x="379400" y="40990"/>
                </a:cubicBezTo>
                <a:cubicBezTo>
                  <a:pt x="378587" y="40342"/>
                  <a:pt x="377578" y="40017"/>
                  <a:pt x="376371" y="40017"/>
                </a:cubicBezTo>
                <a:cubicBezTo>
                  <a:pt x="374932" y="40017"/>
                  <a:pt x="373307" y="40365"/>
                  <a:pt x="371497" y="41060"/>
                </a:cubicBezTo>
                <a:lnTo>
                  <a:pt x="370800" y="38557"/>
                </a:lnTo>
                <a:lnTo>
                  <a:pt x="390088" y="30776"/>
                </a:lnTo>
                <a:lnTo>
                  <a:pt x="393012" y="30776"/>
                </a:lnTo>
                <a:close/>
                <a:moveTo>
                  <a:pt x="489935" y="127144"/>
                </a:moveTo>
                <a:lnTo>
                  <a:pt x="416198" y="127144"/>
                </a:lnTo>
                <a:lnTo>
                  <a:pt x="416198" y="121364"/>
                </a:lnTo>
                <a:lnTo>
                  <a:pt x="489935" y="121364"/>
                </a:lnTo>
                <a:lnTo>
                  <a:pt x="489935" y="127144"/>
                </a:lnTo>
                <a:close/>
                <a:moveTo>
                  <a:pt x="550583" y="1950"/>
                </a:moveTo>
                <a:lnTo>
                  <a:pt x="545152" y="13926"/>
                </a:lnTo>
                <a:lnTo>
                  <a:pt x="516743" y="13926"/>
                </a:lnTo>
                <a:lnTo>
                  <a:pt x="510546" y="26459"/>
                </a:lnTo>
                <a:cubicBezTo>
                  <a:pt x="522847" y="28270"/>
                  <a:pt x="532595" y="32842"/>
                  <a:pt x="539790" y="40176"/>
                </a:cubicBezTo>
                <a:cubicBezTo>
                  <a:pt x="545964" y="46489"/>
                  <a:pt x="549051" y="53916"/>
                  <a:pt x="549051" y="62458"/>
                </a:cubicBezTo>
                <a:cubicBezTo>
                  <a:pt x="549051" y="67425"/>
                  <a:pt x="548041" y="72020"/>
                  <a:pt x="546022" y="76244"/>
                </a:cubicBezTo>
                <a:cubicBezTo>
                  <a:pt x="544003" y="80469"/>
                  <a:pt x="541461" y="84066"/>
                  <a:pt x="538398" y="87037"/>
                </a:cubicBezTo>
                <a:cubicBezTo>
                  <a:pt x="535334" y="90008"/>
                  <a:pt x="531922" y="92398"/>
                  <a:pt x="528162" y="94209"/>
                </a:cubicBezTo>
                <a:cubicBezTo>
                  <a:pt x="522824" y="96762"/>
                  <a:pt x="517346" y="98038"/>
                  <a:pt x="511729" y="98038"/>
                </a:cubicBezTo>
                <a:cubicBezTo>
                  <a:pt x="506066" y="98038"/>
                  <a:pt x="501946" y="97075"/>
                  <a:pt x="499370" y="95149"/>
                </a:cubicBezTo>
                <a:cubicBezTo>
                  <a:pt x="496794" y="93222"/>
                  <a:pt x="495506" y="91099"/>
                  <a:pt x="495506" y="88778"/>
                </a:cubicBezTo>
                <a:cubicBezTo>
                  <a:pt x="495506" y="87478"/>
                  <a:pt x="496040" y="86329"/>
                  <a:pt x="497107" y="85331"/>
                </a:cubicBezTo>
                <a:cubicBezTo>
                  <a:pt x="498175" y="84333"/>
                  <a:pt x="499521" y="83834"/>
                  <a:pt x="501146" y="83834"/>
                </a:cubicBezTo>
                <a:cubicBezTo>
                  <a:pt x="502353" y="83834"/>
                  <a:pt x="503409" y="84020"/>
                  <a:pt x="504314" y="84391"/>
                </a:cubicBezTo>
                <a:cubicBezTo>
                  <a:pt x="505219" y="84762"/>
                  <a:pt x="506763" y="85714"/>
                  <a:pt x="508944" y="87246"/>
                </a:cubicBezTo>
                <a:cubicBezTo>
                  <a:pt x="512426" y="89660"/>
                  <a:pt x="515954" y="90867"/>
                  <a:pt x="519528" y="90867"/>
                </a:cubicBezTo>
                <a:cubicBezTo>
                  <a:pt x="524959" y="90867"/>
                  <a:pt x="529729" y="88812"/>
                  <a:pt x="533837" y="84704"/>
                </a:cubicBezTo>
                <a:cubicBezTo>
                  <a:pt x="537945" y="80596"/>
                  <a:pt x="539999" y="75594"/>
                  <a:pt x="539999" y="69699"/>
                </a:cubicBezTo>
                <a:cubicBezTo>
                  <a:pt x="539999" y="63990"/>
                  <a:pt x="538165" y="58663"/>
                  <a:pt x="534498" y="53719"/>
                </a:cubicBezTo>
                <a:cubicBezTo>
                  <a:pt x="530831" y="48775"/>
                  <a:pt x="525771" y="44957"/>
                  <a:pt x="519319" y="42265"/>
                </a:cubicBezTo>
                <a:cubicBezTo>
                  <a:pt x="514259" y="40176"/>
                  <a:pt x="507366" y="38969"/>
                  <a:pt x="498639" y="38644"/>
                </a:cubicBezTo>
                <a:lnTo>
                  <a:pt x="516743" y="1950"/>
                </a:lnTo>
                <a:lnTo>
                  <a:pt x="550583" y="1950"/>
                </a:lnTo>
                <a:close/>
                <a:moveTo>
                  <a:pt x="565135" y="49715"/>
                </a:moveTo>
                <a:cubicBezTo>
                  <a:pt x="565135" y="38946"/>
                  <a:pt x="566760" y="29674"/>
                  <a:pt x="570009" y="21898"/>
                </a:cubicBezTo>
                <a:cubicBezTo>
                  <a:pt x="573258" y="14123"/>
                  <a:pt x="577575" y="8332"/>
                  <a:pt x="582960" y="4526"/>
                </a:cubicBezTo>
                <a:cubicBezTo>
                  <a:pt x="587138" y="1509"/>
                  <a:pt x="591455" y="0"/>
                  <a:pt x="595911" y="0"/>
                </a:cubicBezTo>
                <a:cubicBezTo>
                  <a:pt x="603153" y="0"/>
                  <a:pt x="609651" y="3690"/>
                  <a:pt x="615408" y="11071"/>
                </a:cubicBezTo>
                <a:cubicBezTo>
                  <a:pt x="622603" y="20216"/>
                  <a:pt x="626200" y="32610"/>
                  <a:pt x="626200" y="48253"/>
                </a:cubicBezTo>
                <a:cubicBezTo>
                  <a:pt x="626200" y="59208"/>
                  <a:pt x="624622" y="68515"/>
                  <a:pt x="621465" y="76175"/>
                </a:cubicBezTo>
                <a:cubicBezTo>
                  <a:pt x="618309" y="83834"/>
                  <a:pt x="614282" y="89393"/>
                  <a:pt x="609385" y="92851"/>
                </a:cubicBezTo>
                <a:cubicBezTo>
                  <a:pt x="604487" y="96309"/>
                  <a:pt x="599764" y="98038"/>
                  <a:pt x="595215" y="98038"/>
                </a:cubicBezTo>
                <a:cubicBezTo>
                  <a:pt x="586210" y="98038"/>
                  <a:pt x="578713" y="92723"/>
                  <a:pt x="572725" y="82093"/>
                </a:cubicBezTo>
                <a:cubicBezTo>
                  <a:pt x="567665" y="73134"/>
                  <a:pt x="565135" y="62342"/>
                  <a:pt x="565135" y="49715"/>
                </a:cubicBezTo>
                <a:moveTo>
                  <a:pt x="578782" y="51493"/>
                </a:moveTo>
                <a:cubicBezTo>
                  <a:pt x="578782" y="64501"/>
                  <a:pt x="580384" y="75116"/>
                  <a:pt x="583587" y="83338"/>
                </a:cubicBezTo>
                <a:cubicBezTo>
                  <a:pt x="586233" y="90260"/>
                  <a:pt x="590178" y="93721"/>
                  <a:pt x="595424" y="93721"/>
                </a:cubicBezTo>
                <a:cubicBezTo>
                  <a:pt x="597930" y="93721"/>
                  <a:pt x="600530" y="92595"/>
                  <a:pt x="603222" y="90342"/>
                </a:cubicBezTo>
                <a:cubicBezTo>
                  <a:pt x="605915" y="88089"/>
                  <a:pt x="607957" y="84315"/>
                  <a:pt x="609350" y="79019"/>
                </a:cubicBezTo>
                <a:cubicBezTo>
                  <a:pt x="611485" y="71027"/>
                  <a:pt x="612553" y="59762"/>
                  <a:pt x="612553" y="45222"/>
                </a:cubicBezTo>
                <a:cubicBezTo>
                  <a:pt x="612553" y="34444"/>
                  <a:pt x="611439" y="25455"/>
                  <a:pt x="609210" y="18254"/>
                </a:cubicBezTo>
                <a:cubicBezTo>
                  <a:pt x="607539" y="12911"/>
                  <a:pt x="605381" y="9125"/>
                  <a:pt x="602735" y="6895"/>
                </a:cubicBezTo>
                <a:cubicBezTo>
                  <a:pt x="600832" y="5362"/>
                  <a:pt x="598534" y="4596"/>
                  <a:pt x="595842" y="4596"/>
                </a:cubicBezTo>
                <a:cubicBezTo>
                  <a:pt x="592685" y="4596"/>
                  <a:pt x="589877" y="6013"/>
                  <a:pt x="587416" y="8847"/>
                </a:cubicBezTo>
                <a:cubicBezTo>
                  <a:pt x="584074" y="12703"/>
                  <a:pt x="581800" y="18766"/>
                  <a:pt x="580593" y="27036"/>
                </a:cubicBezTo>
                <a:cubicBezTo>
                  <a:pt x="579386" y="35304"/>
                  <a:pt x="578782" y="43457"/>
                  <a:pt x="578782" y="5149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Text LDR">
            <a:extLst xmlns:a="http://schemas.openxmlformats.org/drawingml/2006/main">
              <a:ext uri="{FF2B5EF4-FFF2-40B4-BE49-F238E27FC236}">
                <a16:creationId xmlns:a16="http://schemas.microsoft.com/office/drawing/2014/main" id="{22D5F14A-AC7C-4CD3-9F13-816F3C717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203" y="3474838"/>
            <a:ext cx="283600" cy="94418"/>
          </a:xfrm>
          <a:custGeom xmlns:a="http://schemas.openxmlformats.org/drawingml/2006/main">
            <a:pathLst>
              <a:path w="283600" h="94418">
                <a:moveTo>
                  <a:pt x="78890" y="68237"/>
                </a:moveTo>
                <a:lnTo>
                  <a:pt x="81188" y="68727"/>
                </a:lnTo>
                <a:lnTo>
                  <a:pt x="73111" y="94418"/>
                </a:lnTo>
                <a:lnTo>
                  <a:pt x="0" y="94418"/>
                </a:lnTo>
                <a:lnTo>
                  <a:pt x="0" y="91841"/>
                </a:lnTo>
                <a:lnTo>
                  <a:pt x="3551" y="91841"/>
                </a:lnTo>
                <a:cubicBezTo>
                  <a:pt x="7543" y="91841"/>
                  <a:pt x="10398" y="90542"/>
                  <a:pt x="12116" y="87942"/>
                </a:cubicBezTo>
                <a:cubicBezTo>
                  <a:pt x="13090" y="86457"/>
                  <a:pt x="13578" y="83022"/>
                  <a:pt x="13578" y="77637"/>
                </a:cubicBezTo>
                <a:lnTo>
                  <a:pt x="13578" y="16711"/>
                </a:lnTo>
                <a:cubicBezTo>
                  <a:pt x="13578" y="10816"/>
                  <a:pt x="12928" y="7125"/>
                  <a:pt x="11628" y="5640"/>
                </a:cubicBezTo>
                <a:cubicBezTo>
                  <a:pt x="9818" y="3598"/>
                  <a:pt x="7125" y="2576"/>
                  <a:pt x="3551" y="2576"/>
                </a:cubicBezTo>
                <a:lnTo>
                  <a:pt x="0" y="2576"/>
                </a:lnTo>
                <a:lnTo>
                  <a:pt x="0" y="0"/>
                </a:lnTo>
                <a:lnTo>
                  <a:pt x="42753" y="0"/>
                </a:lnTo>
                <a:lnTo>
                  <a:pt x="42753" y="2576"/>
                </a:lnTo>
                <a:cubicBezTo>
                  <a:pt x="37739" y="2530"/>
                  <a:pt x="34223" y="2995"/>
                  <a:pt x="32204" y="3971"/>
                </a:cubicBezTo>
                <a:cubicBezTo>
                  <a:pt x="30184" y="4946"/>
                  <a:pt x="28803" y="6177"/>
                  <a:pt x="28061" y="7664"/>
                </a:cubicBezTo>
                <a:cubicBezTo>
                  <a:pt x="27318" y="9150"/>
                  <a:pt x="26947" y="12704"/>
                  <a:pt x="26947" y="18326"/>
                </a:cubicBezTo>
                <a:lnTo>
                  <a:pt x="26947" y="77698"/>
                </a:lnTo>
                <a:cubicBezTo>
                  <a:pt x="26947" y="81554"/>
                  <a:pt x="27318" y="84202"/>
                  <a:pt x="28061" y="85642"/>
                </a:cubicBezTo>
                <a:cubicBezTo>
                  <a:pt x="28618" y="86617"/>
                  <a:pt x="29477" y="87337"/>
                  <a:pt x="30637" y="87803"/>
                </a:cubicBezTo>
                <a:cubicBezTo>
                  <a:pt x="31797" y="88267"/>
                  <a:pt x="35418" y="88499"/>
                  <a:pt x="41499" y="88499"/>
                </a:cubicBezTo>
                <a:lnTo>
                  <a:pt x="48393" y="88499"/>
                </a:lnTo>
                <a:cubicBezTo>
                  <a:pt x="55634" y="88499"/>
                  <a:pt x="60717" y="87962"/>
                  <a:pt x="63641" y="86887"/>
                </a:cubicBezTo>
                <a:cubicBezTo>
                  <a:pt x="66566" y="85812"/>
                  <a:pt x="69235" y="83907"/>
                  <a:pt x="71649" y="81173"/>
                </a:cubicBezTo>
                <a:cubicBezTo>
                  <a:pt x="74063" y="78438"/>
                  <a:pt x="76476" y="74126"/>
                  <a:pt x="78890" y="68237"/>
                </a:cubicBezTo>
                <a:close/>
                <a:moveTo>
                  <a:pt x="86712" y="94418"/>
                </a:moveTo>
                <a:lnTo>
                  <a:pt x="86712" y="91841"/>
                </a:lnTo>
                <a:lnTo>
                  <a:pt x="90263" y="91841"/>
                </a:lnTo>
                <a:cubicBezTo>
                  <a:pt x="94255" y="91841"/>
                  <a:pt x="97086" y="90565"/>
                  <a:pt x="98758" y="88012"/>
                </a:cubicBezTo>
                <a:cubicBezTo>
                  <a:pt x="99779" y="86480"/>
                  <a:pt x="100289" y="83045"/>
                  <a:pt x="100289" y="77707"/>
                </a:cubicBezTo>
                <a:lnTo>
                  <a:pt x="100289" y="16711"/>
                </a:lnTo>
                <a:cubicBezTo>
                  <a:pt x="100289" y="10816"/>
                  <a:pt x="99640" y="7125"/>
                  <a:pt x="98340" y="5640"/>
                </a:cubicBezTo>
                <a:cubicBezTo>
                  <a:pt x="96529" y="3598"/>
                  <a:pt x="93837" y="2576"/>
                  <a:pt x="90263" y="2576"/>
                </a:cubicBezTo>
                <a:lnTo>
                  <a:pt x="86712" y="2576"/>
                </a:lnTo>
                <a:lnTo>
                  <a:pt x="86712" y="0"/>
                </a:lnTo>
                <a:lnTo>
                  <a:pt x="125147" y="0"/>
                </a:lnTo>
                <a:cubicBezTo>
                  <a:pt x="139259" y="0"/>
                  <a:pt x="149993" y="1601"/>
                  <a:pt x="157351" y="4804"/>
                </a:cubicBezTo>
                <a:cubicBezTo>
                  <a:pt x="164708" y="8007"/>
                  <a:pt x="170627" y="13346"/>
                  <a:pt x="175106" y="20819"/>
                </a:cubicBezTo>
                <a:cubicBezTo>
                  <a:pt x="179586" y="28293"/>
                  <a:pt x="181826" y="36927"/>
                  <a:pt x="181826" y="46721"/>
                </a:cubicBezTo>
                <a:cubicBezTo>
                  <a:pt x="181826" y="59858"/>
                  <a:pt x="177834" y="70836"/>
                  <a:pt x="169849" y="79656"/>
                </a:cubicBezTo>
                <a:cubicBezTo>
                  <a:pt x="160890" y="89497"/>
                  <a:pt x="147243" y="94418"/>
                  <a:pt x="128907" y="94418"/>
                </a:cubicBezTo>
                <a:lnTo>
                  <a:pt x="86712" y="94418"/>
                </a:lnTo>
                <a:moveTo>
                  <a:pt x="113658" y="87664"/>
                </a:moveTo>
                <a:cubicBezTo>
                  <a:pt x="119554" y="88917"/>
                  <a:pt x="124497" y="89544"/>
                  <a:pt x="128489" y="89544"/>
                </a:cubicBezTo>
                <a:cubicBezTo>
                  <a:pt x="139259" y="89544"/>
                  <a:pt x="148195" y="85760"/>
                  <a:pt x="155297" y="78194"/>
                </a:cubicBezTo>
                <a:cubicBezTo>
                  <a:pt x="162399" y="70628"/>
                  <a:pt x="165950" y="60369"/>
                  <a:pt x="165950" y="47418"/>
                </a:cubicBezTo>
                <a:cubicBezTo>
                  <a:pt x="165950" y="34374"/>
                  <a:pt x="162399" y="24092"/>
                  <a:pt x="155297" y="16572"/>
                </a:cubicBezTo>
                <a:cubicBezTo>
                  <a:pt x="148195" y="9052"/>
                  <a:pt x="139073" y="5292"/>
                  <a:pt x="127932" y="5292"/>
                </a:cubicBezTo>
                <a:cubicBezTo>
                  <a:pt x="123755" y="5292"/>
                  <a:pt x="118997" y="5965"/>
                  <a:pt x="113658" y="7311"/>
                </a:cubicBezTo>
                <a:lnTo>
                  <a:pt x="113658" y="87664"/>
                </a:lnTo>
                <a:close/>
                <a:moveTo>
                  <a:pt x="283600" y="94418"/>
                </a:moveTo>
                <a:lnTo>
                  <a:pt x="258394" y="94418"/>
                </a:lnTo>
                <a:lnTo>
                  <a:pt x="226434" y="50133"/>
                </a:lnTo>
                <a:cubicBezTo>
                  <a:pt x="224066" y="50226"/>
                  <a:pt x="222140" y="50273"/>
                  <a:pt x="220655" y="50273"/>
                </a:cubicBezTo>
                <a:cubicBezTo>
                  <a:pt x="220051" y="50273"/>
                  <a:pt x="219401" y="50261"/>
                  <a:pt x="218705" y="50238"/>
                </a:cubicBezTo>
                <a:cubicBezTo>
                  <a:pt x="218009" y="50215"/>
                  <a:pt x="217289" y="50180"/>
                  <a:pt x="216546" y="50133"/>
                </a:cubicBezTo>
                <a:lnTo>
                  <a:pt x="216546" y="77659"/>
                </a:lnTo>
                <a:cubicBezTo>
                  <a:pt x="216546" y="83621"/>
                  <a:pt x="217196" y="87323"/>
                  <a:pt x="218496" y="88767"/>
                </a:cubicBezTo>
                <a:cubicBezTo>
                  <a:pt x="220260" y="90816"/>
                  <a:pt x="222906" y="91841"/>
                  <a:pt x="226434" y="91841"/>
                </a:cubicBezTo>
                <a:lnTo>
                  <a:pt x="230124" y="91841"/>
                </a:lnTo>
                <a:lnTo>
                  <a:pt x="230124" y="94418"/>
                </a:lnTo>
                <a:lnTo>
                  <a:pt x="189669" y="94418"/>
                </a:lnTo>
                <a:lnTo>
                  <a:pt x="189669" y="91841"/>
                </a:lnTo>
                <a:lnTo>
                  <a:pt x="193221" y="91841"/>
                </a:lnTo>
                <a:cubicBezTo>
                  <a:pt x="197213" y="91841"/>
                  <a:pt x="200067" y="90542"/>
                  <a:pt x="201785" y="87942"/>
                </a:cubicBezTo>
                <a:cubicBezTo>
                  <a:pt x="202760" y="86503"/>
                  <a:pt x="203247" y="83091"/>
                  <a:pt x="203247" y="77707"/>
                </a:cubicBezTo>
                <a:lnTo>
                  <a:pt x="203247" y="16711"/>
                </a:lnTo>
                <a:cubicBezTo>
                  <a:pt x="203247" y="10769"/>
                  <a:pt x="202597" y="7079"/>
                  <a:pt x="201298" y="5640"/>
                </a:cubicBezTo>
                <a:cubicBezTo>
                  <a:pt x="199487" y="3598"/>
                  <a:pt x="196795" y="2576"/>
                  <a:pt x="193221" y="2576"/>
                </a:cubicBezTo>
                <a:lnTo>
                  <a:pt x="189669" y="2576"/>
                </a:lnTo>
                <a:lnTo>
                  <a:pt x="189669" y="0"/>
                </a:lnTo>
                <a:lnTo>
                  <a:pt x="224066" y="0"/>
                </a:lnTo>
                <a:cubicBezTo>
                  <a:pt x="234093" y="0"/>
                  <a:pt x="241485" y="729"/>
                  <a:pt x="246243" y="2187"/>
                </a:cubicBezTo>
                <a:cubicBezTo>
                  <a:pt x="251001" y="3645"/>
                  <a:pt x="255040" y="6330"/>
                  <a:pt x="258359" y="10242"/>
                </a:cubicBezTo>
                <a:cubicBezTo>
                  <a:pt x="261678" y="14153"/>
                  <a:pt x="263337" y="18816"/>
                  <a:pt x="263337" y="24231"/>
                </a:cubicBezTo>
                <a:cubicBezTo>
                  <a:pt x="263337" y="30016"/>
                  <a:pt x="261446" y="35038"/>
                  <a:pt x="257663" y="39297"/>
                </a:cubicBezTo>
                <a:cubicBezTo>
                  <a:pt x="253879" y="43555"/>
                  <a:pt x="248019" y="46563"/>
                  <a:pt x="240081" y="48323"/>
                </a:cubicBezTo>
                <a:lnTo>
                  <a:pt x="259577" y="75496"/>
                </a:lnTo>
                <a:cubicBezTo>
                  <a:pt x="264034" y="81736"/>
                  <a:pt x="267863" y="85882"/>
                  <a:pt x="271066" y="87931"/>
                </a:cubicBezTo>
                <a:cubicBezTo>
                  <a:pt x="274269" y="89979"/>
                  <a:pt x="278447" y="91283"/>
                  <a:pt x="283600" y="91841"/>
                </a:cubicBezTo>
                <a:lnTo>
                  <a:pt x="283600" y="94418"/>
                </a:lnTo>
                <a:moveTo>
                  <a:pt x="216546" y="45886"/>
                </a:moveTo>
                <a:cubicBezTo>
                  <a:pt x="217428" y="45886"/>
                  <a:pt x="218194" y="45897"/>
                  <a:pt x="218844" y="45921"/>
                </a:cubicBezTo>
                <a:cubicBezTo>
                  <a:pt x="219494" y="45944"/>
                  <a:pt x="220028" y="45955"/>
                  <a:pt x="220446" y="45955"/>
                </a:cubicBezTo>
                <a:cubicBezTo>
                  <a:pt x="229451" y="45955"/>
                  <a:pt x="236240" y="44006"/>
                  <a:pt x="240812" y="40107"/>
                </a:cubicBezTo>
                <a:cubicBezTo>
                  <a:pt x="245385" y="36207"/>
                  <a:pt x="247671" y="31240"/>
                  <a:pt x="247671" y="25206"/>
                </a:cubicBezTo>
                <a:cubicBezTo>
                  <a:pt x="247671" y="19311"/>
                  <a:pt x="245826" y="14518"/>
                  <a:pt x="242135" y="10827"/>
                </a:cubicBezTo>
                <a:cubicBezTo>
                  <a:pt x="238445" y="7137"/>
                  <a:pt x="233559" y="5292"/>
                  <a:pt x="227478" y="5292"/>
                </a:cubicBezTo>
                <a:cubicBezTo>
                  <a:pt x="224786" y="5292"/>
                  <a:pt x="221142" y="5733"/>
                  <a:pt x="216546" y="6615"/>
                </a:cubicBezTo>
                <a:lnTo>
                  <a:pt x="216546" y="458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Text R2,var_2C">
            <a:extLst xmlns:a="http://schemas.openxmlformats.org/drawingml/2006/main">
              <a:ext uri="{FF2B5EF4-FFF2-40B4-BE49-F238E27FC236}">
                <a16:creationId xmlns:a16="http://schemas.microsoft.com/office/drawing/2014/main" id="{D5B55AAA-6CC2-41AC-BE59-E7BDE5C47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889" y="3472749"/>
            <a:ext cx="650153" cy="127283"/>
          </a:xfrm>
          <a:custGeom xmlns:a="http://schemas.openxmlformats.org/drawingml/2006/main">
            <a:pathLst>
              <a:path w="650153" h="127283">
                <a:moveTo>
                  <a:pt x="93930" y="96507"/>
                </a:moveTo>
                <a:lnTo>
                  <a:pt x="68724" y="96507"/>
                </a:lnTo>
                <a:lnTo>
                  <a:pt x="36764" y="52222"/>
                </a:lnTo>
                <a:cubicBezTo>
                  <a:pt x="34397" y="52315"/>
                  <a:pt x="32471" y="52361"/>
                  <a:pt x="30985" y="52361"/>
                </a:cubicBezTo>
                <a:cubicBezTo>
                  <a:pt x="30382" y="52361"/>
                  <a:pt x="29732" y="52350"/>
                  <a:pt x="29036" y="52327"/>
                </a:cubicBezTo>
                <a:cubicBezTo>
                  <a:pt x="28339" y="52303"/>
                  <a:pt x="27620" y="52269"/>
                  <a:pt x="26877" y="52222"/>
                </a:cubicBezTo>
                <a:lnTo>
                  <a:pt x="26877" y="79748"/>
                </a:lnTo>
                <a:cubicBezTo>
                  <a:pt x="26877" y="85710"/>
                  <a:pt x="27527" y="89412"/>
                  <a:pt x="28827" y="90856"/>
                </a:cubicBezTo>
                <a:cubicBezTo>
                  <a:pt x="30591" y="92905"/>
                  <a:pt x="33236" y="93930"/>
                  <a:pt x="36764" y="93930"/>
                </a:cubicBezTo>
                <a:lnTo>
                  <a:pt x="40455" y="93930"/>
                </a:lnTo>
                <a:lnTo>
                  <a:pt x="40455" y="96507"/>
                </a:lnTo>
                <a:lnTo>
                  <a:pt x="0" y="96507"/>
                </a:lnTo>
                <a:lnTo>
                  <a:pt x="0" y="93930"/>
                </a:lnTo>
                <a:lnTo>
                  <a:pt x="3551" y="93930"/>
                </a:lnTo>
                <a:cubicBezTo>
                  <a:pt x="7543" y="93930"/>
                  <a:pt x="10398" y="92630"/>
                  <a:pt x="12116" y="90031"/>
                </a:cubicBezTo>
                <a:cubicBezTo>
                  <a:pt x="13090" y="88592"/>
                  <a:pt x="13578" y="85180"/>
                  <a:pt x="13578" y="79795"/>
                </a:cubicBezTo>
                <a:lnTo>
                  <a:pt x="13578" y="18800"/>
                </a:lnTo>
                <a:cubicBezTo>
                  <a:pt x="13578" y="12858"/>
                  <a:pt x="12928" y="9168"/>
                  <a:pt x="11628" y="7729"/>
                </a:cubicBezTo>
                <a:cubicBezTo>
                  <a:pt x="9818" y="5686"/>
                  <a:pt x="7125" y="4665"/>
                  <a:pt x="3551" y="4665"/>
                </a:cubicBezTo>
                <a:lnTo>
                  <a:pt x="0" y="4665"/>
                </a:lnTo>
                <a:lnTo>
                  <a:pt x="0" y="2089"/>
                </a:lnTo>
                <a:lnTo>
                  <a:pt x="34397" y="2089"/>
                </a:lnTo>
                <a:cubicBezTo>
                  <a:pt x="44424" y="2089"/>
                  <a:pt x="51816" y="2818"/>
                  <a:pt x="56574" y="4276"/>
                </a:cubicBezTo>
                <a:cubicBezTo>
                  <a:pt x="61332" y="5734"/>
                  <a:pt x="65371" y="8419"/>
                  <a:pt x="68690" y="12331"/>
                </a:cubicBezTo>
                <a:cubicBezTo>
                  <a:pt x="72009" y="16242"/>
                  <a:pt x="73668" y="20905"/>
                  <a:pt x="73668" y="26320"/>
                </a:cubicBezTo>
                <a:cubicBezTo>
                  <a:pt x="73668" y="32105"/>
                  <a:pt x="71776" y="37127"/>
                  <a:pt x="67993" y="41386"/>
                </a:cubicBezTo>
                <a:cubicBezTo>
                  <a:pt x="64210" y="45644"/>
                  <a:pt x="58350" y="48652"/>
                  <a:pt x="50412" y="50412"/>
                </a:cubicBezTo>
                <a:lnTo>
                  <a:pt x="69908" y="77585"/>
                </a:lnTo>
                <a:cubicBezTo>
                  <a:pt x="74364" y="83825"/>
                  <a:pt x="78194" y="87970"/>
                  <a:pt x="81397" y="90020"/>
                </a:cubicBezTo>
                <a:cubicBezTo>
                  <a:pt x="84600" y="92068"/>
                  <a:pt x="88778" y="93372"/>
                  <a:pt x="93930" y="93930"/>
                </a:cubicBezTo>
                <a:lnTo>
                  <a:pt x="93930" y="96507"/>
                </a:lnTo>
                <a:moveTo>
                  <a:pt x="26877" y="47975"/>
                </a:moveTo>
                <a:cubicBezTo>
                  <a:pt x="27759" y="47975"/>
                  <a:pt x="28525" y="47986"/>
                  <a:pt x="29175" y="48010"/>
                </a:cubicBezTo>
                <a:cubicBezTo>
                  <a:pt x="29825" y="48033"/>
                  <a:pt x="30358" y="48044"/>
                  <a:pt x="30776" y="48044"/>
                </a:cubicBezTo>
                <a:cubicBezTo>
                  <a:pt x="39782" y="48044"/>
                  <a:pt x="46571" y="46095"/>
                  <a:pt x="51143" y="42195"/>
                </a:cubicBezTo>
                <a:cubicBezTo>
                  <a:pt x="55715" y="38296"/>
                  <a:pt x="58001" y="33329"/>
                  <a:pt x="58001" y="27295"/>
                </a:cubicBezTo>
                <a:cubicBezTo>
                  <a:pt x="58001" y="21399"/>
                  <a:pt x="56156" y="16607"/>
                  <a:pt x="52466" y="12916"/>
                </a:cubicBezTo>
                <a:cubicBezTo>
                  <a:pt x="48775" y="9226"/>
                  <a:pt x="43890" y="7381"/>
                  <a:pt x="37809" y="7381"/>
                </a:cubicBezTo>
                <a:cubicBezTo>
                  <a:pt x="35116" y="7381"/>
                  <a:pt x="31473" y="7822"/>
                  <a:pt x="26877" y="8704"/>
                </a:cubicBezTo>
                <a:lnTo>
                  <a:pt x="26877" y="47975"/>
                </a:lnTo>
                <a:close/>
                <a:moveTo>
                  <a:pt x="158060" y="78264"/>
                </a:moveTo>
                <a:lnTo>
                  <a:pt x="151446" y="96507"/>
                </a:lnTo>
                <a:lnTo>
                  <a:pt x="95742" y="96507"/>
                </a:lnTo>
                <a:lnTo>
                  <a:pt x="95742" y="93926"/>
                </a:lnTo>
                <a:cubicBezTo>
                  <a:pt x="112128" y="78954"/>
                  <a:pt x="123663" y="66726"/>
                  <a:pt x="130348" y="57242"/>
                </a:cubicBezTo>
                <a:cubicBezTo>
                  <a:pt x="137032" y="47756"/>
                  <a:pt x="140375" y="39085"/>
                  <a:pt x="140375" y="31227"/>
                </a:cubicBezTo>
                <a:cubicBezTo>
                  <a:pt x="140375" y="25230"/>
                  <a:pt x="138541" y="20302"/>
                  <a:pt x="134874" y="16443"/>
                </a:cubicBezTo>
                <a:cubicBezTo>
                  <a:pt x="131207" y="12583"/>
                  <a:pt x="126820" y="10653"/>
                  <a:pt x="121714" y="10653"/>
                </a:cubicBezTo>
                <a:cubicBezTo>
                  <a:pt x="117072" y="10653"/>
                  <a:pt x="112906" y="12017"/>
                  <a:pt x="109215" y="14744"/>
                </a:cubicBezTo>
                <a:cubicBezTo>
                  <a:pt x="105525" y="17471"/>
                  <a:pt x="102798" y="21469"/>
                  <a:pt x="101034" y="26738"/>
                </a:cubicBezTo>
                <a:lnTo>
                  <a:pt x="98458" y="26738"/>
                </a:lnTo>
                <a:cubicBezTo>
                  <a:pt x="99618" y="18172"/>
                  <a:pt x="102600" y="11598"/>
                  <a:pt x="107405" y="7015"/>
                </a:cubicBezTo>
                <a:cubicBezTo>
                  <a:pt x="112209" y="2431"/>
                  <a:pt x="118209" y="139"/>
                  <a:pt x="125404" y="139"/>
                </a:cubicBezTo>
                <a:cubicBezTo>
                  <a:pt x="133063" y="139"/>
                  <a:pt x="139458" y="2600"/>
                  <a:pt x="144587" y="7520"/>
                </a:cubicBezTo>
                <a:cubicBezTo>
                  <a:pt x="149716" y="12440"/>
                  <a:pt x="152281" y="18243"/>
                  <a:pt x="152281" y="24927"/>
                </a:cubicBezTo>
                <a:cubicBezTo>
                  <a:pt x="152281" y="29709"/>
                  <a:pt x="151167" y="34490"/>
                  <a:pt x="148939" y="39271"/>
                </a:cubicBezTo>
                <a:cubicBezTo>
                  <a:pt x="145504" y="46791"/>
                  <a:pt x="139934" y="54752"/>
                  <a:pt x="132228" y="63154"/>
                </a:cubicBezTo>
                <a:cubicBezTo>
                  <a:pt x="120669" y="75780"/>
                  <a:pt x="113451" y="83393"/>
                  <a:pt x="110573" y="85992"/>
                </a:cubicBezTo>
                <a:lnTo>
                  <a:pt x="135222" y="85992"/>
                </a:lnTo>
                <a:cubicBezTo>
                  <a:pt x="140235" y="85992"/>
                  <a:pt x="143752" y="85805"/>
                  <a:pt x="145771" y="85431"/>
                </a:cubicBezTo>
                <a:cubicBezTo>
                  <a:pt x="147790" y="85055"/>
                  <a:pt x="149612" y="84294"/>
                  <a:pt x="151237" y="83146"/>
                </a:cubicBezTo>
                <a:cubicBezTo>
                  <a:pt x="152861" y="81999"/>
                  <a:pt x="154277" y="80371"/>
                  <a:pt x="155484" y="78264"/>
                </a:cubicBezTo>
                <a:lnTo>
                  <a:pt x="158060" y="78264"/>
                </a:lnTo>
                <a:close/>
                <a:moveTo>
                  <a:pt x="171638" y="120320"/>
                </a:moveTo>
                <a:lnTo>
                  <a:pt x="171638" y="117256"/>
                </a:lnTo>
                <a:cubicBezTo>
                  <a:pt x="176419" y="115672"/>
                  <a:pt x="180121" y="113214"/>
                  <a:pt x="182744" y="109882"/>
                </a:cubicBezTo>
                <a:cubicBezTo>
                  <a:pt x="185367" y="106551"/>
                  <a:pt x="186678" y="103022"/>
                  <a:pt x="186678" y="99294"/>
                </a:cubicBezTo>
                <a:cubicBezTo>
                  <a:pt x="186678" y="98410"/>
                  <a:pt x="186469" y="97667"/>
                  <a:pt x="186051" y="97064"/>
                </a:cubicBezTo>
                <a:cubicBezTo>
                  <a:pt x="185727" y="96646"/>
                  <a:pt x="185402" y="96437"/>
                  <a:pt x="185077" y="96437"/>
                </a:cubicBezTo>
                <a:cubicBezTo>
                  <a:pt x="184566" y="96437"/>
                  <a:pt x="183452" y="96901"/>
                  <a:pt x="181734" y="97829"/>
                </a:cubicBezTo>
                <a:cubicBezTo>
                  <a:pt x="180899" y="98247"/>
                  <a:pt x="180017" y="98456"/>
                  <a:pt x="179089" y="98456"/>
                </a:cubicBezTo>
                <a:cubicBezTo>
                  <a:pt x="176814" y="98456"/>
                  <a:pt x="175004" y="97783"/>
                  <a:pt x="173657" y="96437"/>
                </a:cubicBezTo>
                <a:cubicBezTo>
                  <a:pt x="172311" y="95091"/>
                  <a:pt x="171638" y="93234"/>
                  <a:pt x="171638" y="90867"/>
                </a:cubicBezTo>
                <a:cubicBezTo>
                  <a:pt x="171638" y="88592"/>
                  <a:pt x="172509" y="86642"/>
                  <a:pt x="174249" y="85018"/>
                </a:cubicBezTo>
                <a:cubicBezTo>
                  <a:pt x="175990" y="83393"/>
                  <a:pt x="178114" y="82581"/>
                  <a:pt x="180620" y="82581"/>
                </a:cubicBezTo>
                <a:cubicBezTo>
                  <a:pt x="183684" y="82581"/>
                  <a:pt x="186411" y="83918"/>
                  <a:pt x="188802" y="86593"/>
                </a:cubicBezTo>
                <a:cubicBezTo>
                  <a:pt x="191192" y="89267"/>
                  <a:pt x="192388" y="92812"/>
                  <a:pt x="192388" y="97229"/>
                </a:cubicBezTo>
                <a:cubicBezTo>
                  <a:pt x="192388" y="102020"/>
                  <a:pt x="190728" y="106474"/>
                  <a:pt x="187409" y="110589"/>
                </a:cubicBezTo>
                <a:cubicBezTo>
                  <a:pt x="184090" y="114704"/>
                  <a:pt x="178833" y="117948"/>
                  <a:pt x="171638" y="120320"/>
                </a:cubicBezTo>
                <a:close/>
                <a:moveTo>
                  <a:pt x="236463" y="32726"/>
                </a:moveTo>
                <a:lnTo>
                  <a:pt x="266473" y="32726"/>
                </a:lnTo>
                <a:lnTo>
                  <a:pt x="266473" y="35302"/>
                </a:lnTo>
                <a:lnTo>
                  <a:pt x="264524" y="35302"/>
                </a:lnTo>
                <a:cubicBezTo>
                  <a:pt x="262713" y="35302"/>
                  <a:pt x="261332" y="35743"/>
                  <a:pt x="260381" y="36625"/>
                </a:cubicBezTo>
                <a:cubicBezTo>
                  <a:pt x="259429" y="37507"/>
                  <a:pt x="258953" y="38691"/>
                  <a:pt x="258953" y="40176"/>
                </a:cubicBezTo>
                <a:cubicBezTo>
                  <a:pt x="258953" y="41801"/>
                  <a:pt x="259441" y="43727"/>
                  <a:pt x="260416" y="45955"/>
                </a:cubicBezTo>
                <a:lnTo>
                  <a:pt x="275247" y="81188"/>
                </a:lnTo>
                <a:lnTo>
                  <a:pt x="290147" y="44633"/>
                </a:lnTo>
                <a:cubicBezTo>
                  <a:pt x="291215" y="42033"/>
                  <a:pt x="291749" y="40060"/>
                  <a:pt x="291749" y="38714"/>
                </a:cubicBezTo>
                <a:cubicBezTo>
                  <a:pt x="291749" y="38064"/>
                  <a:pt x="291563" y="37530"/>
                  <a:pt x="291192" y="37113"/>
                </a:cubicBezTo>
                <a:cubicBezTo>
                  <a:pt x="290681" y="36416"/>
                  <a:pt x="290031" y="35940"/>
                  <a:pt x="289242" y="35685"/>
                </a:cubicBezTo>
                <a:cubicBezTo>
                  <a:pt x="288453" y="35430"/>
                  <a:pt x="286852" y="35302"/>
                  <a:pt x="284438" y="35302"/>
                </a:cubicBezTo>
                <a:lnTo>
                  <a:pt x="284438" y="32726"/>
                </a:lnTo>
                <a:lnTo>
                  <a:pt x="305257" y="32726"/>
                </a:lnTo>
                <a:lnTo>
                  <a:pt x="305257" y="35302"/>
                </a:lnTo>
                <a:cubicBezTo>
                  <a:pt x="302843" y="35488"/>
                  <a:pt x="301172" y="35975"/>
                  <a:pt x="300244" y="36764"/>
                </a:cubicBezTo>
                <a:cubicBezTo>
                  <a:pt x="298619" y="38157"/>
                  <a:pt x="297157" y="40478"/>
                  <a:pt x="295857" y="43727"/>
                </a:cubicBezTo>
                <a:lnTo>
                  <a:pt x="273227" y="98456"/>
                </a:lnTo>
                <a:lnTo>
                  <a:pt x="270373" y="98456"/>
                </a:lnTo>
                <a:lnTo>
                  <a:pt x="247604" y="44633"/>
                </a:lnTo>
                <a:cubicBezTo>
                  <a:pt x="246582" y="42126"/>
                  <a:pt x="245608" y="40327"/>
                  <a:pt x="244679" y="39236"/>
                </a:cubicBezTo>
                <a:cubicBezTo>
                  <a:pt x="243751" y="38145"/>
                  <a:pt x="242567" y="37229"/>
                  <a:pt x="241128" y="36486"/>
                </a:cubicBezTo>
                <a:cubicBezTo>
                  <a:pt x="240339" y="36068"/>
                  <a:pt x="238784" y="35674"/>
                  <a:pt x="236463" y="35302"/>
                </a:cubicBezTo>
                <a:lnTo>
                  <a:pt x="236463" y="32726"/>
                </a:lnTo>
                <a:close/>
                <a:moveTo>
                  <a:pt x="347174" y="87315"/>
                </a:moveTo>
                <a:cubicBezTo>
                  <a:pt x="340629" y="92375"/>
                  <a:pt x="336521" y="95300"/>
                  <a:pt x="334850" y="96089"/>
                </a:cubicBezTo>
                <a:cubicBezTo>
                  <a:pt x="332343" y="97296"/>
                  <a:pt x="329674" y="97899"/>
                  <a:pt x="326843" y="97899"/>
                </a:cubicBezTo>
                <a:cubicBezTo>
                  <a:pt x="322433" y="97899"/>
                  <a:pt x="318800" y="96390"/>
                  <a:pt x="315946" y="93373"/>
                </a:cubicBezTo>
                <a:cubicBezTo>
                  <a:pt x="313091" y="90356"/>
                  <a:pt x="311663" y="86387"/>
                  <a:pt x="311663" y="81467"/>
                </a:cubicBezTo>
                <a:cubicBezTo>
                  <a:pt x="311663" y="78356"/>
                  <a:pt x="312360" y="75664"/>
                  <a:pt x="313752" y="73390"/>
                </a:cubicBezTo>
                <a:cubicBezTo>
                  <a:pt x="315655" y="70233"/>
                  <a:pt x="318963" y="67262"/>
                  <a:pt x="323674" y="64477"/>
                </a:cubicBezTo>
                <a:cubicBezTo>
                  <a:pt x="328386" y="61692"/>
                  <a:pt x="336219" y="58303"/>
                  <a:pt x="347174" y="54311"/>
                </a:cubicBezTo>
                <a:lnTo>
                  <a:pt x="347174" y="51804"/>
                </a:lnTo>
                <a:cubicBezTo>
                  <a:pt x="347174" y="45445"/>
                  <a:pt x="346165" y="41081"/>
                  <a:pt x="344146" y="38714"/>
                </a:cubicBezTo>
                <a:cubicBezTo>
                  <a:pt x="342126" y="36347"/>
                  <a:pt x="339190" y="35163"/>
                  <a:pt x="335337" y="35163"/>
                </a:cubicBezTo>
                <a:cubicBezTo>
                  <a:pt x="332413" y="35163"/>
                  <a:pt x="330092" y="35949"/>
                  <a:pt x="328374" y="37522"/>
                </a:cubicBezTo>
                <a:cubicBezTo>
                  <a:pt x="326611" y="39094"/>
                  <a:pt x="325729" y="40898"/>
                  <a:pt x="325729" y="42933"/>
                </a:cubicBezTo>
                <a:lnTo>
                  <a:pt x="325868" y="46956"/>
                </a:lnTo>
                <a:cubicBezTo>
                  <a:pt x="325868" y="49083"/>
                  <a:pt x="325322" y="50724"/>
                  <a:pt x="324232" y="51881"/>
                </a:cubicBezTo>
                <a:cubicBezTo>
                  <a:pt x="323141" y="53037"/>
                  <a:pt x="321713" y="53615"/>
                  <a:pt x="319949" y="53615"/>
                </a:cubicBezTo>
                <a:cubicBezTo>
                  <a:pt x="318232" y="53615"/>
                  <a:pt x="316828" y="53013"/>
                  <a:pt x="315737" y="51811"/>
                </a:cubicBezTo>
                <a:cubicBezTo>
                  <a:pt x="314646" y="50607"/>
                  <a:pt x="314100" y="48963"/>
                  <a:pt x="314100" y="46880"/>
                </a:cubicBezTo>
                <a:cubicBezTo>
                  <a:pt x="314100" y="42901"/>
                  <a:pt x="316143" y="39246"/>
                  <a:pt x="320228" y="35914"/>
                </a:cubicBezTo>
                <a:cubicBezTo>
                  <a:pt x="324313" y="32582"/>
                  <a:pt x="330046" y="30916"/>
                  <a:pt x="337426" y="30916"/>
                </a:cubicBezTo>
                <a:cubicBezTo>
                  <a:pt x="343090" y="30916"/>
                  <a:pt x="347732" y="31866"/>
                  <a:pt x="351352" y="33766"/>
                </a:cubicBezTo>
                <a:cubicBezTo>
                  <a:pt x="354091" y="35204"/>
                  <a:pt x="356110" y="37453"/>
                  <a:pt x="357410" y="40514"/>
                </a:cubicBezTo>
                <a:cubicBezTo>
                  <a:pt x="358246" y="42507"/>
                  <a:pt x="358663" y="46587"/>
                  <a:pt x="358663" y="52753"/>
                </a:cubicBezTo>
                <a:lnTo>
                  <a:pt x="358663" y="74382"/>
                </a:lnTo>
                <a:cubicBezTo>
                  <a:pt x="358663" y="80455"/>
                  <a:pt x="358779" y="84176"/>
                  <a:pt x="359011" y="85544"/>
                </a:cubicBezTo>
                <a:cubicBezTo>
                  <a:pt x="359244" y="86912"/>
                  <a:pt x="359627" y="87828"/>
                  <a:pt x="360160" y="88292"/>
                </a:cubicBezTo>
                <a:cubicBezTo>
                  <a:pt x="360694" y="88755"/>
                  <a:pt x="361309" y="88987"/>
                  <a:pt x="362006" y="88987"/>
                </a:cubicBezTo>
                <a:cubicBezTo>
                  <a:pt x="362748" y="88987"/>
                  <a:pt x="363398" y="88824"/>
                  <a:pt x="363955" y="88499"/>
                </a:cubicBezTo>
                <a:cubicBezTo>
                  <a:pt x="364930" y="87896"/>
                  <a:pt x="366810" y="86201"/>
                  <a:pt x="369595" y="83416"/>
                </a:cubicBezTo>
                <a:lnTo>
                  <a:pt x="369595" y="87315"/>
                </a:lnTo>
                <a:cubicBezTo>
                  <a:pt x="364396" y="94278"/>
                  <a:pt x="359429" y="97760"/>
                  <a:pt x="354694" y="97760"/>
                </a:cubicBezTo>
                <a:cubicBezTo>
                  <a:pt x="352420" y="97760"/>
                  <a:pt x="350610" y="96971"/>
                  <a:pt x="349263" y="95392"/>
                </a:cubicBezTo>
                <a:cubicBezTo>
                  <a:pt x="347917" y="93814"/>
                  <a:pt x="347221" y="91122"/>
                  <a:pt x="347174" y="87315"/>
                </a:cubicBezTo>
                <a:moveTo>
                  <a:pt x="347174" y="82750"/>
                </a:moveTo>
                <a:lnTo>
                  <a:pt x="347174" y="58558"/>
                </a:lnTo>
                <a:cubicBezTo>
                  <a:pt x="340165" y="61331"/>
                  <a:pt x="335639" y="63295"/>
                  <a:pt x="333597" y="64451"/>
                </a:cubicBezTo>
                <a:cubicBezTo>
                  <a:pt x="329930" y="66485"/>
                  <a:pt x="327307" y="68610"/>
                  <a:pt x="325729" y="70828"/>
                </a:cubicBezTo>
                <a:cubicBezTo>
                  <a:pt x="324150" y="73046"/>
                  <a:pt x="323361" y="75473"/>
                  <a:pt x="323361" y="78107"/>
                </a:cubicBezTo>
                <a:cubicBezTo>
                  <a:pt x="323361" y="81435"/>
                  <a:pt x="324359" y="84196"/>
                  <a:pt x="326355" y="86391"/>
                </a:cubicBezTo>
                <a:cubicBezTo>
                  <a:pt x="328351" y="88585"/>
                  <a:pt x="330649" y="89683"/>
                  <a:pt x="333249" y="89683"/>
                </a:cubicBezTo>
                <a:cubicBezTo>
                  <a:pt x="336776" y="89683"/>
                  <a:pt x="341418" y="87372"/>
                  <a:pt x="347174" y="82750"/>
                </a:cubicBezTo>
                <a:close/>
                <a:moveTo>
                  <a:pt x="393012" y="30916"/>
                </a:moveTo>
                <a:lnTo>
                  <a:pt x="393012" y="45259"/>
                </a:lnTo>
                <a:cubicBezTo>
                  <a:pt x="398350" y="35697"/>
                  <a:pt x="403828" y="30916"/>
                  <a:pt x="409445" y="30916"/>
                </a:cubicBezTo>
                <a:cubicBezTo>
                  <a:pt x="411998" y="30916"/>
                  <a:pt x="414110" y="31693"/>
                  <a:pt x="415781" y="33248"/>
                </a:cubicBezTo>
                <a:cubicBezTo>
                  <a:pt x="417452" y="34803"/>
                  <a:pt x="418288" y="36602"/>
                  <a:pt x="418288" y="38644"/>
                </a:cubicBezTo>
                <a:cubicBezTo>
                  <a:pt x="418288" y="40455"/>
                  <a:pt x="417684" y="41987"/>
                  <a:pt x="416477" y="43240"/>
                </a:cubicBezTo>
                <a:cubicBezTo>
                  <a:pt x="415270" y="44493"/>
                  <a:pt x="413831" y="45120"/>
                  <a:pt x="412160" y="45120"/>
                </a:cubicBezTo>
                <a:cubicBezTo>
                  <a:pt x="410536" y="45120"/>
                  <a:pt x="408714" y="44319"/>
                  <a:pt x="406694" y="42718"/>
                </a:cubicBezTo>
                <a:cubicBezTo>
                  <a:pt x="404675" y="41116"/>
                  <a:pt x="403178" y="40315"/>
                  <a:pt x="402203" y="40315"/>
                </a:cubicBezTo>
                <a:cubicBezTo>
                  <a:pt x="401368" y="40315"/>
                  <a:pt x="400463" y="40778"/>
                  <a:pt x="399488" y="41704"/>
                </a:cubicBezTo>
                <a:cubicBezTo>
                  <a:pt x="397399" y="43603"/>
                  <a:pt x="395240" y="46728"/>
                  <a:pt x="393012" y="51080"/>
                </a:cubicBezTo>
                <a:lnTo>
                  <a:pt x="393012" y="81569"/>
                </a:lnTo>
                <a:cubicBezTo>
                  <a:pt x="393012" y="85087"/>
                  <a:pt x="393453" y="87748"/>
                  <a:pt x="394335" y="89554"/>
                </a:cubicBezTo>
                <a:cubicBezTo>
                  <a:pt x="394939" y="90805"/>
                  <a:pt x="396006" y="91847"/>
                  <a:pt x="397538" y="92681"/>
                </a:cubicBezTo>
                <a:cubicBezTo>
                  <a:pt x="399070" y="93514"/>
                  <a:pt x="401275" y="93930"/>
                  <a:pt x="404153" y="93930"/>
                </a:cubicBezTo>
                <a:lnTo>
                  <a:pt x="404153" y="96507"/>
                </a:lnTo>
                <a:lnTo>
                  <a:pt x="371497" y="96507"/>
                </a:lnTo>
                <a:lnTo>
                  <a:pt x="371497" y="93930"/>
                </a:lnTo>
                <a:cubicBezTo>
                  <a:pt x="374746" y="93930"/>
                  <a:pt x="377160" y="93421"/>
                  <a:pt x="378738" y="92403"/>
                </a:cubicBezTo>
                <a:cubicBezTo>
                  <a:pt x="379899" y="91661"/>
                  <a:pt x="380711" y="90480"/>
                  <a:pt x="381175" y="88858"/>
                </a:cubicBezTo>
                <a:cubicBezTo>
                  <a:pt x="381407" y="88070"/>
                  <a:pt x="381523" y="85824"/>
                  <a:pt x="381523" y="82119"/>
                </a:cubicBezTo>
                <a:lnTo>
                  <a:pt x="381523" y="57455"/>
                </a:lnTo>
                <a:cubicBezTo>
                  <a:pt x="381523" y="50044"/>
                  <a:pt x="381372" y="45633"/>
                  <a:pt x="381071" y="44221"/>
                </a:cubicBezTo>
                <a:cubicBezTo>
                  <a:pt x="380769" y="42808"/>
                  <a:pt x="380212" y="41778"/>
                  <a:pt x="379400" y="41129"/>
                </a:cubicBezTo>
                <a:cubicBezTo>
                  <a:pt x="378587" y="40481"/>
                  <a:pt x="377578" y="40157"/>
                  <a:pt x="376371" y="40157"/>
                </a:cubicBezTo>
                <a:cubicBezTo>
                  <a:pt x="374932" y="40157"/>
                  <a:pt x="373307" y="40504"/>
                  <a:pt x="371497" y="41199"/>
                </a:cubicBezTo>
                <a:lnTo>
                  <a:pt x="370800" y="38697"/>
                </a:lnTo>
                <a:lnTo>
                  <a:pt x="390088" y="30916"/>
                </a:lnTo>
                <a:lnTo>
                  <a:pt x="393012" y="30916"/>
                </a:lnTo>
                <a:close/>
                <a:moveTo>
                  <a:pt x="489935" y="127283"/>
                </a:moveTo>
                <a:lnTo>
                  <a:pt x="416198" y="127283"/>
                </a:lnTo>
                <a:lnTo>
                  <a:pt x="416198" y="121504"/>
                </a:lnTo>
                <a:lnTo>
                  <a:pt x="489935" y="121504"/>
                </a:lnTo>
                <a:lnTo>
                  <a:pt x="489935" y="127283"/>
                </a:lnTo>
                <a:close/>
                <a:moveTo>
                  <a:pt x="554064" y="78264"/>
                </a:moveTo>
                <a:lnTo>
                  <a:pt x="547449" y="96507"/>
                </a:lnTo>
                <a:lnTo>
                  <a:pt x="491746" y="96507"/>
                </a:lnTo>
                <a:lnTo>
                  <a:pt x="491746" y="93926"/>
                </a:lnTo>
                <a:cubicBezTo>
                  <a:pt x="508132" y="78954"/>
                  <a:pt x="519667" y="66726"/>
                  <a:pt x="526352" y="57242"/>
                </a:cubicBezTo>
                <a:cubicBezTo>
                  <a:pt x="533036" y="47756"/>
                  <a:pt x="536378" y="39085"/>
                  <a:pt x="536378" y="31227"/>
                </a:cubicBezTo>
                <a:cubicBezTo>
                  <a:pt x="536378" y="25230"/>
                  <a:pt x="534545" y="20302"/>
                  <a:pt x="530878" y="16443"/>
                </a:cubicBezTo>
                <a:cubicBezTo>
                  <a:pt x="527210" y="12583"/>
                  <a:pt x="522824" y="10653"/>
                  <a:pt x="517718" y="10653"/>
                </a:cubicBezTo>
                <a:cubicBezTo>
                  <a:pt x="513076" y="10653"/>
                  <a:pt x="508909" y="12017"/>
                  <a:pt x="505219" y="14744"/>
                </a:cubicBezTo>
                <a:cubicBezTo>
                  <a:pt x="501529" y="17471"/>
                  <a:pt x="498802" y="21469"/>
                  <a:pt x="497038" y="26738"/>
                </a:cubicBezTo>
                <a:lnTo>
                  <a:pt x="494461" y="26738"/>
                </a:lnTo>
                <a:cubicBezTo>
                  <a:pt x="495622" y="18172"/>
                  <a:pt x="498604" y="11598"/>
                  <a:pt x="503409" y="7015"/>
                </a:cubicBezTo>
                <a:cubicBezTo>
                  <a:pt x="508213" y="2431"/>
                  <a:pt x="514213" y="139"/>
                  <a:pt x="521408" y="139"/>
                </a:cubicBezTo>
                <a:cubicBezTo>
                  <a:pt x="529067" y="139"/>
                  <a:pt x="535462" y="2600"/>
                  <a:pt x="540591" y="7520"/>
                </a:cubicBezTo>
                <a:cubicBezTo>
                  <a:pt x="545720" y="12440"/>
                  <a:pt x="548285" y="18243"/>
                  <a:pt x="548285" y="24927"/>
                </a:cubicBezTo>
                <a:cubicBezTo>
                  <a:pt x="548285" y="29709"/>
                  <a:pt x="547171" y="34490"/>
                  <a:pt x="544943" y="39271"/>
                </a:cubicBezTo>
                <a:cubicBezTo>
                  <a:pt x="541508" y="46791"/>
                  <a:pt x="535937" y="54752"/>
                  <a:pt x="528232" y="63154"/>
                </a:cubicBezTo>
                <a:cubicBezTo>
                  <a:pt x="516673" y="75780"/>
                  <a:pt x="509455" y="83393"/>
                  <a:pt x="506577" y="85992"/>
                </a:cubicBezTo>
                <a:lnTo>
                  <a:pt x="531226" y="85992"/>
                </a:lnTo>
                <a:cubicBezTo>
                  <a:pt x="536239" y="85992"/>
                  <a:pt x="539755" y="85805"/>
                  <a:pt x="541775" y="85431"/>
                </a:cubicBezTo>
                <a:cubicBezTo>
                  <a:pt x="543794" y="85055"/>
                  <a:pt x="545616" y="84294"/>
                  <a:pt x="547240" y="83146"/>
                </a:cubicBezTo>
                <a:cubicBezTo>
                  <a:pt x="548865" y="81999"/>
                  <a:pt x="550281" y="80371"/>
                  <a:pt x="551488" y="78264"/>
                </a:cubicBezTo>
                <a:lnTo>
                  <a:pt x="554064" y="78264"/>
                </a:lnTo>
                <a:close/>
                <a:moveTo>
                  <a:pt x="645836" y="0"/>
                </a:moveTo>
                <a:lnTo>
                  <a:pt x="647994" y="32030"/>
                </a:lnTo>
                <a:lnTo>
                  <a:pt x="645836" y="32030"/>
                </a:lnTo>
                <a:cubicBezTo>
                  <a:pt x="642958" y="22396"/>
                  <a:pt x="638849" y="15462"/>
                  <a:pt x="633511" y="11228"/>
                </a:cubicBezTo>
                <a:cubicBezTo>
                  <a:pt x="628173" y="6992"/>
                  <a:pt x="621767" y="4874"/>
                  <a:pt x="614293" y="4874"/>
                </a:cubicBezTo>
                <a:cubicBezTo>
                  <a:pt x="608027" y="4874"/>
                  <a:pt x="602364" y="6465"/>
                  <a:pt x="597304" y="9648"/>
                </a:cubicBezTo>
                <a:cubicBezTo>
                  <a:pt x="592244" y="12829"/>
                  <a:pt x="588264" y="17904"/>
                  <a:pt x="585362" y="24873"/>
                </a:cubicBezTo>
                <a:cubicBezTo>
                  <a:pt x="582461" y="31842"/>
                  <a:pt x="581011" y="40506"/>
                  <a:pt x="581011" y="50867"/>
                </a:cubicBezTo>
                <a:cubicBezTo>
                  <a:pt x="581011" y="59414"/>
                  <a:pt x="582380" y="66823"/>
                  <a:pt x="585119" y="73096"/>
                </a:cubicBezTo>
                <a:cubicBezTo>
                  <a:pt x="587857" y="79367"/>
                  <a:pt x="591977" y="84175"/>
                  <a:pt x="597478" y="87520"/>
                </a:cubicBezTo>
                <a:cubicBezTo>
                  <a:pt x="602979" y="90865"/>
                  <a:pt x="609257" y="92538"/>
                  <a:pt x="616313" y="92538"/>
                </a:cubicBezTo>
                <a:cubicBezTo>
                  <a:pt x="622440" y="92538"/>
                  <a:pt x="627848" y="91226"/>
                  <a:pt x="632536" y="88604"/>
                </a:cubicBezTo>
                <a:cubicBezTo>
                  <a:pt x="637225" y="85981"/>
                  <a:pt x="642377" y="80770"/>
                  <a:pt x="647994" y="72972"/>
                </a:cubicBezTo>
                <a:lnTo>
                  <a:pt x="650153" y="74360"/>
                </a:lnTo>
                <a:cubicBezTo>
                  <a:pt x="645418" y="82740"/>
                  <a:pt x="639894" y="88875"/>
                  <a:pt x="633581" y="92764"/>
                </a:cubicBezTo>
                <a:cubicBezTo>
                  <a:pt x="627268" y="96652"/>
                  <a:pt x="619771" y="98595"/>
                  <a:pt x="611090" y="98595"/>
                </a:cubicBezTo>
                <a:cubicBezTo>
                  <a:pt x="595447" y="98595"/>
                  <a:pt x="583332" y="92801"/>
                  <a:pt x="574744" y="81212"/>
                </a:cubicBezTo>
                <a:cubicBezTo>
                  <a:pt x="568338" y="72591"/>
                  <a:pt x="565135" y="62440"/>
                  <a:pt x="565135" y="50758"/>
                </a:cubicBezTo>
                <a:cubicBezTo>
                  <a:pt x="565135" y="41348"/>
                  <a:pt x="567247" y="32703"/>
                  <a:pt x="571471" y="24823"/>
                </a:cubicBezTo>
                <a:cubicBezTo>
                  <a:pt x="575695" y="16943"/>
                  <a:pt x="581510" y="10836"/>
                  <a:pt x="588913" y="6502"/>
                </a:cubicBezTo>
                <a:cubicBezTo>
                  <a:pt x="596317" y="2167"/>
                  <a:pt x="604406" y="0"/>
                  <a:pt x="613179" y="0"/>
                </a:cubicBezTo>
                <a:cubicBezTo>
                  <a:pt x="620003" y="0"/>
                  <a:pt x="626734" y="1671"/>
                  <a:pt x="633372" y="5013"/>
                </a:cubicBezTo>
                <a:cubicBezTo>
                  <a:pt x="635322" y="6035"/>
                  <a:pt x="636714" y="6545"/>
                  <a:pt x="637550" y="6545"/>
                </a:cubicBezTo>
                <a:cubicBezTo>
                  <a:pt x="638803" y="6545"/>
                  <a:pt x="639894" y="6104"/>
                  <a:pt x="640822" y="5222"/>
                </a:cubicBezTo>
                <a:cubicBezTo>
                  <a:pt x="642029" y="3969"/>
                  <a:pt x="642888" y="2228"/>
                  <a:pt x="643399" y="0"/>
                </a:cubicBezTo>
                <a:lnTo>
                  <a:pt x="64583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Text CMP">
            <a:extLst xmlns:a="http://schemas.openxmlformats.org/drawingml/2006/main">
              <a:ext uri="{FF2B5EF4-FFF2-40B4-BE49-F238E27FC236}">
                <a16:creationId xmlns:a16="http://schemas.microsoft.com/office/drawing/2014/main" id="{FCD3616C-1E67-4187-A593-B8BDAA256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3501" y="3642088"/>
            <a:ext cx="291030" cy="98595"/>
          </a:xfrm>
          <a:custGeom xmlns:a="http://schemas.openxmlformats.org/drawingml/2006/main">
            <a:pathLst>
              <a:path w="291030" h="98595">
                <a:moveTo>
                  <a:pt x="80701" y="0"/>
                </a:moveTo>
                <a:lnTo>
                  <a:pt x="82859" y="32030"/>
                </a:lnTo>
                <a:lnTo>
                  <a:pt x="80701" y="32030"/>
                </a:lnTo>
                <a:cubicBezTo>
                  <a:pt x="77823" y="22396"/>
                  <a:pt x="73714" y="15462"/>
                  <a:pt x="68376" y="11228"/>
                </a:cubicBezTo>
                <a:cubicBezTo>
                  <a:pt x="63038" y="6992"/>
                  <a:pt x="56632" y="4874"/>
                  <a:pt x="49158" y="4874"/>
                </a:cubicBezTo>
                <a:cubicBezTo>
                  <a:pt x="42892" y="4874"/>
                  <a:pt x="37229" y="6465"/>
                  <a:pt x="32169" y="9648"/>
                </a:cubicBezTo>
                <a:cubicBezTo>
                  <a:pt x="27109" y="12829"/>
                  <a:pt x="23129" y="17904"/>
                  <a:pt x="20227" y="24873"/>
                </a:cubicBezTo>
                <a:cubicBezTo>
                  <a:pt x="17326" y="31842"/>
                  <a:pt x="15876" y="40506"/>
                  <a:pt x="15876" y="50867"/>
                </a:cubicBezTo>
                <a:cubicBezTo>
                  <a:pt x="15876" y="59414"/>
                  <a:pt x="17245" y="66823"/>
                  <a:pt x="19984" y="73096"/>
                </a:cubicBezTo>
                <a:cubicBezTo>
                  <a:pt x="22722" y="79367"/>
                  <a:pt x="26842" y="84175"/>
                  <a:pt x="32343" y="87520"/>
                </a:cubicBezTo>
                <a:cubicBezTo>
                  <a:pt x="37844" y="90865"/>
                  <a:pt x="44122" y="92538"/>
                  <a:pt x="51178" y="92538"/>
                </a:cubicBezTo>
                <a:cubicBezTo>
                  <a:pt x="57305" y="92538"/>
                  <a:pt x="62713" y="91226"/>
                  <a:pt x="67401" y="88604"/>
                </a:cubicBezTo>
                <a:cubicBezTo>
                  <a:pt x="72090" y="85981"/>
                  <a:pt x="77242" y="80770"/>
                  <a:pt x="82859" y="72972"/>
                </a:cubicBezTo>
                <a:lnTo>
                  <a:pt x="85018" y="74360"/>
                </a:lnTo>
                <a:cubicBezTo>
                  <a:pt x="80283" y="82740"/>
                  <a:pt x="74759" y="88875"/>
                  <a:pt x="68446" y="92764"/>
                </a:cubicBezTo>
                <a:cubicBezTo>
                  <a:pt x="62133" y="96652"/>
                  <a:pt x="54636" y="98595"/>
                  <a:pt x="45955" y="98595"/>
                </a:cubicBezTo>
                <a:cubicBezTo>
                  <a:pt x="30312" y="98595"/>
                  <a:pt x="18197" y="92801"/>
                  <a:pt x="9609" y="81212"/>
                </a:cubicBezTo>
                <a:cubicBezTo>
                  <a:pt x="3203" y="72591"/>
                  <a:pt x="0" y="62440"/>
                  <a:pt x="0" y="50758"/>
                </a:cubicBezTo>
                <a:cubicBezTo>
                  <a:pt x="0" y="41348"/>
                  <a:pt x="2112" y="32703"/>
                  <a:pt x="6336" y="24823"/>
                </a:cubicBezTo>
                <a:cubicBezTo>
                  <a:pt x="10560" y="16943"/>
                  <a:pt x="16375" y="10836"/>
                  <a:pt x="23778" y="6502"/>
                </a:cubicBezTo>
                <a:cubicBezTo>
                  <a:pt x="31182" y="2167"/>
                  <a:pt x="39271" y="0"/>
                  <a:pt x="48044" y="0"/>
                </a:cubicBezTo>
                <a:cubicBezTo>
                  <a:pt x="54868" y="0"/>
                  <a:pt x="61599" y="1671"/>
                  <a:pt x="68237" y="5013"/>
                </a:cubicBezTo>
                <a:cubicBezTo>
                  <a:pt x="70187" y="6035"/>
                  <a:pt x="71579" y="6545"/>
                  <a:pt x="72415" y="6545"/>
                </a:cubicBezTo>
                <a:cubicBezTo>
                  <a:pt x="73668" y="6545"/>
                  <a:pt x="74759" y="6104"/>
                  <a:pt x="75687" y="5222"/>
                </a:cubicBezTo>
                <a:cubicBezTo>
                  <a:pt x="76894" y="3969"/>
                  <a:pt x="77753" y="2228"/>
                  <a:pt x="78264" y="0"/>
                </a:cubicBezTo>
                <a:lnTo>
                  <a:pt x="80701" y="0"/>
                </a:lnTo>
                <a:close/>
                <a:moveTo>
                  <a:pt x="148312" y="96507"/>
                </a:moveTo>
                <a:lnTo>
                  <a:pt x="111826" y="17059"/>
                </a:lnTo>
                <a:lnTo>
                  <a:pt x="111826" y="80144"/>
                </a:lnTo>
                <a:cubicBezTo>
                  <a:pt x="111826" y="85946"/>
                  <a:pt x="112452" y="89567"/>
                  <a:pt x="113706" y="91006"/>
                </a:cubicBezTo>
                <a:cubicBezTo>
                  <a:pt x="115423" y="92955"/>
                  <a:pt x="118139" y="93930"/>
                  <a:pt x="121852" y="93930"/>
                </a:cubicBezTo>
                <a:lnTo>
                  <a:pt x="125195" y="93930"/>
                </a:lnTo>
                <a:lnTo>
                  <a:pt x="125195" y="96507"/>
                </a:lnTo>
                <a:lnTo>
                  <a:pt x="92330" y="96507"/>
                </a:lnTo>
                <a:lnTo>
                  <a:pt x="92330" y="93930"/>
                </a:lnTo>
                <a:lnTo>
                  <a:pt x="95672" y="93930"/>
                </a:lnTo>
                <a:cubicBezTo>
                  <a:pt x="99664" y="93930"/>
                  <a:pt x="102495" y="92723"/>
                  <a:pt x="104167" y="90310"/>
                </a:cubicBezTo>
                <a:cubicBezTo>
                  <a:pt x="105188" y="88824"/>
                  <a:pt x="105698" y="85435"/>
                  <a:pt x="105698" y="80144"/>
                </a:cubicBezTo>
                <a:lnTo>
                  <a:pt x="105698" y="18452"/>
                </a:lnTo>
                <a:cubicBezTo>
                  <a:pt x="105698" y="14274"/>
                  <a:pt x="105234" y="11257"/>
                  <a:pt x="104306" y="9400"/>
                </a:cubicBezTo>
                <a:cubicBezTo>
                  <a:pt x="103656" y="8054"/>
                  <a:pt x="102461" y="6928"/>
                  <a:pt x="100720" y="6023"/>
                </a:cubicBezTo>
                <a:cubicBezTo>
                  <a:pt x="98979" y="5118"/>
                  <a:pt x="96182" y="4665"/>
                  <a:pt x="92330" y="4665"/>
                </a:cubicBezTo>
                <a:lnTo>
                  <a:pt x="92330" y="2089"/>
                </a:lnTo>
                <a:lnTo>
                  <a:pt x="119067" y="2089"/>
                </a:lnTo>
                <a:lnTo>
                  <a:pt x="153325" y="75966"/>
                </a:lnTo>
                <a:lnTo>
                  <a:pt x="187026" y="2089"/>
                </a:lnTo>
                <a:lnTo>
                  <a:pt x="213763" y="2089"/>
                </a:lnTo>
                <a:lnTo>
                  <a:pt x="213763" y="4665"/>
                </a:lnTo>
                <a:lnTo>
                  <a:pt x="210491" y="4665"/>
                </a:lnTo>
                <a:cubicBezTo>
                  <a:pt x="206452" y="4665"/>
                  <a:pt x="203598" y="5872"/>
                  <a:pt x="201926" y="8286"/>
                </a:cubicBezTo>
                <a:cubicBezTo>
                  <a:pt x="200905" y="9771"/>
                  <a:pt x="200395" y="13160"/>
                  <a:pt x="200395" y="18452"/>
                </a:cubicBezTo>
                <a:lnTo>
                  <a:pt x="200395" y="80144"/>
                </a:lnTo>
                <a:cubicBezTo>
                  <a:pt x="200395" y="85946"/>
                  <a:pt x="201044" y="89567"/>
                  <a:pt x="202344" y="91006"/>
                </a:cubicBezTo>
                <a:cubicBezTo>
                  <a:pt x="204062" y="92955"/>
                  <a:pt x="206777" y="93930"/>
                  <a:pt x="210491" y="93930"/>
                </a:cubicBezTo>
                <a:lnTo>
                  <a:pt x="213763" y="93930"/>
                </a:lnTo>
                <a:lnTo>
                  <a:pt x="213763" y="96507"/>
                </a:lnTo>
                <a:lnTo>
                  <a:pt x="173657" y="96507"/>
                </a:lnTo>
                <a:lnTo>
                  <a:pt x="173657" y="93930"/>
                </a:lnTo>
                <a:lnTo>
                  <a:pt x="176999" y="93930"/>
                </a:lnTo>
                <a:cubicBezTo>
                  <a:pt x="181038" y="93930"/>
                  <a:pt x="183869" y="92723"/>
                  <a:pt x="185494" y="90310"/>
                </a:cubicBezTo>
                <a:cubicBezTo>
                  <a:pt x="186515" y="88824"/>
                  <a:pt x="187026" y="85435"/>
                  <a:pt x="187026" y="80144"/>
                </a:cubicBezTo>
                <a:lnTo>
                  <a:pt x="187026" y="17059"/>
                </a:lnTo>
                <a:lnTo>
                  <a:pt x="150609" y="96507"/>
                </a:lnTo>
                <a:lnTo>
                  <a:pt x="148312" y="96507"/>
                </a:lnTo>
                <a:close/>
                <a:moveTo>
                  <a:pt x="245979" y="52222"/>
                </a:moveTo>
                <a:lnTo>
                  <a:pt x="245979" y="79772"/>
                </a:lnTo>
                <a:cubicBezTo>
                  <a:pt x="245979" y="85723"/>
                  <a:pt x="246629" y="89420"/>
                  <a:pt x="247929" y="90862"/>
                </a:cubicBezTo>
                <a:cubicBezTo>
                  <a:pt x="249693" y="92908"/>
                  <a:pt x="252362" y="93930"/>
                  <a:pt x="255936" y="93930"/>
                </a:cubicBezTo>
                <a:lnTo>
                  <a:pt x="259557" y="93930"/>
                </a:lnTo>
                <a:lnTo>
                  <a:pt x="259557" y="96507"/>
                </a:lnTo>
                <a:lnTo>
                  <a:pt x="219102" y="96507"/>
                </a:lnTo>
                <a:lnTo>
                  <a:pt x="219102" y="93930"/>
                </a:lnTo>
                <a:lnTo>
                  <a:pt x="222653" y="93930"/>
                </a:lnTo>
                <a:cubicBezTo>
                  <a:pt x="226645" y="93930"/>
                  <a:pt x="229500" y="92630"/>
                  <a:pt x="231218" y="90031"/>
                </a:cubicBezTo>
                <a:cubicBezTo>
                  <a:pt x="232146" y="88592"/>
                  <a:pt x="232610" y="85180"/>
                  <a:pt x="232610" y="79795"/>
                </a:cubicBezTo>
                <a:lnTo>
                  <a:pt x="232610" y="18800"/>
                </a:lnTo>
                <a:cubicBezTo>
                  <a:pt x="232610" y="12858"/>
                  <a:pt x="231984" y="9168"/>
                  <a:pt x="230730" y="7729"/>
                </a:cubicBezTo>
                <a:cubicBezTo>
                  <a:pt x="228920" y="5686"/>
                  <a:pt x="226228" y="4665"/>
                  <a:pt x="222653" y="4665"/>
                </a:cubicBezTo>
                <a:lnTo>
                  <a:pt x="219102" y="4665"/>
                </a:lnTo>
                <a:lnTo>
                  <a:pt x="219102" y="2089"/>
                </a:lnTo>
                <a:lnTo>
                  <a:pt x="253708" y="2089"/>
                </a:lnTo>
                <a:cubicBezTo>
                  <a:pt x="262157" y="2089"/>
                  <a:pt x="268818" y="2959"/>
                  <a:pt x="273692" y="4698"/>
                </a:cubicBezTo>
                <a:cubicBezTo>
                  <a:pt x="278566" y="6436"/>
                  <a:pt x="282674" y="9367"/>
                  <a:pt x="286016" y="13493"/>
                </a:cubicBezTo>
                <a:cubicBezTo>
                  <a:pt x="289358" y="17618"/>
                  <a:pt x="291030" y="22509"/>
                  <a:pt x="291030" y="28165"/>
                </a:cubicBezTo>
                <a:cubicBezTo>
                  <a:pt x="291030" y="35861"/>
                  <a:pt x="288488" y="42119"/>
                  <a:pt x="283405" y="46941"/>
                </a:cubicBezTo>
                <a:cubicBezTo>
                  <a:pt x="278322" y="51762"/>
                  <a:pt x="271139" y="54172"/>
                  <a:pt x="261855" y="54172"/>
                </a:cubicBezTo>
                <a:cubicBezTo>
                  <a:pt x="259580" y="54172"/>
                  <a:pt x="257120" y="54009"/>
                  <a:pt x="254474" y="53684"/>
                </a:cubicBezTo>
                <a:cubicBezTo>
                  <a:pt x="251828" y="53359"/>
                  <a:pt x="248997" y="52872"/>
                  <a:pt x="245979" y="52222"/>
                </a:cubicBezTo>
                <a:moveTo>
                  <a:pt x="245979" y="48184"/>
                </a:moveTo>
                <a:cubicBezTo>
                  <a:pt x="248440" y="48648"/>
                  <a:pt x="250621" y="48996"/>
                  <a:pt x="252524" y="49228"/>
                </a:cubicBezTo>
                <a:cubicBezTo>
                  <a:pt x="254428" y="49460"/>
                  <a:pt x="256052" y="49576"/>
                  <a:pt x="257399" y="49576"/>
                </a:cubicBezTo>
                <a:cubicBezTo>
                  <a:pt x="262226" y="49576"/>
                  <a:pt x="266392" y="47708"/>
                  <a:pt x="269897" y="43971"/>
                </a:cubicBezTo>
                <a:cubicBezTo>
                  <a:pt x="273402" y="40234"/>
                  <a:pt x="275154" y="35395"/>
                  <a:pt x="275154" y="29453"/>
                </a:cubicBezTo>
                <a:cubicBezTo>
                  <a:pt x="275154" y="25368"/>
                  <a:pt x="274318" y="21574"/>
                  <a:pt x="272647" y="18069"/>
                </a:cubicBezTo>
                <a:cubicBezTo>
                  <a:pt x="270976" y="14564"/>
                  <a:pt x="268609" y="11941"/>
                  <a:pt x="265545" y="10201"/>
                </a:cubicBezTo>
                <a:cubicBezTo>
                  <a:pt x="262481" y="8460"/>
                  <a:pt x="259000" y="7590"/>
                  <a:pt x="255101" y="7590"/>
                </a:cubicBezTo>
                <a:cubicBezTo>
                  <a:pt x="252733" y="7590"/>
                  <a:pt x="249693" y="8031"/>
                  <a:pt x="245979" y="8913"/>
                </a:cubicBezTo>
                <a:lnTo>
                  <a:pt x="245979" y="4818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Text R2,R3">
            <a:extLst xmlns:a="http://schemas.openxmlformats.org/drawingml/2006/main">
              <a:ext uri="{FF2B5EF4-FFF2-40B4-BE49-F238E27FC236}">
                <a16:creationId xmlns:a16="http://schemas.microsoft.com/office/drawing/2014/main" id="{CCA51FEA-24C5-48DC-A701-412E57EDA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0612" y="3642227"/>
            <a:ext cx="389858" cy="120181"/>
          </a:xfrm>
          <a:custGeom xmlns:a="http://schemas.openxmlformats.org/drawingml/2006/main">
            <a:pathLst>
              <a:path w="389858" h="120181">
                <a:moveTo>
                  <a:pt x="93930" y="96367"/>
                </a:moveTo>
                <a:lnTo>
                  <a:pt x="68724" y="96367"/>
                </a:lnTo>
                <a:lnTo>
                  <a:pt x="36764" y="52083"/>
                </a:lnTo>
                <a:cubicBezTo>
                  <a:pt x="34397" y="52176"/>
                  <a:pt x="32471" y="52222"/>
                  <a:pt x="30985" y="52222"/>
                </a:cubicBezTo>
                <a:cubicBezTo>
                  <a:pt x="30382" y="52222"/>
                  <a:pt x="29732" y="52211"/>
                  <a:pt x="29036" y="52187"/>
                </a:cubicBezTo>
                <a:cubicBezTo>
                  <a:pt x="28339" y="52164"/>
                  <a:pt x="27620" y="52129"/>
                  <a:pt x="26877" y="52083"/>
                </a:cubicBezTo>
                <a:lnTo>
                  <a:pt x="26877" y="79608"/>
                </a:lnTo>
                <a:cubicBezTo>
                  <a:pt x="26877" y="85570"/>
                  <a:pt x="27527" y="89273"/>
                  <a:pt x="28827" y="90716"/>
                </a:cubicBezTo>
                <a:cubicBezTo>
                  <a:pt x="30591" y="92766"/>
                  <a:pt x="33236" y="93791"/>
                  <a:pt x="36764" y="93791"/>
                </a:cubicBezTo>
                <a:lnTo>
                  <a:pt x="40455" y="93791"/>
                </a:lnTo>
                <a:lnTo>
                  <a:pt x="40455" y="96367"/>
                </a:lnTo>
                <a:lnTo>
                  <a:pt x="0" y="96367"/>
                </a:lnTo>
                <a:lnTo>
                  <a:pt x="0" y="93791"/>
                </a:lnTo>
                <a:lnTo>
                  <a:pt x="3551" y="93791"/>
                </a:lnTo>
                <a:cubicBezTo>
                  <a:pt x="7543" y="93791"/>
                  <a:pt x="10398" y="92491"/>
                  <a:pt x="12116" y="89892"/>
                </a:cubicBezTo>
                <a:cubicBezTo>
                  <a:pt x="13090" y="88453"/>
                  <a:pt x="13578" y="85041"/>
                  <a:pt x="13578" y="79656"/>
                </a:cubicBezTo>
                <a:lnTo>
                  <a:pt x="13578" y="18661"/>
                </a:lnTo>
                <a:cubicBezTo>
                  <a:pt x="13578" y="12719"/>
                  <a:pt x="12928" y="9029"/>
                  <a:pt x="11628" y="7590"/>
                </a:cubicBezTo>
                <a:cubicBezTo>
                  <a:pt x="9818" y="5547"/>
                  <a:pt x="7125" y="4526"/>
                  <a:pt x="3551" y="4526"/>
                </a:cubicBezTo>
                <a:lnTo>
                  <a:pt x="0" y="4526"/>
                </a:lnTo>
                <a:lnTo>
                  <a:pt x="0" y="1950"/>
                </a:lnTo>
                <a:lnTo>
                  <a:pt x="34397" y="1950"/>
                </a:lnTo>
                <a:cubicBezTo>
                  <a:pt x="44424" y="1950"/>
                  <a:pt x="51816" y="2679"/>
                  <a:pt x="56574" y="4136"/>
                </a:cubicBezTo>
                <a:cubicBezTo>
                  <a:pt x="61332" y="5594"/>
                  <a:pt x="65371" y="8279"/>
                  <a:pt x="68690" y="12192"/>
                </a:cubicBezTo>
                <a:cubicBezTo>
                  <a:pt x="72009" y="16103"/>
                  <a:pt x="73668" y="20766"/>
                  <a:pt x="73668" y="26181"/>
                </a:cubicBezTo>
                <a:cubicBezTo>
                  <a:pt x="73668" y="31966"/>
                  <a:pt x="71776" y="36988"/>
                  <a:pt x="67993" y="41247"/>
                </a:cubicBezTo>
                <a:cubicBezTo>
                  <a:pt x="64210" y="45504"/>
                  <a:pt x="58350" y="48513"/>
                  <a:pt x="50412" y="50273"/>
                </a:cubicBezTo>
                <a:lnTo>
                  <a:pt x="69908" y="77445"/>
                </a:lnTo>
                <a:cubicBezTo>
                  <a:pt x="74364" y="83686"/>
                  <a:pt x="78194" y="87831"/>
                  <a:pt x="81397" y="89881"/>
                </a:cubicBezTo>
                <a:cubicBezTo>
                  <a:pt x="84600" y="91929"/>
                  <a:pt x="88778" y="93232"/>
                  <a:pt x="93930" y="93791"/>
                </a:cubicBezTo>
                <a:lnTo>
                  <a:pt x="93930" y="96367"/>
                </a:lnTo>
                <a:moveTo>
                  <a:pt x="26877" y="47835"/>
                </a:moveTo>
                <a:cubicBezTo>
                  <a:pt x="27759" y="47835"/>
                  <a:pt x="28525" y="47847"/>
                  <a:pt x="29175" y="47870"/>
                </a:cubicBezTo>
                <a:cubicBezTo>
                  <a:pt x="29825" y="47894"/>
                  <a:pt x="30358" y="47905"/>
                  <a:pt x="30776" y="47905"/>
                </a:cubicBezTo>
                <a:cubicBezTo>
                  <a:pt x="39782" y="47905"/>
                  <a:pt x="46571" y="45955"/>
                  <a:pt x="51143" y="42056"/>
                </a:cubicBezTo>
                <a:cubicBezTo>
                  <a:pt x="55715" y="38157"/>
                  <a:pt x="58001" y="33190"/>
                  <a:pt x="58001" y="27156"/>
                </a:cubicBezTo>
                <a:cubicBezTo>
                  <a:pt x="58001" y="21260"/>
                  <a:pt x="56156" y="16467"/>
                  <a:pt x="52466" y="12777"/>
                </a:cubicBezTo>
                <a:cubicBezTo>
                  <a:pt x="48775" y="9087"/>
                  <a:pt x="43890" y="7241"/>
                  <a:pt x="37809" y="7241"/>
                </a:cubicBezTo>
                <a:cubicBezTo>
                  <a:pt x="35116" y="7241"/>
                  <a:pt x="31473" y="7682"/>
                  <a:pt x="26877" y="8564"/>
                </a:cubicBezTo>
                <a:lnTo>
                  <a:pt x="26877" y="47835"/>
                </a:lnTo>
                <a:close/>
                <a:moveTo>
                  <a:pt x="158060" y="78124"/>
                </a:moveTo>
                <a:lnTo>
                  <a:pt x="151446" y="96367"/>
                </a:lnTo>
                <a:lnTo>
                  <a:pt x="95742" y="96367"/>
                </a:lnTo>
                <a:lnTo>
                  <a:pt x="95742" y="93787"/>
                </a:lnTo>
                <a:cubicBezTo>
                  <a:pt x="112128" y="78815"/>
                  <a:pt x="123663" y="66587"/>
                  <a:pt x="130348" y="57103"/>
                </a:cubicBezTo>
                <a:cubicBezTo>
                  <a:pt x="137032" y="47617"/>
                  <a:pt x="140375" y="38945"/>
                  <a:pt x="140375" y="31087"/>
                </a:cubicBezTo>
                <a:cubicBezTo>
                  <a:pt x="140375" y="25091"/>
                  <a:pt x="138541" y="20163"/>
                  <a:pt x="134874" y="16304"/>
                </a:cubicBezTo>
                <a:cubicBezTo>
                  <a:pt x="131207" y="12444"/>
                  <a:pt x="126820" y="10514"/>
                  <a:pt x="121714" y="10514"/>
                </a:cubicBezTo>
                <a:cubicBezTo>
                  <a:pt x="117072" y="10514"/>
                  <a:pt x="112906" y="11878"/>
                  <a:pt x="109215" y="14605"/>
                </a:cubicBezTo>
                <a:cubicBezTo>
                  <a:pt x="105525" y="17332"/>
                  <a:pt x="102798" y="21330"/>
                  <a:pt x="101034" y="26598"/>
                </a:cubicBezTo>
                <a:lnTo>
                  <a:pt x="98458" y="26598"/>
                </a:lnTo>
                <a:cubicBezTo>
                  <a:pt x="99618" y="18033"/>
                  <a:pt x="102600" y="11458"/>
                  <a:pt x="107405" y="6876"/>
                </a:cubicBezTo>
                <a:cubicBezTo>
                  <a:pt x="112209" y="2292"/>
                  <a:pt x="118209" y="0"/>
                  <a:pt x="125404" y="0"/>
                </a:cubicBezTo>
                <a:cubicBezTo>
                  <a:pt x="133063" y="0"/>
                  <a:pt x="139458" y="2460"/>
                  <a:pt x="144587" y="7381"/>
                </a:cubicBezTo>
                <a:cubicBezTo>
                  <a:pt x="149716" y="12301"/>
                  <a:pt x="152281" y="18104"/>
                  <a:pt x="152281" y="24788"/>
                </a:cubicBezTo>
                <a:cubicBezTo>
                  <a:pt x="152281" y="29569"/>
                  <a:pt x="151167" y="34351"/>
                  <a:pt x="148939" y="39132"/>
                </a:cubicBezTo>
                <a:cubicBezTo>
                  <a:pt x="145504" y="46652"/>
                  <a:pt x="139934" y="54613"/>
                  <a:pt x="132228" y="63015"/>
                </a:cubicBezTo>
                <a:cubicBezTo>
                  <a:pt x="120669" y="75641"/>
                  <a:pt x="113451" y="83254"/>
                  <a:pt x="110573" y="85853"/>
                </a:cubicBezTo>
                <a:lnTo>
                  <a:pt x="135222" y="85853"/>
                </a:lnTo>
                <a:cubicBezTo>
                  <a:pt x="140235" y="85853"/>
                  <a:pt x="143752" y="85666"/>
                  <a:pt x="145771" y="85292"/>
                </a:cubicBezTo>
                <a:cubicBezTo>
                  <a:pt x="147790" y="84916"/>
                  <a:pt x="149612" y="84155"/>
                  <a:pt x="151237" y="83007"/>
                </a:cubicBezTo>
                <a:cubicBezTo>
                  <a:pt x="152861" y="81860"/>
                  <a:pt x="154277" y="80232"/>
                  <a:pt x="155484" y="78124"/>
                </a:cubicBezTo>
                <a:lnTo>
                  <a:pt x="158060" y="78124"/>
                </a:lnTo>
                <a:close/>
                <a:moveTo>
                  <a:pt x="171638" y="120181"/>
                </a:moveTo>
                <a:lnTo>
                  <a:pt x="171638" y="117117"/>
                </a:lnTo>
                <a:cubicBezTo>
                  <a:pt x="176419" y="115533"/>
                  <a:pt x="180121" y="113075"/>
                  <a:pt x="182744" y="109743"/>
                </a:cubicBezTo>
                <a:cubicBezTo>
                  <a:pt x="185366" y="106412"/>
                  <a:pt x="186678" y="102883"/>
                  <a:pt x="186678" y="99155"/>
                </a:cubicBezTo>
                <a:cubicBezTo>
                  <a:pt x="186678" y="98271"/>
                  <a:pt x="186469" y="97528"/>
                  <a:pt x="186051" y="96924"/>
                </a:cubicBezTo>
                <a:cubicBezTo>
                  <a:pt x="185726" y="96507"/>
                  <a:pt x="185401" y="96298"/>
                  <a:pt x="185076" y="96298"/>
                </a:cubicBezTo>
                <a:cubicBezTo>
                  <a:pt x="184566" y="96298"/>
                  <a:pt x="183452" y="96762"/>
                  <a:pt x="181734" y="97690"/>
                </a:cubicBezTo>
                <a:cubicBezTo>
                  <a:pt x="180899" y="98108"/>
                  <a:pt x="180017" y="98317"/>
                  <a:pt x="179088" y="98317"/>
                </a:cubicBezTo>
                <a:cubicBezTo>
                  <a:pt x="176814" y="98317"/>
                  <a:pt x="175003" y="97644"/>
                  <a:pt x="173657" y="96298"/>
                </a:cubicBezTo>
                <a:cubicBezTo>
                  <a:pt x="172311" y="94951"/>
                  <a:pt x="171638" y="93095"/>
                  <a:pt x="171638" y="90727"/>
                </a:cubicBezTo>
                <a:cubicBezTo>
                  <a:pt x="171638" y="88453"/>
                  <a:pt x="172508" y="86503"/>
                  <a:pt x="174249" y="84878"/>
                </a:cubicBezTo>
                <a:cubicBezTo>
                  <a:pt x="175990" y="83254"/>
                  <a:pt x="178113" y="82441"/>
                  <a:pt x="180620" y="82441"/>
                </a:cubicBezTo>
                <a:cubicBezTo>
                  <a:pt x="183684" y="82441"/>
                  <a:pt x="186411" y="83779"/>
                  <a:pt x="188802" y="86454"/>
                </a:cubicBezTo>
                <a:cubicBezTo>
                  <a:pt x="191192" y="89127"/>
                  <a:pt x="192387" y="92673"/>
                  <a:pt x="192387" y="97090"/>
                </a:cubicBezTo>
                <a:cubicBezTo>
                  <a:pt x="192387" y="101881"/>
                  <a:pt x="190728" y="106334"/>
                  <a:pt x="187409" y="110450"/>
                </a:cubicBezTo>
                <a:cubicBezTo>
                  <a:pt x="184090" y="114565"/>
                  <a:pt x="178833" y="117809"/>
                  <a:pt x="171638" y="120181"/>
                </a:cubicBezTo>
                <a:close/>
                <a:moveTo>
                  <a:pt x="331647" y="96367"/>
                </a:moveTo>
                <a:lnTo>
                  <a:pt x="306441" y="96367"/>
                </a:lnTo>
                <a:lnTo>
                  <a:pt x="274481" y="52083"/>
                </a:lnTo>
                <a:cubicBezTo>
                  <a:pt x="272113" y="52176"/>
                  <a:pt x="270187" y="52222"/>
                  <a:pt x="268701" y="52222"/>
                </a:cubicBezTo>
                <a:cubicBezTo>
                  <a:pt x="268098" y="52222"/>
                  <a:pt x="267448" y="52211"/>
                  <a:pt x="266752" y="52187"/>
                </a:cubicBezTo>
                <a:cubicBezTo>
                  <a:pt x="266056" y="52164"/>
                  <a:pt x="265336" y="52129"/>
                  <a:pt x="264593" y="52083"/>
                </a:cubicBezTo>
                <a:lnTo>
                  <a:pt x="264593" y="79608"/>
                </a:lnTo>
                <a:cubicBezTo>
                  <a:pt x="264593" y="85570"/>
                  <a:pt x="265243" y="89273"/>
                  <a:pt x="266543" y="90716"/>
                </a:cubicBezTo>
                <a:cubicBezTo>
                  <a:pt x="268307" y="92766"/>
                  <a:pt x="270953" y="93791"/>
                  <a:pt x="274481" y="93791"/>
                </a:cubicBezTo>
                <a:lnTo>
                  <a:pt x="278171" y="93791"/>
                </a:lnTo>
                <a:lnTo>
                  <a:pt x="278171" y="96367"/>
                </a:lnTo>
                <a:lnTo>
                  <a:pt x="237716" y="96367"/>
                </a:lnTo>
                <a:lnTo>
                  <a:pt x="237716" y="93791"/>
                </a:lnTo>
                <a:lnTo>
                  <a:pt x="241267" y="93791"/>
                </a:lnTo>
                <a:cubicBezTo>
                  <a:pt x="245259" y="93791"/>
                  <a:pt x="248114" y="92491"/>
                  <a:pt x="249832" y="89892"/>
                </a:cubicBezTo>
                <a:cubicBezTo>
                  <a:pt x="250807" y="88453"/>
                  <a:pt x="251294" y="85041"/>
                  <a:pt x="251294" y="79656"/>
                </a:cubicBezTo>
                <a:lnTo>
                  <a:pt x="251294" y="18661"/>
                </a:lnTo>
                <a:cubicBezTo>
                  <a:pt x="251294" y="12719"/>
                  <a:pt x="250644" y="9029"/>
                  <a:pt x="249344" y="7590"/>
                </a:cubicBezTo>
                <a:cubicBezTo>
                  <a:pt x="247534" y="5547"/>
                  <a:pt x="244842" y="4526"/>
                  <a:pt x="241267" y="4526"/>
                </a:cubicBezTo>
                <a:lnTo>
                  <a:pt x="237716" y="4526"/>
                </a:lnTo>
                <a:lnTo>
                  <a:pt x="237716" y="1950"/>
                </a:lnTo>
                <a:lnTo>
                  <a:pt x="272113" y="1950"/>
                </a:lnTo>
                <a:cubicBezTo>
                  <a:pt x="282140" y="1950"/>
                  <a:pt x="289532" y="2679"/>
                  <a:pt x="294290" y="4136"/>
                </a:cubicBezTo>
                <a:cubicBezTo>
                  <a:pt x="299048" y="5594"/>
                  <a:pt x="303087" y="8279"/>
                  <a:pt x="306406" y="12192"/>
                </a:cubicBezTo>
                <a:cubicBezTo>
                  <a:pt x="309725" y="16103"/>
                  <a:pt x="311384" y="20766"/>
                  <a:pt x="311384" y="26181"/>
                </a:cubicBezTo>
                <a:cubicBezTo>
                  <a:pt x="311384" y="31966"/>
                  <a:pt x="309493" y="36988"/>
                  <a:pt x="305710" y="41247"/>
                </a:cubicBezTo>
                <a:cubicBezTo>
                  <a:pt x="301926" y="45504"/>
                  <a:pt x="296066" y="48513"/>
                  <a:pt x="288128" y="50273"/>
                </a:cubicBezTo>
                <a:lnTo>
                  <a:pt x="307624" y="77445"/>
                </a:lnTo>
                <a:cubicBezTo>
                  <a:pt x="312081" y="83686"/>
                  <a:pt x="315910" y="87831"/>
                  <a:pt x="319113" y="89881"/>
                </a:cubicBezTo>
                <a:cubicBezTo>
                  <a:pt x="322316" y="91929"/>
                  <a:pt x="326494" y="93232"/>
                  <a:pt x="331647" y="93791"/>
                </a:cubicBezTo>
                <a:lnTo>
                  <a:pt x="331647" y="96367"/>
                </a:lnTo>
                <a:moveTo>
                  <a:pt x="264593" y="47835"/>
                </a:moveTo>
                <a:cubicBezTo>
                  <a:pt x="265475" y="47835"/>
                  <a:pt x="266241" y="47847"/>
                  <a:pt x="266891" y="47870"/>
                </a:cubicBezTo>
                <a:cubicBezTo>
                  <a:pt x="267541" y="47894"/>
                  <a:pt x="268075" y="47905"/>
                  <a:pt x="268493" y="47905"/>
                </a:cubicBezTo>
                <a:cubicBezTo>
                  <a:pt x="277498" y="47905"/>
                  <a:pt x="284287" y="45955"/>
                  <a:pt x="288859" y="42056"/>
                </a:cubicBezTo>
                <a:cubicBezTo>
                  <a:pt x="293432" y="38157"/>
                  <a:pt x="295718" y="33190"/>
                  <a:pt x="295718" y="27156"/>
                </a:cubicBezTo>
                <a:cubicBezTo>
                  <a:pt x="295718" y="21260"/>
                  <a:pt x="293873" y="16467"/>
                  <a:pt x="290182" y="12777"/>
                </a:cubicBezTo>
                <a:cubicBezTo>
                  <a:pt x="286492" y="9087"/>
                  <a:pt x="281606" y="7241"/>
                  <a:pt x="275525" y="7241"/>
                </a:cubicBezTo>
                <a:cubicBezTo>
                  <a:pt x="272833" y="7241"/>
                  <a:pt x="269189" y="7682"/>
                  <a:pt x="264593" y="8564"/>
                </a:cubicBezTo>
                <a:lnTo>
                  <a:pt x="264593" y="47835"/>
                </a:lnTo>
                <a:close/>
                <a:moveTo>
                  <a:pt x="337636" y="19844"/>
                </a:moveTo>
                <a:cubicBezTo>
                  <a:pt x="340328" y="13485"/>
                  <a:pt x="343729" y="8588"/>
                  <a:pt x="347837" y="5153"/>
                </a:cubicBezTo>
                <a:cubicBezTo>
                  <a:pt x="351945" y="1718"/>
                  <a:pt x="357063" y="0"/>
                  <a:pt x="363190" y="0"/>
                </a:cubicBezTo>
                <a:cubicBezTo>
                  <a:pt x="370756" y="0"/>
                  <a:pt x="376559" y="2457"/>
                  <a:pt x="380597" y="7370"/>
                </a:cubicBezTo>
                <a:cubicBezTo>
                  <a:pt x="383661" y="11033"/>
                  <a:pt x="385193" y="14950"/>
                  <a:pt x="385193" y="19122"/>
                </a:cubicBezTo>
                <a:cubicBezTo>
                  <a:pt x="385193" y="25982"/>
                  <a:pt x="380876" y="33074"/>
                  <a:pt x="372242" y="40398"/>
                </a:cubicBezTo>
                <a:cubicBezTo>
                  <a:pt x="378044" y="42676"/>
                  <a:pt x="382431" y="45929"/>
                  <a:pt x="385402" y="50157"/>
                </a:cubicBezTo>
                <a:cubicBezTo>
                  <a:pt x="388373" y="54384"/>
                  <a:pt x="389858" y="59356"/>
                  <a:pt x="389858" y="65071"/>
                </a:cubicBezTo>
                <a:cubicBezTo>
                  <a:pt x="389858" y="73250"/>
                  <a:pt x="387259" y="80336"/>
                  <a:pt x="382060" y="86330"/>
                </a:cubicBezTo>
                <a:cubicBezTo>
                  <a:pt x="375282" y="94136"/>
                  <a:pt x="365465" y="98038"/>
                  <a:pt x="352606" y="98038"/>
                </a:cubicBezTo>
                <a:cubicBezTo>
                  <a:pt x="346247" y="98038"/>
                  <a:pt x="341918" y="97249"/>
                  <a:pt x="339620" y="95671"/>
                </a:cubicBezTo>
                <a:cubicBezTo>
                  <a:pt x="337323" y="94093"/>
                  <a:pt x="336174" y="92398"/>
                  <a:pt x="336174" y="90588"/>
                </a:cubicBezTo>
                <a:cubicBezTo>
                  <a:pt x="336174" y="89242"/>
                  <a:pt x="336719" y="88058"/>
                  <a:pt x="337810" y="87037"/>
                </a:cubicBezTo>
                <a:cubicBezTo>
                  <a:pt x="338901" y="86016"/>
                  <a:pt x="340212" y="85505"/>
                  <a:pt x="341744" y="85505"/>
                </a:cubicBezTo>
                <a:cubicBezTo>
                  <a:pt x="342905" y="85505"/>
                  <a:pt x="344088" y="85691"/>
                  <a:pt x="345295" y="86062"/>
                </a:cubicBezTo>
                <a:cubicBezTo>
                  <a:pt x="346084" y="86294"/>
                  <a:pt x="347872" y="87141"/>
                  <a:pt x="350657" y="88604"/>
                </a:cubicBezTo>
                <a:cubicBezTo>
                  <a:pt x="353442" y="90066"/>
                  <a:pt x="355368" y="90936"/>
                  <a:pt x="356436" y="91215"/>
                </a:cubicBezTo>
                <a:cubicBezTo>
                  <a:pt x="358154" y="91725"/>
                  <a:pt x="359987" y="91981"/>
                  <a:pt x="361937" y="91981"/>
                </a:cubicBezTo>
                <a:cubicBezTo>
                  <a:pt x="366672" y="91981"/>
                  <a:pt x="370791" y="90144"/>
                  <a:pt x="374296" y="86471"/>
                </a:cubicBezTo>
                <a:cubicBezTo>
                  <a:pt x="377801" y="82798"/>
                  <a:pt x="379553" y="78451"/>
                  <a:pt x="379553" y="73429"/>
                </a:cubicBezTo>
                <a:cubicBezTo>
                  <a:pt x="379553" y="69756"/>
                  <a:pt x="378741" y="66176"/>
                  <a:pt x="377116" y="62688"/>
                </a:cubicBezTo>
                <a:cubicBezTo>
                  <a:pt x="375909" y="60084"/>
                  <a:pt x="374586" y="58109"/>
                  <a:pt x="373147" y="56761"/>
                </a:cubicBezTo>
                <a:cubicBezTo>
                  <a:pt x="371151" y="54900"/>
                  <a:pt x="368412" y="53214"/>
                  <a:pt x="364931" y="51704"/>
                </a:cubicBezTo>
                <a:cubicBezTo>
                  <a:pt x="361449" y="50193"/>
                  <a:pt x="357898" y="49437"/>
                  <a:pt x="354277" y="49437"/>
                </a:cubicBezTo>
                <a:lnTo>
                  <a:pt x="352049" y="49437"/>
                </a:lnTo>
                <a:lnTo>
                  <a:pt x="352049" y="47348"/>
                </a:lnTo>
                <a:cubicBezTo>
                  <a:pt x="355717" y="46884"/>
                  <a:pt x="359395" y="45561"/>
                  <a:pt x="363086" y="43379"/>
                </a:cubicBezTo>
                <a:cubicBezTo>
                  <a:pt x="366776" y="41197"/>
                  <a:pt x="369457" y="38575"/>
                  <a:pt x="371128" y="35511"/>
                </a:cubicBezTo>
                <a:cubicBezTo>
                  <a:pt x="372799" y="32447"/>
                  <a:pt x="373635" y="29082"/>
                  <a:pt x="373635" y="25415"/>
                </a:cubicBezTo>
                <a:cubicBezTo>
                  <a:pt x="373635" y="20634"/>
                  <a:pt x="372137" y="16769"/>
                  <a:pt x="369143" y="13821"/>
                </a:cubicBezTo>
                <a:cubicBezTo>
                  <a:pt x="366149" y="10874"/>
                  <a:pt x="362424" y="9400"/>
                  <a:pt x="357968" y="9400"/>
                </a:cubicBezTo>
                <a:cubicBezTo>
                  <a:pt x="350773" y="9400"/>
                  <a:pt x="344761" y="13253"/>
                  <a:pt x="339934" y="20958"/>
                </a:cubicBezTo>
                <a:lnTo>
                  <a:pt x="337636" y="1984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8A0A82-C86E-49B5-87F4-82EB83BB3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7047" y="3783157"/>
            <a:ext cx="1319062" cy="151514"/>
          </a:xfrm>
          <a:custGeom xmlns:a="http://schemas.openxmlformats.org/drawingml/2006/main">
            <a:pathLst>
              <a:path w="1319062" h="151514">
                <a:moveTo>
                  <a:pt x="0" y="0"/>
                </a:moveTo>
                <a:lnTo>
                  <a:pt x="1319062" y="0"/>
                </a:lnTo>
                <a:lnTo>
                  <a:pt x="1319062" y="151514"/>
                </a:lnTo>
                <a:lnTo>
                  <a:pt x="0" y="15151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7D07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Text +BNE">
            <a:extLst xmlns:a="http://schemas.openxmlformats.org/drawingml/2006/main">
              <a:ext uri="{FF2B5EF4-FFF2-40B4-BE49-F238E27FC236}">
                <a16:creationId xmlns:a16="http://schemas.microsoft.com/office/drawing/2014/main" id="{820A9959-B75F-4FCC-AACF-F163F1A37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9624" y="3813516"/>
            <a:ext cx="395408" cy="95949"/>
          </a:xfrm>
          <a:custGeom xmlns:a="http://schemas.openxmlformats.org/drawingml/2006/main">
            <a:pathLst>
              <a:path w="395408" h="95949">
                <a:moveTo>
                  <a:pt x="34676" y="84670"/>
                </a:moveTo>
                <a:lnTo>
                  <a:pt x="34676" y="49924"/>
                </a:lnTo>
                <a:lnTo>
                  <a:pt x="0" y="49924"/>
                </a:lnTo>
                <a:lnTo>
                  <a:pt x="0" y="44145"/>
                </a:lnTo>
                <a:lnTo>
                  <a:pt x="34676" y="44145"/>
                </a:lnTo>
                <a:lnTo>
                  <a:pt x="34676" y="9539"/>
                </a:lnTo>
                <a:lnTo>
                  <a:pt x="40246" y="9539"/>
                </a:lnTo>
                <a:lnTo>
                  <a:pt x="40246" y="44145"/>
                </a:lnTo>
                <a:lnTo>
                  <a:pt x="75061" y="44145"/>
                </a:lnTo>
                <a:lnTo>
                  <a:pt x="75061" y="49924"/>
                </a:lnTo>
                <a:lnTo>
                  <a:pt x="40246" y="49924"/>
                </a:lnTo>
                <a:lnTo>
                  <a:pt x="40246" y="84670"/>
                </a:lnTo>
                <a:lnTo>
                  <a:pt x="34676" y="84670"/>
                </a:lnTo>
                <a:close/>
                <a:moveTo>
                  <a:pt x="179371" y="46275"/>
                </a:moveTo>
                <a:cubicBezTo>
                  <a:pt x="185916" y="47666"/>
                  <a:pt x="190813" y="49892"/>
                  <a:pt x="194062" y="52953"/>
                </a:cubicBezTo>
                <a:cubicBezTo>
                  <a:pt x="198565" y="57221"/>
                  <a:pt x="200816" y="62439"/>
                  <a:pt x="200816" y="68607"/>
                </a:cubicBezTo>
                <a:cubicBezTo>
                  <a:pt x="200816" y="73291"/>
                  <a:pt x="199331" y="77778"/>
                  <a:pt x="196360" y="82069"/>
                </a:cubicBezTo>
                <a:cubicBezTo>
                  <a:pt x="193389" y="86359"/>
                  <a:pt x="189316" y="89489"/>
                  <a:pt x="184140" y="91461"/>
                </a:cubicBezTo>
                <a:cubicBezTo>
                  <a:pt x="178964" y="93432"/>
                  <a:pt x="171061" y="94418"/>
                  <a:pt x="160431" y="94418"/>
                </a:cubicBezTo>
                <a:lnTo>
                  <a:pt x="115868" y="94418"/>
                </a:lnTo>
                <a:lnTo>
                  <a:pt x="115868" y="91841"/>
                </a:lnTo>
                <a:lnTo>
                  <a:pt x="119420" y="91841"/>
                </a:lnTo>
                <a:cubicBezTo>
                  <a:pt x="123365" y="91841"/>
                  <a:pt x="126197" y="90588"/>
                  <a:pt x="127914" y="88081"/>
                </a:cubicBezTo>
                <a:cubicBezTo>
                  <a:pt x="128982" y="86457"/>
                  <a:pt x="129516" y="82998"/>
                  <a:pt x="129516" y="77707"/>
                </a:cubicBezTo>
                <a:lnTo>
                  <a:pt x="129516" y="16711"/>
                </a:lnTo>
                <a:cubicBezTo>
                  <a:pt x="129516" y="10862"/>
                  <a:pt x="128843" y="7172"/>
                  <a:pt x="127497" y="5640"/>
                </a:cubicBezTo>
                <a:cubicBezTo>
                  <a:pt x="125686" y="3598"/>
                  <a:pt x="122994" y="2576"/>
                  <a:pt x="119420" y="2576"/>
                </a:cubicBezTo>
                <a:lnTo>
                  <a:pt x="115868" y="2576"/>
                </a:lnTo>
                <a:lnTo>
                  <a:pt x="115868" y="0"/>
                </a:lnTo>
                <a:lnTo>
                  <a:pt x="156671" y="0"/>
                </a:lnTo>
                <a:cubicBezTo>
                  <a:pt x="164284" y="0"/>
                  <a:pt x="170388" y="558"/>
                  <a:pt x="174984" y="1673"/>
                </a:cubicBezTo>
                <a:cubicBezTo>
                  <a:pt x="181947" y="3346"/>
                  <a:pt x="187262" y="6308"/>
                  <a:pt x="190929" y="10560"/>
                </a:cubicBezTo>
                <a:cubicBezTo>
                  <a:pt x="194596" y="14810"/>
                  <a:pt x="196430" y="19699"/>
                  <a:pt x="196430" y="25228"/>
                </a:cubicBezTo>
                <a:cubicBezTo>
                  <a:pt x="196430" y="29967"/>
                  <a:pt x="194991" y="34207"/>
                  <a:pt x="192113" y="37948"/>
                </a:cubicBezTo>
                <a:cubicBezTo>
                  <a:pt x="189235" y="41688"/>
                  <a:pt x="184987" y="44464"/>
                  <a:pt x="179371" y="46275"/>
                </a:cubicBezTo>
                <a:moveTo>
                  <a:pt x="142885" y="42474"/>
                </a:moveTo>
                <a:cubicBezTo>
                  <a:pt x="144602" y="42799"/>
                  <a:pt x="146563" y="43043"/>
                  <a:pt x="148768" y="43205"/>
                </a:cubicBezTo>
                <a:cubicBezTo>
                  <a:pt x="150973" y="43368"/>
                  <a:pt x="153399" y="43449"/>
                  <a:pt x="156045" y="43449"/>
                </a:cubicBezTo>
                <a:cubicBezTo>
                  <a:pt x="162822" y="43449"/>
                  <a:pt x="167917" y="42716"/>
                  <a:pt x="171328" y="41251"/>
                </a:cubicBezTo>
                <a:cubicBezTo>
                  <a:pt x="174740" y="39786"/>
                  <a:pt x="177351" y="37543"/>
                  <a:pt x="179162" y="34521"/>
                </a:cubicBezTo>
                <a:cubicBezTo>
                  <a:pt x="180972" y="31498"/>
                  <a:pt x="181877" y="28196"/>
                  <a:pt x="181877" y="24614"/>
                </a:cubicBezTo>
                <a:cubicBezTo>
                  <a:pt x="181877" y="19081"/>
                  <a:pt x="179626" y="14362"/>
                  <a:pt x="175123" y="10455"/>
                </a:cubicBezTo>
                <a:cubicBezTo>
                  <a:pt x="170620" y="6549"/>
                  <a:pt x="164052" y="4596"/>
                  <a:pt x="155418" y="4596"/>
                </a:cubicBezTo>
                <a:cubicBezTo>
                  <a:pt x="150776" y="4596"/>
                  <a:pt x="146598" y="5129"/>
                  <a:pt x="142885" y="6197"/>
                </a:cubicBezTo>
                <a:lnTo>
                  <a:pt x="142885" y="42474"/>
                </a:lnTo>
                <a:moveTo>
                  <a:pt x="142885" y="87664"/>
                </a:moveTo>
                <a:cubicBezTo>
                  <a:pt x="148269" y="88917"/>
                  <a:pt x="153584" y="89544"/>
                  <a:pt x="158830" y="89544"/>
                </a:cubicBezTo>
                <a:cubicBezTo>
                  <a:pt x="167232" y="89544"/>
                  <a:pt x="173638" y="87652"/>
                  <a:pt x="178048" y="83869"/>
                </a:cubicBezTo>
                <a:cubicBezTo>
                  <a:pt x="182457" y="80086"/>
                  <a:pt x="184662" y="75409"/>
                  <a:pt x="184662" y="69838"/>
                </a:cubicBezTo>
                <a:cubicBezTo>
                  <a:pt x="184662" y="66171"/>
                  <a:pt x="183664" y="62643"/>
                  <a:pt x="181668" y="59255"/>
                </a:cubicBezTo>
                <a:cubicBezTo>
                  <a:pt x="179672" y="55866"/>
                  <a:pt x="176423" y="53197"/>
                  <a:pt x="171920" y="51247"/>
                </a:cubicBezTo>
                <a:cubicBezTo>
                  <a:pt x="167418" y="49298"/>
                  <a:pt x="161847" y="48323"/>
                  <a:pt x="155209" y="48323"/>
                </a:cubicBezTo>
                <a:cubicBezTo>
                  <a:pt x="152331" y="48323"/>
                  <a:pt x="149871" y="48369"/>
                  <a:pt x="147828" y="48462"/>
                </a:cubicBezTo>
                <a:cubicBezTo>
                  <a:pt x="145786" y="48555"/>
                  <a:pt x="144138" y="48717"/>
                  <a:pt x="142885" y="48950"/>
                </a:cubicBezTo>
                <a:lnTo>
                  <a:pt x="142885" y="87664"/>
                </a:lnTo>
                <a:close/>
                <a:moveTo>
                  <a:pt x="206736" y="0"/>
                </a:moveTo>
                <a:lnTo>
                  <a:pt x="232360" y="0"/>
                </a:lnTo>
                <a:lnTo>
                  <a:pt x="290083" y="70813"/>
                </a:lnTo>
                <a:lnTo>
                  <a:pt x="290083" y="16363"/>
                </a:lnTo>
                <a:cubicBezTo>
                  <a:pt x="290083" y="10560"/>
                  <a:pt x="289433" y="6940"/>
                  <a:pt x="288133" y="5501"/>
                </a:cubicBezTo>
                <a:cubicBezTo>
                  <a:pt x="286416" y="3551"/>
                  <a:pt x="283700" y="2576"/>
                  <a:pt x="279986" y="2576"/>
                </a:cubicBezTo>
                <a:lnTo>
                  <a:pt x="276714" y="2576"/>
                </a:lnTo>
                <a:lnTo>
                  <a:pt x="276714" y="0"/>
                </a:lnTo>
                <a:lnTo>
                  <a:pt x="309579" y="0"/>
                </a:lnTo>
                <a:lnTo>
                  <a:pt x="309579" y="2576"/>
                </a:lnTo>
                <a:lnTo>
                  <a:pt x="306237" y="2576"/>
                </a:lnTo>
                <a:cubicBezTo>
                  <a:pt x="302245" y="2576"/>
                  <a:pt x="299413" y="3783"/>
                  <a:pt x="297742" y="6197"/>
                </a:cubicBezTo>
                <a:cubicBezTo>
                  <a:pt x="296721" y="7682"/>
                  <a:pt x="296210" y="11071"/>
                  <a:pt x="296210" y="16363"/>
                </a:cubicBezTo>
                <a:lnTo>
                  <a:pt x="296210" y="95949"/>
                </a:lnTo>
                <a:lnTo>
                  <a:pt x="293703" y="95949"/>
                </a:lnTo>
                <a:lnTo>
                  <a:pt x="231455" y="19914"/>
                </a:lnTo>
                <a:lnTo>
                  <a:pt x="231455" y="78055"/>
                </a:lnTo>
                <a:cubicBezTo>
                  <a:pt x="231455" y="83857"/>
                  <a:pt x="232081" y="87478"/>
                  <a:pt x="233335" y="88917"/>
                </a:cubicBezTo>
                <a:cubicBezTo>
                  <a:pt x="235099" y="90867"/>
                  <a:pt x="237814" y="91841"/>
                  <a:pt x="241481" y="91841"/>
                </a:cubicBezTo>
                <a:lnTo>
                  <a:pt x="244823" y="91841"/>
                </a:lnTo>
                <a:lnTo>
                  <a:pt x="244823" y="94418"/>
                </a:lnTo>
                <a:lnTo>
                  <a:pt x="211958" y="94418"/>
                </a:lnTo>
                <a:lnTo>
                  <a:pt x="211958" y="91841"/>
                </a:lnTo>
                <a:lnTo>
                  <a:pt x="215231" y="91841"/>
                </a:lnTo>
                <a:cubicBezTo>
                  <a:pt x="219269" y="91841"/>
                  <a:pt x="222124" y="90634"/>
                  <a:pt x="223795" y="88221"/>
                </a:cubicBezTo>
                <a:cubicBezTo>
                  <a:pt x="224817" y="86735"/>
                  <a:pt x="225327" y="83347"/>
                  <a:pt x="225327" y="78055"/>
                </a:cubicBezTo>
                <a:lnTo>
                  <a:pt x="225327" y="12394"/>
                </a:lnTo>
                <a:cubicBezTo>
                  <a:pt x="222588" y="9191"/>
                  <a:pt x="220511" y="7079"/>
                  <a:pt x="219095" y="6058"/>
                </a:cubicBezTo>
                <a:cubicBezTo>
                  <a:pt x="217680" y="5037"/>
                  <a:pt x="215602" y="4085"/>
                  <a:pt x="212864" y="3203"/>
                </a:cubicBezTo>
                <a:cubicBezTo>
                  <a:pt x="211517" y="2785"/>
                  <a:pt x="209475" y="2576"/>
                  <a:pt x="206736" y="2576"/>
                </a:cubicBezTo>
                <a:lnTo>
                  <a:pt x="206736" y="0"/>
                </a:lnTo>
                <a:close/>
                <a:moveTo>
                  <a:pt x="341375" y="5153"/>
                </a:moveTo>
                <a:lnTo>
                  <a:pt x="341375" y="42474"/>
                </a:lnTo>
                <a:lnTo>
                  <a:pt x="362125" y="42474"/>
                </a:lnTo>
                <a:cubicBezTo>
                  <a:pt x="367510" y="42474"/>
                  <a:pt x="371107" y="41657"/>
                  <a:pt x="372917" y="40024"/>
                </a:cubicBezTo>
                <a:cubicBezTo>
                  <a:pt x="375331" y="37878"/>
                  <a:pt x="376677" y="34100"/>
                  <a:pt x="376956" y="28687"/>
                </a:cubicBezTo>
                <a:lnTo>
                  <a:pt x="379532" y="28687"/>
                </a:lnTo>
                <a:lnTo>
                  <a:pt x="379532" y="61553"/>
                </a:lnTo>
                <a:lnTo>
                  <a:pt x="376956" y="61553"/>
                </a:lnTo>
                <a:cubicBezTo>
                  <a:pt x="376306" y="57002"/>
                  <a:pt x="375656" y="54083"/>
                  <a:pt x="375006" y="52797"/>
                </a:cubicBezTo>
                <a:cubicBezTo>
                  <a:pt x="374171" y="51188"/>
                  <a:pt x="372801" y="49924"/>
                  <a:pt x="370898" y="49006"/>
                </a:cubicBezTo>
                <a:cubicBezTo>
                  <a:pt x="368995" y="48086"/>
                  <a:pt x="366071" y="47627"/>
                  <a:pt x="362125" y="47627"/>
                </a:cubicBezTo>
                <a:lnTo>
                  <a:pt x="341375" y="47627"/>
                </a:lnTo>
                <a:lnTo>
                  <a:pt x="341375" y="78699"/>
                </a:lnTo>
                <a:cubicBezTo>
                  <a:pt x="341375" y="82869"/>
                  <a:pt x="341561" y="85406"/>
                  <a:pt x="341932" y="86310"/>
                </a:cubicBezTo>
                <a:cubicBezTo>
                  <a:pt x="342304" y="87214"/>
                  <a:pt x="342954" y="87933"/>
                  <a:pt x="343882" y="88466"/>
                </a:cubicBezTo>
                <a:cubicBezTo>
                  <a:pt x="344810" y="88999"/>
                  <a:pt x="346574" y="89265"/>
                  <a:pt x="349174" y="89265"/>
                </a:cubicBezTo>
                <a:lnTo>
                  <a:pt x="365189" y="89265"/>
                </a:lnTo>
                <a:cubicBezTo>
                  <a:pt x="370527" y="89265"/>
                  <a:pt x="374403" y="88894"/>
                  <a:pt x="376817" y="88151"/>
                </a:cubicBezTo>
                <a:cubicBezTo>
                  <a:pt x="379231" y="87408"/>
                  <a:pt x="381552" y="85946"/>
                  <a:pt x="383780" y="83764"/>
                </a:cubicBezTo>
                <a:cubicBezTo>
                  <a:pt x="386658" y="80886"/>
                  <a:pt x="389605" y="76546"/>
                  <a:pt x="392623" y="70744"/>
                </a:cubicBezTo>
                <a:lnTo>
                  <a:pt x="395408" y="70744"/>
                </a:lnTo>
                <a:lnTo>
                  <a:pt x="387261" y="94418"/>
                </a:lnTo>
                <a:lnTo>
                  <a:pt x="314498" y="94418"/>
                </a:lnTo>
                <a:lnTo>
                  <a:pt x="314498" y="91841"/>
                </a:lnTo>
                <a:lnTo>
                  <a:pt x="317840" y="91841"/>
                </a:lnTo>
                <a:cubicBezTo>
                  <a:pt x="320069" y="91841"/>
                  <a:pt x="322181" y="91308"/>
                  <a:pt x="324177" y="90240"/>
                </a:cubicBezTo>
                <a:cubicBezTo>
                  <a:pt x="325662" y="89497"/>
                  <a:pt x="326672" y="88383"/>
                  <a:pt x="327206" y="86898"/>
                </a:cubicBezTo>
                <a:cubicBezTo>
                  <a:pt x="327739" y="85412"/>
                  <a:pt x="328006" y="82372"/>
                  <a:pt x="328006" y="77776"/>
                </a:cubicBezTo>
                <a:lnTo>
                  <a:pt x="328006" y="16433"/>
                </a:lnTo>
                <a:cubicBezTo>
                  <a:pt x="328006" y="10444"/>
                  <a:pt x="327403" y="6754"/>
                  <a:pt x="326196" y="5361"/>
                </a:cubicBezTo>
                <a:cubicBezTo>
                  <a:pt x="324525" y="3505"/>
                  <a:pt x="321740" y="2576"/>
                  <a:pt x="317840" y="2576"/>
                </a:cubicBezTo>
                <a:lnTo>
                  <a:pt x="314498" y="2576"/>
                </a:lnTo>
                <a:lnTo>
                  <a:pt x="314498" y="0"/>
                </a:lnTo>
                <a:lnTo>
                  <a:pt x="387261" y="0"/>
                </a:lnTo>
                <a:lnTo>
                  <a:pt x="388306" y="20610"/>
                </a:lnTo>
                <a:lnTo>
                  <a:pt x="385590" y="20610"/>
                </a:lnTo>
                <a:cubicBezTo>
                  <a:pt x="384615" y="15665"/>
                  <a:pt x="383536" y="12269"/>
                  <a:pt x="382352" y="10420"/>
                </a:cubicBezTo>
                <a:cubicBezTo>
                  <a:pt x="381169" y="8572"/>
                  <a:pt x="379416" y="7163"/>
                  <a:pt x="377095" y="6193"/>
                </a:cubicBezTo>
                <a:cubicBezTo>
                  <a:pt x="375238" y="5499"/>
                  <a:pt x="371966" y="5153"/>
                  <a:pt x="367277" y="5153"/>
                </a:cubicBezTo>
                <a:lnTo>
                  <a:pt x="341375" y="515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Text loc_A17A2">
            <a:extLst xmlns:a="http://schemas.openxmlformats.org/drawingml/2006/main">
              <a:ext uri="{FF2B5EF4-FFF2-40B4-BE49-F238E27FC236}">
                <a16:creationId xmlns:a16="http://schemas.microsoft.com/office/drawing/2014/main" id="{47B475E5-A057-4A51-86AA-D0B18BD7A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6476" y="3808920"/>
            <a:ext cx="655212" cy="129789"/>
          </a:xfrm>
          <a:custGeom xmlns:a="http://schemas.openxmlformats.org/drawingml/2006/main">
            <a:pathLst>
              <a:path w="655212" h="129789">
                <a:moveTo>
                  <a:pt x="22142" y="0"/>
                </a:moveTo>
                <a:lnTo>
                  <a:pt x="22142" y="84539"/>
                </a:lnTo>
                <a:cubicBezTo>
                  <a:pt x="22142" y="88528"/>
                  <a:pt x="22432" y="91173"/>
                  <a:pt x="23013" y="92472"/>
                </a:cubicBezTo>
                <a:cubicBezTo>
                  <a:pt x="23593" y="93771"/>
                  <a:pt x="24486" y="94756"/>
                  <a:pt x="25693" y="95429"/>
                </a:cubicBezTo>
                <a:cubicBezTo>
                  <a:pt x="26900" y="96101"/>
                  <a:pt x="29152" y="96437"/>
                  <a:pt x="32447" y="96437"/>
                </a:cubicBezTo>
                <a:lnTo>
                  <a:pt x="32447" y="99013"/>
                </a:lnTo>
                <a:lnTo>
                  <a:pt x="1184" y="99013"/>
                </a:lnTo>
                <a:lnTo>
                  <a:pt x="1184" y="96437"/>
                </a:lnTo>
                <a:cubicBezTo>
                  <a:pt x="4108" y="96437"/>
                  <a:pt x="6104" y="96136"/>
                  <a:pt x="7172" y="95534"/>
                </a:cubicBezTo>
                <a:cubicBezTo>
                  <a:pt x="8239" y="94930"/>
                  <a:pt x="9075" y="93933"/>
                  <a:pt x="9679" y="92542"/>
                </a:cubicBezTo>
                <a:cubicBezTo>
                  <a:pt x="10282" y="91149"/>
                  <a:pt x="10584" y="88482"/>
                  <a:pt x="10584" y="84539"/>
                </a:cubicBezTo>
                <a:lnTo>
                  <a:pt x="10584" y="26649"/>
                </a:lnTo>
                <a:cubicBezTo>
                  <a:pt x="10584" y="19459"/>
                  <a:pt x="10421" y="15041"/>
                  <a:pt x="10096" y="13395"/>
                </a:cubicBezTo>
                <a:cubicBezTo>
                  <a:pt x="9771" y="11747"/>
                  <a:pt x="9249" y="10622"/>
                  <a:pt x="8530" y="10020"/>
                </a:cubicBezTo>
                <a:cubicBezTo>
                  <a:pt x="7810" y="9417"/>
                  <a:pt x="6893" y="9115"/>
                  <a:pt x="5779" y="9115"/>
                </a:cubicBezTo>
                <a:cubicBezTo>
                  <a:pt x="4572" y="9115"/>
                  <a:pt x="3040" y="9486"/>
                  <a:pt x="1184" y="10229"/>
                </a:cubicBezTo>
                <a:lnTo>
                  <a:pt x="0" y="7792"/>
                </a:lnTo>
                <a:lnTo>
                  <a:pt x="19009" y="0"/>
                </a:lnTo>
                <a:lnTo>
                  <a:pt x="22142" y="0"/>
                </a:lnTo>
                <a:close/>
                <a:moveTo>
                  <a:pt x="71046" y="33422"/>
                </a:moveTo>
                <a:cubicBezTo>
                  <a:pt x="80701" y="33422"/>
                  <a:pt x="88453" y="37086"/>
                  <a:pt x="94302" y="44413"/>
                </a:cubicBezTo>
                <a:cubicBezTo>
                  <a:pt x="99269" y="50672"/>
                  <a:pt x="101752" y="57860"/>
                  <a:pt x="101752" y="65976"/>
                </a:cubicBezTo>
                <a:cubicBezTo>
                  <a:pt x="101752" y="71680"/>
                  <a:pt x="100383" y="77453"/>
                  <a:pt x="97644" y="83297"/>
                </a:cubicBezTo>
                <a:cubicBezTo>
                  <a:pt x="94906" y="89138"/>
                  <a:pt x="91134" y="93543"/>
                  <a:pt x="86330" y="96511"/>
                </a:cubicBezTo>
                <a:cubicBezTo>
                  <a:pt x="81525" y="99479"/>
                  <a:pt x="76175" y="100963"/>
                  <a:pt x="70280" y="100963"/>
                </a:cubicBezTo>
                <a:cubicBezTo>
                  <a:pt x="60671" y="100963"/>
                  <a:pt x="53035" y="97137"/>
                  <a:pt x="47372" y="89485"/>
                </a:cubicBezTo>
                <a:cubicBezTo>
                  <a:pt x="42591" y="83040"/>
                  <a:pt x="40200" y="75806"/>
                  <a:pt x="40200" y="67784"/>
                </a:cubicBezTo>
                <a:cubicBezTo>
                  <a:pt x="40200" y="61941"/>
                  <a:pt x="41651" y="56133"/>
                  <a:pt x="44552" y="50360"/>
                </a:cubicBezTo>
                <a:cubicBezTo>
                  <a:pt x="47453" y="44586"/>
                  <a:pt x="51271" y="40320"/>
                  <a:pt x="56006" y="37561"/>
                </a:cubicBezTo>
                <a:cubicBezTo>
                  <a:pt x="60741" y="34802"/>
                  <a:pt x="65754" y="33422"/>
                  <a:pt x="71046" y="33422"/>
                </a:cubicBezTo>
                <a:moveTo>
                  <a:pt x="68887" y="38018"/>
                </a:moveTo>
                <a:cubicBezTo>
                  <a:pt x="66427" y="38018"/>
                  <a:pt x="63955" y="38748"/>
                  <a:pt x="61472" y="40209"/>
                </a:cubicBezTo>
                <a:cubicBezTo>
                  <a:pt x="58988" y="41670"/>
                  <a:pt x="56981" y="44231"/>
                  <a:pt x="55449" y="47894"/>
                </a:cubicBezTo>
                <a:cubicBezTo>
                  <a:pt x="53917" y="51557"/>
                  <a:pt x="53151" y="56263"/>
                  <a:pt x="53151" y="62012"/>
                </a:cubicBezTo>
                <a:cubicBezTo>
                  <a:pt x="53151" y="71284"/>
                  <a:pt x="54996" y="79282"/>
                  <a:pt x="58687" y="86006"/>
                </a:cubicBezTo>
                <a:cubicBezTo>
                  <a:pt x="62377" y="92728"/>
                  <a:pt x="67239" y="96089"/>
                  <a:pt x="73274" y="96089"/>
                </a:cubicBezTo>
                <a:cubicBezTo>
                  <a:pt x="77777" y="96089"/>
                  <a:pt x="81490" y="94234"/>
                  <a:pt x="84415" y="90525"/>
                </a:cubicBezTo>
                <a:cubicBezTo>
                  <a:pt x="87339" y="86816"/>
                  <a:pt x="88801" y="80441"/>
                  <a:pt x="88801" y="71401"/>
                </a:cubicBezTo>
                <a:cubicBezTo>
                  <a:pt x="88801" y="60087"/>
                  <a:pt x="86364" y="51185"/>
                  <a:pt x="81490" y="44693"/>
                </a:cubicBezTo>
                <a:cubicBezTo>
                  <a:pt x="78195" y="40243"/>
                  <a:pt x="73994" y="38018"/>
                  <a:pt x="68887" y="38018"/>
                </a:cubicBezTo>
                <a:close/>
                <a:moveTo>
                  <a:pt x="165324" y="74782"/>
                </a:moveTo>
                <a:cubicBezTo>
                  <a:pt x="163607" y="83184"/>
                  <a:pt x="160241" y="89648"/>
                  <a:pt x="155228" y="94174"/>
                </a:cubicBezTo>
                <a:cubicBezTo>
                  <a:pt x="150215" y="98700"/>
                  <a:pt x="144667" y="100963"/>
                  <a:pt x="138587" y="100963"/>
                </a:cubicBezTo>
                <a:cubicBezTo>
                  <a:pt x="131345" y="100963"/>
                  <a:pt x="125032" y="97926"/>
                  <a:pt x="119647" y="91852"/>
                </a:cubicBezTo>
                <a:cubicBezTo>
                  <a:pt x="114263" y="85777"/>
                  <a:pt x="111570" y="77569"/>
                  <a:pt x="111570" y="67227"/>
                </a:cubicBezTo>
                <a:cubicBezTo>
                  <a:pt x="111570" y="57211"/>
                  <a:pt x="114553" y="49073"/>
                  <a:pt x="120518" y="42813"/>
                </a:cubicBezTo>
                <a:cubicBezTo>
                  <a:pt x="126483" y="36553"/>
                  <a:pt x="133643" y="33422"/>
                  <a:pt x="141998" y="33422"/>
                </a:cubicBezTo>
                <a:cubicBezTo>
                  <a:pt x="148265" y="33422"/>
                  <a:pt x="153418" y="35077"/>
                  <a:pt x="157456" y="38385"/>
                </a:cubicBezTo>
                <a:cubicBezTo>
                  <a:pt x="161495" y="41693"/>
                  <a:pt x="163514" y="45128"/>
                  <a:pt x="163514" y="48691"/>
                </a:cubicBezTo>
                <a:cubicBezTo>
                  <a:pt x="163514" y="50449"/>
                  <a:pt x="162945" y="51872"/>
                  <a:pt x="161808" y="52960"/>
                </a:cubicBezTo>
                <a:cubicBezTo>
                  <a:pt x="160671" y="54046"/>
                  <a:pt x="159081" y="54590"/>
                  <a:pt x="157038" y="54590"/>
                </a:cubicBezTo>
                <a:cubicBezTo>
                  <a:pt x="154300" y="54590"/>
                  <a:pt x="152234" y="53708"/>
                  <a:pt x="150841" y="51944"/>
                </a:cubicBezTo>
                <a:cubicBezTo>
                  <a:pt x="150052" y="50969"/>
                  <a:pt x="149530" y="49112"/>
                  <a:pt x="149275" y="46373"/>
                </a:cubicBezTo>
                <a:cubicBezTo>
                  <a:pt x="149019" y="43635"/>
                  <a:pt x="148079" y="41546"/>
                  <a:pt x="146455" y="40107"/>
                </a:cubicBezTo>
                <a:cubicBezTo>
                  <a:pt x="144830" y="38714"/>
                  <a:pt x="142579" y="38018"/>
                  <a:pt x="139701" y="38018"/>
                </a:cubicBezTo>
                <a:cubicBezTo>
                  <a:pt x="135059" y="38018"/>
                  <a:pt x="131322" y="39735"/>
                  <a:pt x="128490" y="43170"/>
                </a:cubicBezTo>
                <a:cubicBezTo>
                  <a:pt x="124730" y="47719"/>
                  <a:pt x="122850" y="53731"/>
                  <a:pt x="122850" y="61204"/>
                </a:cubicBezTo>
                <a:cubicBezTo>
                  <a:pt x="122850" y="68817"/>
                  <a:pt x="124719" y="75536"/>
                  <a:pt x="128455" y="81362"/>
                </a:cubicBezTo>
                <a:cubicBezTo>
                  <a:pt x="132192" y="87188"/>
                  <a:pt x="137240" y="90101"/>
                  <a:pt x="143600" y="90101"/>
                </a:cubicBezTo>
                <a:cubicBezTo>
                  <a:pt x="148149" y="90101"/>
                  <a:pt x="152234" y="88546"/>
                  <a:pt x="155855" y="85435"/>
                </a:cubicBezTo>
                <a:cubicBezTo>
                  <a:pt x="158408" y="83300"/>
                  <a:pt x="160891" y="79424"/>
                  <a:pt x="163305" y="73807"/>
                </a:cubicBezTo>
                <a:lnTo>
                  <a:pt x="165324" y="74782"/>
                </a:lnTo>
                <a:close/>
                <a:moveTo>
                  <a:pt x="242565" y="129789"/>
                </a:moveTo>
                <a:lnTo>
                  <a:pt x="168828" y="129789"/>
                </a:lnTo>
                <a:lnTo>
                  <a:pt x="168828" y="124010"/>
                </a:lnTo>
                <a:lnTo>
                  <a:pt x="242565" y="124010"/>
                </a:lnTo>
                <a:lnTo>
                  <a:pt x="242565" y="129789"/>
                </a:lnTo>
                <a:close/>
                <a:moveTo>
                  <a:pt x="306555" y="67401"/>
                </a:moveTo>
                <a:lnTo>
                  <a:pt x="270000" y="67401"/>
                </a:lnTo>
                <a:lnTo>
                  <a:pt x="263594" y="82302"/>
                </a:lnTo>
                <a:cubicBezTo>
                  <a:pt x="262015" y="85969"/>
                  <a:pt x="261226" y="88708"/>
                  <a:pt x="261226" y="90518"/>
                </a:cubicBezTo>
                <a:cubicBezTo>
                  <a:pt x="261226" y="91957"/>
                  <a:pt x="261911" y="93222"/>
                  <a:pt x="263280" y="94313"/>
                </a:cubicBezTo>
                <a:cubicBezTo>
                  <a:pt x="264650" y="95404"/>
                  <a:pt x="267609" y="96112"/>
                  <a:pt x="272158" y="96437"/>
                </a:cubicBezTo>
                <a:lnTo>
                  <a:pt x="272158" y="99013"/>
                </a:lnTo>
                <a:lnTo>
                  <a:pt x="242426" y="99013"/>
                </a:lnTo>
                <a:lnTo>
                  <a:pt x="242426" y="96437"/>
                </a:lnTo>
                <a:cubicBezTo>
                  <a:pt x="246372" y="95741"/>
                  <a:pt x="248925" y="94836"/>
                  <a:pt x="250085" y="93724"/>
                </a:cubicBezTo>
                <a:cubicBezTo>
                  <a:pt x="252453" y="91497"/>
                  <a:pt x="255076" y="86975"/>
                  <a:pt x="257954" y="80157"/>
                </a:cubicBezTo>
                <a:lnTo>
                  <a:pt x="291167" y="2507"/>
                </a:lnTo>
                <a:lnTo>
                  <a:pt x="293604" y="2507"/>
                </a:lnTo>
                <a:lnTo>
                  <a:pt x="326469" y="80990"/>
                </a:lnTo>
                <a:cubicBezTo>
                  <a:pt x="329115" y="87299"/>
                  <a:pt x="331517" y="91392"/>
                  <a:pt x="333676" y="93271"/>
                </a:cubicBezTo>
                <a:cubicBezTo>
                  <a:pt x="335834" y="95149"/>
                  <a:pt x="338840" y="96205"/>
                  <a:pt x="342693" y="96437"/>
                </a:cubicBezTo>
                <a:lnTo>
                  <a:pt x="342693" y="99013"/>
                </a:lnTo>
                <a:lnTo>
                  <a:pt x="305441" y="99013"/>
                </a:lnTo>
                <a:lnTo>
                  <a:pt x="305441" y="96437"/>
                </a:lnTo>
                <a:cubicBezTo>
                  <a:pt x="309201" y="96251"/>
                  <a:pt x="311742" y="95625"/>
                  <a:pt x="313065" y="94557"/>
                </a:cubicBezTo>
                <a:cubicBezTo>
                  <a:pt x="314388" y="93489"/>
                  <a:pt x="315050" y="92190"/>
                  <a:pt x="315050" y="90658"/>
                </a:cubicBezTo>
                <a:cubicBezTo>
                  <a:pt x="315050" y="88615"/>
                  <a:pt x="314121" y="85389"/>
                  <a:pt x="312265" y="80979"/>
                </a:cubicBezTo>
                <a:lnTo>
                  <a:pt x="306555" y="67401"/>
                </a:lnTo>
                <a:moveTo>
                  <a:pt x="304605" y="62249"/>
                </a:moveTo>
                <a:lnTo>
                  <a:pt x="288591" y="24146"/>
                </a:lnTo>
                <a:lnTo>
                  <a:pt x="272158" y="62249"/>
                </a:lnTo>
                <a:lnTo>
                  <a:pt x="304605" y="62249"/>
                </a:lnTo>
                <a:close/>
                <a:moveTo>
                  <a:pt x="360981" y="13856"/>
                </a:moveTo>
                <a:lnTo>
                  <a:pt x="383959" y="2646"/>
                </a:lnTo>
                <a:lnTo>
                  <a:pt x="386256" y="2646"/>
                </a:lnTo>
                <a:lnTo>
                  <a:pt x="386256" y="82372"/>
                </a:lnTo>
                <a:cubicBezTo>
                  <a:pt x="386256" y="87664"/>
                  <a:pt x="386477" y="90959"/>
                  <a:pt x="386918" y="92259"/>
                </a:cubicBezTo>
                <a:cubicBezTo>
                  <a:pt x="387359" y="93559"/>
                  <a:pt x="388276" y="94557"/>
                  <a:pt x="389668" y="95253"/>
                </a:cubicBezTo>
                <a:cubicBezTo>
                  <a:pt x="391061" y="95949"/>
                  <a:pt x="393893" y="96344"/>
                  <a:pt x="398163" y="96437"/>
                </a:cubicBezTo>
                <a:lnTo>
                  <a:pt x="398163" y="99013"/>
                </a:lnTo>
                <a:lnTo>
                  <a:pt x="362652" y="99013"/>
                </a:lnTo>
                <a:lnTo>
                  <a:pt x="362652" y="96437"/>
                </a:lnTo>
                <a:cubicBezTo>
                  <a:pt x="367108" y="96344"/>
                  <a:pt x="369986" y="95961"/>
                  <a:pt x="371286" y="95288"/>
                </a:cubicBezTo>
                <a:cubicBezTo>
                  <a:pt x="372586" y="94615"/>
                  <a:pt x="373491" y="93710"/>
                  <a:pt x="374002" y="92572"/>
                </a:cubicBezTo>
                <a:cubicBezTo>
                  <a:pt x="374512" y="91435"/>
                  <a:pt x="374768" y="88035"/>
                  <a:pt x="374768" y="82372"/>
                </a:cubicBezTo>
                <a:lnTo>
                  <a:pt x="374768" y="31403"/>
                </a:lnTo>
                <a:cubicBezTo>
                  <a:pt x="374768" y="24533"/>
                  <a:pt x="374536" y="20123"/>
                  <a:pt x="374071" y="18173"/>
                </a:cubicBezTo>
                <a:cubicBezTo>
                  <a:pt x="373746" y="16688"/>
                  <a:pt x="373155" y="15597"/>
                  <a:pt x="372296" y="14901"/>
                </a:cubicBezTo>
                <a:cubicBezTo>
                  <a:pt x="371437" y="14204"/>
                  <a:pt x="370404" y="13856"/>
                  <a:pt x="369197" y="13856"/>
                </a:cubicBezTo>
                <a:cubicBezTo>
                  <a:pt x="367480" y="13856"/>
                  <a:pt x="365089" y="14576"/>
                  <a:pt x="362025" y="16015"/>
                </a:cubicBezTo>
                <a:lnTo>
                  <a:pt x="360981" y="13856"/>
                </a:lnTo>
                <a:close/>
                <a:moveTo>
                  <a:pt x="429914" y="4596"/>
                </a:moveTo>
                <a:lnTo>
                  <a:pt x="480535" y="4596"/>
                </a:lnTo>
                <a:lnTo>
                  <a:pt x="480535" y="7241"/>
                </a:lnTo>
                <a:lnTo>
                  <a:pt x="449062" y="100963"/>
                </a:lnTo>
                <a:lnTo>
                  <a:pt x="441264" y="100963"/>
                </a:lnTo>
                <a:lnTo>
                  <a:pt x="469464" y="15945"/>
                </a:lnTo>
                <a:lnTo>
                  <a:pt x="443492" y="15945"/>
                </a:lnTo>
                <a:cubicBezTo>
                  <a:pt x="438247" y="15945"/>
                  <a:pt x="434510" y="16572"/>
                  <a:pt x="432282" y="17825"/>
                </a:cubicBezTo>
                <a:cubicBezTo>
                  <a:pt x="428382" y="19960"/>
                  <a:pt x="425249" y="23256"/>
                  <a:pt x="422882" y="27713"/>
                </a:cubicBezTo>
                <a:lnTo>
                  <a:pt x="420862" y="26947"/>
                </a:lnTo>
                <a:lnTo>
                  <a:pt x="429914" y="4596"/>
                </a:lnTo>
                <a:close/>
                <a:moveTo>
                  <a:pt x="552115" y="67401"/>
                </a:moveTo>
                <a:lnTo>
                  <a:pt x="515559" y="67401"/>
                </a:lnTo>
                <a:lnTo>
                  <a:pt x="509153" y="82302"/>
                </a:lnTo>
                <a:cubicBezTo>
                  <a:pt x="507575" y="85969"/>
                  <a:pt x="506786" y="88708"/>
                  <a:pt x="506786" y="90518"/>
                </a:cubicBezTo>
                <a:cubicBezTo>
                  <a:pt x="506786" y="91957"/>
                  <a:pt x="507470" y="93222"/>
                  <a:pt x="508840" y="94313"/>
                </a:cubicBezTo>
                <a:cubicBezTo>
                  <a:pt x="510209" y="95404"/>
                  <a:pt x="513168" y="96112"/>
                  <a:pt x="517718" y="96437"/>
                </a:cubicBezTo>
                <a:lnTo>
                  <a:pt x="517718" y="99013"/>
                </a:lnTo>
                <a:lnTo>
                  <a:pt x="487986" y="99013"/>
                </a:lnTo>
                <a:lnTo>
                  <a:pt x="487986" y="96437"/>
                </a:lnTo>
                <a:cubicBezTo>
                  <a:pt x="491931" y="95741"/>
                  <a:pt x="494485" y="94836"/>
                  <a:pt x="495645" y="93724"/>
                </a:cubicBezTo>
                <a:cubicBezTo>
                  <a:pt x="498012" y="91497"/>
                  <a:pt x="500635" y="86975"/>
                  <a:pt x="503513" y="80157"/>
                </a:cubicBezTo>
                <a:lnTo>
                  <a:pt x="536726" y="2507"/>
                </a:lnTo>
                <a:lnTo>
                  <a:pt x="539163" y="2507"/>
                </a:lnTo>
                <a:lnTo>
                  <a:pt x="572029" y="80990"/>
                </a:lnTo>
                <a:cubicBezTo>
                  <a:pt x="574675" y="87299"/>
                  <a:pt x="577077" y="91392"/>
                  <a:pt x="579235" y="93271"/>
                </a:cubicBezTo>
                <a:cubicBezTo>
                  <a:pt x="581394" y="95149"/>
                  <a:pt x="584399" y="96205"/>
                  <a:pt x="588252" y="96437"/>
                </a:cubicBezTo>
                <a:lnTo>
                  <a:pt x="588252" y="99013"/>
                </a:lnTo>
                <a:lnTo>
                  <a:pt x="551000" y="99013"/>
                </a:lnTo>
                <a:lnTo>
                  <a:pt x="551000" y="96437"/>
                </a:lnTo>
                <a:cubicBezTo>
                  <a:pt x="554760" y="96251"/>
                  <a:pt x="557302" y="95625"/>
                  <a:pt x="558625" y="94557"/>
                </a:cubicBezTo>
                <a:cubicBezTo>
                  <a:pt x="559948" y="93489"/>
                  <a:pt x="560609" y="92190"/>
                  <a:pt x="560609" y="90658"/>
                </a:cubicBezTo>
                <a:cubicBezTo>
                  <a:pt x="560609" y="88615"/>
                  <a:pt x="559681" y="85389"/>
                  <a:pt x="557824" y="80979"/>
                </a:cubicBezTo>
                <a:lnTo>
                  <a:pt x="552115" y="67401"/>
                </a:lnTo>
                <a:moveTo>
                  <a:pt x="550165" y="62249"/>
                </a:moveTo>
                <a:lnTo>
                  <a:pt x="534150" y="24146"/>
                </a:lnTo>
                <a:lnTo>
                  <a:pt x="517718" y="62249"/>
                </a:lnTo>
                <a:lnTo>
                  <a:pt x="550165" y="62249"/>
                </a:lnTo>
                <a:close/>
                <a:moveTo>
                  <a:pt x="655212" y="80770"/>
                </a:moveTo>
                <a:lnTo>
                  <a:pt x="648597" y="99013"/>
                </a:lnTo>
                <a:lnTo>
                  <a:pt x="592893" y="99013"/>
                </a:lnTo>
                <a:lnTo>
                  <a:pt x="592893" y="96433"/>
                </a:lnTo>
                <a:cubicBezTo>
                  <a:pt x="609279" y="81461"/>
                  <a:pt x="620815" y="69233"/>
                  <a:pt x="627499" y="59749"/>
                </a:cubicBezTo>
                <a:cubicBezTo>
                  <a:pt x="634183" y="50263"/>
                  <a:pt x="637526" y="41591"/>
                  <a:pt x="637526" y="33733"/>
                </a:cubicBezTo>
                <a:cubicBezTo>
                  <a:pt x="637526" y="27736"/>
                  <a:pt x="635692" y="22809"/>
                  <a:pt x="632025" y="18950"/>
                </a:cubicBezTo>
                <a:cubicBezTo>
                  <a:pt x="628358" y="15090"/>
                  <a:pt x="623971" y="13160"/>
                  <a:pt x="618865" y="13160"/>
                </a:cubicBezTo>
                <a:cubicBezTo>
                  <a:pt x="614223" y="13160"/>
                  <a:pt x="610057" y="14524"/>
                  <a:pt x="606366" y="17251"/>
                </a:cubicBezTo>
                <a:cubicBezTo>
                  <a:pt x="602676" y="19978"/>
                  <a:pt x="599949" y="23976"/>
                  <a:pt x="598185" y="29244"/>
                </a:cubicBezTo>
                <a:lnTo>
                  <a:pt x="595609" y="29244"/>
                </a:lnTo>
                <a:cubicBezTo>
                  <a:pt x="596769" y="20679"/>
                  <a:pt x="599752" y="14104"/>
                  <a:pt x="604556" y="9522"/>
                </a:cubicBezTo>
                <a:cubicBezTo>
                  <a:pt x="609361" y="4938"/>
                  <a:pt x="615360" y="2646"/>
                  <a:pt x="622555" y="2646"/>
                </a:cubicBezTo>
                <a:cubicBezTo>
                  <a:pt x="630215" y="2646"/>
                  <a:pt x="636609" y="5106"/>
                  <a:pt x="641738" y="10027"/>
                </a:cubicBezTo>
                <a:cubicBezTo>
                  <a:pt x="646868" y="14947"/>
                  <a:pt x="649432" y="20750"/>
                  <a:pt x="649432" y="27434"/>
                </a:cubicBezTo>
                <a:cubicBezTo>
                  <a:pt x="649432" y="32215"/>
                  <a:pt x="648318" y="36996"/>
                  <a:pt x="646090" y="41778"/>
                </a:cubicBezTo>
                <a:cubicBezTo>
                  <a:pt x="642655" y="49298"/>
                  <a:pt x="637085" y="57259"/>
                  <a:pt x="629379" y="65661"/>
                </a:cubicBezTo>
                <a:cubicBezTo>
                  <a:pt x="617820" y="78287"/>
                  <a:pt x="610602" y="85900"/>
                  <a:pt x="607724" y="88499"/>
                </a:cubicBezTo>
                <a:lnTo>
                  <a:pt x="632373" y="88499"/>
                </a:lnTo>
                <a:cubicBezTo>
                  <a:pt x="637386" y="88499"/>
                  <a:pt x="640903" y="88312"/>
                  <a:pt x="642922" y="87938"/>
                </a:cubicBezTo>
                <a:cubicBezTo>
                  <a:pt x="644941" y="87562"/>
                  <a:pt x="646763" y="86800"/>
                  <a:pt x="648388" y="85653"/>
                </a:cubicBezTo>
                <a:cubicBezTo>
                  <a:pt x="650013" y="84506"/>
                  <a:pt x="651428" y="82878"/>
                  <a:pt x="652635" y="80770"/>
                </a:cubicBezTo>
                <a:lnTo>
                  <a:pt x="655212" y="8077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Text ...">
            <a:extLst xmlns:a="http://schemas.openxmlformats.org/drawingml/2006/main">
              <a:ext uri="{FF2B5EF4-FFF2-40B4-BE49-F238E27FC236}">
                <a16:creationId xmlns:a16="http://schemas.microsoft.com/office/drawing/2014/main" id="{14E24A2E-5BCA-4E46-A232-AA0457721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7144" y="4063764"/>
            <a:ext cx="86758" cy="15458"/>
          </a:xfrm>
          <a:custGeom xmlns:a="http://schemas.openxmlformats.org/drawingml/2006/main">
            <a:pathLst>
              <a:path w="86758" h="15458">
                <a:moveTo>
                  <a:pt x="7729" y="0"/>
                </a:moveTo>
                <a:cubicBezTo>
                  <a:pt x="9911" y="0"/>
                  <a:pt x="11744" y="754"/>
                  <a:pt x="13230" y="2263"/>
                </a:cubicBezTo>
                <a:cubicBezTo>
                  <a:pt x="14715" y="3772"/>
                  <a:pt x="15458" y="5594"/>
                  <a:pt x="15458" y="7729"/>
                </a:cubicBezTo>
                <a:cubicBezTo>
                  <a:pt x="15458" y="9864"/>
                  <a:pt x="14703" y="11686"/>
                  <a:pt x="13195" y="13195"/>
                </a:cubicBezTo>
                <a:cubicBezTo>
                  <a:pt x="11686" y="14703"/>
                  <a:pt x="9864" y="15458"/>
                  <a:pt x="7729" y="15458"/>
                </a:cubicBezTo>
                <a:cubicBezTo>
                  <a:pt x="5594" y="15458"/>
                  <a:pt x="3772" y="14703"/>
                  <a:pt x="2263" y="13195"/>
                </a:cubicBezTo>
                <a:cubicBezTo>
                  <a:pt x="754" y="11686"/>
                  <a:pt x="0" y="9864"/>
                  <a:pt x="0" y="7729"/>
                </a:cubicBezTo>
                <a:cubicBezTo>
                  <a:pt x="0" y="5547"/>
                  <a:pt x="754" y="3714"/>
                  <a:pt x="2263" y="2228"/>
                </a:cubicBezTo>
                <a:cubicBezTo>
                  <a:pt x="3772" y="743"/>
                  <a:pt x="5594" y="0"/>
                  <a:pt x="7729" y="0"/>
                </a:cubicBezTo>
                <a:close/>
                <a:moveTo>
                  <a:pt x="43379" y="0"/>
                </a:moveTo>
                <a:cubicBezTo>
                  <a:pt x="45561" y="0"/>
                  <a:pt x="47395" y="754"/>
                  <a:pt x="48880" y="2263"/>
                </a:cubicBezTo>
                <a:cubicBezTo>
                  <a:pt x="50365" y="3772"/>
                  <a:pt x="51108" y="5594"/>
                  <a:pt x="51108" y="7729"/>
                </a:cubicBezTo>
                <a:cubicBezTo>
                  <a:pt x="51108" y="9864"/>
                  <a:pt x="50354" y="11686"/>
                  <a:pt x="48845" y="13195"/>
                </a:cubicBezTo>
                <a:cubicBezTo>
                  <a:pt x="47337" y="14703"/>
                  <a:pt x="45515" y="15458"/>
                  <a:pt x="43379" y="15458"/>
                </a:cubicBezTo>
                <a:cubicBezTo>
                  <a:pt x="41244" y="15458"/>
                  <a:pt x="39422" y="14703"/>
                  <a:pt x="37913" y="13195"/>
                </a:cubicBezTo>
                <a:cubicBezTo>
                  <a:pt x="36405" y="11686"/>
                  <a:pt x="35650" y="9864"/>
                  <a:pt x="35650" y="7729"/>
                </a:cubicBezTo>
                <a:cubicBezTo>
                  <a:pt x="35650" y="5547"/>
                  <a:pt x="36405" y="3714"/>
                  <a:pt x="37913" y="2228"/>
                </a:cubicBezTo>
                <a:cubicBezTo>
                  <a:pt x="39422" y="743"/>
                  <a:pt x="41244" y="0"/>
                  <a:pt x="43379" y="0"/>
                </a:cubicBezTo>
                <a:close/>
                <a:moveTo>
                  <a:pt x="79030" y="0"/>
                </a:moveTo>
                <a:cubicBezTo>
                  <a:pt x="81211" y="0"/>
                  <a:pt x="83045" y="754"/>
                  <a:pt x="84530" y="2263"/>
                </a:cubicBezTo>
                <a:cubicBezTo>
                  <a:pt x="86016" y="3772"/>
                  <a:pt x="86758" y="5594"/>
                  <a:pt x="86758" y="7729"/>
                </a:cubicBezTo>
                <a:cubicBezTo>
                  <a:pt x="86758" y="9864"/>
                  <a:pt x="86004" y="11686"/>
                  <a:pt x="84495" y="13195"/>
                </a:cubicBezTo>
                <a:cubicBezTo>
                  <a:pt x="82987" y="14703"/>
                  <a:pt x="81165" y="15458"/>
                  <a:pt x="79030" y="15458"/>
                </a:cubicBezTo>
                <a:cubicBezTo>
                  <a:pt x="76894" y="15458"/>
                  <a:pt x="75072" y="14703"/>
                  <a:pt x="73564" y="13195"/>
                </a:cubicBezTo>
                <a:cubicBezTo>
                  <a:pt x="72055" y="11686"/>
                  <a:pt x="71301" y="9864"/>
                  <a:pt x="71301" y="7729"/>
                </a:cubicBezTo>
                <a:cubicBezTo>
                  <a:pt x="71301" y="5547"/>
                  <a:pt x="72055" y="3714"/>
                  <a:pt x="73564" y="2228"/>
                </a:cubicBezTo>
                <a:cubicBezTo>
                  <a:pt x="75072" y="743"/>
                  <a:pt x="76894" y="0"/>
                  <a:pt x="79030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741B14-F9F7-4313-B2B5-08FF0D4F0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7047" y="4130748"/>
            <a:ext cx="819957" cy="151514"/>
          </a:xfrm>
          <a:custGeom xmlns:a="http://schemas.openxmlformats.org/drawingml/2006/main">
            <a:pathLst>
              <a:path w="819957" h="151514">
                <a:moveTo>
                  <a:pt x="0" y="0"/>
                </a:moveTo>
                <a:lnTo>
                  <a:pt x="819957" y="0"/>
                </a:lnTo>
                <a:lnTo>
                  <a:pt x="819957" y="151514"/>
                </a:lnTo>
                <a:lnTo>
                  <a:pt x="0" y="15151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7D07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Text +loc_A17A2:">
            <a:extLst xmlns:a="http://schemas.openxmlformats.org/drawingml/2006/main">
              <a:ext uri="{FF2B5EF4-FFF2-40B4-BE49-F238E27FC236}">
                <a16:creationId xmlns:a16="http://schemas.microsoft.com/office/drawing/2014/main" id="{179F3CA0-495E-49BB-94DE-A4F50E109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9624" y="4156511"/>
            <a:ext cx="806731" cy="129789"/>
          </a:xfrm>
          <a:custGeom xmlns:a="http://schemas.openxmlformats.org/drawingml/2006/main">
            <a:pathLst>
              <a:path w="806731" h="129789">
                <a:moveTo>
                  <a:pt x="34676" y="89265"/>
                </a:moveTo>
                <a:lnTo>
                  <a:pt x="34676" y="54520"/>
                </a:lnTo>
                <a:lnTo>
                  <a:pt x="0" y="54520"/>
                </a:lnTo>
                <a:lnTo>
                  <a:pt x="0" y="48741"/>
                </a:lnTo>
                <a:lnTo>
                  <a:pt x="34676" y="48741"/>
                </a:lnTo>
                <a:lnTo>
                  <a:pt x="34676" y="14135"/>
                </a:lnTo>
                <a:lnTo>
                  <a:pt x="40246" y="14135"/>
                </a:lnTo>
                <a:lnTo>
                  <a:pt x="40246" y="48741"/>
                </a:lnTo>
                <a:lnTo>
                  <a:pt x="75061" y="48741"/>
                </a:lnTo>
                <a:lnTo>
                  <a:pt x="75061" y="54520"/>
                </a:lnTo>
                <a:lnTo>
                  <a:pt x="40246" y="54520"/>
                </a:lnTo>
                <a:lnTo>
                  <a:pt x="40246" y="89265"/>
                </a:lnTo>
                <a:lnTo>
                  <a:pt x="34676" y="89265"/>
                </a:lnTo>
                <a:close/>
                <a:moveTo>
                  <a:pt x="139891" y="0"/>
                </a:moveTo>
                <a:lnTo>
                  <a:pt x="139891" y="84539"/>
                </a:lnTo>
                <a:cubicBezTo>
                  <a:pt x="139891" y="88528"/>
                  <a:pt x="140181" y="91173"/>
                  <a:pt x="140761" y="92472"/>
                </a:cubicBezTo>
                <a:cubicBezTo>
                  <a:pt x="141341" y="93771"/>
                  <a:pt x="142235" y="94756"/>
                  <a:pt x="143442" y="95429"/>
                </a:cubicBezTo>
                <a:cubicBezTo>
                  <a:pt x="144649" y="96101"/>
                  <a:pt x="146900" y="96437"/>
                  <a:pt x="150196" y="96437"/>
                </a:cubicBezTo>
                <a:lnTo>
                  <a:pt x="150196" y="99013"/>
                </a:lnTo>
                <a:lnTo>
                  <a:pt x="118932" y="99013"/>
                </a:lnTo>
                <a:lnTo>
                  <a:pt x="118932" y="96437"/>
                </a:lnTo>
                <a:cubicBezTo>
                  <a:pt x="121857" y="96437"/>
                  <a:pt x="123853" y="96136"/>
                  <a:pt x="124920" y="95534"/>
                </a:cubicBezTo>
                <a:cubicBezTo>
                  <a:pt x="125988" y="94930"/>
                  <a:pt x="126823" y="93933"/>
                  <a:pt x="127427" y="92542"/>
                </a:cubicBezTo>
                <a:cubicBezTo>
                  <a:pt x="128030" y="91149"/>
                  <a:pt x="128332" y="88482"/>
                  <a:pt x="128332" y="84539"/>
                </a:cubicBezTo>
                <a:lnTo>
                  <a:pt x="128332" y="26649"/>
                </a:lnTo>
                <a:cubicBezTo>
                  <a:pt x="128332" y="19459"/>
                  <a:pt x="128170" y="15041"/>
                  <a:pt x="127845" y="13395"/>
                </a:cubicBezTo>
                <a:cubicBezTo>
                  <a:pt x="127520" y="11747"/>
                  <a:pt x="126998" y="10622"/>
                  <a:pt x="126278" y="10020"/>
                </a:cubicBezTo>
                <a:cubicBezTo>
                  <a:pt x="125559" y="9417"/>
                  <a:pt x="124642" y="9115"/>
                  <a:pt x="123528" y="9115"/>
                </a:cubicBezTo>
                <a:cubicBezTo>
                  <a:pt x="122321" y="9115"/>
                  <a:pt x="120789" y="9486"/>
                  <a:pt x="118932" y="10229"/>
                </a:cubicBezTo>
                <a:lnTo>
                  <a:pt x="117748" y="7792"/>
                </a:lnTo>
                <a:lnTo>
                  <a:pt x="136757" y="0"/>
                </a:lnTo>
                <a:lnTo>
                  <a:pt x="139891" y="0"/>
                </a:lnTo>
                <a:close/>
                <a:moveTo>
                  <a:pt x="188794" y="33422"/>
                </a:moveTo>
                <a:cubicBezTo>
                  <a:pt x="198450" y="33422"/>
                  <a:pt x="206202" y="37086"/>
                  <a:pt x="212051" y="44413"/>
                </a:cubicBezTo>
                <a:cubicBezTo>
                  <a:pt x="217017" y="50672"/>
                  <a:pt x="219501" y="57860"/>
                  <a:pt x="219501" y="65976"/>
                </a:cubicBezTo>
                <a:cubicBezTo>
                  <a:pt x="219501" y="71680"/>
                  <a:pt x="218132" y="77453"/>
                  <a:pt x="215393" y="83297"/>
                </a:cubicBezTo>
                <a:cubicBezTo>
                  <a:pt x="212654" y="89138"/>
                  <a:pt x="208882" y="93543"/>
                  <a:pt x="204078" y="96511"/>
                </a:cubicBezTo>
                <a:cubicBezTo>
                  <a:pt x="199274" y="99479"/>
                  <a:pt x="193924" y="100963"/>
                  <a:pt x="188028" y="100963"/>
                </a:cubicBezTo>
                <a:cubicBezTo>
                  <a:pt x="178419" y="100963"/>
                  <a:pt x="170783" y="97137"/>
                  <a:pt x="165120" y="89485"/>
                </a:cubicBezTo>
                <a:cubicBezTo>
                  <a:pt x="160339" y="83040"/>
                  <a:pt x="157948" y="75806"/>
                  <a:pt x="157948" y="67784"/>
                </a:cubicBezTo>
                <a:cubicBezTo>
                  <a:pt x="157948" y="61941"/>
                  <a:pt x="159399" y="56133"/>
                  <a:pt x="162300" y="50360"/>
                </a:cubicBezTo>
                <a:cubicBezTo>
                  <a:pt x="165201" y="44586"/>
                  <a:pt x="169020" y="40320"/>
                  <a:pt x="173754" y="37561"/>
                </a:cubicBezTo>
                <a:cubicBezTo>
                  <a:pt x="178489" y="34802"/>
                  <a:pt x="183502" y="33422"/>
                  <a:pt x="188794" y="33422"/>
                </a:cubicBezTo>
                <a:moveTo>
                  <a:pt x="186636" y="38018"/>
                </a:moveTo>
                <a:cubicBezTo>
                  <a:pt x="184176" y="38018"/>
                  <a:pt x="181704" y="38748"/>
                  <a:pt x="179220" y="40209"/>
                </a:cubicBezTo>
                <a:cubicBezTo>
                  <a:pt x="176737" y="41670"/>
                  <a:pt x="174729" y="44231"/>
                  <a:pt x="173197" y="47894"/>
                </a:cubicBezTo>
                <a:cubicBezTo>
                  <a:pt x="171665" y="51557"/>
                  <a:pt x="170900" y="56263"/>
                  <a:pt x="170900" y="62012"/>
                </a:cubicBezTo>
                <a:cubicBezTo>
                  <a:pt x="170900" y="71284"/>
                  <a:pt x="172745" y="79282"/>
                  <a:pt x="176435" y="86006"/>
                </a:cubicBezTo>
                <a:cubicBezTo>
                  <a:pt x="180125" y="92728"/>
                  <a:pt x="184988" y="96089"/>
                  <a:pt x="191022" y="96089"/>
                </a:cubicBezTo>
                <a:cubicBezTo>
                  <a:pt x="195525" y="96089"/>
                  <a:pt x="199239" y="94234"/>
                  <a:pt x="202163" y="90525"/>
                </a:cubicBezTo>
                <a:cubicBezTo>
                  <a:pt x="205088" y="86816"/>
                  <a:pt x="206550" y="80441"/>
                  <a:pt x="206550" y="71401"/>
                </a:cubicBezTo>
                <a:cubicBezTo>
                  <a:pt x="206550" y="60087"/>
                  <a:pt x="204113" y="51185"/>
                  <a:pt x="199239" y="44693"/>
                </a:cubicBezTo>
                <a:cubicBezTo>
                  <a:pt x="195943" y="40243"/>
                  <a:pt x="191742" y="38018"/>
                  <a:pt x="186636" y="38018"/>
                </a:cubicBezTo>
                <a:close/>
                <a:moveTo>
                  <a:pt x="283072" y="74782"/>
                </a:moveTo>
                <a:cubicBezTo>
                  <a:pt x="281355" y="83184"/>
                  <a:pt x="277989" y="89648"/>
                  <a:pt x="272976" y="94174"/>
                </a:cubicBezTo>
                <a:cubicBezTo>
                  <a:pt x="267963" y="98700"/>
                  <a:pt x="262416" y="100963"/>
                  <a:pt x="256335" y="100963"/>
                </a:cubicBezTo>
                <a:cubicBezTo>
                  <a:pt x="249093" y="100963"/>
                  <a:pt x="242780" y="97926"/>
                  <a:pt x="237395" y="91852"/>
                </a:cubicBezTo>
                <a:cubicBezTo>
                  <a:pt x="232011" y="85777"/>
                  <a:pt x="229318" y="77569"/>
                  <a:pt x="229318" y="67227"/>
                </a:cubicBezTo>
                <a:cubicBezTo>
                  <a:pt x="229318" y="57211"/>
                  <a:pt x="232301" y="49073"/>
                  <a:pt x="238266" y="42813"/>
                </a:cubicBezTo>
                <a:cubicBezTo>
                  <a:pt x="244231" y="36553"/>
                  <a:pt x="251391" y="33422"/>
                  <a:pt x="259747" y="33422"/>
                </a:cubicBezTo>
                <a:cubicBezTo>
                  <a:pt x="266013" y="33422"/>
                  <a:pt x="271166" y="35077"/>
                  <a:pt x="275204" y="38385"/>
                </a:cubicBezTo>
                <a:cubicBezTo>
                  <a:pt x="279243" y="41693"/>
                  <a:pt x="281262" y="45128"/>
                  <a:pt x="281262" y="48691"/>
                </a:cubicBezTo>
                <a:cubicBezTo>
                  <a:pt x="281262" y="50449"/>
                  <a:pt x="280693" y="51872"/>
                  <a:pt x="279556" y="52960"/>
                </a:cubicBezTo>
                <a:cubicBezTo>
                  <a:pt x="278419" y="54046"/>
                  <a:pt x="276829" y="54590"/>
                  <a:pt x="274787" y="54590"/>
                </a:cubicBezTo>
                <a:cubicBezTo>
                  <a:pt x="272048" y="54590"/>
                  <a:pt x="269982" y="53708"/>
                  <a:pt x="268589" y="51944"/>
                </a:cubicBezTo>
                <a:cubicBezTo>
                  <a:pt x="267800" y="50969"/>
                  <a:pt x="267278" y="49112"/>
                  <a:pt x="267023" y="46373"/>
                </a:cubicBezTo>
                <a:cubicBezTo>
                  <a:pt x="266768" y="43635"/>
                  <a:pt x="265828" y="41546"/>
                  <a:pt x="264203" y="40107"/>
                </a:cubicBezTo>
                <a:cubicBezTo>
                  <a:pt x="262578" y="38714"/>
                  <a:pt x="260327" y="38018"/>
                  <a:pt x="257449" y="38018"/>
                </a:cubicBezTo>
                <a:cubicBezTo>
                  <a:pt x="252807" y="38018"/>
                  <a:pt x="249070" y="39735"/>
                  <a:pt x="246238" y="43170"/>
                </a:cubicBezTo>
                <a:cubicBezTo>
                  <a:pt x="242478" y="47719"/>
                  <a:pt x="240598" y="53731"/>
                  <a:pt x="240598" y="61204"/>
                </a:cubicBezTo>
                <a:cubicBezTo>
                  <a:pt x="240598" y="68817"/>
                  <a:pt x="242467" y="75536"/>
                  <a:pt x="246204" y="81362"/>
                </a:cubicBezTo>
                <a:cubicBezTo>
                  <a:pt x="249940" y="87188"/>
                  <a:pt x="254989" y="90101"/>
                  <a:pt x="261348" y="90101"/>
                </a:cubicBezTo>
                <a:cubicBezTo>
                  <a:pt x="265897" y="90101"/>
                  <a:pt x="269982" y="88546"/>
                  <a:pt x="273603" y="85435"/>
                </a:cubicBezTo>
                <a:cubicBezTo>
                  <a:pt x="276156" y="83300"/>
                  <a:pt x="278639" y="79424"/>
                  <a:pt x="281053" y="73807"/>
                </a:cubicBezTo>
                <a:lnTo>
                  <a:pt x="283072" y="74782"/>
                </a:lnTo>
                <a:close/>
                <a:moveTo>
                  <a:pt x="360314" y="129789"/>
                </a:moveTo>
                <a:lnTo>
                  <a:pt x="286576" y="129789"/>
                </a:lnTo>
                <a:lnTo>
                  <a:pt x="286576" y="124010"/>
                </a:lnTo>
                <a:lnTo>
                  <a:pt x="360314" y="124010"/>
                </a:lnTo>
                <a:lnTo>
                  <a:pt x="360314" y="129789"/>
                </a:lnTo>
                <a:close/>
                <a:moveTo>
                  <a:pt x="424303" y="67401"/>
                </a:moveTo>
                <a:lnTo>
                  <a:pt x="387748" y="67401"/>
                </a:lnTo>
                <a:lnTo>
                  <a:pt x="381342" y="82302"/>
                </a:lnTo>
                <a:cubicBezTo>
                  <a:pt x="379764" y="85969"/>
                  <a:pt x="378974" y="88708"/>
                  <a:pt x="378974" y="90518"/>
                </a:cubicBezTo>
                <a:cubicBezTo>
                  <a:pt x="378974" y="91957"/>
                  <a:pt x="379659" y="93222"/>
                  <a:pt x="381028" y="94313"/>
                </a:cubicBezTo>
                <a:cubicBezTo>
                  <a:pt x="382398" y="95404"/>
                  <a:pt x="385357" y="96112"/>
                  <a:pt x="389906" y="96437"/>
                </a:cubicBezTo>
                <a:lnTo>
                  <a:pt x="389906" y="99013"/>
                </a:lnTo>
                <a:lnTo>
                  <a:pt x="360174" y="99013"/>
                </a:lnTo>
                <a:lnTo>
                  <a:pt x="360174" y="96437"/>
                </a:lnTo>
                <a:cubicBezTo>
                  <a:pt x="364120" y="95741"/>
                  <a:pt x="366673" y="94836"/>
                  <a:pt x="367834" y="93724"/>
                </a:cubicBezTo>
                <a:cubicBezTo>
                  <a:pt x="370201" y="91497"/>
                  <a:pt x="372824" y="86975"/>
                  <a:pt x="375702" y="80157"/>
                </a:cubicBezTo>
                <a:lnTo>
                  <a:pt x="408915" y="2507"/>
                </a:lnTo>
                <a:lnTo>
                  <a:pt x="411352" y="2507"/>
                </a:lnTo>
                <a:lnTo>
                  <a:pt x="444217" y="80990"/>
                </a:lnTo>
                <a:cubicBezTo>
                  <a:pt x="446863" y="87299"/>
                  <a:pt x="449265" y="91392"/>
                  <a:pt x="451424" y="93271"/>
                </a:cubicBezTo>
                <a:cubicBezTo>
                  <a:pt x="453582" y="95149"/>
                  <a:pt x="456588" y="96205"/>
                  <a:pt x="460441" y="96437"/>
                </a:cubicBezTo>
                <a:lnTo>
                  <a:pt x="460441" y="99013"/>
                </a:lnTo>
                <a:lnTo>
                  <a:pt x="423189" y="99013"/>
                </a:lnTo>
                <a:lnTo>
                  <a:pt x="423189" y="96437"/>
                </a:lnTo>
                <a:cubicBezTo>
                  <a:pt x="426949" y="96251"/>
                  <a:pt x="429491" y="95625"/>
                  <a:pt x="430814" y="94557"/>
                </a:cubicBezTo>
                <a:cubicBezTo>
                  <a:pt x="432137" y="93489"/>
                  <a:pt x="432798" y="92190"/>
                  <a:pt x="432798" y="90658"/>
                </a:cubicBezTo>
                <a:cubicBezTo>
                  <a:pt x="432798" y="88615"/>
                  <a:pt x="431870" y="85389"/>
                  <a:pt x="430013" y="80979"/>
                </a:cubicBezTo>
                <a:lnTo>
                  <a:pt x="424303" y="67401"/>
                </a:lnTo>
                <a:moveTo>
                  <a:pt x="422354" y="62249"/>
                </a:moveTo>
                <a:lnTo>
                  <a:pt x="406339" y="24146"/>
                </a:lnTo>
                <a:lnTo>
                  <a:pt x="389906" y="62249"/>
                </a:lnTo>
                <a:lnTo>
                  <a:pt x="422354" y="62249"/>
                </a:lnTo>
                <a:close/>
                <a:moveTo>
                  <a:pt x="478730" y="13856"/>
                </a:moveTo>
                <a:lnTo>
                  <a:pt x="501707" y="2646"/>
                </a:lnTo>
                <a:lnTo>
                  <a:pt x="504005" y="2646"/>
                </a:lnTo>
                <a:lnTo>
                  <a:pt x="504005" y="82372"/>
                </a:lnTo>
                <a:cubicBezTo>
                  <a:pt x="504005" y="87664"/>
                  <a:pt x="504226" y="90959"/>
                  <a:pt x="504667" y="92259"/>
                </a:cubicBezTo>
                <a:cubicBezTo>
                  <a:pt x="505108" y="93559"/>
                  <a:pt x="506024" y="94557"/>
                  <a:pt x="507417" y="95253"/>
                </a:cubicBezTo>
                <a:cubicBezTo>
                  <a:pt x="508810" y="95949"/>
                  <a:pt x="511641" y="96344"/>
                  <a:pt x="515912" y="96437"/>
                </a:cubicBezTo>
                <a:lnTo>
                  <a:pt x="515912" y="99013"/>
                </a:lnTo>
                <a:lnTo>
                  <a:pt x="480401" y="99013"/>
                </a:lnTo>
                <a:lnTo>
                  <a:pt x="480401" y="96437"/>
                </a:lnTo>
                <a:cubicBezTo>
                  <a:pt x="484857" y="96344"/>
                  <a:pt x="487735" y="95961"/>
                  <a:pt x="489035" y="95288"/>
                </a:cubicBezTo>
                <a:cubicBezTo>
                  <a:pt x="490335" y="94615"/>
                  <a:pt x="491240" y="93710"/>
                  <a:pt x="491750" y="92572"/>
                </a:cubicBezTo>
                <a:cubicBezTo>
                  <a:pt x="492261" y="91435"/>
                  <a:pt x="492516" y="88035"/>
                  <a:pt x="492516" y="82372"/>
                </a:cubicBezTo>
                <a:lnTo>
                  <a:pt x="492516" y="31403"/>
                </a:lnTo>
                <a:cubicBezTo>
                  <a:pt x="492516" y="24533"/>
                  <a:pt x="492284" y="20123"/>
                  <a:pt x="491820" y="18173"/>
                </a:cubicBezTo>
                <a:cubicBezTo>
                  <a:pt x="491495" y="16688"/>
                  <a:pt x="490903" y="15597"/>
                  <a:pt x="490045" y="14901"/>
                </a:cubicBezTo>
                <a:cubicBezTo>
                  <a:pt x="489186" y="14204"/>
                  <a:pt x="488153" y="13856"/>
                  <a:pt x="486946" y="13856"/>
                </a:cubicBezTo>
                <a:cubicBezTo>
                  <a:pt x="485228" y="13856"/>
                  <a:pt x="482838" y="14576"/>
                  <a:pt x="479774" y="16015"/>
                </a:cubicBezTo>
                <a:lnTo>
                  <a:pt x="478730" y="13856"/>
                </a:lnTo>
                <a:close/>
                <a:moveTo>
                  <a:pt x="547663" y="4596"/>
                </a:moveTo>
                <a:lnTo>
                  <a:pt x="598284" y="4596"/>
                </a:lnTo>
                <a:lnTo>
                  <a:pt x="598284" y="7241"/>
                </a:lnTo>
                <a:lnTo>
                  <a:pt x="566811" y="100963"/>
                </a:lnTo>
                <a:lnTo>
                  <a:pt x="559013" y="100963"/>
                </a:lnTo>
                <a:lnTo>
                  <a:pt x="587213" y="15945"/>
                </a:lnTo>
                <a:lnTo>
                  <a:pt x="561241" y="15945"/>
                </a:lnTo>
                <a:cubicBezTo>
                  <a:pt x="555995" y="15945"/>
                  <a:pt x="552258" y="16572"/>
                  <a:pt x="550030" y="17825"/>
                </a:cubicBezTo>
                <a:cubicBezTo>
                  <a:pt x="546131" y="19960"/>
                  <a:pt x="542998" y="23256"/>
                  <a:pt x="540630" y="27713"/>
                </a:cubicBezTo>
                <a:lnTo>
                  <a:pt x="538611" y="26947"/>
                </a:lnTo>
                <a:lnTo>
                  <a:pt x="547663" y="4596"/>
                </a:lnTo>
                <a:close/>
                <a:moveTo>
                  <a:pt x="669863" y="67401"/>
                </a:moveTo>
                <a:lnTo>
                  <a:pt x="633307" y="67401"/>
                </a:lnTo>
                <a:lnTo>
                  <a:pt x="626901" y="82302"/>
                </a:lnTo>
                <a:cubicBezTo>
                  <a:pt x="625323" y="85969"/>
                  <a:pt x="624534" y="88708"/>
                  <a:pt x="624534" y="90518"/>
                </a:cubicBezTo>
                <a:cubicBezTo>
                  <a:pt x="624534" y="91957"/>
                  <a:pt x="625219" y="93222"/>
                  <a:pt x="626588" y="94313"/>
                </a:cubicBezTo>
                <a:cubicBezTo>
                  <a:pt x="627957" y="95404"/>
                  <a:pt x="630917" y="96112"/>
                  <a:pt x="635466" y="96437"/>
                </a:cubicBezTo>
                <a:lnTo>
                  <a:pt x="635466" y="99013"/>
                </a:lnTo>
                <a:lnTo>
                  <a:pt x="605734" y="99013"/>
                </a:lnTo>
                <a:lnTo>
                  <a:pt x="605734" y="96437"/>
                </a:lnTo>
                <a:cubicBezTo>
                  <a:pt x="609680" y="95741"/>
                  <a:pt x="612233" y="94836"/>
                  <a:pt x="613393" y="93724"/>
                </a:cubicBezTo>
                <a:cubicBezTo>
                  <a:pt x="615761" y="91497"/>
                  <a:pt x="618383" y="86975"/>
                  <a:pt x="621261" y="80157"/>
                </a:cubicBezTo>
                <a:lnTo>
                  <a:pt x="654475" y="2507"/>
                </a:lnTo>
                <a:lnTo>
                  <a:pt x="656912" y="2507"/>
                </a:lnTo>
                <a:lnTo>
                  <a:pt x="689777" y="80990"/>
                </a:lnTo>
                <a:cubicBezTo>
                  <a:pt x="692423" y="87299"/>
                  <a:pt x="694825" y="91392"/>
                  <a:pt x="696983" y="93271"/>
                </a:cubicBezTo>
                <a:cubicBezTo>
                  <a:pt x="699142" y="95149"/>
                  <a:pt x="702148" y="96205"/>
                  <a:pt x="706000" y="96437"/>
                </a:cubicBezTo>
                <a:lnTo>
                  <a:pt x="706000" y="99013"/>
                </a:lnTo>
                <a:lnTo>
                  <a:pt x="668749" y="99013"/>
                </a:lnTo>
                <a:lnTo>
                  <a:pt x="668749" y="96437"/>
                </a:lnTo>
                <a:cubicBezTo>
                  <a:pt x="672509" y="96251"/>
                  <a:pt x="675050" y="95625"/>
                  <a:pt x="676373" y="94557"/>
                </a:cubicBezTo>
                <a:cubicBezTo>
                  <a:pt x="677696" y="93489"/>
                  <a:pt x="678358" y="92190"/>
                  <a:pt x="678358" y="90658"/>
                </a:cubicBezTo>
                <a:cubicBezTo>
                  <a:pt x="678358" y="88615"/>
                  <a:pt x="677429" y="85389"/>
                  <a:pt x="675572" y="80979"/>
                </a:cubicBezTo>
                <a:lnTo>
                  <a:pt x="669863" y="67401"/>
                </a:lnTo>
                <a:moveTo>
                  <a:pt x="667913" y="62249"/>
                </a:moveTo>
                <a:lnTo>
                  <a:pt x="651898" y="24146"/>
                </a:lnTo>
                <a:lnTo>
                  <a:pt x="635466" y="62249"/>
                </a:lnTo>
                <a:lnTo>
                  <a:pt x="667913" y="62249"/>
                </a:lnTo>
                <a:close/>
                <a:moveTo>
                  <a:pt x="772960" y="80770"/>
                </a:moveTo>
                <a:lnTo>
                  <a:pt x="766345" y="99013"/>
                </a:lnTo>
                <a:lnTo>
                  <a:pt x="710641" y="99013"/>
                </a:lnTo>
                <a:lnTo>
                  <a:pt x="710641" y="96433"/>
                </a:lnTo>
                <a:cubicBezTo>
                  <a:pt x="727027" y="81461"/>
                  <a:pt x="738563" y="69233"/>
                  <a:pt x="745247" y="59749"/>
                </a:cubicBezTo>
                <a:cubicBezTo>
                  <a:pt x="751932" y="50263"/>
                  <a:pt x="755274" y="41591"/>
                  <a:pt x="755274" y="33733"/>
                </a:cubicBezTo>
                <a:cubicBezTo>
                  <a:pt x="755274" y="27736"/>
                  <a:pt x="753440" y="22809"/>
                  <a:pt x="749773" y="18950"/>
                </a:cubicBezTo>
                <a:cubicBezTo>
                  <a:pt x="746106" y="15090"/>
                  <a:pt x="741719" y="13160"/>
                  <a:pt x="736613" y="13160"/>
                </a:cubicBezTo>
                <a:cubicBezTo>
                  <a:pt x="731971" y="13160"/>
                  <a:pt x="727805" y="14524"/>
                  <a:pt x="724115" y="17251"/>
                </a:cubicBezTo>
                <a:cubicBezTo>
                  <a:pt x="720424" y="19978"/>
                  <a:pt x="717697" y="23976"/>
                  <a:pt x="715933" y="29244"/>
                </a:cubicBezTo>
                <a:lnTo>
                  <a:pt x="713357" y="29244"/>
                </a:lnTo>
                <a:cubicBezTo>
                  <a:pt x="714517" y="20679"/>
                  <a:pt x="717500" y="14104"/>
                  <a:pt x="722304" y="9522"/>
                </a:cubicBezTo>
                <a:cubicBezTo>
                  <a:pt x="727109" y="4938"/>
                  <a:pt x="733108" y="2646"/>
                  <a:pt x="740303" y="2646"/>
                </a:cubicBezTo>
                <a:cubicBezTo>
                  <a:pt x="747963" y="2646"/>
                  <a:pt x="754357" y="5106"/>
                  <a:pt x="759486" y="10027"/>
                </a:cubicBezTo>
                <a:cubicBezTo>
                  <a:pt x="764616" y="14947"/>
                  <a:pt x="767180" y="20750"/>
                  <a:pt x="767180" y="27434"/>
                </a:cubicBezTo>
                <a:cubicBezTo>
                  <a:pt x="767180" y="32215"/>
                  <a:pt x="766066" y="36996"/>
                  <a:pt x="763838" y="41778"/>
                </a:cubicBezTo>
                <a:cubicBezTo>
                  <a:pt x="760403" y="49298"/>
                  <a:pt x="754833" y="57259"/>
                  <a:pt x="747127" y="65661"/>
                </a:cubicBezTo>
                <a:cubicBezTo>
                  <a:pt x="735569" y="78287"/>
                  <a:pt x="728350" y="85900"/>
                  <a:pt x="725472" y="88499"/>
                </a:cubicBezTo>
                <a:lnTo>
                  <a:pt x="750121" y="88499"/>
                </a:lnTo>
                <a:cubicBezTo>
                  <a:pt x="755135" y="88499"/>
                  <a:pt x="758651" y="88312"/>
                  <a:pt x="760670" y="87938"/>
                </a:cubicBezTo>
                <a:cubicBezTo>
                  <a:pt x="762689" y="87562"/>
                  <a:pt x="764511" y="86800"/>
                  <a:pt x="766136" y="85653"/>
                </a:cubicBezTo>
                <a:cubicBezTo>
                  <a:pt x="767761" y="84506"/>
                  <a:pt x="769177" y="82878"/>
                  <a:pt x="770383" y="80770"/>
                </a:cubicBezTo>
                <a:lnTo>
                  <a:pt x="772960" y="80770"/>
                </a:lnTo>
                <a:close/>
                <a:moveTo>
                  <a:pt x="799002" y="33422"/>
                </a:moveTo>
                <a:cubicBezTo>
                  <a:pt x="801137" y="33422"/>
                  <a:pt x="802959" y="34176"/>
                  <a:pt x="804468" y="35685"/>
                </a:cubicBezTo>
                <a:cubicBezTo>
                  <a:pt x="805976" y="37194"/>
                  <a:pt x="806731" y="39016"/>
                  <a:pt x="806731" y="41151"/>
                </a:cubicBezTo>
                <a:cubicBezTo>
                  <a:pt x="806731" y="43286"/>
                  <a:pt x="805976" y="45108"/>
                  <a:pt x="804468" y="46617"/>
                </a:cubicBezTo>
                <a:cubicBezTo>
                  <a:pt x="802959" y="48126"/>
                  <a:pt x="801137" y="48880"/>
                  <a:pt x="799002" y="48880"/>
                </a:cubicBezTo>
                <a:cubicBezTo>
                  <a:pt x="796866" y="48880"/>
                  <a:pt x="795044" y="48126"/>
                  <a:pt x="793536" y="46617"/>
                </a:cubicBezTo>
                <a:cubicBezTo>
                  <a:pt x="792027" y="45108"/>
                  <a:pt x="791273" y="43286"/>
                  <a:pt x="791273" y="41151"/>
                </a:cubicBezTo>
                <a:cubicBezTo>
                  <a:pt x="791273" y="39016"/>
                  <a:pt x="792027" y="37194"/>
                  <a:pt x="793536" y="35685"/>
                </a:cubicBezTo>
                <a:cubicBezTo>
                  <a:pt x="795044" y="34176"/>
                  <a:pt x="796866" y="33422"/>
                  <a:pt x="799002" y="33422"/>
                </a:cubicBezTo>
                <a:moveTo>
                  <a:pt x="798862" y="85435"/>
                </a:moveTo>
                <a:cubicBezTo>
                  <a:pt x="801044" y="85435"/>
                  <a:pt x="802889" y="86201"/>
                  <a:pt x="804398" y="87733"/>
                </a:cubicBezTo>
                <a:cubicBezTo>
                  <a:pt x="805907" y="89265"/>
                  <a:pt x="806661" y="91099"/>
                  <a:pt x="806661" y="93234"/>
                </a:cubicBezTo>
                <a:cubicBezTo>
                  <a:pt x="806661" y="95369"/>
                  <a:pt x="805895" y="97191"/>
                  <a:pt x="804363" y="98700"/>
                </a:cubicBezTo>
                <a:cubicBezTo>
                  <a:pt x="802831" y="100209"/>
                  <a:pt x="800998" y="100963"/>
                  <a:pt x="798862" y="100963"/>
                </a:cubicBezTo>
                <a:cubicBezTo>
                  <a:pt x="796727" y="100963"/>
                  <a:pt x="794905" y="100209"/>
                  <a:pt x="793397" y="98700"/>
                </a:cubicBezTo>
                <a:cubicBezTo>
                  <a:pt x="791888" y="97191"/>
                  <a:pt x="791134" y="95369"/>
                  <a:pt x="791134" y="93234"/>
                </a:cubicBezTo>
                <a:cubicBezTo>
                  <a:pt x="791134" y="91099"/>
                  <a:pt x="791888" y="89265"/>
                  <a:pt x="793397" y="87733"/>
                </a:cubicBezTo>
                <a:cubicBezTo>
                  <a:pt x="794905" y="86201"/>
                  <a:pt x="796727" y="85435"/>
                  <a:pt x="798862" y="8543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41EBE9-6949-4963-991E-06740D6A4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4616" y="2664629"/>
            <a:ext cx="2094457" cy="1729040"/>
          </a:xfrm>
          <a:custGeom xmlns:a="http://schemas.openxmlformats.org/drawingml/2006/main">
            <a:pathLst>
              <a:path w="2094457" h="1729040" fill="none">
                <a:moveTo>
                  <a:pt x="0" y="1688934"/>
                </a:moveTo>
                <a:lnTo>
                  <a:pt x="0" y="40107"/>
                </a:lnTo>
                <a:cubicBezTo>
                  <a:pt x="0" y="34788"/>
                  <a:pt x="1017" y="29672"/>
                  <a:pt x="3052" y="24758"/>
                </a:cubicBezTo>
                <a:cubicBezTo>
                  <a:pt x="5088" y="19845"/>
                  <a:pt x="7986" y="15508"/>
                  <a:pt x="11747" y="11747"/>
                </a:cubicBezTo>
                <a:cubicBezTo>
                  <a:pt x="15507" y="7986"/>
                  <a:pt x="19845" y="5088"/>
                  <a:pt x="24759" y="3053"/>
                </a:cubicBezTo>
                <a:cubicBezTo>
                  <a:pt x="29672" y="1018"/>
                  <a:pt x="34789" y="0"/>
                  <a:pt x="40107" y="0"/>
                </a:cubicBezTo>
                <a:lnTo>
                  <a:pt x="2054350" y="0"/>
                </a:lnTo>
                <a:cubicBezTo>
                  <a:pt x="2059668" y="0"/>
                  <a:pt x="2064784" y="1018"/>
                  <a:pt x="2069697" y="3053"/>
                </a:cubicBezTo>
                <a:cubicBezTo>
                  <a:pt x="2074611" y="5088"/>
                  <a:pt x="2078949" y="7986"/>
                  <a:pt x="2082710" y="11747"/>
                </a:cubicBezTo>
                <a:cubicBezTo>
                  <a:pt x="2086470" y="15508"/>
                  <a:pt x="2089367" y="19845"/>
                  <a:pt x="2091403" y="24758"/>
                </a:cubicBezTo>
                <a:cubicBezTo>
                  <a:pt x="2093438" y="29672"/>
                  <a:pt x="2094456" y="34788"/>
                  <a:pt x="2094457" y="40107"/>
                </a:cubicBezTo>
                <a:lnTo>
                  <a:pt x="2094457" y="1688934"/>
                </a:lnTo>
                <a:cubicBezTo>
                  <a:pt x="2094456" y="1694252"/>
                  <a:pt x="2093438" y="1699368"/>
                  <a:pt x="2091403" y="1704281"/>
                </a:cubicBezTo>
                <a:cubicBezTo>
                  <a:pt x="2089367" y="1709195"/>
                  <a:pt x="2086470" y="1713533"/>
                  <a:pt x="2082710" y="1717293"/>
                </a:cubicBezTo>
                <a:cubicBezTo>
                  <a:pt x="2078949" y="1721054"/>
                  <a:pt x="2074611" y="1723952"/>
                  <a:pt x="2069697" y="1725987"/>
                </a:cubicBezTo>
                <a:cubicBezTo>
                  <a:pt x="2064784" y="1728022"/>
                  <a:pt x="2059668" y="1729040"/>
                  <a:pt x="2054350" y="1729040"/>
                </a:cubicBezTo>
                <a:lnTo>
                  <a:pt x="40107" y="1729040"/>
                </a:lnTo>
                <a:cubicBezTo>
                  <a:pt x="34789" y="1729040"/>
                  <a:pt x="29672" y="1728022"/>
                  <a:pt x="24759" y="1725987"/>
                </a:cubicBezTo>
                <a:cubicBezTo>
                  <a:pt x="19845" y="1723952"/>
                  <a:pt x="15507" y="1721054"/>
                  <a:pt x="11747" y="1717293"/>
                </a:cubicBezTo>
                <a:cubicBezTo>
                  <a:pt x="7986" y="1713533"/>
                  <a:pt x="5088" y="1709196"/>
                  <a:pt x="3052" y="1704282"/>
                </a:cubicBezTo>
                <a:cubicBezTo>
                  <a:pt x="1017" y="1699368"/>
                  <a:pt x="0" y="1694252"/>
                  <a:pt x="0" y="168893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8913" cap="flat">
            <a:solidFill>
              <a:srgbClr val="CCCCCC"/>
            </a:solidFill>
            <a:miter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38D85A-C603-4AFD-B465-928D269C4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8199" y="2758211"/>
            <a:ext cx="1907292" cy="169339"/>
          </a:xfrm>
          <a:custGeom xmlns:a="http://schemas.openxmlformats.org/drawingml/2006/main">
            <a:pathLst>
              <a:path w="1907292" h="169339">
                <a:moveTo>
                  <a:pt x="0" y="0"/>
                </a:moveTo>
                <a:lnTo>
                  <a:pt x="1907292" y="0"/>
                </a:lnTo>
                <a:lnTo>
                  <a:pt x="1907292" y="169339"/>
                </a:lnTo>
                <a:lnTo>
                  <a:pt x="0" y="16933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724CFC-0C76-4170-8C13-D5BE2C6AD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8199" y="2927550"/>
            <a:ext cx="1907292" cy="169339"/>
          </a:xfrm>
          <a:custGeom xmlns:a="http://schemas.openxmlformats.org/drawingml/2006/main">
            <a:pathLst>
              <a:path w="1907292" h="169339">
                <a:moveTo>
                  <a:pt x="0" y="0"/>
                </a:moveTo>
                <a:lnTo>
                  <a:pt x="1907292" y="0"/>
                </a:lnTo>
                <a:lnTo>
                  <a:pt x="1907292" y="169339"/>
                </a:lnTo>
                <a:lnTo>
                  <a:pt x="0" y="16933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BC068C-D511-43DD-8A7C-5C7FE3AD0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8199" y="3096889"/>
            <a:ext cx="1907292" cy="178252"/>
          </a:xfrm>
          <a:custGeom xmlns:a="http://schemas.openxmlformats.org/drawingml/2006/main">
            <a:pathLst>
              <a:path w="1907292" h="178252">
                <a:moveTo>
                  <a:pt x="0" y="0"/>
                </a:moveTo>
                <a:lnTo>
                  <a:pt x="1907292" y="0"/>
                </a:lnTo>
                <a:lnTo>
                  <a:pt x="1907292" y="178252"/>
                </a:lnTo>
                <a:lnTo>
                  <a:pt x="0" y="17825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24E426-10AD-46A6-8F17-B39A45C60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8199" y="3275140"/>
            <a:ext cx="1907292" cy="169339"/>
          </a:xfrm>
          <a:custGeom xmlns:a="http://schemas.openxmlformats.org/drawingml/2006/main">
            <a:pathLst>
              <a:path w="1907292" h="169339">
                <a:moveTo>
                  <a:pt x="0" y="0"/>
                </a:moveTo>
                <a:lnTo>
                  <a:pt x="1907292" y="0"/>
                </a:lnTo>
                <a:lnTo>
                  <a:pt x="1907292" y="169339"/>
                </a:lnTo>
                <a:lnTo>
                  <a:pt x="0" y="16933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B5549D-F236-4162-A676-1D952B0D9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8199" y="3444479"/>
            <a:ext cx="1907292" cy="169339"/>
          </a:xfrm>
          <a:custGeom xmlns:a="http://schemas.openxmlformats.org/drawingml/2006/main">
            <a:pathLst>
              <a:path w="1907292" h="169339">
                <a:moveTo>
                  <a:pt x="0" y="0"/>
                </a:moveTo>
                <a:lnTo>
                  <a:pt x="1907292" y="0"/>
                </a:lnTo>
                <a:lnTo>
                  <a:pt x="1907292" y="169339"/>
                </a:lnTo>
                <a:lnTo>
                  <a:pt x="0" y="16933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FA2021-EA9A-47BE-884D-0F8AF290E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8199" y="3613818"/>
            <a:ext cx="1907292" cy="169339"/>
          </a:xfrm>
          <a:custGeom xmlns:a="http://schemas.openxmlformats.org/drawingml/2006/main">
            <a:pathLst>
              <a:path w="1907292" h="169339">
                <a:moveTo>
                  <a:pt x="0" y="0"/>
                </a:moveTo>
                <a:lnTo>
                  <a:pt x="1907292" y="0"/>
                </a:lnTo>
                <a:lnTo>
                  <a:pt x="1907292" y="169339"/>
                </a:lnTo>
                <a:lnTo>
                  <a:pt x="0" y="16933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469A64-9F5B-4503-AFF8-BDEF5C915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8199" y="4130748"/>
            <a:ext cx="1907292" cy="169339"/>
          </a:xfrm>
          <a:custGeom xmlns:a="http://schemas.openxmlformats.org/drawingml/2006/main">
            <a:pathLst>
              <a:path w="1907292" h="169339">
                <a:moveTo>
                  <a:pt x="0" y="0"/>
                </a:moveTo>
                <a:lnTo>
                  <a:pt x="1907292" y="0"/>
                </a:lnTo>
                <a:lnTo>
                  <a:pt x="1907292" y="169339"/>
                </a:lnTo>
                <a:lnTo>
                  <a:pt x="0" y="16933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Text loc_9BB08:">
            <a:extLst xmlns:a="http://schemas.openxmlformats.org/drawingml/2006/main">
              <a:ext uri="{FF2B5EF4-FFF2-40B4-BE49-F238E27FC236}">
                <a16:creationId xmlns:a16="http://schemas.microsoft.com/office/drawing/2014/main" id="{FE85770D-034F-4232-AE88-50D632CB7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193" y="2795532"/>
            <a:ext cx="682069" cy="127144"/>
          </a:xfrm>
          <a:custGeom xmlns:a="http://schemas.openxmlformats.org/drawingml/2006/main">
            <a:pathLst>
              <a:path w="682069" h="127144">
                <a:moveTo>
                  <a:pt x="27295" y="1950"/>
                </a:moveTo>
                <a:lnTo>
                  <a:pt x="27295" y="82859"/>
                </a:lnTo>
                <a:cubicBezTo>
                  <a:pt x="27295" y="87455"/>
                  <a:pt x="27829" y="90391"/>
                  <a:pt x="28896" y="91667"/>
                </a:cubicBezTo>
                <a:cubicBezTo>
                  <a:pt x="29964" y="92944"/>
                  <a:pt x="32053" y="93675"/>
                  <a:pt x="35163" y="93861"/>
                </a:cubicBezTo>
                <a:lnTo>
                  <a:pt x="35163" y="96367"/>
                </a:lnTo>
                <a:lnTo>
                  <a:pt x="0" y="96367"/>
                </a:lnTo>
                <a:lnTo>
                  <a:pt x="0" y="93861"/>
                </a:lnTo>
                <a:cubicBezTo>
                  <a:pt x="2878" y="93768"/>
                  <a:pt x="5013" y="92932"/>
                  <a:pt x="6406" y="91354"/>
                </a:cubicBezTo>
                <a:cubicBezTo>
                  <a:pt x="7334" y="90286"/>
                  <a:pt x="7799" y="87455"/>
                  <a:pt x="7799" y="82859"/>
                </a:cubicBezTo>
                <a:lnTo>
                  <a:pt x="7799" y="15458"/>
                </a:lnTo>
                <a:cubicBezTo>
                  <a:pt x="7799" y="10880"/>
                  <a:pt x="7265" y="7949"/>
                  <a:pt x="6197" y="6665"/>
                </a:cubicBezTo>
                <a:cubicBezTo>
                  <a:pt x="5129" y="5380"/>
                  <a:pt x="3064" y="4643"/>
                  <a:pt x="0" y="4456"/>
                </a:cubicBezTo>
                <a:lnTo>
                  <a:pt x="0" y="1950"/>
                </a:lnTo>
                <a:lnTo>
                  <a:pt x="27295" y="1950"/>
                </a:lnTo>
                <a:close/>
                <a:moveTo>
                  <a:pt x="72160" y="29244"/>
                </a:moveTo>
                <a:cubicBezTo>
                  <a:pt x="77823" y="29244"/>
                  <a:pt x="83092" y="30708"/>
                  <a:pt x="87966" y="33635"/>
                </a:cubicBezTo>
                <a:cubicBezTo>
                  <a:pt x="92840" y="36563"/>
                  <a:pt x="96542" y="40722"/>
                  <a:pt x="99072" y="46112"/>
                </a:cubicBezTo>
                <a:cubicBezTo>
                  <a:pt x="101602" y="51503"/>
                  <a:pt x="102867" y="57404"/>
                  <a:pt x="102867" y="63815"/>
                </a:cubicBezTo>
                <a:cubicBezTo>
                  <a:pt x="102867" y="73062"/>
                  <a:pt x="100522" y="80799"/>
                  <a:pt x="95834" y="87026"/>
                </a:cubicBezTo>
                <a:cubicBezTo>
                  <a:pt x="90171" y="94553"/>
                  <a:pt x="82349" y="98317"/>
                  <a:pt x="72369" y="98317"/>
                </a:cubicBezTo>
                <a:cubicBezTo>
                  <a:pt x="62574" y="98317"/>
                  <a:pt x="55031" y="94878"/>
                  <a:pt x="49739" y="88001"/>
                </a:cubicBezTo>
                <a:cubicBezTo>
                  <a:pt x="44447" y="81123"/>
                  <a:pt x="41801" y="73155"/>
                  <a:pt x="41801" y="64094"/>
                </a:cubicBezTo>
                <a:cubicBezTo>
                  <a:pt x="41801" y="54755"/>
                  <a:pt x="44505" y="46612"/>
                  <a:pt x="49913" y="39665"/>
                </a:cubicBezTo>
                <a:cubicBezTo>
                  <a:pt x="55321" y="32718"/>
                  <a:pt x="62737" y="29244"/>
                  <a:pt x="72160" y="29244"/>
                </a:cubicBezTo>
                <a:moveTo>
                  <a:pt x="72438" y="34118"/>
                </a:moveTo>
                <a:cubicBezTo>
                  <a:pt x="70071" y="34118"/>
                  <a:pt x="68040" y="35014"/>
                  <a:pt x="66346" y="36804"/>
                </a:cubicBezTo>
                <a:cubicBezTo>
                  <a:pt x="64652" y="38592"/>
                  <a:pt x="63537" y="42124"/>
                  <a:pt x="63004" y="47398"/>
                </a:cubicBezTo>
                <a:cubicBezTo>
                  <a:pt x="62470" y="52673"/>
                  <a:pt x="62203" y="60004"/>
                  <a:pt x="62203" y="69392"/>
                </a:cubicBezTo>
                <a:cubicBezTo>
                  <a:pt x="62203" y="74365"/>
                  <a:pt x="62528" y="79013"/>
                  <a:pt x="63178" y="83336"/>
                </a:cubicBezTo>
                <a:cubicBezTo>
                  <a:pt x="63688" y="86634"/>
                  <a:pt x="64779" y="89144"/>
                  <a:pt x="66450" y="90864"/>
                </a:cubicBezTo>
                <a:cubicBezTo>
                  <a:pt x="68121" y="92583"/>
                  <a:pt x="70025" y="93443"/>
                  <a:pt x="72160" y="93443"/>
                </a:cubicBezTo>
                <a:cubicBezTo>
                  <a:pt x="74249" y="93443"/>
                  <a:pt x="75990" y="92862"/>
                  <a:pt x="77382" y="91700"/>
                </a:cubicBezTo>
                <a:cubicBezTo>
                  <a:pt x="79193" y="90120"/>
                  <a:pt x="80399" y="87912"/>
                  <a:pt x="81003" y="85076"/>
                </a:cubicBezTo>
                <a:cubicBezTo>
                  <a:pt x="81931" y="80662"/>
                  <a:pt x="82395" y="71739"/>
                  <a:pt x="82395" y="58308"/>
                </a:cubicBezTo>
                <a:cubicBezTo>
                  <a:pt x="82395" y="50408"/>
                  <a:pt x="81955" y="44983"/>
                  <a:pt x="81073" y="42032"/>
                </a:cubicBezTo>
                <a:cubicBezTo>
                  <a:pt x="80191" y="39080"/>
                  <a:pt x="78891" y="36930"/>
                  <a:pt x="77173" y="35583"/>
                </a:cubicBezTo>
                <a:cubicBezTo>
                  <a:pt x="75966" y="34607"/>
                  <a:pt x="74388" y="34118"/>
                  <a:pt x="72438" y="34118"/>
                </a:cubicBezTo>
                <a:close/>
                <a:moveTo>
                  <a:pt x="165881" y="79532"/>
                </a:moveTo>
                <a:lnTo>
                  <a:pt x="168040" y="81201"/>
                </a:lnTo>
                <a:cubicBezTo>
                  <a:pt x="164976" y="86976"/>
                  <a:pt x="161158" y="91273"/>
                  <a:pt x="156586" y="94091"/>
                </a:cubicBezTo>
                <a:cubicBezTo>
                  <a:pt x="152013" y="96908"/>
                  <a:pt x="147151" y="98317"/>
                  <a:pt x="141998" y="98317"/>
                </a:cubicBezTo>
                <a:cubicBezTo>
                  <a:pt x="133318" y="98317"/>
                  <a:pt x="126378" y="95041"/>
                  <a:pt x="121179" y="88490"/>
                </a:cubicBezTo>
                <a:cubicBezTo>
                  <a:pt x="115980" y="81938"/>
                  <a:pt x="113381" y="74062"/>
                  <a:pt x="113381" y="64862"/>
                </a:cubicBezTo>
                <a:cubicBezTo>
                  <a:pt x="113381" y="55986"/>
                  <a:pt x="115748" y="48179"/>
                  <a:pt x="120483" y="41443"/>
                </a:cubicBezTo>
                <a:cubicBezTo>
                  <a:pt x="126192" y="33310"/>
                  <a:pt x="134061" y="29244"/>
                  <a:pt x="144087" y="29244"/>
                </a:cubicBezTo>
                <a:cubicBezTo>
                  <a:pt x="150818" y="29244"/>
                  <a:pt x="156168" y="30944"/>
                  <a:pt x="160137" y="34343"/>
                </a:cubicBezTo>
                <a:cubicBezTo>
                  <a:pt x="164106" y="37740"/>
                  <a:pt x="166090" y="41533"/>
                  <a:pt x="166090" y="45723"/>
                </a:cubicBezTo>
                <a:cubicBezTo>
                  <a:pt x="166090" y="48376"/>
                  <a:pt x="165289" y="50494"/>
                  <a:pt x="163688" y="52076"/>
                </a:cubicBezTo>
                <a:cubicBezTo>
                  <a:pt x="162086" y="53659"/>
                  <a:pt x="159986" y="54450"/>
                  <a:pt x="157386" y="54450"/>
                </a:cubicBezTo>
                <a:cubicBezTo>
                  <a:pt x="154648" y="54450"/>
                  <a:pt x="152385" y="53542"/>
                  <a:pt x="150598" y="51726"/>
                </a:cubicBezTo>
                <a:cubicBezTo>
                  <a:pt x="148810" y="49908"/>
                  <a:pt x="147708" y="46671"/>
                  <a:pt x="147290" y="42013"/>
                </a:cubicBezTo>
                <a:cubicBezTo>
                  <a:pt x="147012" y="39078"/>
                  <a:pt x="146339" y="37028"/>
                  <a:pt x="145271" y="35864"/>
                </a:cubicBezTo>
                <a:cubicBezTo>
                  <a:pt x="144203" y="34700"/>
                  <a:pt x="142950" y="34118"/>
                  <a:pt x="141511" y="34118"/>
                </a:cubicBezTo>
                <a:cubicBezTo>
                  <a:pt x="139283" y="34118"/>
                  <a:pt x="137380" y="35302"/>
                  <a:pt x="135801" y="37670"/>
                </a:cubicBezTo>
                <a:cubicBezTo>
                  <a:pt x="133387" y="41244"/>
                  <a:pt x="132181" y="46721"/>
                  <a:pt x="132181" y="54102"/>
                </a:cubicBezTo>
                <a:cubicBezTo>
                  <a:pt x="132181" y="60230"/>
                  <a:pt x="133155" y="66090"/>
                  <a:pt x="135105" y="71684"/>
                </a:cubicBezTo>
                <a:cubicBezTo>
                  <a:pt x="137055" y="77277"/>
                  <a:pt x="139724" y="81443"/>
                  <a:pt x="143112" y="84182"/>
                </a:cubicBezTo>
                <a:cubicBezTo>
                  <a:pt x="145666" y="86178"/>
                  <a:pt x="148683" y="87176"/>
                  <a:pt x="152164" y="87176"/>
                </a:cubicBezTo>
                <a:cubicBezTo>
                  <a:pt x="154439" y="87176"/>
                  <a:pt x="156597" y="86644"/>
                  <a:pt x="158640" y="85579"/>
                </a:cubicBezTo>
                <a:cubicBezTo>
                  <a:pt x="160682" y="84513"/>
                  <a:pt x="163096" y="82497"/>
                  <a:pt x="165881" y="79532"/>
                </a:cubicBezTo>
                <a:close/>
                <a:moveTo>
                  <a:pt x="169941" y="118092"/>
                </a:moveTo>
                <a:lnTo>
                  <a:pt x="243888" y="118092"/>
                </a:lnTo>
                <a:lnTo>
                  <a:pt x="243888" y="127144"/>
                </a:lnTo>
                <a:lnTo>
                  <a:pt x="169941" y="127144"/>
                </a:lnTo>
                <a:lnTo>
                  <a:pt x="169941" y="118092"/>
                </a:lnTo>
                <a:close/>
                <a:moveTo>
                  <a:pt x="246952" y="98317"/>
                </a:moveTo>
                <a:lnTo>
                  <a:pt x="246952" y="96367"/>
                </a:lnTo>
                <a:cubicBezTo>
                  <a:pt x="254658" y="94602"/>
                  <a:pt x="261191" y="92000"/>
                  <a:pt x="266553" y="88562"/>
                </a:cubicBezTo>
                <a:cubicBezTo>
                  <a:pt x="271914" y="85124"/>
                  <a:pt x="276161" y="80873"/>
                  <a:pt x="279295" y="75809"/>
                </a:cubicBezTo>
                <a:cubicBezTo>
                  <a:pt x="282428" y="70745"/>
                  <a:pt x="284621" y="64914"/>
                  <a:pt x="285875" y="58317"/>
                </a:cubicBezTo>
                <a:cubicBezTo>
                  <a:pt x="282997" y="59788"/>
                  <a:pt x="280548" y="60811"/>
                  <a:pt x="278529" y="61387"/>
                </a:cubicBezTo>
                <a:cubicBezTo>
                  <a:pt x="276510" y="61962"/>
                  <a:pt x="274386" y="62249"/>
                  <a:pt x="272158" y="62249"/>
                </a:cubicBezTo>
                <a:cubicBezTo>
                  <a:pt x="265009" y="62249"/>
                  <a:pt x="259056" y="59675"/>
                  <a:pt x="254298" y="54529"/>
                </a:cubicBezTo>
                <a:cubicBezTo>
                  <a:pt x="249540" y="49382"/>
                  <a:pt x="247161" y="42334"/>
                  <a:pt x="247161" y="33385"/>
                </a:cubicBezTo>
                <a:cubicBezTo>
                  <a:pt x="247161" y="27172"/>
                  <a:pt x="248449" y="21481"/>
                  <a:pt x="251025" y="16311"/>
                </a:cubicBezTo>
                <a:cubicBezTo>
                  <a:pt x="253601" y="11141"/>
                  <a:pt x="257280" y="7130"/>
                  <a:pt x="262061" y="4278"/>
                </a:cubicBezTo>
                <a:cubicBezTo>
                  <a:pt x="266843" y="1426"/>
                  <a:pt x="271810" y="0"/>
                  <a:pt x="276962" y="0"/>
                </a:cubicBezTo>
                <a:cubicBezTo>
                  <a:pt x="282486" y="0"/>
                  <a:pt x="287708" y="1578"/>
                  <a:pt x="292629" y="4735"/>
                </a:cubicBezTo>
                <a:cubicBezTo>
                  <a:pt x="297549" y="7891"/>
                  <a:pt x="301472" y="12464"/>
                  <a:pt x="304396" y="18452"/>
                </a:cubicBezTo>
                <a:cubicBezTo>
                  <a:pt x="307321" y="24440"/>
                  <a:pt x="308783" y="31264"/>
                  <a:pt x="308783" y="38923"/>
                </a:cubicBezTo>
                <a:cubicBezTo>
                  <a:pt x="308783" y="48857"/>
                  <a:pt x="306404" y="58373"/>
                  <a:pt x="301646" y="67471"/>
                </a:cubicBezTo>
                <a:cubicBezTo>
                  <a:pt x="296888" y="76569"/>
                  <a:pt x="289797" y="83869"/>
                  <a:pt x="280374" y="89370"/>
                </a:cubicBezTo>
                <a:cubicBezTo>
                  <a:pt x="270951" y="94870"/>
                  <a:pt x="259810" y="97853"/>
                  <a:pt x="246952" y="98317"/>
                </a:cubicBezTo>
                <a:moveTo>
                  <a:pt x="286919" y="52501"/>
                </a:moveTo>
                <a:cubicBezTo>
                  <a:pt x="287383" y="47302"/>
                  <a:pt x="287616" y="42729"/>
                  <a:pt x="287616" y="38784"/>
                </a:cubicBezTo>
                <a:cubicBezTo>
                  <a:pt x="287616" y="30335"/>
                  <a:pt x="286641" y="22467"/>
                  <a:pt x="284691" y="15179"/>
                </a:cubicBezTo>
                <a:cubicBezTo>
                  <a:pt x="283577" y="11141"/>
                  <a:pt x="281929" y="8170"/>
                  <a:pt x="279747" y="6267"/>
                </a:cubicBezTo>
                <a:cubicBezTo>
                  <a:pt x="278587" y="5245"/>
                  <a:pt x="277078" y="4735"/>
                  <a:pt x="275221" y="4735"/>
                </a:cubicBezTo>
                <a:cubicBezTo>
                  <a:pt x="272900" y="4735"/>
                  <a:pt x="271090" y="5733"/>
                  <a:pt x="269790" y="7729"/>
                </a:cubicBezTo>
                <a:cubicBezTo>
                  <a:pt x="267980" y="10468"/>
                  <a:pt x="267075" y="15690"/>
                  <a:pt x="267075" y="23396"/>
                </a:cubicBezTo>
                <a:cubicBezTo>
                  <a:pt x="267075" y="36254"/>
                  <a:pt x="268607" y="45120"/>
                  <a:pt x="271670" y="49994"/>
                </a:cubicBezTo>
                <a:cubicBezTo>
                  <a:pt x="273666" y="53151"/>
                  <a:pt x="276359" y="54729"/>
                  <a:pt x="279747" y="54729"/>
                </a:cubicBezTo>
                <a:cubicBezTo>
                  <a:pt x="281558" y="54729"/>
                  <a:pt x="283948" y="53986"/>
                  <a:pt x="286919" y="52501"/>
                </a:cubicBezTo>
                <a:close/>
                <a:moveTo>
                  <a:pt x="377299" y="46304"/>
                </a:moveTo>
                <a:cubicBezTo>
                  <a:pt x="386258" y="48393"/>
                  <a:pt x="392547" y="50922"/>
                  <a:pt x="396168" y="53893"/>
                </a:cubicBezTo>
                <a:cubicBezTo>
                  <a:pt x="401367" y="58117"/>
                  <a:pt x="403967" y="63595"/>
                  <a:pt x="403967" y="70326"/>
                </a:cubicBezTo>
                <a:cubicBezTo>
                  <a:pt x="403967" y="77428"/>
                  <a:pt x="401112" y="83300"/>
                  <a:pt x="395402" y="87942"/>
                </a:cubicBezTo>
                <a:cubicBezTo>
                  <a:pt x="388393" y="93559"/>
                  <a:pt x="378204" y="96367"/>
                  <a:pt x="364835" y="96367"/>
                </a:cubicBezTo>
                <a:lnTo>
                  <a:pt x="316860" y="96367"/>
                </a:lnTo>
                <a:lnTo>
                  <a:pt x="316860" y="93861"/>
                </a:lnTo>
                <a:cubicBezTo>
                  <a:pt x="321224" y="93861"/>
                  <a:pt x="324183" y="93452"/>
                  <a:pt x="325738" y="92636"/>
                </a:cubicBezTo>
                <a:cubicBezTo>
                  <a:pt x="327293" y="91819"/>
                  <a:pt x="328384" y="90758"/>
                  <a:pt x="329011" y="89452"/>
                </a:cubicBezTo>
                <a:cubicBezTo>
                  <a:pt x="329637" y="88147"/>
                  <a:pt x="329951" y="84928"/>
                  <a:pt x="329951" y="79795"/>
                </a:cubicBezTo>
                <a:lnTo>
                  <a:pt x="329951" y="18521"/>
                </a:lnTo>
                <a:cubicBezTo>
                  <a:pt x="329951" y="13389"/>
                  <a:pt x="329637" y="10159"/>
                  <a:pt x="329011" y="8830"/>
                </a:cubicBezTo>
                <a:cubicBezTo>
                  <a:pt x="328384" y="7500"/>
                  <a:pt x="327281" y="6439"/>
                  <a:pt x="325703" y="5647"/>
                </a:cubicBezTo>
                <a:cubicBezTo>
                  <a:pt x="324125" y="4853"/>
                  <a:pt x="321177" y="4456"/>
                  <a:pt x="316860" y="4456"/>
                </a:cubicBezTo>
                <a:lnTo>
                  <a:pt x="316860" y="1950"/>
                </a:lnTo>
                <a:lnTo>
                  <a:pt x="362119" y="1950"/>
                </a:lnTo>
                <a:cubicBezTo>
                  <a:pt x="372935" y="1950"/>
                  <a:pt x="380594" y="2913"/>
                  <a:pt x="385097" y="4839"/>
                </a:cubicBezTo>
                <a:cubicBezTo>
                  <a:pt x="389600" y="6766"/>
                  <a:pt x="393151" y="9644"/>
                  <a:pt x="395750" y="13473"/>
                </a:cubicBezTo>
                <a:cubicBezTo>
                  <a:pt x="398350" y="17303"/>
                  <a:pt x="399650" y="21376"/>
                  <a:pt x="399650" y="25693"/>
                </a:cubicBezTo>
                <a:cubicBezTo>
                  <a:pt x="399650" y="30242"/>
                  <a:pt x="398002" y="34293"/>
                  <a:pt x="394706" y="37844"/>
                </a:cubicBezTo>
                <a:cubicBezTo>
                  <a:pt x="391410" y="41395"/>
                  <a:pt x="385608" y="44215"/>
                  <a:pt x="377299" y="46304"/>
                </a:cubicBezTo>
                <a:moveTo>
                  <a:pt x="351953" y="44424"/>
                </a:moveTo>
                <a:cubicBezTo>
                  <a:pt x="358545" y="44424"/>
                  <a:pt x="363408" y="43681"/>
                  <a:pt x="366541" y="42196"/>
                </a:cubicBezTo>
                <a:cubicBezTo>
                  <a:pt x="369674" y="40710"/>
                  <a:pt x="372076" y="38621"/>
                  <a:pt x="373748" y="35929"/>
                </a:cubicBezTo>
                <a:cubicBezTo>
                  <a:pt x="375419" y="33236"/>
                  <a:pt x="376254" y="29801"/>
                  <a:pt x="376254" y="25624"/>
                </a:cubicBezTo>
                <a:cubicBezTo>
                  <a:pt x="376254" y="21446"/>
                  <a:pt x="375430" y="18022"/>
                  <a:pt x="373782" y="15353"/>
                </a:cubicBezTo>
                <a:cubicBezTo>
                  <a:pt x="372134" y="12684"/>
                  <a:pt x="369779" y="10653"/>
                  <a:pt x="366715" y="9261"/>
                </a:cubicBezTo>
                <a:cubicBezTo>
                  <a:pt x="363651" y="7868"/>
                  <a:pt x="358731" y="7195"/>
                  <a:pt x="351953" y="7241"/>
                </a:cubicBezTo>
                <a:lnTo>
                  <a:pt x="351953" y="44424"/>
                </a:lnTo>
                <a:moveTo>
                  <a:pt x="351953" y="49855"/>
                </a:moveTo>
                <a:lnTo>
                  <a:pt x="351953" y="80144"/>
                </a:lnTo>
                <a:lnTo>
                  <a:pt x="351884" y="83582"/>
                </a:lnTo>
                <a:cubicBezTo>
                  <a:pt x="351884" y="86056"/>
                  <a:pt x="352522" y="87924"/>
                  <a:pt x="353799" y="89185"/>
                </a:cubicBezTo>
                <a:cubicBezTo>
                  <a:pt x="355075" y="90445"/>
                  <a:pt x="356967" y="91075"/>
                  <a:pt x="359473" y="91075"/>
                </a:cubicBezTo>
                <a:cubicBezTo>
                  <a:pt x="363187" y="91075"/>
                  <a:pt x="366610" y="90254"/>
                  <a:pt x="369744" y="88612"/>
                </a:cubicBezTo>
                <a:cubicBezTo>
                  <a:pt x="372877" y="86970"/>
                  <a:pt x="375279" y="84588"/>
                  <a:pt x="376950" y="81464"/>
                </a:cubicBezTo>
                <a:cubicBezTo>
                  <a:pt x="378622" y="78341"/>
                  <a:pt x="379457" y="74860"/>
                  <a:pt x="379457" y="71020"/>
                </a:cubicBezTo>
                <a:cubicBezTo>
                  <a:pt x="379457" y="66626"/>
                  <a:pt x="378436" y="62683"/>
                  <a:pt x="376393" y="59189"/>
                </a:cubicBezTo>
                <a:cubicBezTo>
                  <a:pt x="374351" y="55696"/>
                  <a:pt x="371543" y="53256"/>
                  <a:pt x="367968" y="51867"/>
                </a:cubicBezTo>
                <a:cubicBezTo>
                  <a:pt x="364394" y="50479"/>
                  <a:pt x="359056" y="49808"/>
                  <a:pt x="351953" y="49855"/>
                </a:cubicBezTo>
                <a:close/>
                <a:moveTo>
                  <a:pt x="472413" y="46304"/>
                </a:moveTo>
                <a:cubicBezTo>
                  <a:pt x="481372" y="48393"/>
                  <a:pt x="487662" y="50922"/>
                  <a:pt x="491283" y="53893"/>
                </a:cubicBezTo>
                <a:cubicBezTo>
                  <a:pt x="496482" y="58117"/>
                  <a:pt x="499081" y="63595"/>
                  <a:pt x="499081" y="70326"/>
                </a:cubicBezTo>
                <a:cubicBezTo>
                  <a:pt x="499081" y="77428"/>
                  <a:pt x="496227" y="83300"/>
                  <a:pt x="490517" y="87942"/>
                </a:cubicBezTo>
                <a:cubicBezTo>
                  <a:pt x="483508" y="93559"/>
                  <a:pt x="473319" y="96367"/>
                  <a:pt x="459950" y="96367"/>
                </a:cubicBezTo>
                <a:lnTo>
                  <a:pt x="411975" y="96367"/>
                </a:lnTo>
                <a:lnTo>
                  <a:pt x="411975" y="93861"/>
                </a:lnTo>
                <a:cubicBezTo>
                  <a:pt x="416338" y="93861"/>
                  <a:pt x="419298" y="93452"/>
                  <a:pt x="420853" y="92636"/>
                </a:cubicBezTo>
                <a:cubicBezTo>
                  <a:pt x="422408" y="91819"/>
                  <a:pt x="423499" y="90758"/>
                  <a:pt x="424125" y="89452"/>
                </a:cubicBezTo>
                <a:cubicBezTo>
                  <a:pt x="424752" y="88147"/>
                  <a:pt x="425065" y="84928"/>
                  <a:pt x="425065" y="79795"/>
                </a:cubicBezTo>
                <a:lnTo>
                  <a:pt x="425065" y="18521"/>
                </a:lnTo>
                <a:cubicBezTo>
                  <a:pt x="425065" y="13389"/>
                  <a:pt x="424752" y="10159"/>
                  <a:pt x="424125" y="8830"/>
                </a:cubicBezTo>
                <a:cubicBezTo>
                  <a:pt x="423499" y="7500"/>
                  <a:pt x="422396" y="6439"/>
                  <a:pt x="420818" y="5647"/>
                </a:cubicBezTo>
                <a:cubicBezTo>
                  <a:pt x="419240" y="4853"/>
                  <a:pt x="416292" y="4456"/>
                  <a:pt x="411975" y="4456"/>
                </a:cubicBezTo>
                <a:lnTo>
                  <a:pt x="411975" y="1950"/>
                </a:lnTo>
                <a:lnTo>
                  <a:pt x="457234" y="1950"/>
                </a:lnTo>
                <a:cubicBezTo>
                  <a:pt x="468050" y="1950"/>
                  <a:pt x="475709" y="2913"/>
                  <a:pt x="480212" y="4839"/>
                </a:cubicBezTo>
                <a:cubicBezTo>
                  <a:pt x="484715" y="6766"/>
                  <a:pt x="488266" y="9644"/>
                  <a:pt x="490865" y="13473"/>
                </a:cubicBezTo>
                <a:cubicBezTo>
                  <a:pt x="493465" y="17303"/>
                  <a:pt x="494764" y="21376"/>
                  <a:pt x="494764" y="25693"/>
                </a:cubicBezTo>
                <a:cubicBezTo>
                  <a:pt x="494764" y="30242"/>
                  <a:pt x="493117" y="34293"/>
                  <a:pt x="489821" y="37844"/>
                </a:cubicBezTo>
                <a:cubicBezTo>
                  <a:pt x="486525" y="41395"/>
                  <a:pt x="480722" y="44215"/>
                  <a:pt x="472413" y="46304"/>
                </a:cubicBezTo>
                <a:moveTo>
                  <a:pt x="447068" y="44424"/>
                </a:moveTo>
                <a:cubicBezTo>
                  <a:pt x="453660" y="44424"/>
                  <a:pt x="458522" y="43681"/>
                  <a:pt x="461656" y="42196"/>
                </a:cubicBezTo>
                <a:cubicBezTo>
                  <a:pt x="464789" y="40710"/>
                  <a:pt x="467191" y="38621"/>
                  <a:pt x="468862" y="35929"/>
                </a:cubicBezTo>
                <a:cubicBezTo>
                  <a:pt x="470533" y="33236"/>
                  <a:pt x="471369" y="29801"/>
                  <a:pt x="471369" y="25624"/>
                </a:cubicBezTo>
                <a:cubicBezTo>
                  <a:pt x="471369" y="21446"/>
                  <a:pt x="470545" y="18022"/>
                  <a:pt x="468897" y="15353"/>
                </a:cubicBezTo>
                <a:cubicBezTo>
                  <a:pt x="467249" y="12684"/>
                  <a:pt x="464893" y="10653"/>
                  <a:pt x="461830" y="9261"/>
                </a:cubicBezTo>
                <a:cubicBezTo>
                  <a:pt x="458766" y="7868"/>
                  <a:pt x="453845" y="7195"/>
                  <a:pt x="447068" y="7241"/>
                </a:cubicBezTo>
                <a:lnTo>
                  <a:pt x="447068" y="44424"/>
                </a:lnTo>
                <a:moveTo>
                  <a:pt x="447068" y="49855"/>
                </a:moveTo>
                <a:lnTo>
                  <a:pt x="447068" y="80144"/>
                </a:lnTo>
                <a:lnTo>
                  <a:pt x="446999" y="83582"/>
                </a:lnTo>
                <a:cubicBezTo>
                  <a:pt x="446999" y="86056"/>
                  <a:pt x="447637" y="87924"/>
                  <a:pt x="448913" y="89185"/>
                </a:cubicBezTo>
                <a:cubicBezTo>
                  <a:pt x="450190" y="90445"/>
                  <a:pt x="452082" y="91075"/>
                  <a:pt x="454588" y="91075"/>
                </a:cubicBezTo>
                <a:cubicBezTo>
                  <a:pt x="458302" y="91075"/>
                  <a:pt x="461725" y="90254"/>
                  <a:pt x="464859" y="88612"/>
                </a:cubicBezTo>
                <a:cubicBezTo>
                  <a:pt x="467992" y="86970"/>
                  <a:pt x="470394" y="84588"/>
                  <a:pt x="472065" y="81464"/>
                </a:cubicBezTo>
                <a:cubicBezTo>
                  <a:pt x="473736" y="78341"/>
                  <a:pt x="474572" y="74860"/>
                  <a:pt x="474572" y="71020"/>
                </a:cubicBezTo>
                <a:cubicBezTo>
                  <a:pt x="474572" y="66626"/>
                  <a:pt x="473551" y="62683"/>
                  <a:pt x="471508" y="59189"/>
                </a:cubicBezTo>
                <a:cubicBezTo>
                  <a:pt x="469466" y="55696"/>
                  <a:pt x="466657" y="53256"/>
                  <a:pt x="463083" y="51867"/>
                </a:cubicBezTo>
                <a:cubicBezTo>
                  <a:pt x="459509" y="50479"/>
                  <a:pt x="454170" y="49808"/>
                  <a:pt x="447068" y="49855"/>
                </a:cubicBezTo>
                <a:close/>
                <a:moveTo>
                  <a:pt x="570174" y="49158"/>
                </a:moveTo>
                <a:cubicBezTo>
                  <a:pt x="570174" y="58582"/>
                  <a:pt x="568851" y="67378"/>
                  <a:pt x="566205" y="75548"/>
                </a:cubicBezTo>
                <a:cubicBezTo>
                  <a:pt x="564627" y="80561"/>
                  <a:pt x="562503" y="84670"/>
                  <a:pt x="559834" y="87872"/>
                </a:cubicBezTo>
                <a:cubicBezTo>
                  <a:pt x="557165" y="91075"/>
                  <a:pt x="554136" y="93617"/>
                  <a:pt x="550748" y="95497"/>
                </a:cubicBezTo>
                <a:cubicBezTo>
                  <a:pt x="547359" y="97377"/>
                  <a:pt x="543669" y="98317"/>
                  <a:pt x="539677" y="98317"/>
                </a:cubicBezTo>
                <a:cubicBezTo>
                  <a:pt x="535127" y="98317"/>
                  <a:pt x="531019" y="97156"/>
                  <a:pt x="527352" y="94835"/>
                </a:cubicBezTo>
                <a:cubicBezTo>
                  <a:pt x="523685" y="92514"/>
                  <a:pt x="520436" y="89195"/>
                  <a:pt x="517604" y="84878"/>
                </a:cubicBezTo>
                <a:cubicBezTo>
                  <a:pt x="515562" y="81722"/>
                  <a:pt x="513774" y="77521"/>
                  <a:pt x="512243" y="72275"/>
                </a:cubicBezTo>
                <a:cubicBezTo>
                  <a:pt x="510246" y="65173"/>
                  <a:pt x="509248" y="57839"/>
                  <a:pt x="509248" y="50273"/>
                </a:cubicBezTo>
                <a:cubicBezTo>
                  <a:pt x="509248" y="40014"/>
                  <a:pt x="510687" y="30591"/>
                  <a:pt x="513565" y="22003"/>
                </a:cubicBezTo>
                <a:cubicBezTo>
                  <a:pt x="515933" y="14901"/>
                  <a:pt x="519530" y="9458"/>
                  <a:pt x="524358" y="5675"/>
                </a:cubicBezTo>
                <a:cubicBezTo>
                  <a:pt x="529186" y="1892"/>
                  <a:pt x="534292" y="0"/>
                  <a:pt x="539677" y="0"/>
                </a:cubicBezTo>
                <a:cubicBezTo>
                  <a:pt x="545154" y="0"/>
                  <a:pt x="550272" y="1868"/>
                  <a:pt x="555030" y="5605"/>
                </a:cubicBezTo>
                <a:cubicBezTo>
                  <a:pt x="559788" y="9342"/>
                  <a:pt x="563281" y="14367"/>
                  <a:pt x="565509" y="20680"/>
                </a:cubicBezTo>
                <a:cubicBezTo>
                  <a:pt x="568619" y="29360"/>
                  <a:pt x="570174" y="38853"/>
                  <a:pt x="570174" y="49158"/>
                </a:cubicBezTo>
                <a:moveTo>
                  <a:pt x="548728" y="49019"/>
                </a:moveTo>
                <a:cubicBezTo>
                  <a:pt x="548728" y="32520"/>
                  <a:pt x="548636" y="22903"/>
                  <a:pt x="548450" y="20169"/>
                </a:cubicBezTo>
                <a:cubicBezTo>
                  <a:pt x="547986" y="13726"/>
                  <a:pt x="546872" y="9370"/>
                  <a:pt x="545108" y="7098"/>
                </a:cubicBezTo>
                <a:cubicBezTo>
                  <a:pt x="543947" y="5615"/>
                  <a:pt x="542067" y="4874"/>
                  <a:pt x="539468" y="4874"/>
                </a:cubicBezTo>
                <a:cubicBezTo>
                  <a:pt x="537472" y="4874"/>
                  <a:pt x="535893" y="5430"/>
                  <a:pt x="534733" y="6543"/>
                </a:cubicBezTo>
                <a:cubicBezTo>
                  <a:pt x="533015" y="8165"/>
                  <a:pt x="531855" y="11027"/>
                  <a:pt x="531251" y="15129"/>
                </a:cubicBezTo>
                <a:cubicBezTo>
                  <a:pt x="530648" y="19230"/>
                  <a:pt x="530346" y="33539"/>
                  <a:pt x="530346" y="58056"/>
                </a:cubicBezTo>
                <a:cubicBezTo>
                  <a:pt x="530346" y="71404"/>
                  <a:pt x="530810" y="80350"/>
                  <a:pt x="531739" y="84891"/>
                </a:cubicBezTo>
                <a:cubicBezTo>
                  <a:pt x="532435" y="88181"/>
                  <a:pt x="533433" y="90383"/>
                  <a:pt x="534733" y="91495"/>
                </a:cubicBezTo>
                <a:cubicBezTo>
                  <a:pt x="536033" y="92608"/>
                  <a:pt x="537750" y="93164"/>
                  <a:pt x="539885" y="93164"/>
                </a:cubicBezTo>
                <a:cubicBezTo>
                  <a:pt x="542206" y="93164"/>
                  <a:pt x="543947" y="92423"/>
                  <a:pt x="545108" y="90941"/>
                </a:cubicBezTo>
                <a:cubicBezTo>
                  <a:pt x="547057" y="88344"/>
                  <a:pt x="548171" y="84334"/>
                  <a:pt x="548450" y="78912"/>
                </a:cubicBezTo>
                <a:lnTo>
                  <a:pt x="548728" y="49019"/>
                </a:lnTo>
                <a:close/>
                <a:moveTo>
                  <a:pt x="623998" y="42992"/>
                </a:moveTo>
                <a:cubicBezTo>
                  <a:pt x="630636" y="47869"/>
                  <a:pt x="635243" y="52409"/>
                  <a:pt x="637819" y="56613"/>
                </a:cubicBezTo>
                <a:cubicBezTo>
                  <a:pt x="640396" y="60817"/>
                  <a:pt x="641684" y="65637"/>
                  <a:pt x="641684" y="71072"/>
                </a:cubicBezTo>
                <a:cubicBezTo>
                  <a:pt x="641684" y="78691"/>
                  <a:pt x="638817" y="85137"/>
                  <a:pt x="633085" y="90410"/>
                </a:cubicBezTo>
                <a:cubicBezTo>
                  <a:pt x="627352" y="95681"/>
                  <a:pt x="619565" y="98317"/>
                  <a:pt x="609724" y="98317"/>
                </a:cubicBezTo>
                <a:cubicBezTo>
                  <a:pt x="600394" y="98317"/>
                  <a:pt x="593175" y="96015"/>
                  <a:pt x="588069" y="91413"/>
                </a:cubicBezTo>
                <a:cubicBezTo>
                  <a:pt x="582963" y="86808"/>
                  <a:pt x="580410" y="81182"/>
                  <a:pt x="580410" y="74534"/>
                </a:cubicBezTo>
                <a:cubicBezTo>
                  <a:pt x="580410" y="69466"/>
                  <a:pt x="581884" y="65025"/>
                  <a:pt x="584831" y="61213"/>
                </a:cubicBezTo>
                <a:cubicBezTo>
                  <a:pt x="587779" y="57399"/>
                  <a:pt x="592688" y="53911"/>
                  <a:pt x="599558" y="50749"/>
                </a:cubicBezTo>
                <a:cubicBezTo>
                  <a:pt x="592084" y="45067"/>
                  <a:pt x="587292" y="40414"/>
                  <a:pt x="585179" y="36791"/>
                </a:cubicBezTo>
                <a:cubicBezTo>
                  <a:pt x="583067" y="33167"/>
                  <a:pt x="582011" y="28963"/>
                  <a:pt x="582011" y="24179"/>
                </a:cubicBezTo>
                <a:cubicBezTo>
                  <a:pt x="582011" y="17861"/>
                  <a:pt x="584692" y="12299"/>
                  <a:pt x="590054" y="7492"/>
                </a:cubicBezTo>
                <a:cubicBezTo>
                  <a:pt x="595415" y="2683"/>
                  <a:pt x="602761" y="279"/>
                  <a:pt x="612091" y="279"/>
                </a:cubicBezTo>
                <a:cubicBezTo>
                  <a:pt x="621097" y="279"/>
                  <a:pt x="628025" y="2404"/>
                  <a:pt x="632876" y="6654"/>
                </a:cubicBezTo>
                <a:cubicBezTo>
                  <a:pt x="637727" y="10904"/>
                  <a:pt x="640152" y="16002"/>
                  <a:pt x="640152" y="21949"/>
                </a:cubicBezTo>
                <a:cubicBezTo>
                  <a:pt x="640152" y="26408"/>
                  <a:pt x="638841" y="30345"/>
                  <a:pt x="636218" y="33759"/>
                </a:cubicBezTo>
                <a:cubicBezTo>
                  <a:pt x="633595" y="37174"/>
                  <a:pt x="629522" y="40252"/>
                  <a:pt x="623998" y="42992"/>
                </a:cubicBezTo>
                <a:moveTo>
                  <a:pt x="618706" y="39489"/>
                </a:moveTo>
                <a:cubicBezTo>
                  <a:pt x="620424" y="37172"/>
                  <a:pt x="621700" y="34578"/>
                  <a:pt x="622536" y="31705"/>
                </a:cubicBezTo>
                <a:cubicBezTo>
                  <a:pt x="623371" y="28832"/>
                  <a:pt x="623789" y="25680"/>
                  <a:pt x="623789" y="22251"/>
                </a:cubicBezTo>
                <a:cubicBezTo>
                  <a:pt x="623789" y="16227"/>
                  <a:pt x="622489" y="11616"/>
                  <a:pt x="619890" y="8419"/>
                </a:cubicBezTo>
                <a:cubicBezTo>
                  <a:pt x="617940" y="5963"/>
                  <a:pt x="615248" y="4735"/>
                  <a:pt x="611813" y="4735"/>
                </a:cubicBezTo>
                <a:cubicBezTo>
                  <a:pt x="608703" y="4735"/>
                  <a:pt x="606057" y="5856"/>
                  <a:pt x="603875" y="8099"/>
                </a:cubicBezTo>
                <a:cubicBezTo>
                  <a:pt x="601693" y="10341"/>
                  <a:pt x="600602" y="13127"/>
                  <a:pt x="600602" y="16454"/>
                </a:cubicBezTo>
                <a:cubicBezTo>
                  <a:pt x="600602" y="19830"/>
                  <a:pt x="601821" y="23332"/>
                  <a:pt x="604258" y="26962"/>
                </a:cubicBezTo>
                <a:cubicBezTo>
                  <a:pt x="606695" y="30591"/>
                  <a:pt x="611511" y="34767"/>
                  <a:pt x="618706" y="39489"/>
                </a:cubicBezTo>
                <a:moveTo>
                  <a:pt x="604780" y="54067"/>
                </a:moveTo>
                <a:cubicBezTo>
                  <a:pt x="603341" y="55370"/>
                  <a:pt x="602320" y="56557"/>
                  <a:pt x="601716" y="57627"/>
                </a:cubicBezTo>
                <a:cubicBezTo>
                  <a:pt x="600788" y="59256"/>
                  <a:pt x="599953" y="61630"/>
                  <a:pt x="599210" y="64749"/>
                </a:cubicBezTo>
                <a:cubicBezTo>
                  <a:pt x="598467" y="67868"/>
                  <a:pt x="598096" y="71126"/>
                  <a:pt x="598096" y="74523"/>
                </a:cubicBezTo>
                <a:cubicBezTo>
                  <a:pt x="598096" y="78898"/>
                  <a:pt x="598653" y="82563"/>
                  <a:pt x="599767" y="85518"/>
                </a:cubicBezTo>
                <a:cubicBezTo>
                  <a:pt x="600881" y="88473"/>
                  <a:pt x="602471" y="90603"/>
                  <a:pt x="604536" y="91907"/>
                </a:cubicBezTo>
                <a:cubicBezTo>
                  <a:pt x="606602" y="93209"/>
                  <a:pt x="608726" y="93861"/>
                  <a:pt x="610908" y="93861"/>
                </a:cubicBezTo>
                <a:cubicBezTo>
                  <a:pt x="614296" y="93861"/>
                  <a:pt x="617151" y="92617"/>
                  <a:pt x="619472" y="90129"/>
                </a:cubicBezTo>
                <a:cubicBezTo>
                  <a:pt x="621793" y="87640"/>
                  <a:pt x="622953" y="84232"/>
                  <a:pt x="622953" y="79906"/>
                </a:cubicBezTo>
                <a:cubicBezTo>
                  <a:pt x="622953" y="70882"/>
                  <a:pt x="616896" y="62269"/>
                  <a:pt x="604780" y="54067"/>
                </a:cubicBezTo>
                <a:close/>
                <a:moveTo>
                  <a:pt x="670510" y="29384"/>
                </a:moveTo>
                <a:cubicBezTo>
                  <a:pt x="673713" y="29384"/>
                  <a:pt x="676441" y="30509"/>
                  <a:pt x="678692" y="32761"/>
                </a:cubicBezTo>
                <a:cubicBezTo>
                  <a:pt x="680943" y="35012"/>
                  <a:pt x="682069" y="37739"/>
                  <a:pt x="682069" y="40942"/>
                </a:cubicBezTo>
                <a:cubicBezTo>
                  <a:pt x="682069" y="44145"/>
                  <a:pt x="680943" y="46872"/>
                  <a:pt x="678692" y="49124"/>
                </a:cubicBezTo>
                <a:cubicBezTo>
                  <a:pt x="676441" y="51375"/>
                  <a:pt x="673713" y="52501"/>
                  <a:pt x="670510" y="52501"/>
                </a:cubicBezTo>
                <a:cubicBezTo>
                  <a:pt x="667307" y="52501"/>
                  <a:pt x="664580" y="51375"/>
                  <a:pt x="662329" y="49124"/>
                </a:cubicBezTo>
                <a:cubicBezTo>
                  <a:pt x="660078" y="46872"/>
                  <a:pt x="658952" y="44145"/>
                  <a:pt x="658952" y="40942"/>
                </a:cubicBezTo>
                <a:cubicBezTo>
                  <a:pt x="658952" y="37739"/>
                  <a:pt x="660078" y="35012"/>
                  <a:pt x="662329" y="32761"/>
                </a:cubicBezTo>
                <a:cubicBezTo>
                  <a:pt x="664580" y="30509"/>
                  <a:pt x="667307" y="29384"/>
                  <a:pt x="670510" y="29384"/>
                </a:cubicBezTo>
                <a:moveTo>
                  <a:pt x="670441" y="74921"/>
                </a:moveTo>
                <a:cubicBezTo>
                  <a:pt x="673690" y="74921"/>
                  <a:pt x="676441" y="76062"/>
                  <a:pt x="678692" y="78344"/>
                </a:cubicBezTo>
                <a:cubicBezTo>
                  <a:pt x="680943" y="80624"/>
                  <a:pt x="682069" y="83371"/>
                  <a:pt x="682069" y="86584"/>
                </a:cubicBezTo>
                <a:cubicBezTo>
                  <a:pt x="682069" y="89797"/>
                  <a:pt x="680932" y="92533"/>
                  <a:pt x="678657" y="94792"/>
                </a:cubicBezTo>
                <a:cubicBezTo>
                  <a:pt x="676383" y="97049"/>
                  <a:pt x="673644" y="98178"/>
                  <a:pt x="670441" y="98178"/>
                </a:cubicBezTo>
                <a:cubicBezTo>
                  <a:pt x="667238" y="98178"/>
                  <a:pt x="664511" y="97049"/>
                  <a:pt x="662259" y="94792"/>
                </a:cubicBezTo>
                <a:cubicBezTo>
                  <a:pt x="660008" y="92533"/>
                  <a:pt x="658882" y="89797"/>
                  <a:pt x="658882" y="86584"/>
                </a:cubicBezTo>
                <a:cubicBezTo>
                  <a:pt x="658882" y="83371"/>
                  <a:pt x="660008" y="80624"/>
                  <a:pt x="662259" y="78344"/>
                </a:cubicBezTo>
                <a:cubicBezTo>
                  <a:pt x="664511" y="76062"/>
                  <a:pt x="667238" y="74921"/>
                  <a:pt x="670441" y="7492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Text BL">
            <a:extLst xmlns:a="http://schemas.openxmlformats.org/drawingml/2006/main">
              <a:ext uri="{FF2B5EF4-FFF2-40B4-BE49-F238E27FC236}">
                <a16:creationId xmlns:a16="http://schemas.microsoft.com/office/drawing/2014/main" id="{F082B9D8-7E55-4ECC-88A3-FC47A81A5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1867" y="2966821"/>
            <a:ext cx="176790" cy="94418"/>
          </a:xfrm>
          <a:custGeom xmlns:a="http://schemas.openxmlformats.org/drawingml/2006/main">
            <a:pathLst>
              <a:path w="176790" h="94418">
                <a:moveTo>
                  <a:pt x="63502" y="46275"/>
                </a:moveTo>
                <a:cubicBezTo>
                  <a:pt x="70047" y="47666"/>
                  <a:pt x="74945" y="49892"/>
                  <a:pt x="78194" y="52953"/>
                </a:cubicBezTo>
                <a:cubicBezTo>
                  <a:pt x="82697" y="57221"/>
                  <a:pt x="84948" y="62439"/>
                  <a:pt x="84948" y="68607"/>
                </a:cubicBezTo>
                <a:cubicBezTo>
                  <a:pt x="84948" y="73291"/>
                  <a:pt x="83463" y="77778"/>
                  <a:pt x="80492" y="82069"/>
                </a:cubicBezTo>
                <a:cubicBezTo>
                  <a:pt x="77521" y="86359"/>
                  <a:pt x="73448" y="89489"/>
                  <a:pt x="68272" y="91461"/>
                </a:cubicBezTo>
                <a:cubicBezTo>
                  <a:pt x="63096" y="93432"/>
                  <a:pt x="55193" y="94418"/>
                  <a:pt x="44563" y="94418"/>
                </a:cubicBezTo>
                <a:lnTo>
                  <a:pt x="0" y="94418"/>
                </a:lnTo>
                <a:lnTo>
                  <a:pt x="0" y="91841"/>
                </a:lnTo>
                <a:lnTo>
                  <a:pt x="3551" y="91841"/>
                </a:lnTo>
                <a:cubicBezTo>
                  <a:pt x="7497" y="91841"/>
                  <a:pt x="10328" y="90588"/>
                  <a:pt x="12046" y="88081"/>
                </a:cubicBezTo>
                <a:cubicBezTo>
                  <a:pt x="13114" y="86457"/>
                  <a:pt x="13647" y="82998"/>
                  <a:pt x="13647" y="77707"/>
                </a:cubicBezTo>
                <a:lnTo>
                  <a:pt x="13647" y="16711"/>
                </a:lnTo>
                <a:cubicBezTo>
                  <a:pt x="13647" y="10862"/>
                  <a:pt x="12974" y="7172"/>
                  <a:pt x="11628" y="5640"/>
                </a:cubicBezTo>
                <a:cubicBezTo>
                  <a:pt x="9818" y="3598"/>
                  <a:pt x="7125" y="2576"/>
                  <a:pt x="3551" y="2576"/>
                </a:cubicBezTo>
                <a:lnTo>
                  <a:pt x="0" y="2576"/>
                </a:lnTo>
                <a:lnTo>
                  <a:pt x="0" y="0"/>
                </a:lnTo>
                <a:lnTo>
                  <a:pt x="40803" y="0"/>
                </a:lnTo>
                <a:cubicBezTo>
                  <a:pt x="48416" y="0"/>
                  <a:pt x="54520" y="558"/>
                  <a:pt x="59115" y="1673"/>
                </a:cubicBezTo>
                <a:cubicBezTo>
                  <a:pt x="66078" y="3346"/>
                  <a:pt x="71393" y="6308"/>
                  <a:pt x="75061" y="10560"/>
                </a:cubicBezTo>
                <a:cubicBezTo>
                  <a:pt x="78728" y="14810"/>
                  <a:pt x="80561" y="19699"/>
                  <a:pt x="80561" y="25228"/>
                </a:cubicBezTo>
                <a:cubicBezTo>
                  <a:pt x="80561" y="29967"/>
                  <a:pt x="79122" y="34207"/>
                  <a:pt x="76244" y="37948"/>
                </a:cubicBezTo>
                <a:cubicBezTo>
                  <a:pt x="73366" y="41688"/>
                  <a:pt x="69119" y="44464"/>
                  <a:pt x="63502" y="46275"/>
                </a:cubicBezTo>
                <a:moveTo>
                  <a:pt x="27016" y="42474"/>
                </a:moveTo>
                <a:cubicBezTo>
                  <a:pt x="28734" y="42799"/>
                  <a:pt x="30695" y="43043"/>
                  <a:pt x="32900" y="43205"/>
                </a:cubicBezTo>
                <a:cubicBezTo>
                  <a:pt x="35105" y="43368"/>
                  <a:pt x="37530" y="43449"/>
                  <a:pt x="40176" y="43449"/>
                </a:cubicBezTo>
                <a:cubicBezTo>
                  <a:pt x="46954" y="43449"/>
                  <a:pt x="52048" y="42716"/>
                  <a:pt x="55460" y="41251"/>
                </a:cubicBezTo>
                <a:cubicBezTo>
                  <a:pt x="58872" y="39786"/>
                  <a:pt x="61483" y="37543"/>
                  <a:pt x="63293" y="34521"/>
                </a:cubicBezTo>
                <a:cubicBezTo>
                  <a:pt x="65104" y="31498"/>
                  <a:pt x="66009" y="28196"/>
                  <a:pt x="66009" y="24614"/>
                </a:cubicBezTo>
                <a:cubicBezTo>
                  <a:pt x="66009" y="19081"/>
                  <a:pt x="63757" y="14362"/>
                  <a:pt x="59255" y="10455"/>
                </a:cubicBezTo>
                <a:cubicBezTo>
                  <a:pt x="54752" y="6549"/>
                  <a:pt x="48184" y="4596"/>
                  <a:pt x="39550" y="4596"/>
                </a:cubicBezTo>
                <a:cubicBezTo>
                  <a:pt x="34908" y="4596"/>
                  <a:pt x="30730" y="5129"/>
                  <a:pt x="27016" y="6197"/>
                </a:cubicBezTo>
                <a:lnTo>
                  <a:pt x="27016" y="42474"/>
                </a:lnTo>
                <a:moveTo>
                  <a:pt x="27016" y="87664"/>
                </a:moveTo>
                <a:cubicBezTo>
                  <a:pt x="32401" y="88917"/>
                  <a:pt x="37716" y="89544"/>
                  <a:pt x="42961" y="89544"/>
                </a:cubicBezTo>
                <a:cubicBezTo>
                  <a:pt x="51363" y="89544"/>
                  <a:pt x="57769" y="87652"/>
                  <a:pt x="62179" y="83869"/>
                </a:cubicBezTo>
                <a:cubicBezTo>
                  <a:pt x="66589" y="80086"/>
                  <a:pt x="68794" y="75409"/>
                  <a:pt x="68794" y="69838"/>
                </a:cubicBezTo>
                <a:cubicBezTo>
                  <a:pt x="68794" y="66171"/>
                  <a:pt x="67796" y="62643"/>
                  <a:pt x="65800" y="59255"/>
                </a:cubicBezTo>
                <a:cubicBezTo>
                  <a:pt x="63804" y="55866"/>
                  <a:pt x="60554" y="53197"/>
                  <a:pt x="56052" y="51247"/>
                </a:cubicBezTo>
                <a:cubicBezTo>
                  <a:pt x="51549" y="49298"/>
                  <a:pt x="45979" y="48323"/>
                  <a:pt x="39341" y="48323"/>
                </a:cubicBezTo>
                <a:cubicBezTo>
                  <a:pt x="36463" y="48323"/>
                  <a:pt x="34002" y="48369"/>
                  <a:pt x="31960" y="48462"/>
                </a:cubicBezTo>
                <a:cubicBezTo>
                  <a:pt x="29917" y="48555"/>
                  <a:pt x="28270" y="48717"/>
                  <a:pt x="27016" y="48950"/>
                </a:cubicBezTo>
                <a:lnTo>
                  <a:pt x="27016" y="87664"/>
                </a:lnTo>
                <a:close/>
                <a:moveTo>
                  <a:pt x="174492" y="68237"/>
                </a:moveTo>
                <a:lnTo>
                  <a:pt x="176790" y="68727"/>
                </a:lnTo>
                <a:lnTo>
                  <a:pt x="168713" y="94418"/>
                </a:lnTo>
                <a:lnTo>
                  <a:pt x="95602" y="94418"/>
                </a:lnTo>
                <a:lnTo>
                  <a:pt x="95602" y="91841"/>
                </a:lnTo>
                <a:lnTo>
                  <a:pt x="99153" y="91841"/>
                </a:lnTo>
                <a:cubicBezTo>
                  <a:pt x="103145" y="91841"/>
                  <a:pt x="106000" y="90542"/>
                  <a:pt x="107717" y="87942"/>
                </a:cubicBezTo>
                <a:cubicBezTo>
                  <a:pt x="108692" y="86457"/>
                  <a:pt x="109180" y="83022"/>
                  <a:pt x="109180" y="77637"/>
                </a:cubicBezTo>
                <a:lnTo>
                  <a:pt x="109180" y="16711"/>
                </a:lnTo>
                <a:cubicBezTo>
                  <a:pt x="109180" y="10816"/>
                  <a:pt x="108530" y="7125"/>
                  <a:pt x="107230" y="5640"/>
                </a:cubicBezTo>
                <a:cubicBezTo>
                  <a:pt x="105420" y="3598"/>
                  <a:pt x="102727" y="2576"/>
                  <a:pt x="99153" y="2576"/>
                </a:cubicBezTo>
                <a:lnTo>
                  <a:pt x="95602" y="2576"/>
                </a:lnTo>
                <a:lnTo>
                  <a:pt x="95602" y="0"/>
                </a:lnTo>
                <a:lnTo>
                  <a:pt x="138354" y="0"/>
                </a:lnTo>
                <a:lnTo>
                  <a:pt x="138354" y="2576"/>
                </a:lnTo>
                <a:cubicBezTo>
                  <a:pt x="133341" y="2530"/>
                  <a:pt x="129825" y="2995"/>
                  <a:pt x="127806" y="3971"/>
                </a:cubicBezTo>
                <a:cubicBezTo>
                  <a:pt x="125786" y="4946"/>
                  <a:pt x="124405" y="6177"/>
                  <a:pt x="123663" y="7664"/>
                </a:cubicBezTo>
                <a:cubicBezTo>
                  <a:pt x="122920" y="9150"/>
                  <a:pt x="122548" y="12704"/>
                  <a:pt x="122548" y="18326"/>
                </a:cubicBezTo>
                <a:lnTo>
                  <a:pt x="122548" y="77698"/>
                </a:lnTo>
                <a:cubicBezTo>
                  <a:pt x="122548" y="81554"/>
                  <a:pt x="122920" y="84202"/>
                  <a:pt x="123663" y="85642"/>
                </a:cubicBezTo>
                <a:cubicBezTo>
                  <a:pt x="124220" y="86617"/>
                  <a:pt x="125078" y="87337"/>
                  <a:pt x="126239" y="87803"/>
                </a:cubicBezTo>
                <a:cubicBezTo>
                  <a:pt x="127399" y="88267"/>
                  <a:pt x="131020" y="88499"/>
                  <a:pt x="137101" y="88499"/>
                </a:cubicBezTo>
                <a:lnTo>
                  <a:pt x="143994" y="88499"/>
                </a:lnTo>
                <a:cubicBezTo>
                  <a:pt x="151236" y="88499"/>
                  <a:pt x="156319" y="87962"/>
                  <a:pt x="159243" y="86887"/>
                </a:cubicBezTo>
                <a:cubicBezTo>
                  <a:pt x="162168" y="85812"/>
                  <a:pt x="164837" y="83907"/>
                  <a:pt x="167251" y="81173"/>
                </a:cubicBezTo>
                <a:cubicBezTo>
                  <a:pt x="169664" y="78438"/>
                  <a:pt x="172078" y="74126"/>
                  <a:pt x="174492" y="6823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Text EVP_MD_CTX_cleanup">
            <a:extLst xmlns:a="http://schemas.openxmlformats.org/drawingml/2006/main">
              <a:ext uri="{FF2B5EF4-FFF2-40B4-BE49-F238E27FC236}">
                <a16:creationId xmlns:a16="http://schemas.microsoft.com/office/drawing/2014/main" id="{DB8000BF-4172-445B-916A-1E7A785BD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3254" y="2962225"/>
            <a:ext cx="1433902" cy="129789"/>
          </a:xfrm>
          <a:custGeom xmlns:a="http://schemas.openxmlformats.org/drawingml/2006/main">
            <a:pathLst>
              <a:path w="1433902" h="129789">
                <a:moveTo>
                  <a:pt x="26877" y="9748"/>
                </a:moveTo>
                <a:lnTo>
                  <a:pt x="26877" y="47070"/>
                </a:lnTo>
                <a:lnTo>
                  <a:pt x="47627" y="47070"/>
                </a:lnTo>
                <a:cubicBezTo>
                  <a:pt x="53011" y="47070"/>
                  <a:pt x="56609" y="46253"/>
                  <a:pt x="58419" y="44619"/>
                </a:cubicBezTo>
                <a:cubicBezTo>
                  <a:pt x="60833" y="42474"/>
                  <a:pt x="62179" y="38695"/>
                  <a:pt x="62458" y="33283"/>
                </a:cubicBezTo>
                <a:lnTo>
                  <a:pt x="65034" y="33283"/>
                </a:lnTo>
                <a:lnTo>
                  <a:pt x="65034" y="66148"/>
                </a:lnTo>
                <a:lnTo>
                  <a:pt x="62458" y="66148"/>
                </a:lnTo>
                <a:cubicBezTo>
                  <a:pt x="61808" y="61597"/>
                  <a:pt x="61158" y="58679"/>
                  <a:pt x="60508" y="57392"/>
                </a:cubicBezTo>
                <a:cubicBezTo>
                  <a:pt x="59673" y="55783"/>
                  <a:pt x="58303" y="54520"/>
                  <a:pt x="56400" y="53602"/>
                </a:cubicBezTo>
                <a:cubicBezTo>
                  <a:pt x="54497" y="52682"/>
                  <a:pt x="51572" y="52222"/>
                  <a:pt x="47627" y="52222"/>
                </a:cubicBezTo>
                <a:lnTo>
                  <a:pt x="26877" y="52222"/>
                </a:lnTo>
                <a:lnTo>
                  <a:pt x="26877" y="83294"/>
                </a:lnTo>
                <a:cubicBezTo>
                  <a:pt x="26877" y="87465"/>
                  <a:pt x="27063" y="90002"/>
                  <a:pt x="27434" y="90906"/>
                </a:cubicBezTo>
                <a:cubicBezTo>
                  <a:pt x="27805" y="91809"/>
                  <a:pt x="28455" y="92528"/>
                  <a:pt x="29384" y="93062"/>
                </a:cubicBezTo>
                <a:cubicBezTo>
                  <a:pt x="30312" y="93594"/>
                  <a:pt x="32076" y="93861"/>
                  <a:pt x="34676" y="93861"/>
                </a:cubicBezTo>
                <a:lnTo>
                  <a:pt x="50690" y="93861"/>
                </a:lnTo>
                <a:cubicBezTo>
                  <a:pt x="56029" y="93861"/>
                  <a:pt x="59905" y="93489"/>
                  <a:pt x="62318" y="92747"/>
                </a:cubicBezTo>
                <a:cubicBezTo>
                  <a:pt x="64732" y="92004"/>
                  <a:pt x="67053" y="90542"/>
                  <a:pt x="69281" y="88360"/>
                </a:cubicBezTo>
                <a:cubicBezTo>
                  <a:pt x="72159" y="85482"/>
                  <a:pt x="75107" y="81142"/>
                  <a:pt x="78124" y="75339"/>
                </a:cubicBezTo>
                <a:lnTo>
                  <a:pt x="80910" y="75339"/>
                </a:lnTo>
                <a:lnTo>
                  <a:pt x="72763" y="99013"/>
                </a:lnTo>
                <a:lnTo>
                  <a:pt x="0" y="99013"/>
                </a:lnTo>
                <a:lnTo>
                  <a:pt x="0" y="96437"/>
                </a:lnTo>
                <a:lnTo>
                  <a:pt x="3342" y="96437"/>
                </a:lnTo>
                <a:cubicBezTo>
                  <a:pt x="5570" y="96437"/>
                  <a:pt x="7682" y="95903"/>
                  <a:pt x="9679" y="94835"/>
                </a:cubicBezTo>
                <a:cubicBezTo>
                  <a:pt x="11164" y="94093"/>
                  <a:pt x="12174" y="92979"/>
                  <a:pt x="12707" y="91493"/>
                </a:cubicBezTo>
                <a:cubicBezTo>
                  <a:pt x="13241" y="90008"/>
                  <a:pt x="13508" y="86967"/>
                  <a:pt x="13508" y="82372"/>
                </a:cubicBezTo>
                <a:lnTo>
                  <a:pt x="13508" y="21028"/>
                </a:lnTo>
                <a:cubicBezTo>
                  <a:pt x="13508" y="15040"/>
                  <a:pt x="12905" y="11350"/>
                  <a:pt x="11698" y="9957"/>
                </a:cubicBezTo>
                <a:cubicBezTo>
                  <a:pt x="10027" y="8100"/>
                  <a:pt x="7241" y="7172"/>
                  <a:pt x="3342" y="7172"/>
                </a:cubicBezTo>
                <a:lnTo>
                  <a:pt x="0" y="7172"/>
                </a:lnTo>
                <a:lnTo>
                  <a:pt x="0" y="4596"/>
                </a:lnTo>
                <a:lnTo>
                  <a:pt x="72763" y="4596"/>
                </a:lnTo>
                <a:lnTo>
                  <a:pt x="73807" y="25206"/>
                </a:lnTo>
                <a:lnTo>
                  <a:pt x="71092" y="25206"/>
                </a:lnTo>
                <a:cubicBezTo>
                  <a:pt x="70117" y="20261"/>
                  <a:pt x="69038" y="16864"/>
                  <a:pt x="67854" y="15016"/>
                </a:cubicBezTo>
                <a:cubicBezTo>
                  <a:pt x="66670" y="13168"/>
                  <a:pt x="64918" y="11759"/>
                  <a:pt x="62597" y="10788"/>
                </a:cubicBezTo>
                <a:cubicBezTo>
                  <a:pt x="60740" y="10095"/>
                  <a:pt x="57468" y="9748"/>
                  <a:pt x="52779" y="9748"/>
                </a:cubicBezTo>
                <a:lnTo>
                  <a:pt x="26877" y="9748"/>
                </a:lnTo>
                <a:close/>
                <a:moveTo>
                  <a:pt x="185446" y="4596"/>
                </a:moveTo>
                <a:lnTo>
                  <a:pt x="185446" y="7172"/>
                </a:lnTo>
                <a:cubicBezTo>
                  <a:pt x="182104" y="7775"/>
                  <a:pt x="179574" y="8842"/>
                  <a:pt x="177857" y="10373"/>
                </a:cubicBezTo>
                <a:cubicBezTo>
                  <a:pt x="175396" y="12646"/>
                  <a:pt x="173215" y="16124"/>
                  <a:pt x="171312" y="20808"/>
                </a:cubicBezTo>
                <a:lnTo>
                  <a:pt x="138377" y="101102"/>
                </a:lnTo>
                <a:lnTo>
                  <a:pt x="135801" y="101102"/>
                </a:lnTo>
                <a:lnTo>
                  <a:pt x="100429" y="19766"/>
                </a:lnTo>
                <a:cubicBezTo>
                  <a:pt x="98618" y="15591"/>
                  <a:pt x="97342" y="13040"/>
                  <a:pt x="96599" y="12111"/>
                </a:cubicBezTo>
                <a:cubicBezTo>
                  <a:pt x="95439" y="10674"/>
                  <a:pt x="94011" y="9549"/>
                  <a:pt x="92317" y="8739"/>
                </a:cubicBezTo>
                <a:cubicBezTo>
                  <a:pt x="90623" y="7926"/>
                  <a:pt x="88336" y="7404"/>
                  <a:pt x="85458" y="7172"/>
                </a:cubicBezTo>
                <a:lnTo>
                  <a:pt x="85458" y="4596"/>
                </a:lnTo>
                <a:lnTo>
                  <a:pt x="124033" y="4596"/>
                </a:lnTo>
                <a:lnTo>
                  <a:pt x="124033" y="7172"/>
                </a:lnTo>
                <a:cubicBezTo>
                  <a:pt x="119670" y="7590"/>
                  <a:pt x="116838" y="8332"/>
                  <a:pt x="115538" y="9400"/>
                </a:cubicBezTo>
                <a:cubicBezTo>
                  <a:pt x="114239" y="10466"/>
                  <a:pt x="113589" y="11834"/>
                  <a:pt x="113589" y="13504"/>
                </a:cubicBezTo>
                <a:cubicBezTo>
                  <a:pt x="113589" y="15823"/>
                  <a:pt x="114656" y="19441"/>
                  <a:pt x="116792" y="24357"/>
                </a:cubicBezTo>
                <a:lnTo>
                  <a:pt x="140814" y="79671"/>
                </a:lnTo>
                <a:lnTo>
                  <a:pt x="163095" y="25054"/>
                </a:lnTo>
                <a:cubicBezTo>
                  <a:pt x="165277" y="19673"/>
                  <a:pt x="166368" y="15939"/>
                  <a:pt x="166368" y="13852"/>
                </a:cubicBezTo>
                <a:cubicBezTo>
                  <a:pt x="166368" y="12506"/>
                  <a:pt x="165695" y="11218"/>
                  <a:pt x="164349" y="9990"/>
                </a:cubicBezTo>
                <a:cubicBezTo>
                  <a:pt x="163002" y="8761"/>
                  <a:pt x="160728" y="7891"/>
                  <a:pt x="157525" y="7381"/>
                </a:cubicBezTo>
                <a:cubicBezTo>
                  <a:pt x="157293" y="7334"/>
                  <a:pt x="156898" y="7265"/>
                  <a:pt x="156341" y="7172"/>
                </a:cubicBezTo>
                <a:lnTo>
                  <a:pt x="156341" y="4596"/>
                </a:lnTo>
                <a:lnTo>
                  <a:pt x="185446" y="4596"/>
                </a:lnTo>
                <a:close/>
                <a:moveTo>
                  <a:pt x="216408" y="54729"/>
                </a:moveTo>
                <a:lnTo>
                  <a:pt x="216408" y="82278"/>
                </a:lnTo>
                <a:cubicBezTo>
                  <a:pt x="216408" y="88230"/>
                  <a:pt x="217058" y="91927"/>
                  <a:pt x="218357" y="93369"/>
                </a:cubicBezTo>
                <a:cubicBezTo>
                  <a:pt x="220121" y="95414"/>
                  <a:pt x="222790" y="96437"/>
                  <a:pt x="226365" y="96437"/>
                </a:cubicBezTo>
                <a:lnTo>
                  <a:pt x="229985" y="96437"/>
                </a:lnTo>
                <a:lnTo>
                  <a:pt x="229985" y="99013"/>
                </a:lnTo>
                <a:lnTo>
                  <a:pt x="189531" y="99013"/>
                </a:lnTo>
                <a:lnTo>
                  <a:pt x="189531" y="96437"/>
                </a:lnTo>
                <a:lnTo>
                  <a:pt x="193082" y="96437"/>
                </a:lnTo>
                <a:cubicBezTo>
                  <a:pt x="197074" y="96437"/>
                  <a:pt x="199929" y="95137"/>
                  <a:pt x="201646" y="92538"/>
                </a:cubicBezTo>
                <a:cubicBezTo>
                  <a:pt x="202575" y="91099"/>
                  <a:pt x="203039" y="87687"/>
                  <a:pt x="203039" y="82302"/>
                </a:cubicBezTo>
                <a:lnTo>
                  <a:pt x="203039" y="21307"/>
                </a:lnTo>
                <a:cubicBezTo>
                  <a:pt x="203039" y="15365"/>
                  <a:pt x="202412" y="11675"/>
                  <a:pt x="201159" y="10236"/>
                </a:cubicBezTo>
                <a:cubicBezTo>
                  <a:pt x="199348" y="8193"/>
                  <a:pt x="196656" y="7172"/>
                  <a:pt x="193082" y="7172"/>
                </a:cubicBezTo>
                <a:lnTo>
                  <a:pt x="189531" y="7172"/>
                </a:lnTo>
                <a:lnTo>
                  <a:pt x="189531" y="4596"/>
                </a:lnTo>
                <a:lnTo>
                  <a:pt x="224137" y="4596"/>
                </a:lnTo>
                <a:cubicBezTo>
                  <a:pt x="232585" y="4596"/>
                  <a:pt x="239246" y="5465"/>
                  <a:pt x="244120" y="7204"/>
                </a:cubicBezTo>
                <a:cubicBezTo>
                  <a:pt x="248994" y="8942"/>
                  <a:pt x="253102" y="11874"/>
                  <a:pt x="256445" y="16000"/>
                </a:cubicBezTo>
                <a:cubicBezTo>
                  <a:pt x="259787" y="20125"/>
                  <a:pt x="261458" y="25016"/>
                  <a:pt x="261458" y="30672"/>
                </a:cubicBezTo>
                <a:cubicBezTo>
                  <a:pt x="261458" y="38367"/>
                  <a:pt x="258917" y="44626"/>
                  <a:pt x="253834" y="49448"/>
                </a:cubicBezTo>
                <a:cubicBezTo>
                  <a:pt x="248751" y="54268"/>
                  <a:pt x="241567" y="56678"/>
                  <a:pt x="232283" y="56678"/>
                </a:cubicBezTo>
                <a:cubicBezTo>
                  <a:pt x="230009" y="56678"/>
                  <a:pt x="227548" y="56516"/>
                  <a:pt x="224903" y="56191"/>
                </a:cubicBezTo>
                <a:cubicBezTo>
                  <a:pt x="222257" y="55866"/>
                  <a:pt x="219425" y="55379"/>
                  <a:pt x="216408" y="54729"/>
                </a:cubicBezTo>
                <a:moveTo>
                  <a:pt x="216408" y="50690"/>
                </a:moveTo>
                <a:cubicBezTo>
                  <a:pt x="218868" y="51154"/>
                  <a:pt x="221050" y="51503"/>
                  <a:pt x="222953" y="51735"/>
                </a:cubicBezTo>
                <a:cubicBezTo>
                  <a:pt x="224856" y="51967"/>
                  <a:pt x="226481" y="52083"/>
                  <a:pt x="227827" y="52083"/>
                </a:cubicBezTo>
                <a:cubicBezTo>
                  <a:pt x="232655" y="52083"/>
                  <a:pt x="236821" y="50214"/>
                  <a:pt x="240325" y="46478"/>
                </a:cubicBezTo>
                <a:cubicBezTo>
                  <a:pt x="243830" y="42741"/>
                  <a:pt x="245582" y="37902"/>
                  <a:pt x="245582" y="31960"/>
                </a:cubicBezTo>
                <a:cubicBezTo>
                  <a:pt x="245582" y="27875"/>
                  <a:pt x="244747" y="24080"/>
                  <a:pt x="243076" y="20576"/>
                </a:cubicBezTo>
                <a:cubicBezTo>
                  <a:pt x="241405" y="17071"/>
                  <a:pt x="239037" y="14448"/>
                  <a:pt x="235974" y="12707"/>
                </a:cubicBezTo>
                <a:cubicBezTo>
                  <a:pt x="232910" y="10967"/>
                  <a:pt x="229428" y="10096"/>
                  <a:pt x="225529" y="10096"/>
                </a:cubicBezTo>
                <a:cubicBezTo>
                  <a:pt x="223162" y="10096"/>
                  <a:pt x="220121" y="10537"/>
                  <a:pt x="216408" y="11419"/>
                </a:cubicBezTo>
                <a:lnTo>
                  <a:pt x="216408" y="50690"/>
                </a:lnTo>
                <a:close/>
                <a:moveTo>
                  <a:pt x="339003" y="129789"/>
                </a:moveTo>
                <a:lnTo>
                  <a:pt x="265266" y="129789"/>
                </a:lnTo>
                <a:lnTo>
                  <a:pt x="265266" y="124010"/>
                </a:lnTo>
                <a:lnTo>
                  <a:pt x="339003" y="124010"/>
                </a:lnTo>
                <a:lnTo>
                  <a:pt x="339003" y="129789"/>
                </a:lnTo>
                <a:close/>
                <a:moveTo>
                  <a:pt x="396099" y="99013"/>
                </a:moveTo>
                <a:lnTo>
                  <a:pt x="359614" y="19566"/>
                </a:lnTo>
                <a:lnTo>
                  <a:pt x="359614" y="82650"/>
                </a:lnTo>
                <a:cubicBezTo>
                  <a:pt x="359614" y="88453"/>
                  <a:pt x="360240" y="92073"/>
                  <a:pt x="361494" y="93512"/>
                </a:cubicBezTo>
                <a:cubicBezTo>
                  <a:pt x="363211" y="95462"/>
                  <a:pt x="365927" y="96437"/>
                  <a:pt x="369640" y="96437"/>
                </a:cubicBezTo>
                <a:lnTo>
                  <a:pt x="372982" y="96437"/>
                </a:lnTo>
                <a:lnTo>
                  <a:pt x="372982" y="99013"/>
                </a:lnTo>
                <a:lnTo>
                  <a:pt x="340117" y="99013"/>
                </a:lnTo>
                <a:lnTo>
                  <a:pt x="340117" y="96437"/>
                </a:lnTo>
                <a:lnTo>
                  <a:pt x="343459" y="96437"/>
                </a:lnTo>
                <a:cubicBezTo>
                  <a:pt x="347452" y="96437"/>
                  <a:pt x="350283" y="95230"/>
                  <a:pt x="351954" y="92816"/>
                </a:cubicBezTo>
                <a:cubicBezTo>
                  <a:pt x="352976" y="91331"/>
                  <a:pt x="353486" y="87942"/>
                  <a:pt x="353486" y="82650"/>
                </a:cubicBezTo>
                <a:lnTo>
                  <a:pt x="353486" y="20958"/>
                </a:lnTo>
                <a:cubicBezTo>
                  <a:pt x="353486" y="16781"/>
                  <a:pt x="353022" y="13763"/>
                  <a:pt x="352094" y="11907"/>
                </a:cubicBezTo>
                <a:cubicBezTo>
                  <a:pt x="351444" y="10560"/>
                  <a:pt x="350248" y="9435"/>
                  <a:pt x="348508" y="8530"/>
                </a:cubicBezTo>
                <a:cubicBezTo>
                  <a:pt x="346767" y="7624"/>
                  <a:pt x="343970" y="7172"/>
                  <a:pt x="340117" y="7172"/>
                </a:cubicBezTo>
                <a:lnTo>
                  <a:pt x="340117" y="4596"/>
                </a:lnTo>
                <a:lnTo>
                  <a:pt x="366855" y="4596"/>
                </a:lnTo>
                <a:lnTo>
                  <a:pt x="401113" y="78472"/>
                </a:lnTo>
                <a:lnTo>
                  <a:pt x="434813" y="4596"/>
                </a:lnTo>
                <a:lnTo>
                  <a:pt x="461551" y="4596"/>
                </a:lnTo>
                <a:lnTo>
                  <a:pt x="461551" y="7172"/>
                </a:lnTo>
                <a:lnTo>
                  <a:pt x="458279" y="7172"/>
                </a:lnTo>
                <a:cubicBezTo>
                  <a:pt x="454240" y="7172"/>
                  <a:pt x="451385" y="8379"/>
                  <a:pt x="449714" y="10793"/>
                </a:cubicBezTo>
                <a:cubicBezTo>
                  <a:pt x="448693" y="12278"/>
                  <a:pt x="448182" y="15667"/>
                  <a:pt x="448182" y="20958"/>
                </a:cubicBezTo>
                <a:lnTo>
                  <a:pt x="448182" y="82650"/>
                </a:lnTo>
                <a:cubicBezTo>
                  <a:pt x="448182" y="88453"/>
                  <a:pt x="448832" y="92073"/>
                  <a:pt x="450132" y="93512"/>
                </a:cubicBezTo>
                <a:cubicBezTo>
                  <a:pt x="451849" y="95462"/>
                  <a:pt x="454565" y="96437"/>
                  <a:pt x="458279" y="96437"/>
                </a:cubicBezTo>
                <a:lnTo>
                  <a:pt x="461551" y="96437"/>
                </a:lnTo>
                <a:lnTo>
                  <a:pt x="461551" y="99013"/>
                </a:lnTo>
                <a:lnTo>
                  <a:pt x="421445" y="99013"/>
                </a:lnTo>
                <a:lnTo>
                  <a:pt x="421445" y="96437"/>
                </a:lnTo>
                <a:lnTo>
                  <a:pt x="424787" y="96437"/>
                </a:lnTo>
                <a:cubicBezTo>
                  <a:pt x="428825" y="96437"/>
                  <a:pt x="431657" y="95230"/>
                  <a:pt x="433282" y="92816"/>
                </a:cubicBezTo>
                <a:cubicBezTo>
                  <a:pt x="434303" y="91331"/>
                  <a:pt x="434813" y="87942"/>
                  <a:pt x="434813" y="82650"/>
                </a:cubicBezTo>
                <a:lnTo>
                  <a:pt x="434813" y="19566"/>
                </a:lnTo>
                <a:lnTo>
                  <a:pt x="398397" y="99013"/>
                </a:lnTo>
                <a:lnTo>
                  <a:pt x="396099" y="99013"/>
                </a:lnTo>
                <a:close/>
                <a:moveTo>
                  <a:pt x="466960" y="99013"/>
                </a:moveTo>
                <a:lnTo>
                  <a:pt x="466960" y="96437"/>
                </a:lnTo>
                <a:lnTo>
                  <a:pt x="470511" y="96437"/>
                </a:lnTo>
                <a:cubicBezTo>
                  <a:pt x="474503" y="96437"/>
                  <a:pt x="477334" y="95160"/>
                  <a:pt x="479005" y="92607"/>
                </a:cubicBezTo>
                <a:cubicBezTo>
                  <a:pt x="480027" y="91075"/>
                  <a:pt x="480537" y="87640"/>
                  <a:pt x="480537" y="82302"/>
                </a:cubicBezTo>
                <a:lnTo>
                  <a:pt x="480537" y="21307"/>
                </a:lnTo>
                <a:cubicBezTo>
                  <a:pt x="480537" y="15411"/>
                  <a:pt x="479887" y="11721"/>
                  <a:pt x="478588" y="10236"/>
                </a:cubicBezTo>
                <a:cubicBezTo>
                  <a:pt x="476777" y="8193"/>
                  <a:pt x="474085" y="7172"/>
                  <a:pt x="470511" y="7172"/>
                </a:cubicBezTo>
                <a:lnTo>
                  <a:pt x="466960" y="7172"/>
                </a:lnTo>
                <a:lnTo>
                  <a:pt x="466960" y="4596"/>
                </a:lnTo>
                <a:lnTo>
                  <a:pt x="505395" y="4596"/>
                </a:lnTo>
                <a:cubicBezTo>
                  <a:pt x="519507" y="4596"/>
                  <a:pt x="530241" y="6197"/>
                  <a:pt x="537599" y="9400"/>
                </a:cubicBezTo>
                <a:cubicBezTo>
                  <a:pt x="544956" y="12603"/>
                  <a:pt x="550875" y="17941"/>
                  <a:pt x="555354" y="25415"/>
                </a:cubicBezTo>
                <a:cubicBezTo>
                  <a:pt x="559834" y="32888"/>
                  <a:pt x="562074" y="41522"/>
                  <a:pt x="562074" y="51317"/>
                </a:cubicBezTo>
                <a:cubicBezTo>
                  <a:pt x="562074" y="64454"/>
                  <a:pt x="558081" y="75432"/>
                  <a:pt x="550097" y="84252"/>
                </a:cubicBezTo>
                <a:cubicBezTo>
                  <a:pt x="541138" y="94093"/>
                  <a:pt x="527491" y="99013"/>
                  <a:pt x="509155" y="99013"/>
                </a:cubicBezTo>
                <a:lnTo>
                  <a:pt x="466960" y="99013"/>
                </a:lnTo>
                <a:moveTo>
                  <a:pt x="493906" y="92259"/>
                </a:moveTo>
                <a:cubicBezTo>
                  <a:pt x="499802" y="93512"/>
                  <a:pt x="504745" y="94139"/>
                  <a:pt x="508737" y="94139"/>
                </a:cubicBezTo>
                <a:cubicBezTo>
                  <a:pt x="519507" y="94139"/>
                  <a:pt x="528442" y="90356"/>
                  <a:pt x="535545" y="82790"/>
                </a:cubicBezTo>
                <a:cubicBezTo>
                  <a:pt x="542647" y="75223"/>
                  <a:pt x="546198" y="64964"/>
                  <a:pt x="546198" y="52013"/>
                </a:cubicBezTo>
                <a:cubicBezTo>
                  <a:pt x="546198" y="38969"/>
                  <a:pt x="542647" y="28687"/>
                  <a:pt x="535545" y="21167"/>
                </a:cubicBezTo>
                <a:cubicBezTo>
                  <a:pt x="528442" y="13647"/>
                  <a:pt x="519321" y="9887"/>
                  <a:pt x="508180" y="9887"/>
                </a:cubicBezTo>
                <a:cubicBezTo>
                  <a:pt x="504003" y="9887"/>
                  <a:pt x="499244" y="10560"/>
                  <a:pt x="493906" y="11907"/>
                </a:cubicBezTo>
                <a:lnTo>
                  <a:pt x="493906" y="92259"/>
                </a:lnTo>
                <a:close/>
                <a:moveTo>
                  <a:pt x="640035" y="129789"/>
                </a:moveTo>
                <a:lnTo>
                  <a:pt x="566297" y="129789"/>
                </a:lnTo>
                <a:lnTo>
                  <a:pt x="566297" y="124010"/>
                </a:lnTo>
                <a:lnTo>
                  <a:pt x="640035" y="124010"/>
                </a:lnTo>
                <a:lnTo>
                  <a:pt x="640035" y="129789"/>
                </a:lnTo>
                <a:close/>
                <a:moveTo>
                  <a:pt x="724635" y="2507"/>
                </a:moveTo>
                <a:lnTo>
                  <a:pt x="726793" y="34536"/>
                </a:lnTo>
                <a:lnTo>
                  <a:pt x="724635" y="34536"/>
                </a:lnTo>
                <a:cubicBezTo>
                  <a:pt x="721757" y="24903"/>
                  <a:pt x="717649" y="17969"/>
                  <a:pt x="712310" y="13734"/>
                </a:cubicBezTo>
                <a:cubicBezTo>
                  <a:pt x="706972" y="9499"/>
                  <a:pt x="700566" y="7381"/>
                  <a:pt x="693093" y="7381"/>
                </a:cubicBezTo>
                <a:cubicBezTo>
                  <a:pt x="686826" y="7381"/>
                  <a:pt x="681163" y="8972"/>
                  <a:pt x="676103" y="12155"/>
                </a:cubicBezTo>
                <a:cubicBezTo>
                  <a:pt x="671043" y="15336"/>
                  <a:pt x="667063" y="20411"/>
                  <a:pt x="664161" y="27380"/>
                </a:cubicBezTo>
                <a:cubicBezTo>
                  <a:pt x="661260" y="34348"/>
                  <a:pt x="659810" y="43013"/>
                  <a:pt x="659810" y="53373"/>
                </a:cubicBezTo>
                <a:cubicBezTo>
                  <a:pt x="659810" y="61920"/>
                  <a:pt x="661179" y="69330"/>
                  <a:pt x="663918" y="75602"/>
                </a:cubicBezTo>
                <a:cubicBezTo>
                  <a:pt x="666657" y="81873"/>
                  <a:pt x="670776" y="86682"/>
                  <a:pt x="676277" y="90027"/>
                </a:cubicBezTo>
                <a:cubicBezTo>
                  <a:pt x="681778" y="93372"/>
                  <a:pt x="688056" y="95044"/>
                  <a:pt x="695112" y="95044"/>
                </a:cubicBezTo>
                <a:cubicBezTo>
                  <a:pt x="701239" y="95044"/>
                  <a:pt x="706647" y="93733"/>
                  <a:pt x="711335" y="91110"/>
                </a:cubicBezTo>
                <a:cubicBezTo>
                  <a:pt x="716024" y="88488"/>
                  <a:pt x="721176" y="83277"/>
                  <a:pt x="726793" y="75478"/>
                </a:cubicBezTo>
                <a:lnTo>
                  <a:pt x="728952" y="76867"/>
                </a:lnTo>
                <a:cubicBezTo>
                  <a:pt x="724217" y="85247"/>
                  <a:pt x="718693" y="91382"/>
                  <a:pt x="712380" y="95271"/>
                </a:cubicBezTo>
                <a:cubicBezTo>
                  <a:pt x="706067" y="99158"/>
                  <a:pt x="698570" y="101102"/>
                  <a:pt x="689890" y="101102"/>
                </a:cubicBezTo>
                <a:cubicBezTo>
                  <a:pt x="674246" y="101102"/>
                  <a:pt x="662131" y="95308"/>
                  <a:pt x="653543" y="83719"/>
                </a:cubicBezTo>
                <a:cubicBezTo>
                  <a:pt x="647137" y="75098"/>
                  <a:pt x="643934" y="64946"/>
                  <a:pt x="643934" y="53264"/>
                </a:cubicBezTo>
                <a:cubicBezTo>
                  <a:pt x="643934" y="43854"/>
                  <a:pt x="646046" y="35209"/>
                  <a:pt x="650270" y="27330"/>
                </a:cubicBezTo>
                <a:cubicBezTo>
                  <a:pt x="654495" y="19450"/>
                  <a:pt x="660309" y="13343"/>
                  <a:pt x="667713" y="9008"/>
                </a:cubicBezTo>
                <a:cubicBezTo>
                  <a:pt x="675116" y="4674"/>
                  <a:pt x="683205" y="2507"/>
                  <a:pt x="691978" y="2507"/>
                </a:cubicBezTo>
                <a:cubicBezTo>
                  <a:pt x="698802" y="2507"/>
                  <a:pt x="705533" y="4178"/>
                  <a:pt x="712171" y="7520"/>
                </a:cubicBezTo>
                <a:cubicBezTo>
                  <a:pt x="714121" y="8541"/>
                  <a:pt x="715513" y="9052"/>
                  <a:pt x="716349" y="9052"/>
                </a:cubicBezTo>
                <a:cubicBezTo>
                  <a:pt x="717602" y="9052"/>
                  <a:pt x="718693" y="8611"/>
                  <a:pt x="719621" y="7729"/>
                </a:cubicBezTo>
                <a:cubicBezTo>
                  <a:pt x="720828" y="6476"/>
                  <a:pt x="721687" y="4735"/>
                  <a:pt x="722198" y="2507"/>
                </a:cubicBezTo>
                <a:lnTo>
                  <a:pt x="724635" y="2507"/>
                </a:lnTo>
                <a:close/>
                <a:moveTo>
                  <a:pt x="816408" y="4596"/>
                </a:moveTo>
                <a:lnTo>
                  <a:pt x="817452" y="26738"/>
                </a:lnTo>
                <a:lnTo>
                  <a:pt x="814806" y="26738"/>
                </a:lnTo>
                <a:cubicBezTo>
                  <a:pt x="814295" y="22838"/>
                  <a:pt x="813599" y="20053"/>
                  <a:pt x="812717" y="18382"/>
                </a:cubicBezTo>
                <a:cubicBezTo>
                  <a:pt x="811278" y="15690"/>
                  <a:pt x="809363" y="13705"/>
                  <a:pt x="806973" y="12429"/>
                </a:cubicBezTo>
                <a:cubicBezTo>
                  <a:pt x="804582" y="11152"/>
                  <a:pt x="801437" y="10514"/>
                  <a:pt x="797538" y="10514"/>
                </a:cubicBezTo>
                <a:lnTo>
                  <a:pt x="784239" y="10514"/>
                </a:lnTo>
                <a:lnTo>
                  <a:pt x="784239" y="82650"/>
                </a:lnTo>
                <a:cubicBezTo>
                  <a:pt x="784239" y="88453"/>
                  <a:pt x="784865" y="92073"/>
                  <a:pt x="786119" y="93512"/>
                </a:cubicBezTo>
                <a:cubicBezTo>
                  <a:pt x="787883" y="95462"/>
                  <a:pt x="790598" y="96437"/>
                  <a:pt x="794265" y="96437"/>
                </a:cubicBezTo>
                <a:lnTo>
                  <a:pt x="797538" y="96437"/>
                </a:lnTo>
                <a:lnTo>
                  <a:pt x="797538" y="99013"/>
                </a:lnTo>
                <a:lnTo>
                  <a:pt x="757501" y="99013"/>
                </a:lnTo>
                <a:lnTo>
                  <a:pt x="757501" y="96437"/>
                </a:lnTo>
                <a:lnTo>
                  <a:pt x="760843" y="96437"/>
                </a:lnTo>
                <a:cubicBezTo>
                  <a:pt x="764835" y="96437"/>
                  <a:pt x="767667" y="95230"/>
                  <a:pt x="769338" y="92816"/>
                </a:cubicBezTo>
                <a:cubicBezTo>
                  <a:pt x="770359" y="91331"/>
                  <a:pt x="770870" y="87942"/>
                  <a:pt x="770870" y="82650"/>
                </a:cubicBezTo>
                <a:lnTo>
                  <a:pt x="770870" y="10514"/>
                </a:lnTo>
                <a:lnTo>
                  <a:pt x="759520" y="10514"/>
                </a:lnTo>
                <a:cubicBezTo>
                  <a:pt x="755110" y="10514"/>
                  <a:pt x="751977" y="10839"/>
                  <a:pt x="750120" y="11489"/>
                </a:cubicBezTo>
                <a:cubicBezTo>
                  <a:pt x="747706" y="12371"/>
                  <a:pt x="745641" y="14065"/>
                  <a:pt x="743923" y="16572"/>
                </a:cubicBezTo>
                <a:cubicBezTo>
                  <a:pt x="742206" y="19078"/>
                  <a:pt x="741184" y="22467"/>
                  <a:pt x="740859" y="26738"/>
                </a:cubicBezTo>
                <a:lnTo>
                  <a:pt x="738214" y="26738"/>
                </a:lnTo>
                <a:lnTo>
                  <a:pt x="739328" y="4596"/>
                </a:lnTo>
                <a:lnTo>
                  <a:pt x="816408" y="4596"/>
                </a:lnTo>
                <a:close/>
                <a:moveTo>
                  <a:pt x="879236" y="46721"/>
                </a:moveTo>
                <a:lnTo>
                  <a:pt x="899498" y="76941"/>
                </a:lnTo>
                <a:cubicBezTo>
                  <a:pt x="905115" y="85296"/>
                  <a:pt x="909281" y="90576"/>
                  <a:pt x="911996" y="92781"/>
                </a:cubicBezTo>
                <a:cubicBezTo>
                  <a:pt x="914712" y="94986"/>
                  <a:pt x="918159" y="96205"/>
                  <a:pt x="922336" y="96437"/>
                </a:cubicBezTo>
                <a:lnTo>
                  <a:pt x="922336" y="99013"/>
                </a:lnTo>
                <a:lnTo>
                  <a:pt x="881812" y="99013"/>
                </a:lnTo>
                <a:lnTo>
                  <a:pt x="881812" y="96437"/>
                </a:lnTo>
                <a:cubicBezTo>
                  <a:pt x="884504" y="96390"/>
                  <a:pt x="886500" y="96112"/>
                  <a:pt x="887800" y="95601"/>
                </a:cubicBezTo>
                <a:cubicBezTo>
                  <a:pt x="888775" y="95184"/>
                  <a:pt x="889576" y="94545"/>
                  <a:pt x="890202" y="93687"/>
                </a:cubicBezTo>
                <a:cubicBezTo>
                  <a:pt x="890829" y="92828"/>
                  <a:pt x="891142" y="91957"/>
                  <a:pt x="891142" y="91075"/>
                </a:cubicBezTo>
                <a:cubicBezTo>
                  <a:pt x="891142" y="90008"/>
                  <a:pt x="890933" y="88940"/>
                  <a:pt x="890516" y="87872"/>
                </a:cubicBezTo>
                <a:cubicBezTo>
                  <a:pt x="890191" y="87083"/>
                  <a:pt x="888914" y="85041"/>
                  <a:pt x="886686" y="81745"/>
                </a:cubicBezTo>
                <a:lnTo>
                  <a:pt x="870671" y="57514"/>
                </a:lnTo>
                <a:lnTo>
                  <a:pt x="850896" y="82859"/>
                </a:lnTo>
                <a:cubicBezTo>
                  <a:pt x="848808" y="85551"/>
                  <a:pt x="847554" y="87350"/>
                  <a:pt x="847136" y="88255"/>
                </a:cubicBezTo>
                <a:cubicBezTo>
                  <a:pt x="846719" y="89161"/>
                  <a:pt x="846510" y="90101"/>
                  <a:pt x="846510" y="91075"/>
                </a:cubicBezTo>
                <a:cubicBezTo>
                  <a:pt x="846510" y="92561"/>
                  <a:pt x="847136" y="93791"/>
                  <a:pt x="848390" y="94766"/>
                </a:cubicBezTo>
                <a:cubicBezTo>
                  <a:pt x="849643" y="95741"/>
                  <a:pt x="852034" y="96298"/>
                  <a:pt x="855562" y="96437"/>
                </a:cubicBezTo>
                <a:lnTo>
                  <a:pt x="855562" y="99013"/>
                </a:lnTo>
                <a:lnTo>
                  <a:pt x="822070" y="99013"/>
                </a:lnTo>
                <a:lnTo>
                  <a:pt x="822070" y="96437"/>
                </a:lnTo>
                <a:cubicBezTo>
                  <a:pt x="824437" y="96205"/>
                  <a:pt x="826480" y="95717"/>
                  <a:pt x="828197" y="94975"/>
                </a:cubicBezTo>
                <a:cubicBezTo>
                  <a:pt x="831075" y="93768"/>
                  <a:pt x="833814" y="92143"/>
                  <a:pt x="836414" y="90101"/>
                </a:cubicBezTo>
                <a:cubicBezTo>
                  <a:pt x="839013" y="88058"/>
                  <a:pt x="841984" y="84925"/>
                  <a:pt x="845326" y="80701"/>
                </a:cubicBezTo>
                <a:lnTo>
                  <a:pt x="867608" y="52570"/>
                </a:lnTo>
                <a:lnTo>
                  <a:pt x="849016" y="25345"/>
                </a:lnTo>
                <a:cubicBezTo>
                  <a:pt x="843957" y="17964"/>
                  <a:pt x="839663" y="13125"/>
                  <a:pt x="836135" y="10827"/>
                </a:cubicBezTo>
                <a:cubicBezTo>
                  <a:pt x="832607" y="8530"/>
                  <a:pt x="828545" y="7311"/>
                  <a:pt x="823950" y="7172"/>
                </a:cubicBezTo>
                <a:lnTo>
                  <a:pt x="823950" y="4596"/>
                </a:lnTo>
                <a:lnTo>
                  <a:pt x="867608" y="4596"/>
                </a:lnTo>
                <a:lnTo>
                  <a:pt x="867608" y="7172"/>
                </a:lnTo>
                <a:cubicBezTo>
                  <a:pt x="863894" y="7311"/>
                  <a:pt x="861353" y="7915"/>
                  <a:pt x="859983" y="8982"/>
                </a:cubicBezTo>
                <a:cubicBezTo>
                  <a:pt x="858614" y="10050"/>
                  <a:pt x="857929" y="11234"/>
                  <a:pt x="857929" y="12533"/>
                </a:cubicBezTo>
                <a:cubicBezTo>
                  <a:pt x="857929" y="14251"/>
                  <a:pt x="859043" y="16758"/>
                  <a:pt x="861271" y="20053"/>
                </a:cubicBezTo>
                <a:lnTo>
                  <a:pt x="875754" y="41708"/>
                </a:lnTo>
                <a:lnTo>
                  <a:pt x="892535" y="20471"/>
                </a:lnTo>
                <a:cubicBezTo>
                  <a:pt x="894485" y="17964"/>
                  <a:pt x="895680" y="16247"/>
                  <a:pt x="896121" y="15318"/>
                </a:cubicBezTo>
                <a:cubicBezTo>
                  <a:pt x="896562" y="14390"/>
                  <a:pt x="896782" y="13438"/>
                  <a:pt x="896782" y="12464"/>
                </a:cubicBezTo>
                <a:cubicBezTo>
                  <a:pt x="896782" y="11489"/>
                  <a:pt x="896504" y="10630"/>
                  <a:pt x="895947" y="9887"/>
                </a:cubicBezTo>
                <a:cubicBezTo>
                  <a:pt x="895250" y="8913"/>
                  <a:pt x="894369" y="8228"/>
                  <a:pt x="893301" y="7833"/>
                </a:cubicBezTo>
                <a:cubicBezTo>
                  <a:pt x="892233" y="7439"/>
                  <a:pt x="890028" y="7218"/>
                  <a:pt x="886686" y="7172"/>
                </a:cubicBezTo>
                <a:lnTo>
                  <a:pt x="886686" y="4596"/>
                </a:lnTo>
                <a:lnTo>
                  <a:pt x="920178" y="4596"/>
                </a:lnTo>
                <a:lnTo>
                  <a:pt x="920178" y="7172"/>
                </a:lnTo>
                <a:cubicBezTo>
                  <a:pt x="917532" y="7311"/>
                  <a:pt x="915373" y="7729"/>
                  <a:pt x="913702" y="8425"/>
                </a:cubicBezTo>
                <a:cubicBezTo>
                  <a:pt x="911196" y="9493"/>
                  <a:pt x="908898" y="10932"/>
                  <a:pt x="906809" y="12742"/>
                </a:cubicBezTo>
                <a:cubicBezTo>
                  <a:pt x="904720" y="14553"/>
                  <a:pt x="901772" y="17895"/>
                  <a:pt x="897966" y="22769"/>
                </a:cubicBezTo>
                <a:lnTo>
                  <a:pt x="879236" y="46721"/>
                </a:lnTo>
                <a:close/>
                <a:moveTo>
                  <a:pt x="996538" y="129789"/>
                </a:moveTo>
                <a:lnTo>
                  <a:pt x="922800" y="129789"/>
                </a:lnTo>
                <a:lnTo>
                  <a:pt x="922800" y="124010"/>
                </a:lnTo>
                <a:lnTo>
                  <a:pt x="996538" y="124010"/>
                </a:lnTo>
                <a:lnTo>
                  <a:pt x="996538" y="129789"/>
                </a:lnTo>
                <a:close/>
                <a:moveTo>
                  <a:pt x="1053912" y="74782"/>
                </a:moveTo>
                <a:cubicBezTo>
                  <a:pt x="1052195" y="83184"/>
                  <a:pt x="1048829" y="89648"/>
                  <a:pt x="1043816" y="94174"/>
                </a:cubicBezTo>
                <a:cubicBezTo>
                  <a:pt x="1038803" y="98700"/>
                  <a:pt x="1033256" y="100963"/>
                  <a:pt x="1027175" y="100963"/>
                </a:cubicBezTo>
                <a:cubicBezTo>
                  <a:pt x="1019933" y="100963"/>
                  <a:pt x="1013620" y="97926"/>
                  <a:pt x="1008235" y="91852"/>
                </a:cubicBezTo>
                <a:cubicBezTo>
                  <a:pt x="1002851" y="85777"/>
                  <a:pt x="1000158" y="77569"/>
                  <a:pt x="1000158" y="67227"/>
                </a:cubicBezTo>
                <a:cubicBezTo>
                  <a:pt x="1000158" y="57211"/>
                  <a:pt x="1003141" y="49073"/>
                  <a:pt x="1009106" y="42813"/>
                </a:cubicBezTo>
                <a:cubicBezTo>
                  <a:pt x="1015071" y="36553"/>
                  <a:pt x="1022231" y="33422"/>
                  <a:pt x="1030586" y="33422"/>
                </a:cubicBezTo>
                <a:cubicBezTo>
                  <a:pt x="1036853" y="33422"/>
                  <a:pt x="1042006" y="35077"/>
                  <a:pt x="1046044" y="38385"/>
                </a:cubicBezTo>
                <a:cubicBezTo>
                  <a:pt x="1050083" y="41693"/>
                  <a:pt x="1052102" y="45128"/>
                  <a:pt x="1052102" y="48691"/>
                </a:cubicBezTo>
                <a:cubicBezTo>
                  <a:pt x="1052102" y="50449"/>
                  <a:pt x="1051533" y="51872"/>
                  <a:pt x="1050396" y="52960"/>
                </a:cubicBezTo>
                <a:cubicBezTo>
                  <a:pt x="1049259" y="54046"/>
                  <a:pt x="1047669" y="54590"/>
                  <a:pt x="1045626" y="54590"/>
                </a:cubicBezTo>
                <a:cubicBezTo>
                  <a:pt x="1042888" y="54590"/>
                  <a:pt x="1040822" y="53708"/>
                  <a:pt x="1039429" y="51944"/>
                </a:cubicBezTo>
                <a:cubicBezTo>
                  <a:pt x="1038640" y="50969"/>
                  <a:pt x="1038118" y="49112"/>
                  <a:pt x="1037863" y="46373"/>
                </a:cubicBezTo>
                <a:cubicBezTo>
                  <a:pt x="1037607" y="43635"/>
                  <a:pt x="1036667" y="41546"/>
                  <a:pt x="1035043" y="40107"/>
                </a:cubicBezTo>
                <a:cubicBezTo>
                  <a:pt x="1033418" y="38714"/>
                  <a:pt x="1031167" y="38018"/>
                  <a:pt x="1028289" y="38018"/>
                </a:cubicBezTo>
                <a:cubicBezTo>
                  <a:pt x="1023647" y="38018"/>
                  <a:pt x="1019910" y="39735"/>
                  <a:pt x="1017078" y="43170"/>
                </a:cubicBezTo>
                <a:cubicBezTo>
                  <a:pt x="1013318" y="47719"/>
                  <a:pt x="1011438" y="53731"/>
                  <a:pt x="1011438" y="61204"/>
                </a:cubicBezTo>
                <a:cubicBezTo>
                  <a:pt x="1011438" y="68817"/>
                  <a:pt x="1013307" y="75536"/>
                  <a:pt x="1017044" y="81362"/>
                </a:cubicBezTo>
                <a:cubicBezTo>
                  <a:pt x="1020780" y="87188"/>
                  <a:pt x="1025828" y="90101"/>
                  <a:pt x="1032188" y="90101"/>
                </a:cubicBezTo>
                <a:cubicBezTo>
                  <a:pt x="1036737" y="90101"/>
                  <a:pt x="1040822" y="88546"/>
                  <a:pt x="1044443" y="85435"/>
                </a:cubicBezTo>
                <a:cubicBezTo>
                  <a:pt x="1046996" y="83300"/>
                  <a:pt x="1049479" y="79424"/>
                  <a:pt x="1051893" y="73807"/>
                </a:cubicBezTo>
                <a:lnTo>
                  <a:pt x="1053912" y="74782"/>
                </a:lnTo>
                <a:close/>
                <a:moveTo>
                  <a:pt x="1084990" y="0"/>
                </a:moveTo>
                <a:lnTo>
                  <a:pt x="1084990" y="84539"/>
                </a:lnTo>
                <a:cubicBezTo>
                  <a:pt x="1084990" y="88528"/>
                  <a:pt x="1085280" y="91173"/>
                  <a:pt x="1085860" y="92472"/>
                </a:cubicBezTo>
                <a:cubicBezTo>
                  <a:pt x="1086440" y="93771"/>
                  <a:pt x="1087334" y="94756"/>
                  <a:pt x="1088541" y="95429"/>
                </a:cubicBezTo>
                <a:cubicBezTo>
                  <a:pt x="1089748" y="96101"/>
                  <a:pt x="1091999" y="96437"/>
                  <a:pt x="1095295" y="96437"/>
                </a:cubicBezTo>
                <a:lnTo>
                  <a:pt x="1095295" y="99013"/>
                </a:lnTo>
                <a:lnTo>
                  <a:pt x="1064031" y="99013"/>
                </a:lnTo>
                <a:lnTo>
                  <a:pt x="1064031" y="96437"/>
                </a:lnTo>
                <a:cubicBezTo>
                  <a:pt x="1066956" y="96437"/>
                  <a:pt x="1068952" y="96136"/>
                  <a:pt x="1070019" y="95534"/>
                </a:cubicBezTo>
                <a:cubicBezTo>
                  <a:pt x="1071087" y="94930"/>
                  <a:pt x="1071923" y="93933"/>
                  <a:pt x="1072526" y="92542"/>
                </a:cubicBezTo>
                <a:cubicBezTo>
                  <a:pt x="1073130" y="91149"/>
                  <a:pt x="1073431" y="88482"/>
                  <a:pt x="1073431" y="84539"/>
                </a:cubicBezTo>
                <a:lnTo>
                  <a:pt x="1073431" y="26649"/>
                </a:lnTo>
                <a:cubicBezTo>
                  <a:pt x="1073431" y="19459"/>
                  <a:pt x="1073269" y="15041"/>
                  <a:pt x="1072944" y="13395"/>
                </a:cubicBezTo>
                <a:cubicBezTo>
                  <a:pt x="1072619" y="11747"/>
                  <a:pt x="1072097" y="10622"/>
                  <a:pt x="1071377" y="10020"/>
                </a:cubicBezTo>
                <a:cubicBezTo>
                  <a:pt x="1070658" y="9417"/>
                  <a:pt x="1069741" y="9115"/>
                  <a:pt x="1068627" y="9115"/>
                </a:cubicBezTo>
                <a:cubicBezTo>
                  <a:pt x="1067420" y="9115"/>
                  <a:pt x="1065888" y="9486"/>
                  <a:pt x="1064031" y="10229"/>
                </a:cubicBezTo>
                <a:lnTo>
                  <a:pt x="1062848" y="7792"/>
                </a:lnTo>
                <a:lnTo>
                  <a:pt x="1081856" y="0"/>
                </a:lnTo>
                <a:lnTo>
                  <a:pt x="1084990" y="0"/>
                </a:lnTo>
                <a:close/>
                <a:moveTo>
                  <a:pt x="1113422" y="59324"/>
                </a:moveTo>
                <a:cubicBezTo>
                  <a:pt x="1113376" y="68772"/>
                  <a:pt x="1115673" y="76183"/>
                  <a:pt x="1120315" y="81556"/>
                </a:cubicBezTo>
                <a:cubicBezTo>
                  <a:pt x="1124957" y="86927"/>
                  <a:pt x="1130412" y="89613"/>
                  <a:pt x="1136678" y="89613"/>
                </a:cubicBezTo>
                <a:cubicBezTo>
                  <a:pt x="1140856" y="89613"/>
                  <a:pt x="1144489" y="88464"/>
                  <a:pt x="1147575" y="86167"/>
                </a:cubicBezTo>
                <a:cubicBezTo>
                  <a:pt x="1150662" y="83869"/>
                  <a:pt x="1153250" y="79935"/>
                  <a:pt x="1155339" y="74364"/>
                </a:cubicBezTo>
                <a:lnTo>
                  <a:pt x="1157498" y="75757"/>
                </a:lnTo>
                <a:cubicBezTo>
                  <a:pt x="1156523" y="82116"/>
                  <a:pt x="1153691" y="87907"/>
                  <a:pt x="1149003" y="93130"/>
                </a:cubicBezTo>
                <a:cubicBezTo>
                  <a:pt x="1144314" y="98352"/>
                  <a:pt x="1138442" y="100963"/>
                  <a:pt x="1131387" y="100963"/>
                </a:cubicBezTo>
                <a:cubicBezTo>
                  <a:pt x="1123727" y="100963"/>
                  <a:pt x="1117171" y="97987"/>
                  <a:pt x="1111716" y="92035"/>
                </a:cubicBezTo>
                <a:cubicBezTo>
                  <a:pt x="1106262" y="86082"/>
                  <a:pt x="1103535" y="78079"/>
                  <a:pt x="1103535" y="68026"/>
                </a:cubicBezTo>
                <a:cubicBezTo>
                  <a:pt x="1103535" y="57140"/>
                  <a:pt x="1106332" y="48652"/>
                  <a:pt x="1111925" y="42561"/>
                </a:cubicBezTo>
                <a:cubicBezTo>
                  <a:pt x="1117519" y="36468"/>
                  <a:pt x="1124540" y="33422"/>
                  <a:pt x="1132988" y="33422"/>
                </a:cubicBezTo>
                <a:cubicBezTo>
                  <a:pt x="1140137" y="33422"/>
                  <a:pt x="1146009" y="35772"/>
                  <a:pt x="1150604" y="40472"/>
                </a:cubicBezTo>
                <a:cubicBezTo>
                  <a:pt x="1155200" y="45171"/>
                  <a:pt x="1157498" y="51455"/>
                  <a:pt x="1157498" y="59324"/>
                </a:cubicBezTo>
                <a:lnTo>
                  <a:pt x="1113422" y="59324"/>
                </a:lnTo>
                <a:moveTo>
                  <a:pt x="1113422" y="55286"/>
                </a:moveTo>
                <a:lnTo>
                  <a:pt x="1142945" y="55286"/>
                </a:lnTo>
                <a:cubicBezTo>
                  <a:pt x="1142713" y="51201"/>
                  <a:pt x="1142226" y="48323"/>
                  <a:pt x="1141483" y="46652"/>
                </a:cubicBezTo>
                <a:cubicBezTo>
                  <a:pt x="1140322" y="44052"/>
                  <a:pt x="1138593" y="42010"/>
                  <a:pt x="1136295" y="40524"/>
                </a:cubicBezTo>
                <a:cubicBezTo>
                  <a:pt x="1133998" y="39039"/>
                  <a:pt x="1131595" y="38296"/>
                  <a:pt x="1129089" y="38296"/>
                </a:cubicBezTo>
                <a:cubicBezTo>
                  <a:pt x="1125236" y="38296"/>
                  <a:pt x="1121789" y="39793"/>
                  <a:pt x="1118749" y="42787"/>
                </a:cubicBezTo>
                <a:cubicBezTo>
                  <a:pt x="1115708" y="45781"/>
                  <a:pt x="1113933" y="49948"/>
                  <a:pt x="1113422" y="55286"/>
                </a:cubicBezTo>
                <a:close/>
                <a:moveTo>
                  <a:pt x="1202153" y="89822"/>
                </a:moveTo>
                <a:cubicBezTo>
                  <a:pt x="1195607" y="94882"/>
                  <a:pt x="1191499" y="97806"/>
                  <a:pt x="1189828" y="98595"/>
                </a:cubicBezTo>
                <a:cubicBezTo>
                  <a:pt x="1187321" y="99802"/>
                  <a:pt x="1184652" y="100406"/>
                  <a:pt x="1181821" y="100406"/>
                </a:cubicBezTo>
                <a:cubicBezTo>
                  <a:pt x="1177411" y="100406"/>
                  <a:pt x="1173779" y="98897"/>
                  <a:pt x="1170924" y="95880"/>
                </a:cubicBezTo>
                <a:cubicBezTo>
                  <a:pt x="1168069" y="92863"/>
                  <a:pt x="1166641" y="88894"/>
                  <a:pt x="1166641" y="83973"/>
                </a:cubicBezTo>
                <a:cubicBezTo>
                  <a:pt x="1166641" y="80863"/>
                  <a:pt x="1167338" y="78171"/>
                  <a:pt x="1168730" y="75896"/>
                </a:cubicBezTo>
                <a:cubicBezTo>
                  <a:pt x="1170634" y="72740"/>
                  <a:pt x="1173941" y="69769"/>
                  <a:pt x="1178653" y="66984"/>
                </a:cubicBezTo>
                <a:cubicBezTo>
                  <a:pt x="1183364" y="64198"/>
                  <a:pt x="1191198" y="60810"/>
                  <a:pt x="1202153" y="56818"/>
                </a:cubicBezTo>
                <a:lnTo>
                  <a:pt x="1202153" y="54311"/>
                </a:lnTo>
                <a:cubicBezTo>
                  <a:pt x="1202153" y="47952"/>
                  <a:pt x="1201143" y="43588"/>
                  <a:pt x="1199124" y="41221"/>
                </a:cubicBezTo>
                <a:cubicBezTo>
                  <a:pt x="1197104" y="38853"/>
                  <a:pt x="1194168" y="37670"/>
                  <a:pt x="1190316" y="37670"/>
                </a:cubicBezTo>
                <a:cubicBezTo>
                  <a:pt x="1187391" y="37670"/>
                  <a:pt x="1185070" y="38456"/>
                  <a:pt x="1183353" y="40028"/>
                </a:cubicBezTo>
                <a:cubicBezTo>
                  <a:pt x="1181589" y="41601"/>
                  <a:pt x="1180707" y="43405"/>
                  <a:pt x="1180707" y="45440"/>
                </a:cubicBezTo>
                <a:lnTo>
                  <a:pt x="1180846" y="49463"/>
                </a:lnTo>
                <a:cubicBezTo>
                  <a:pt x="1180846" y="51590"/>
                  <a:pt x="1180300" y="53231"/>
                  <a:pt x="1179210" y="54387"/>
                </a:cubicBezTo>
                <a:cubicBezTo>
                  <a:pt x="1178119" y="55543"/>
                  <a:pt x="1176691" y="56121"/>
                  <a:pt x="1174927" y="56121"/>
                </a:cubicBezTo>
                <a:cubicBezTo>
                  <a:pt x="1173210" y="56121"/>
                  <a:pt x="1171806" y="55520"/>
                  <a:pt x="1170715" y="54318"/>
                </a:cubicBezTo>
                <a:cubicBezTo>
                  <a:pt x="1169624" y="53114"/>
                  <a:pt x="1169079" y="51470"/>
                  <a:pt x="1169079" y="49387"/>
                </a:cubicBezTo>
                <a:cubicBezTo>
                  <a:pt x="1169079" y="45408"/>
                  <a:pt x="1171121" y="41752"/>
                  <a:pt x="1175206" y="38420"/>
                </a:cubicBezTo>
                <a:cubicBezTo>
                  <a:pt x="1179291" y="35088"/>
                  <a:pt x="1185024" y="33422"/>
                  <a:pt x="1192404" y="33422"/>
                </a:cubicBezTo>
                <a:cubicBezTo>
                  <a:pt x="1198068" y="33422"/>
                  <a:pt x="1202710" y="34372"/>
                  <a:pt x="1206330" y="36273"/>
                </a:cubicBezTo>
                <a:cubicBezTo>
                  <a:pt x="1209069" y="37710"/>
                  <a:pt x="1211088" y="39959"/>
                  <a:pt x="1212388" y="43020"/>
                </a:cubicBezTo>
                <a:cubicBezTo>
                  <a:pt x="1213224" y="45013"/>
                  <a:pt x="1213641" y="49093"/>
                  <a:pt x="1213641" y="55260"/>
                </a:cubicBezTo>
                <a:lnTo>
                  <a:pt x="1213641" y="76888"/>
                </a:lnTo>
                <a:cubicBezTo>
                  <a:pt x="1213641" y="82962"/>
                  <a:pt x="1213757" y="86683"/>
                  <a:pt x="1213990" y="88051"/>
                </a:cubicBezTo>
                <a:cubicBezTo>
                  <a:pt x="1214222" y="89419"/>
                  <a:pt x="1214605" y="90335"/>
                  <a:pt x="1215138" y="90799"/>
                </a:cubicBezTo>
                <a:cubicBezTo>
                  <a:pt x="1215672" y="91262"/>
                  <a:pt x="1216287" y="91493"/>
                  <a:pt x="1216984" y="91493"/>
                </a:cubicBezTo>
                <a:cubicBezTo>
                  <a:pt x="1217726" y="91493"/>
                  <a:pt x="1218376" y="91331"/>
                  <a:pt x="1218933" y="91006"/>
                </a:cubicBezTo>
                <a:cubicBezTo>
                  <a:pt x="1219908" y="90402"/>
                  <a:pt x="1221788" y="88708"/>
                  <a:pt x="1224573" y="85923"/>
                </a:cubicBezTo>
                <a:lnTo>
                  <a:pt x="1224573" y="89822"/>
                </a:lnTo>
                <a:cubicBezTo>
                  <a:pt x="1219374" y="96785"/>
                  <a:pt x="1214407" y="100267"/>
                  <a:pt x="1209673" y="100267"/>
                </a:cubicBezTo>
                <a:cubicBezTo>
                  <a:pt x="1207398" y="100267"/>
                  <a:pt x="1205588" y="99477"/>
                  <a:pt x="1204241" y="97899"/>
                </a:cubicBezTo>
                <a:cubicBezTo>
                  <a:pt x="1202895" y="96321"/>
                  <a:pt x="1202199" y="93629"/>
                  <a:pt x="1202153" y="89822"/>
                </a:cubicBezTo>
                <a:moveTo>
                  <a:pt x="1202153" y="85257"/>
                </a:moveTo>
                <a:lnTo>
                  <a:pt x="1202153" y="61065"/>
                </a:lnTo>
                <a:cubicBezTo>
                  <a:pt x="1195143" y="63837"/>
                  <a:pt x="1190617" y="65801"/>
                  <a:pt x="1188575" y="66958"/>
                </a:cubicBezTo>
                <a:cubicBezTo>
                  <a:pt x="1184908" y="68991"/>
                  <a:pt x="1182285" y="71117"/>
                  <a:pt x="1180707" y="73335"/>
                </a:cubicBezTo>
                <a:cubicBezTo>
                  <a:pt x="1179128" y="75553"/>
                  <a:pt x="1178339" y="77979"/>
                  <a:pt x="1178339" y="80614"/>
                </a:cubicBezTo>
                <a:cubicBezTo>
                  <a:pt x="1178339" y="83941"/>
                  <a:pt x="1179337" y="86703"/>
                  <a:pt x="1181333" y="88897"/>
                </a:cubicBezTo>
                <a:cubicBezTo>
                  <a:pt x="1183329" y="91092"/>
                  <a:pt x="1185627" y="92190"/>
                  <a:pt x="1188227" y="92190"/>
                </a:cubicBezTo>
                <a:cubicBezTo>
                  <a:pt x="1191755" y="92190"/>
                  <a:pt x="1196397" y="89879"/>
                  <a:pt x="1202153" y="85257"/>
                </a:cubicBezTo>
                <a:close/>
                <a:moveTo>
                  <a:pt x="1247920" y="46930"/>
                </a:moveTo>
                <a:cubicBezTo>
                  <a:pt x="1255394" y="37925"/>
                  <a:pt x="1262519" y="33422"/>
                  <a:pt x="1269297" y="33422"/>
                </a:cubicBezTo>
                <a:cubicBezTo>
                  <a:pt x="1272778" y="33422"/>
                  <a:pt x="1275772" y="34291"/>
                  <a:pt x="1278279" y="36029"/>
                </a:cubicBezTo>
                <a:cubicBezTo>
                  <a:pt x="1280786" y="37765"/>
                  <a:pt x="1282782" y="40625"/>
                  <a:pt x="1284267" y="44609"/>
                </a:cubicBezTo>
                <a:cubicBezTo>
                  <a:pt x="1285288" y="47387"/>
                  <a:pt x="1285799" y="51648"/>
                  <a:pt x="1285799" y="57392"/>
                </a:cubicBezTo>
                <a:lnTo>
                  <a:pt x="1285799" y="84556"/>
                </a:lnTo>
                <a:cubicBezTo>
                  <a:pt x="1285799" y="88586"/>
                  <a:pt x="1286124" y="91319"/>
                  <a:pt x="1286774" y="92755"/>
                </a:cubicBezTo>
                <a:cubicBezTo>
                  <a:pt x="1287284" y="93913"/>
                  <a:pt x="1288108" y="94816"/>
                  <a:pt x="1289246" y="95464"/>
                </a:cubicBezTo>
                <a:cubicBezTo>
                  <a:pt x="1290383" y="96113"/>
                  <a:pt x="1292483" y="96437"/>
                  <a:pt x="1295547" y="96437"/>
                </a:cubicBezTo>
                <a:lnTo>
                  <a:pt x="1295547" y="99013"/>
                </a:lnTo>
                <a:lnTo>
                  <a:pt x="1264005" y="99013"/>
                </a:lnTo>
                <a:lnTo>
                  <a:pt x="1264005" y="96437"/>
                </a:lnTo>
                <a:lnTo>
                  <a:pt x="1265328" y="96437"/>
                </a:lnTo>
                <a:cubicBezTo>
                  <a:pt x="1268299" y="96437"/>
                  <a:pt x="1270376" y="95986"/>
                  <a:pt x="1271560" y="95086"/>
                </a:cubicBezTo>
                <a:cubicBezTo>
                  <a:pt x="1272743" y="94185"/>
                  <a:pt x="1273567" y="92858"/>
                  <a:pt x="1274031" y="91104"/>
                </a:cubicBezTo>
                <a:cubicBezTo>
                  <a:pt x="1274217" y="90410"/>
                  <a:pt x="1274310" y="88239"/>
                  <a:pt x="1274310" y="84591"/>
                </a:cubicBezTo>
                <a:lnTo>
                  <a:pt x="1274310" y="58613"/>
                </a:lnTo>
                <a:cubicBezTo>
                  <a:pt x="1274310" y="52841"/>
                  <a:pt x="1273556" y="48650"/>
                  <a:pt x="1272047" y="46040"/>
                </a:cubicBezTo>
                <a:cubicBezTo>
                  <a:pt x="1270538" y="43431"/>
                  <a:pt x="1267997" y="42126"/>
                  <a:pt x="1264423" y="42126"/>
                </a:cubicBezTo>
                <a:cubicBezTo>
                  <a:pt x="1258899" y="42126"/>
                  <a:pt x="1253398" y="45128"/>
                  <a:pt x="1247920" y="51132"/>
                </a:cubicBezTo>
                <a:lnTo>
                  <a:pt x="1247920" y="84591"/>
                </a:lnTo>
                <a:cubicBezTo>
                  <a:pt x="1247920" y="88886"/>
                  <a:pt x="1248176" y="91542"/>
                  <a:pt x="1248686" y="92557"/>
                </a:cubicBezTo>
                <a:cubicBezTo>
                  <a:pt x="1249336" y="93896"/>
                  <a:pt x="1250230" y="94877"/>
                  <a:pt x="1251367" y="95501"/>
                </a:cubicBezTo>
                <a:cubicBezTo>
                  <a:pt x="1252504" y="96125"/>
                  <a:pt x="1254814" y="96437"/>
                  <a:pt x="1258295" y="96437"/>
                </a:cubicBezTo>
                <a:lnTo>
                  <a:pt x="1258295" y="99013"/>
                </a:lnTo>
                <a:lnTo>
                  <a:pt x="1226753" y="99013"/>
                </a:lnTo>
                <a:lnTo>
                  <a:pt x="1226753" y="96437"/>
                </a:lnTo>
                <a:lnTo>
                  <a:pt x="1228146" y="96437"/>
                </a:lnTo>
                <a:cubicBezTo>
                  <a:pt x="1231395" y="96437"/>
                  <a:pt x="1233588" y="95615"/>
                  <a:pt x="1234726" y="93972"/>
                </a:cubicBezTo>
                <a:cubicBezTo>
                  <a:pt x="1235863" y="92327"/>
                  <a:pt x="1236432" y="89188"/>
                  <a:pt x="1236432" y="84556"/>
                </a:cubicBezTo>
                <a:lnTo>
                  <a:pt x="1236432" y="60935"/>
                </a:lnTo>
                <a:cubicBezTo>
                  <a:pt x="1236432" y="53293"/>
                  <a:pt x="1236257" y="48638"/>
                  <a:pt x="1235909" y="46972"/>
                </a:cubicBezTo>
                <a:cubicBezTo>
                  <a:pt x="1235561" y="45303"/>
                  <a:pt x="1235027" y="44168"/>
                  <a:pt x="1234308" y="43566"/>
                </a:cubicBezTo>
                <a:cubicBezTo>
                  <a:pt x="1233588" y="42964"/>
                  <a:pt x="1232625" y="42663"/>
                  <a:pt x="1231418" y="42663"/>
                </a:cubicBezTo>
                <a:cubicBezTo>
                  <a:pt x="1230118" y="42663"/>
                  <a:pt x="1228563" y="43011"/>
                  <a:pt x="1226753" y="43706"/>
                </a:cubicBezTo>
                <a:lnTo>
                  <a:pt x="1225709" y="41203"/>
                </a:lnTo>
                <a:lnTo>
                  <a:pt x="1244926" y="33422"/>
                </a:lnTo>
                <a:lnTo>
                  <a:pt x="1247920" y="33422"/>
                </a:lnTo>
                <a:lnTo>
                  <a:pt x="1247920" y="46930"/>
                </a:lnTo>
                <a:close/>
                <a:moveTo>
                  <a:pt x="1356543" y="35233"/>
                </a:moveTo>
                <a:lnTo>
                  <a:pt x="1356543" y="73877"/>
                </a:lnTo>
                <a:cubicBezTo>
                  <a:pt x="1356543" y="81258"/>
                  <a:pt x="1356717" y="85772"/>
                  <a:pt x="1357066" y="87420"/>
                </a:cubicBezTo>
                <a:cubicBezTo>
                  <a:pt x="1357414" y="89068"/>
                  <a:pt x="1357971" y="90217"/>
                  <a:pt x="1358737" y="90867"/>
                </a:cubicBezTo>
                <a:cubicBezTo>
                  <a:pt x="1359503" y="91516"/>
                  <a:pt x="1360396" y="91841"/>
                  <a:pt x="1361417" y="91841"/>
                </a:cubicBezTo>
                <a:cubicBezTo>
                  <a:pt x="1362856" y="91841"/>
                  <a:pt x="1364481" y="91447"/>
                  <a:pt x="1366291" y="90658"/>
                </a:cubicBezTo>
                <a:lnTo>
                  <a:pt x="1367266" y="93095"/>
                </a:lnTo>
                <a:lnTo>
                  <a:pt x="1348188" y="100963"/>
                </a:lnTo>
                <a:lnTo>
                  <a:pt x="1345054" y="100963"/>
                </a:lnTo>
                <a:lnTo>
                  <a:pt x="1345054" y="87455"/>
                </a:lnTo>
                <a:cubicBezTo>
                  <a:pt x="1339577" y="93396"/>
                  <a:pt x="1335399" y="97133"/>
                  <a:pt x="1332521" y="98665"/>
                </a:cubicBezTo>
                <a:cubicBezTo>
                  <a:pt x="1329643" y="100197"/>
                  <a:pt x="1326603" y="100963"/>
                  <a:pt x="1323400" y="100963"/>
                </a:cubicBezTo>
                <a:cubicBezTo>
                  <a:pt x="1319825" y="100963"/>
                  <a:pt x="1316727" y="99930"/>
                  <a:pt x="1314104" y="97864"/>
                </a:cubicBezTo>
                <a:cubicBezTo>
                  <a:pt x="1311481" y="95799"/>
                  <a:pt x="1309659" y="93141"/>
                  <a:pt x="1308638" y="89892"/>
                </a:cubicBezTo>
                <a:cubicBezTo>
                  <a:pt x="1307617" y="86642"/>
                  <a:pt x="1307106" y="82047"/>
                  <a:pt x="1307106" y="76105"/>
                </a:cubicBezTo>
                <a:lnTo>
                  <a:pt x="1307106" y="47627"/>
                </a:lnTo>
                <a:cubicBezTo>
                  <a:pt x="1307106" y="44609"/>
                  <a:pt x="1306781" y="42520"/>
                  <a:pt x="1306132" y="41360"/>
                </a:cubicBezTo>
                <a:cubicBezTo>
                  <a:pt x="1305482" y="40199"/>
                  <a:pt x="1304518" y="39306"/>
                  <a:pt x="1303242" y="38679"/>
                </a:cubicBezTo>
                <a:cubicBezTo>
                  <a:pt x="1301965" y="38053"/>
                  <a:pt x="1299656" y="37762"/>
                  <a:pt x="1296314" y="37809"/>
                </a:cubicBezTo>
                <a:lnTo>
                  <a:pt x="1296314" y="35233"/>
                </a:lnTo>
                <a:lnTo>
                  <a:pt x="1318665" y="35233"/>
                </a:lnTo>
                <a:lnTo>
                  <a:pt x="1318665" y="77811"/>
                </a:lnTo>
                <a:cubicBezTo>
                  <a:pt x="1318665" y="83738"/>
                  <a:pt x="1319698" y="87628"/>
                  <a:pt x="1321763" y="89480"/>
                </a:cubicBezTo>
                <a:cubicBezTo>
                  <a:pt x="1323829" y="91333"/>
                  <a:pt x="1326324" y="92259"/>
                  <a:pt x="1329249" y="92259"/>
                </a:cubicBezTo>
                <a:cubicBezTo>
                  <a:pt x="1331245" y="92259"/>
                  <a:pt x="1333508" y="91634"/>
                  <a:pt x="1336037" y="90383"/>
                </a:cubicBezTo>
                <a:cubicBezTo>
                  <a:pt x="1338567" y="89133"/>
                  <a:pt x="1341573" y="86749"/>
                  <a:pt x="1345054" y="83231"/>
                </a:cubicBezTo>
                <a:lnTo>
                  <a:pt x="1345054" y="47185"/>
                </a:lnTo>
                <a:cubicBezTo>
                  <a:pt x="1345054" y="43573"/>
                  <a:pt x="1344393" y="41131"/>
                  <a:pt x="1343070" y="39859"/>
                </a:cubicBezTo>
                <a:cubicBezTo>
                  <a:pt x="1341747" y="38585"/>
                  <a:pt x="1338997" y="37902"/>
                  <a:pt x="1334819" y="37809"/>
                </a:cubicBezTo>
                <a:lnTo>
                  <a:pt x="1334819" y="35233"/>
                </a:lnTo>
                <a:lnTo>
                  <a:pt x="1356543" y="35233"/>
                </a:lnTo>
                <a:close/>
                <a:moveTo>
                  <a:pt x="1367336" y="41506"/>
                </a:moveTo>
                <a:lnTo>
                  <a:pt x="1386971" y="33561"/>
                </a:lnTo>
                <a:lnTo>
                  <a:pt x="1389617" y="33561"/>
                </a:lnTo>
                <a:lnTo>
                  <a:pt x="1389617" y="48462"/>
                </a:lnTo>
                <a:cubicBezTo>
                  <a:pt x="1392913" y="42845"/>
                  <a:pt x="1396221" y="38935"/>
                  <a:pt x="1399540" y="36730"/>
                </a:cubicBezTo>
                <a:cubicBezTo>
                  <a:pt x="1402859" y="34525"/>
                  <a:pt x="1406352" y="33422"/>
                  <a:pt x="1410019" y="33422"/>
                </a:cubicBezTo>
                <a:cubicBezTo>
                  <a:pt x="1416425" y="33422"/>
                  <a:pt x="1421763" y="35926"/>
                  <a:pt x="1426034" y="40933"/>
                </a:cubicBezTo>
                <a:cubicBezTo>
                  <a:pt x="1431279" y="47055"/>
                  <a:pt x="1433902" y="55031"/>
                  <a:pt x="1433902" y="64862"/>
                </a:cubicBezTo>
                <a:cubicBezTo>
                  <a:pt x="1433902" y="75852"/>
                  <a:pt x="1430745" y="84941"/>
                  <a:pt x="1424432" y="92129"/>
                </a:cubicBezTo>
                <a:cubicBezTo>
                  <a:pt x="1419233" y="98018"/>
                  <a:pt x="1412688" y="100963"/>
                  <a:pt x="1404797" y="100963"/>
                </a:cubicBezTo>
                <a:cubicBezTo>
                  <a:pt x="1401361" y="100963"/>
                  <a:pt x="1398391" y="100475"/>
                  <a:pt x="1395884" y="99501"/>
                </a:cubicBezTo>
                <a:cubicBezTo>
                  <a:pt x="1394027" y="98804"/>
                  <a:pt x="1391938" y="97412"/>
                  <a:pt x="1389617" y="95323"/>
                </a:cubicBezTo>
                <a:lnTo>
                  <a:pt x="1389617" y="114749"/>
                </a:lnTo>
                <a:cubicBezTo>
                  <a:pt x="1389617" y="119113"/>
                  <a:pt x="1389884" y="121886"/>
                  <a:pt x="1390418" y="123070"/>
                </a:cubicBezTo>
                <a:cubicBezTo>
                  <a:pt x="1390952" y="124254"/>
                  <a:pt x="1391880" y="125194"/>
                  <a:pt x="1393203" y="125890"/>
                </a:cubicBezTo>
                <a:cubicBezTo>
                  <a:pt x="1394526" y="126586"/>
                  <a:pt x="1396928" y="126935"/>
                  <a:pt x="1400410" y="126935"/>
                </a:cubicBezTo>
                <a:lnTo>
                  <a:pt x="1400410" y="129511"/>
                </a:lnTo>
                <a:lnTo>
                  <a:pt x="1366988" y="129511"/>
                </a:lnTo>
                <a:lnTo>
                  <a:pt x="1366988" y="126935"/>
                </a:lnTo>
                <a:lnTo>
                  <a:pt x="1368728" y="126935"/>
                </a:lnTo>
                <a:cubicBezTo>
                  <a:pt x="1371282" y="126981"/>
                  <a:pt x="1373463" y="126493"/>
                  <a:pt x="1375274" y="125470"/>
                </a:cubicBezTo>
                <a:cubicBezTo>
                  <a:pt x="1376156" y="124960"/>
                  <a:pt x="1376840" y="124135"/>
                  <a:pt x="1377328" y="122996"/>
                </a:cubicBezTo>
                <a:cubicBezTo>
                  <a:pt x="1377815" y="121859"/>
                  <a:pt x="1378059" y="118968"/>
                  <a:pt x="1378059" y="114323"/>
                </a:cubicBezTo>
                <a:lnTo>
                  <a:pt x="1378059" y="53978"/>
                </a:lnTo>
                <a:cubicBezTo>
                  <a:pt x="1378059" y="49844"/>
                  <a:pt x="1377873" y="47220"/>
                  <a:pt x="1377502" y="46106"/>
                </a:cubicBezTo>
                <a:cubicBezTo>
                  <a:pt x="1377130" y="44990"/>
                  <a:pt x="1376539" y="44154"/>
                  <a:pt x="1375726" y="43597"/>
                </a:cubicBezTo>
                <a:cubicBezTo>
                  <a:pt x="1374914" y="43038"/>
                  <a:pt x="1373811" y="42759"/>
                  <a:pt x="1372419" y="42759"/>
                </a:cubicBezTo>
                <a:cubicBezTo>
                  <a:pt x="1371305" y="42759"/>
                  <a:pt x="1369889" y="43084"/>
                  <a:pt x="1368171" y="43734"/>
                </a:cubicBezTo>
                <a:lnTo>
                  <a:pt x="1367336" y="41506"/>
                </a:lnTo>
                <a:moveTo>
                  <a:pt x="1389617" y="52697"/>
                </a:moveTo>
                <a:lnTo>
                  <a:pt x="1389617" y="76479"/>
                </a:lnTo>
                <a:cubicBezTo>
                  <a:pt x="1389617" y="81626"/>
                  <a:pt x="1389826" y="85010"/>
                  <a:pt x="1390244" y="86632"/>
                </a:cubicBezTo>
                <a:cubicBezTo>
                  <a:pt x="1390894" y="89322"/>
                  <a:pt x="1392484" y="91686"/>
                  <a:pt x="1395014" y="93726"/>
                </a:cubicBezTo>
                <a:cubicBezTo>
                  <a:pt x="1397543" y="95765"/>
                  <a:pt x="1400735" y="96785"/>
                  <a:pt x="1404588" y="96785"/>
                </a:cubicBezTo>
                <a:cubicBezTo>
                  <a:pt x="1409230" y="96785"/>
                  <a:pt x="1412990" y="94977"/>
                  <a:pt x="1415868" y="91360"/>
                </a:cubicBezTo>
                <a:cubicBezTo>
                  <a:pt x="1419628" y="86633"/>
                  <a:pt x="1421508" y="79980"/>
                  <a:pt x="1421508" y="71403"/>
                </a:cubicBezTo>
                <a:cubicBezTo>
                  <a:pt x="1421508" y="61668"/>
                  <a:pt x="1419372" y="54181"/>
                  <a:pt x="1415102" y="48943"/>
                </a:cubicBezTo>
                <a:cubicBezTo>
                  <a:pt x="1412131" y="45327"/>
                  <a:pt x="1408603" y="43518"/>
                  <a:pt x="1404518" y="43518"/>
                </a:cubicBezTo>
                <a:cubicBezTo>
                  <a:pt x="1402290" y="43518"/>
                  <a:pt x="1400085" y="44075"/>
                  <a:pt x="1397903" y="45187"/>
                </a:cubicBezTo>
                <a:cubicBezTo>
                  <a:pt x="1396232" y="46021"/>
                  <a:pt x="1393470" y="48525"/>
                  <a:pt x="1389617" y="5269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Text ...">
            <a:extLst xmlns:a="http://schemas.openxmlformats.org/drawingml/2006/main">
              <a:ext uri="{FF2B5EF4-FFF2-40B4-BE49-F238E27FC236}">
                <a16:creationId xmlns:a16="http://schemas.microsoft.com/office/drawing/2014/main" id="{3B9EE594-717A-4E31-AB05-293D7A24E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9596" y="3217069"/>
            <a:ext cx="86758" cy="15458"/>
          </a:xfrm>
          <a:custGeom xmlns:a="http://schemas.openxmlformats.org/drawingml/2006/main">
            <a:pathLst>
              <a:path w="86758" h="15458">
                <a:moveTo>
                  <a:pt x="7729" y="0"/>
                </a:moveTo>
                <a:cubicBezTo>
                  <a:pt x="9911" y="0"/>
                  <a:pt x="11744" y="754"/>
                  <a:pt x="13230" y="2263"/>
                </a:cubicBezTo>
                <a:cubicBezTo>
                  <a:pt x="14715" y="3772"/>
                  <a:pt x="15458" y="5594"/>
                  <a:pt x="15458" y="7729"/>
                </a:cubicBezTo>
                <a:cubicBezTo>
                  <a:pt x="15458" y="9864"/>
                  <a:pt x="14703" y="11686"/>
                  <a:pt x="13195" y="13195"/>
                </a:cubicBezTo>
                <a:cubicBezTo>
                  <a:pt x="11686" y="14703"/>
                  <a:pt x="9864" y="15458"/>
                  <a:pt x="7729" y="15458"/>
                </a:cubicBezTo>
                <a:cubicBezTo>
                  <a:pt x="5594" y="15458"/>
                  <a:pt x="3772" y="14703"/>
                  <a:pt x="2263" y="13195"/>
                </a:cubicBezTo>
                <a:cubicBezTo>
                  <a:pt x="754" y="11686"/>
                  <a:pt x="0" y="9864"/>
                  <a:pt x="0" y="7729"/>
                </a:cubicBezTo>
                <a:cubicBezTo>
                  <a:pt x="0" y="5547"/>
                  <a:pt x="754" y="3714"/>
                  <a:pt x="2263" y="2228"/>
                </a:cubicBezTo>
                <a:cubicBezTo>
                  <a:pt x="3772" y="743"/>
                  <a:pt x="5594" y="0"/>
                  <a:pt x="7729" y="0"/>
                </a:cubicBezTo>
                <a:close/>
                <a:moveTo>
                  <a:pt x="43379" y="0"/>
                </a:moveTo>
                <a:cubicBezTo>
                  <a:pt x="45561" y="0"/>
                  <a:pt x="47395" y="754"/>
                  <a:pt x="48880" y="2263"/>
                </a:cubicBezTo>
                <a:cubicBezTo>
                  <a:pt x="50365" y="3772"/>
                  <a:pt x="51108" y="5594"/>
                  <a:pt x="51108" y="7729"/>
                </a:cubicBezTo>
                <a:cubicBezTo>
                  <a:pt x="51108" y="9864"/>
                  <a:pt x="50354" y="11686"/>
                  <a:pt x="48845" y="13195"/>
                </a:cubicBezTo>
                <a:cubicBezTo>
                  <a:pt x="47337" y="14703"/>
                  <a:pt x="45515" y="15458"/>
                  <a:pt x="43379" y="15458"/>
                </a:cubicBezTo>
                <a:cubicBezTo>
                  <a:pt x="41244" y="15458"/>
                  <a:pt x="39422" y="14703"/>
                  <a:pt x="37913" y="13195"/>
                </a:cubicBezTo>
                <a:cubicBezTo>
                  <a:pt x="36405" y="11686"/>
                  <a:pt x="35650" y="9864"/>
                  <a:pt x="35650" y="7729"/>
                </a:cubicBezTo>
                <a:cubicBezTo>
                  <a:pt x="35650" y="5547"/>
                  <a:pt x="36405" y="3714"/>
                  <a:pt x="37913" y="2228"/>
                </a:cubicBezTo>
                <a:cubicBezTo>
                  <a:pt x="39422" y="743"/>
                  <a:pt x="41244" y="0"/>
                  <a:pt x="43379" y="0"/>
                </a:cubicBezTo>
                <a:close/>
                <a:moveTo>
                  <a:pt x="79030" y="0"/>
                </a:moveTo>
                <a:cubicBezTo>
                  <a:pt x="81211" y="0"/>
                  <a:pt x="83045" y="754"/>
                  <a:pt x="84530" y="2263"/>
                </a:cubicBezTo>
                <a:cubicBezTo>
                  <a:pt x="86016" y="3772"/>
                  <a:pt x="86758" y="5594"/>
                  <a:pt x="86758" y="7729"/>
                </a:cubicBezTo>
                <a:cubicBezTo>
                  <a:pt x="86758" y="9864"/>
                  <a:pt x="86004" y="11686"/>
                  <a:pt x="84495" y="13195"/>
                </a:cubicBezTo>
                <a:cubicBezTo>
                  <a:pt x="82987" y="14703"/>
                  <a:pt x="81165" y="15458"/>
                  <a:pt x="79030" y="15458"/>
                </a:cubicBezTo>
                <a:cubicBezTo>
                  <a:pt x="76894" y="15458"/>
                  <a:pt x="75072" y="14703"/>
                  <a:pt x="73564" y="13195"/>
                </a:cubicBezTo>
                <a:cubicBezTo>
                  <a:pt x="72055" y="11686"/>
                  <a:pt x="71301" y="9864"/>
                  <a:pt x="71301" y="7729"/>
                </a:cubicBezTo>
                <a:cubicBezTo>
                  <a:pt x="71301" y="5547"/>
                  <a:pt x="72055" y="3714"/>
                  <a:pt x="73564" y="2228"/>
                </a:cubicBezTo>
                <a:cubicBezTo>
                  <a:pt x="75072" y="743"/>
                  <a:pt x="76894" y="0"/>
                  <a:pt x="79030" y="0"/>
                </a:cubicBezTo>
                <a:close/>
              </a:path>
            </a:pathLst>
          </a:custGeom>
          <a:solidFill xmlns:a="http://schemas.openxmlformats.org/drawingml/2006/main">
            <a:srgbClr val="55555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Text LDRR4,R5">
            <a:extLst xmlns:a="http://schemas.openxmlformats.org/drawingml/2006/main">
              <a:ext uri="{FF2B5EF4-FFF2-40B4-BE49-F238E27FC236}">
                <a16:creationId xmlns:a16="http://schemas.microsoft.com/office/drawing/2014/main" id="{EE10AB8C-680B-4CB0-8ED2-E2051F9AF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2354" y="3312462"/>
            <a:ext cx="855332" cy="120181"/>
          </a:xfrm>
          <a:custGeom xmlns:a="http://schemas.openxmlformats.org/drawingml/2006/main">
            <a:pathLst>
              <a:path w="855332" h="120181">
                <a:moveTo>
                  <a:pt x="78890" y="70187"/>
                </a:moveTo>
                <a:lnTo>
                  <a:pt x="81188" y="70676"/>
                </a:lnTo>
                <a:lnTo>
                  <a:pt x="73111" y="96367"/>
                </a:lnTo>
                <a:lnTo>
                  <a:pt x="0" y="96367"/>
                </a:lnTo>
                <a:lnTo>
                  <a:pt x="0" y="93791"/>
                </a:lnTo>
                <a:lnTo>
                  <a:pt x="3551" y="93791"/>
                </a:lnTo>
                <a:cubicBezTo>
                  <a:pt x="7543" y="93791"/>
                  <a:pt x="10398" y="92491"/>
                  <a:pt x="12116" y="89892"/>
                </a:cubicBezTo>
                <a:cubicBezTo>
                  <a:pt x="13090" y="88406"/>
                  <a:pt x="13578" y="84971"/>
                  <a:pt x="13578" y="79587"/>
                </a:cubicBezTo>
                <a:lnTo>
                  <a:pt x="13578" y="18661"/>
                </a:lnTo>
                <a:cubicBezTo>
                  <a:pt x="13578" y="12765"/>
                  <a:pt x="12928" y="9075"/>
                  <a:pt x="11628" y="7590"/>
                </a:cubicBezTo>
                <a:cubicBezTo>
                  <a:pt x="9818" y="5547"/>
                  <a:pt x="7125" y="4526"/>
                  <a:pt x="3551" y="4526"/>
                </a:cubicBezTo>
                <a:lnTo>
                  <a:pt x="0" y="4526"/>
                </a:lnTo>
                <a:lnTo>
                  <a:pt x="0" y="1950"/>
                </a:lnTo>
                <a:lnTo>
                  <a:pt x="42753" y="1950"/>
                </a:lnTo>
                <a:lnTo>
                  <a:pt x="42753" y="4526"/>
                </a:lnTo>
                <a:cubicBezTo>
                  <a:pt x="37739" y="4480"/>
                  <a:pt x="34223" y="4944"/>
                  <a:pt x="32204" y="5921"/>
                </a:cubicBezTo>
                <a:cubicBezTo>
                  <a:pt x="30184" y="6895"/>
                  <a:pt x="28803" y="8126"/>
                  <a:pt x="28061" y="9613"/>
                </a:cubicBezTo>
                <a:cubicBezTo>
                  <a:pt x="27318" y="11100"/>
                  <a:pt x="26947" y="14654"/>
                  <a:pt x="26947" y="20275"/>
                </a:cubicBezTo>
                <a:lnTo>
                  <a:pt x="26947" y="79647"/>
                </a:lnTo>
                <a:cubicBezTo>
                  <a:pt x="26947" y="83503"/>
                  <a:pt x="27318" y="86151"/>
                  <a:pt x="28061" y="87592"/>
                </a:cubicBezTo>
                <a:cubicBezTo>
                  <a:pt x="28618" y="88567"/>
                  <a:pt x="29477" y="89287"/>
                  <a:pt x="30637" y="89752"/>
                </a:cubicBezTo>
                <a:cubicBezTo>
                  <a:pt x="31797" y="90217"/>
                  <a:pt x="35418" y="90449"/>
                  <a:pt x="41499" y="90449"/>
                </a:cubicBezTo>
                <a:lnTo>
                  <a:pt x="48393" y="90449"/>
                </a:lnTo>
                <a:cubicBezTo>
                  <a:pt x="55634" y="90449"/>
                  <a:pt x="60717" y="89911"/>
                  <a:pt x="63641" y="88836"/>
                </a:cubicBezTo>
                <a:cubicBezTo>
                  <a:pt x="66566" y="87761"/>
                  <a:pt x="69235" y="85857"/>
                  <a:pt x="71649" y="83122"/>
                </a:cubicBezTo>
                <a:cubicBezTo>
                  <a:pt x="74063" y="80388"/>
                  <a:pt x="76476" y="76076"/>
                  <a:pt x="78890" y="70187"/>
                </a:cubicBezTo>
                <a:close/>
                <a:moveTo>
                  <a:pt x="86712" y="96367"/>
                </a:moveTo>
                <a:lnTo>
                  <a:pt x="86712" y="93791"/>
                </a:lnTo>
                <a:lnTo>
                  <a:pt x="90263" y="93791"/>
                </a:lnTo>
                <a:cubicBezTo>
                  <a:pt x="94255" y="93791"/>
                  <a:pt x="97086" y="92514"/>
                  <a:pt x="98758" y="89961"/>
                </a:cubicBezTo>
                <a:cubicBezTo>
                  <a:pt x="99779" y="88430"/>
                  <a:pt x="100289" y="84994"/>
                  <a:pt x="100289" y="79656"/>
                </a:cubicBezTo>
                <a:lnTo>
                  <a:pt x="100289" y="18661"/>
                </a:lnTo>
                <a:cubicBezTo>
                  <a:pt x="100289" y="12765"/>
                  <a:pt x="99640" y="9075"/>
                  <a:pt x="98340" y="7590"/>
                </a:cubicBezTo>
                <a:cubicBezTo>
                  <a:pt x="96529" y="5547"/>
                  <a:pt x="93837" y="4526"/>
                  <a:pt x="90263" y="4526"/>
                </a:cubicBezTo>
                <a:lnTo>
                  <a:pt x="86712" y="4526"/>
                </a:lnTo>
                <a:lnTo>
                  <a:pt x="86712" y="1950"/>
                </a:lnTo>
                <a:lnTo>
                  <a:pt x="125147" y="1950"/>
                </a:lnTo>
                <a:cubicBezTo>
                  <a:pt x="139259" y="1950"/>
                  <a:pt x="149993" y="3551"/>
                  <a:pt x="157351" y="6754"/>
                </a:cubicBezTo>
                <a:cubicBezTo>
                  <a:pt x="164708" y="9957"/>
                  <a:pt x="170627" y="15295"/>
                  <a:pt x="175106" y="22769"/>
                </a:cubicBezTo>
                <a:cubicBezTo>
                  <a:pt x="179586" y="30242"/>
                  <a:pt x="181826" y="38876"/>
                  <a:pt x="181826" y="48671"/>
                </a:cubicBezTo>
                <a:cubicBezTo>
                  <a:pt x="181826" y="61808"/>
                  <a:pt x="177834" y="72786"/>
                  <a:pt x="169849" y="81606"/>
                </a:cubicBezTo>
                <a:cubicBezTo>
                  <a:pt x="160890" y="91447"/>
                  <a:pt x="147243" y="96367"/>
                  <a:pt x="128907" y="96367"/>
                </a:cubicBezTo>
                <a:lnTo>
                  <a:pt x="86712" y="96367"/>
                </a:lnTo>
                <a:moveTo>
                  <a:pt x="113658" y="89613"/>
                </a:moveTo>
                <a:cubicBezTo>
                  <a:pt x="119554" y="90867"/>
                  <a:pt x="124497" y="91493"/>
                  <a:pt x="128489" y="91493"/>
                </a:cubicBezTo>
                <a:cubicBezTo>
                  <a:pt x="139259" y="91493"/>
                  <a:pt x="148195" y="87710"/>
                  <a:pt x="155297" y="80144"/>
                </a:cubicBezTo>
                <a:cubicBezTo>
                  <a:pt x="162399" y="72577"/>
                  <a:pt x="165950" y="62318"/>
                  <a:pt x="165950" y="49367"/>
                </a:cubicBezTo>
                <a:cubicBezTo>
                  <a:pt x="165950" y="36323"/>
                  <a:pt x="162399" y="26041"/>
                  <a:pt x="155297" y="18521"/>
                </a:cubicBezTo>
                <a:cubicBezTo>
                  <a:pt x="148195" y="11001"/>
                  <a:pt x="139073" y="7241"/>
                  <a:pt x="127932" y="7241"/>
                </a:cubicBezTo>
                <a:cubicBezTo>
                  <a:pt x="123755" y="7241"/>
                  <a:pt x="118997" y="7915"/>
                  <a:pt x="113658" y="9261"/>
                </a:cubicBezTo>
                <a:lnTo>
                  <a:pt x="113658" y="89613"/>
                </a:lnTo>
                <a:close/>
                <a:moveTo>
                  <a:pt x="283600" y="96367"/>
                </a:moveTo>
                <a:lnTo>
                  <a:pt x="258394" y="96367"/>
                </a:lnTo>
                <a:lnTo>
                  <a:pt x="226434" y="52083"/>
                </a:lnTo>
                <a:cubicBezTo>
                  <a:pt x="224066" y="52176"/>
                  <a:pt x="222140" y="52222"/>
                  <a:pt x="220655" y="52222"/>
                </a:cubicBezTo>
                <a:cubicBezTo>
                  <a:pt x="220051" y="52222"/>
                  <a:pt x="219401" y="52211"/>
                  <a:pt x="218705" y="52187"/>
                </a:cubicBezTo>
                <a:cubicBezTo>
                  <a:pt x="218009" y="52164"/>
                  <a:pt x="217289" y="52129"/>
                  <a:pt x="216546" y="52083"/>
                </a:cubicBezTo>
                <a:lnTo>
                  <a:pt x="216546" y="79608"/>
                </a:lnTo>
                <a:cubicBezTo>
                  <a:pt x="216546" y="85570"/>
                  <a:pt x="217196" y="89273"/>
                  <a:pt x="218496" y="90716"/>
                </a:cubicBezTo>
                <a:cubicBezTo>
                  <a:pt x="220260" y="92766"/>
                  <a:pt x="222906" y="93791"/>
                  <a:pt x="226434" y="93791"/>
                </a:cubicBezTo>
                <a:lnTo>
                  <a:pt x="230124" y="93791"/>
                </a:lnTo>
                <a:lnTo>
                  <a:pt x="230124" y="96367"/>
                </a:lnTo>
                <a:lnTo>
                  <a:pt x="189669" y="96367"/>
                </a:lnTo>
                <a:lnTo>
                  <a:pt x="189669" y="93791"/>
                </a:lnTo>
                <a:lnTo>
                  <a:pt x="193221" y="93791"/>
                </a:lnTo>
                <a:cubicBezTo>
                  <a:pt x="197213" y="93791"/>
                  <a:pt x="200067" y="92491"/>
                  <a:pt x="201785" y="89892"/>
                </a:cubicBezTo>
                <a:cubicBezTo>
                  <a:pt x="202760" y="88453"/>
                  <a:pt x="203247" y="85041"/>
                  <a:pt x="203247" y="79656"/>
                </a:cubicBezTo>
                <a:lnTo>
                  <a:pt x="203247" y="18661"/>
                </a:lnTo>
                <a:cubicBezTo>
                  <a:pt x="203247" y="12719"/>
                  <a:pt x="202597" y="9029"/>
                  <a:pt x="201298" y="7590"/>
                </a:cubicBezTo>
                <a:cubicBezTo>
                  <a:pt x="199487" y="5547"/>
                  <a:pt x="196795" y="4526"/>
                  <a:pt x="193221" y="4526"/>
                </a:cubicBezTo>
                <a:lnTo>
                  <a:pt x="189669" y="4526"/>
                </a:lnTo>
                <a:lnTo>
                  <a:pt x="189669" y="1950"/>
                </a:lnTo>
                <a:lnTo>
                  <a:pt x="224066" y="1950"/>
                </a:lnTo>
                <a:cubicBezTo>
                  <a:pt x="234093" y="1950"/>
                  <a:pt x="241485" y="2679"/>
                  <a:pt x="246243" y="4136"/>
                </a:cubicBezTo>
                <a:cubicBezTo>
                  <a:pt x="251001" y="5594"/>
                  <a:pt x="255040" y="8279"/>
                  <a:pt x="258359" y="12192"/>
                </a:cubicBezTo>
                <a:cubicBezTo>
                  <a:pt x="261678" y="16103"/>
                  <a:pt x="263337" y="20766"/>
                  <a:pt x="263337" y="26181"/>
                </a:cubicBezTo>
                <a:cubicBezTo>
                  <a:pt x="263337" y="31966"/>
                  <a:pt x="261446" y="36988"/>
                  <a:pt x="257663" y="41247"/>
                </a:cubicBezTo>
                <a:cubicBezTo>
                  <a:pt x="253879" y="45504"/>
                  <a:pt x="248019" y="48513"/>
                  <a:pt x="240081" y="50273"/>
                </a:cubicBezTo>
                <a:lnTo>
                  <a:pt x="259577" y="77445"/>
                </a:lnTo>
                <a:cubicBezTo>
                  <a:pt x="264034" y="83686"/>
                  <a:pt x="267863" y="87831"/>
                  <a:pt x="271066" y="89881"/>
                </a:cubicBezTo>
                <a:cubicBezTo>
                  <a:pt x="274269" y="91929"/>
                  <a:pt x="278447" y="93232"/>
                  <a:pt x="283600" y="93791"/>
                </a:cubicBezTo>
                <a:lnTo>
                  <a:pt x="283600" y="96367"/>
                </a:lnTo>
                <a:moveTo>
                  <a:pt x="216546" y="47835"/>
                </a:moveTo>
                <a:cubicBezTo>
                  <a:pt x="217428" y="47835"/>
                  <a:pt x="218194" y="47847"/>
                  <a:pt x="218844" y="47870"/>
                </a:cubicBezTo>
                <a:cubicBezTo>
                  <a:pt x="219494" y="47894"/>
                  <a:pt x="220028" y="47905"/>
                  <a:pt x="220446" y="47905"/>
                </a:cubicBezTo>
                <a:cubicBezTo>
                  <a:pt x="229451" y="47905"/>
                  <a:pt x="236240" y="45955"/>
                  <a:pt x="240812" y="42056"/>
                </a:cubicBezTo>
                <a:cubicBezTo>
                  <a:pt x="245385" y="38157"/>
                  <a:pt x="247671" y="33190"/>
                  <a:pt x="247671" y="27156"/>
                </a:cubicBezTo>
                <a:cubicBezTo>
                  <a:pt x="247671" y="21260"/>
                  <a:pt x="245826" y="16467"/>
                  <a:pt x="242135" y="12777"/>
                </a:cubicBezTo>
                <a:cubicBezTo>
                  <a:pt x="238445" y="9087"/>
                  <a:pt x="233559" y="7241"/>
                  <a:pt x="227478" y="7241"/>
                </a:cubicBezTo>
                <a:cubicBezTo>
                  <a:pt x="224786" y="7241"/>
                  <a:pt x="221142" y="7682"/>
                  <a:pt x="216546" y="8564"/>
                </a:cubicBezTo>
                <a:lnTo>
                  <a:pt x="216546" y="47835"/>
                </a:lnTo>
                <a:close/>
                <a:moveTo>
                  <a:pt x="556966" y="96367"/>
                </a:moveTo>
                <a:lnTo>
                  <a:pt x="531760" y="96367"/>
                </a:lnTo>
                <a:lnTo>
                  <a:pt x="499801" y="52083"/>
                </a:lnTo>
                <a:cubicBezTo>
                  <a:pt x="497433" y="52176"/>
                  <a:pt x="495507" y="52222"/>
                  <a:pt x="494021" y="52222"/>
                </a:cubicBezTo>
                <a:cubicBezTo>
                  <a:pt x="493418" y="52222"/>
                  <a:pt x="492768" y="52211"/>
                  <a:pt x="492072" y="52187"/>
                </a:cubicBezTo>
                <a:cubicBezTo>
                  <a:pt x="491375" y="52164"/>
                  <a:pt x="490656" y="52129"/>
                  <a:pt x="489913" y="52083"/>
                </a:cubicBezTo>
                <a:lnTo>
                  <a:pt x="489913" y="79608"/>
                </a:lnTo>
                <a:cubicBezTo>
                  <a:pt x="489913" y="85570"/>
                  <a:pt x="490563" y="89273"/>
                  <a:pt x="491863" y="90716"/>
                </a:cubicBezTo>
                <a:cubicBezTo>
                  <a:pt x="493627" y="92766"/>
                  <a:pt x="496273" y="93791"/>
                  <a:pt x="499801" y="93791"/>
                </a:cubicBezTo>
                <a:lnTo>
                  <a:pt x="503491" y="93791"/>
                </a:lnTo>
                <a:lnTo>
                  <a:pt x="503491" y="96367"/>
                </a:lnTo>
                <a:lnTo>
                  <a:pt x="463036" y="96367"/>
                </a:lnTo>
                <a:lnTo>
                  <a:pt x="463036" y="93791"/>
                </a:lnTo>
                <a:lnTo>
                  <a:pt x="466587" y="93791"/>
                </a:lnTo>
                <a:cubicBezTo>
                  <a:pt x="470579" y="93791"/>
                  <a:pt x="473434" y="92491"/>
                  <a:pt x="475152" y="89892"/>
                </a:cubicBezTo>
                <a:cubicBezTo>
                  <a:pt x="476126" y="88453"/>
                  <a:pt x="476614" y="85041"/>
                  <a:pt x="476614" y="79656"/>
                </a:cubicBezTo>
                <a:lnTo>
                  <a:pt x="476614" y="18661"/>
                </a:lnTo>
                <a:cubicBezTo>
                  <a:pt x="476614" y="12719"/>
                  <a:pt x="475964" y="9029"/>
                  <a:pt x="474664" y="7590"/>
                </a:cubicBezTo>
                <a:cubicBezTo>
                  <a:pt x="472854" y="5547"/>
                  <a:pt x="470162" y="4526"/>
                  <a:pt x="466587" y="4526"/>
                </a:cubicBezTo>
                <a:lnTo>
                  <a:pt x="463036" y="4526"/>
                </a:lnTo>
                <a:lnTo>
                  <a:pt x="463036" y="1950"/>
                </a:lnTo>
                <a:lnTo>
                  <a:pt x="497433" y="1950"/>
                </a:lnTo>
                <a:cubicBezTo>
                  <a:pt x="507460" y="1950"/>
                  <a:pt x="514852" y="2679"/>
                  <a:pt x="519610" y="4136"/>
                </a:cubicBezTo>
                <a:cubicBezTo>
                  <a:pt x="524368" y="5594"/>
                  <a:pt x="528407" y="8279"/>
                  <a:pt x="531726" y="12192"/>
                </a:cubicBezTo>
                <a:cubicBezTo>
                  <a:pt x="535045" y="16103"/>
                  <a:pt x="536704" y="20766"/>
                  <a:pt x="536704" y="26181"/>
                </a:cubicBezTo>
                <a:cubicBezTo>
                  <a:pt x="536704" y="31966"/>
                  <a:pt x="534813" y="36988"/>
                  <a:pt x="531029" y="41247"/>
                </a:cubicBezTo>
                <a:cubicBezTo>
                  <a:pt x="527246" y="45504"/>
                  <a:pt x="521386" y="48513"/>
                  <a:pt x="513448" y="50273"/>
                </a:cubicBezTo>
                <a:lnTo>
                  <a:pt x="532944" y="77445"/>
                </a:lnTo>
                <a:cubicBezTo>
                  <a:pt x="537400" y="83686"/>
                  <a:pt x="541230" y="87831"/>
                  <a:pt x="544433" y="89881"/>
                </a:cubicBezTo>
                <a:cubicBezTo>
                  <a:pt x="547636" y="91929"/>
                  <a:pt x="551814" y="93232"/>
                  <a:pt x="556966" y="93791"/>
                </a:cubicBezTo>
                <a:lnTo>
                  <a:pt x="556966" y="96367"/>
                </a:lnTo>
                <a:moveTo>
                  <a:pt x="489913" y="47835"/>
                </a:moveTo>
                <a:cubicBezTo>
                  <a:pt x="490795" y="47835"/>
                  <a:pt x="491561" y="47847"/>
                  <a:pt x="492211" y="47870"/>
                </a:cubicBezTo>
                <a:cubicBezTo>
                  <a:pt x="492861" y="47894"/>
                  <a:pt x="493395" y="47905"/>
                  <a:pt x="493812" y="47905"/>
                </a:cubicBezTo>
                <a:cubicBezTo>
                  <a:pt x="502818" y="47905"/>
                  <a:pt x="509607" y="45955"/>
                  <a:pt x="514179" y="42056"/>
                </a:cubicBezTo>
                <a:cubicBezTo>
                  <a:pt x="518751" y="38157"/>
                  <a:pt x="521038" y="33190"/>
                  <a:pt x="521038" y="27156"/>
                </a:cubicBezTo>
                <a:cubicBezTo>
                  <a:pt x="521038" y="21260"/>
                  <a:pt x="519192" y="16467"/>
                  <a:pt x="515502" y="12777"/>
                </a:cubicBezTo>
                <a:cubicBezTo>
                  <a:pt x="511812" y="9087"/>
                  <a:pt x="506926" y="7241"/>
                  <a:pt x="500845" y="7241"/>
                </a:cubicBezTo>
                <a:cubicBezTo>
                  <a:pt x="498153" y="7241"/>
                  <a:pt x="494509" y="7682"/>
                  <a:pt x="489913" y="8564"/>
                </a:cubicBezTo>
                <a:lnTo>
                  <a:pt x="489913" y="47835"/>
                </a:lnTo>
                <a:close/>
                <a:moveTo>
                  <a:pt x="622071" y="61553"/>
                </a:moveTo>
                <a:lnTo>
                  <a:pt x="622071" y="71440"/>
                </a:lnTo>
                <a:lnTo>
                  <a:pt x="609399" y="71440"/>
                </a:lnTo>
                <a:lnTo>
                  <a:pt x="609399" y="96367"/>
                </a:lnTo>
                <a:lnTo>
                  <a:pt x="597910" y="96367"/>
                </a:lnTo>
                <a:lnTo>
                  <a:pt x="597910" y="71440"/>
                </a:lnTo>
                <a:lnTo>
                  <a:pt x="557942" y="71440"/>
                </a:lnTo>
                <a:lnTo>
                  <a:pt x="557942" y="62527"/>
                </a:lnTo>
                <a:lnTo>
                  <a:pt x="601739" y="0"/>
                </a:lnTo>
                <a:lnTo>
                  <a:pt x="609399" y="0"/>
                </a:lnTo>
                <a:lnTo>
                  <a:pt x="609399" y="61553"/>
                </a:lnTo>
                <a:lnTo>
                  <a:pt x="622071" y="61553"/>
                </a:lnTo>
                <a:moveTo>
                  <a:pt x="597910" y="61553"/>
                </a:moveTo>
                <a:lnTo>
                  <a:pt x="597910" y="14692"/>
                </a:lnTo>
                <a:lnTo>
                  <a:pt x="564766" y="61553"/>
                </a:lnTo>
                <a:lnTo>
                  <a:pt x="597910" y="61553"/>
                </a:lnTo>
                <a:close/>
                <a:moveTo>
                  <a:pt x="634674" y="120181"/>
                </a:moveTo>
                <a:lnTo>
                  <a:pt x="634674" y="117117"/>
                </a:lnTo>
                <a:cubicBezTo>
                  <a:pt x="639455" y="115533"/>
                  <a:pt x="643157" y="113075"/>
                  <a:pt x="645780" y="109743"/>
                </a:cubicBezTo>
                <a:cubicBezTo>
                  <a:pt x="648403" y="106412"/>
                  <a:pt x="649714" y="102883"/>
                  <a:pt x="649714" y="99155"/>
                </a:cubicBezTo>
                <a:cubicBezTo>
                  <a:pt x="649714" y="98271"/>
                  <a:pt x="649505" y="97528"/>
                  <a:pt x="649087" y="96924"/>
                </a:cubicBezTo>
                <a:cubicBezTo>
                  <a:pt x="648762" y="96507"/>
                  <a:pt x="648437" y="96298"/>
                  <a:pt x="648113" y="96298"/>
                </a:cubicBezTo>
                <a:cubicBezTo>
                  <a:pt x="647602" y="96298"/>
                  <a:pt x="646488" y="96762"/>
                  <a:pt x="644770" y="97690"/>
                </a:cubicBezTo>
                <a:cubicBezTo>
                  <a:pt x="643935" y="98108"/>
                  <a:pt x="643053" y="98317"/>
                  <a:pt x="642124" y="98317"/>
                </a:cubicBezTo>
                <a:cubicBezTo>
                  <a:pt x="639850" y="98317"/>
                  <a:pt x="638039" y="97644"/>
                  <a:pt x="636693" y="96298"/>
                </a:cubicBezTo>
                <a:cubicBezTo>
                  <a:pt x="635347" y="94951"/>
                  <a:pt x="634674" y="93095"/>
                  <a:pt x="634674" y="90727"/>
                </a:cubicBezTo>
                <a:cubicBezTo>
                  <a:pt x="634674" y="88453"/>
                  <a:pt x="635544" y="86503"/>
                  <a:pt x="637285" y="84878"/>
                </a:cubicBezTo>
                <a:cubicBezTo>
                  <a:pt x="639026" y="83254"/>
                  <a:pt x="641150" y="82441"/>
                  <a:pt x="643656" y="82441"/>
                </a:cubicBezTo>
                <a:cubicBezTo>
                  <a:pt x="646720" y="82441"/>
                  <a:pt x="649447" y="83779"/>
                  <a:pt x="651838" y="86454"/>
                </a:cubicBezTo>
                <a:cubicBezTo>
                  <a:pt x="654228" y="89127"/>
                  <a:pt x="655424" y="92673"/>
                  <a:pt x="655424" y="97090"/>
                </a:cubicBezTo>
                <a:cubicBezTo>
                  <a:pt x="655424" y="101881"/>
                  <a:pt x="653764" y="106334"/>
                  <a:pt x="650445" y="110450"/>
                </a:cubicBezTo>
                <a:cubicBezTo>
                  <a:pt x="647126" y="114565"/>
                  <a:pt x="641869" y="117809"/>
                  <a:pt x="634674" y="120181"/>
                </a:cubicBezTo>
                <a:close/>
                <a:moveTo>
                  <a:pt x="794683" y="96367"/>
                </a:moveTo>
                <a:lnTo>
                  <a:pt x="769477" y="96367"/>
                </a:lnTo>
                <a:lnTo>
                  <a:pt x="737517" y="52083"/>
                </a:lnTo>
                <a:cubicBezTo>
                  <a:pt x="735150" y="52176"/>
                  <a:pt x="733223" y="52222"/>
                  <a:pt x="731738" y="52222"/>
                </a:cubicBezTo>
                <a:cubicBezTo>
                  <a:pt x="731134" y="52222"/>
                  <a:pt x="730485" y="52211"/>
                  <a:pt x="729788" y="52187"/>
                </a:cubicBezTo>
                <a:cubicBezTo>
                  <a:pt x="729092" y="52164"/>
                  <a:pt x="728372" y="52129"/>
                  <a:pt x="727630" y="52083"/>
                </a:cubicBezTo>
                <a:lnTo>
                  <a:pt x="727630" y="79608"/>
                </a:lnTo>
                <a:cubicBezTo>
                  <a:pt x="727630" y="85570"/>
                  <a:pt x="728280" y="89273"/>
                  <a:pt x="729579" y="90716"/>
                </a:cubicBezTo>
                <a:cubicBezTo>
                  <a:pt x="731343" y="92766"/>
                  <a:pt x="733989" y="93791"/>
                  <a:pt x="737517" y="93791"/>
                </a:cubicBezTo>
                <a:lnTo>
                  <a:pt x="741207" y="93791"/>
                </a:lnTo>
                <a:lnTo>
                  <a:pt x="741207" y="96367"/>
                </a:lnTo>
                <a:lnTo>
                  <a:pt x="700753" y="96367"/>
                </a:lnTo>
                <a:lnTo>
                  <a:pt x="700753" y="93791"/>
                </a:lnTo>
                <a:lnTo>
                  <a:pt x="704304" y="93791"/>
                </a:lnTo>
                <a:cubicBezTo>
                  <a:pt x="708296" y="93791"/>
                  <a:pt x="711151" y="92491"/>
                  <a:pt x="712868" y="89892"/>
                </a:cubicBezTo>
                <a:cubicBezTo>
                  <a:pt x="713843" y="88453"/>
                  <a:pt x="714330" y="85041"/>
                  <a:pt x="714330" y="79656"/>
                </a:cubicBezTo>
                <a:lnTo>
                  <a:pt x="714330" y="18661"/>
                </a:lnTo>
                <a:cubicBezTo>
                  <a:pt x="714330" y="12719"/>
                  <a:pt x="713681" y="9029"/>
                  <a:pt x="712381" y="7590"/>
                </a:cubicBezTo>
                <a:cubicBezTo>
                  <a:pt x="710570" y="5547"/>
                  <a:pt x="707878" y="4526"/>
                  <a:pt x="704304" y="4526"/>
                </a:cubicBezTo>
                <a:lnTo>
                  <a:pt x="700753" y="4526"/>
                </a:lnTo>
                <a:lnTo>
                  <a:pt x="700753" y="1950"/>
                </a:lnTo>
                <a:lnTo>
                  <a:pt x="735150" y="1950"/>
                </a:lnTo>
                <a:cubicBezTo>
                  <a:pt x="745176" y="1950"/>
                  <a:pt x="752569" y="2679"/>
                  <a:pt x="757327" y="4136"/>
                </a:cubicBezTo>
                <a:cubicBezTo>
                  <a:pt x="762085" y="5594"/>
                  <a:pt x="766123" y="8279"/>
                  <a:pt x="769442" y="12192"/>
                </a:cubicBezTo>
                <a:cubicBezTo>
                  <a:pt x="772761" y="16103"/>
                  <a:pt x="774421" y="20766"/>
                  <a:pt x="774421" y="26181"/>
                </a:cubicBezTo>
                <a:cubicBezTo>
                  <a:pt x="774421" y="31966"/>
                  <a:pt x="772529" y="36988"/>
                  <a:pt x="768746" y="41247"/>
                </a:cubicBezTo>
                <a:cubicBezTo>
                  <a:pt x="764963" y="45504"/>
                  <a:pt x="759102" y="48513"/>
                  <a:pt x="751164" y="50273"/>
                </a:cubicBezTo>
                <a:lnTo>
                  <a:pt x="770661" y="77445"/>
                </a:lnTo>
                <a:cubicBezTo>
                  <a:pt x="775117" y="83686"/>
                  <a:pt x="778947" y="87831"/>
                  <a:pt x="782150" y="89881"/>
                </a:cubicBezTo>
                <a:cubicBezTo>
                  <a:pt x="785353" y="91929"/>
                  <a:pt x="789530" y="93232"/>
                  <a:pt x="794683" y="93791"/>
                </a:cubicBezTo>
                <a:lnTo>
                  <a:pt x="794683" y="96367"/>
                </a:lnTo>
                <a:moveTo>
                  <a:pt x="727630" y="47835"/>
                </a:moveTo>
                <a:cubicBezTo>
                  <a:pt x="728512" y="47835"/>
                  <a:pt x="729278" y="47847"/>
                  <a:pt x="729927" y="47870"/>
                </a:cubicBezTo>
                <a:cubicBezTo>
                  <a:pt x="730577" y="47894"/>
                  <a:pt x="731111" y="47905"/>
                  <a:pt x="731529" y="47905"/>
                </a:cubicBezTo>
                <a:cubicBezTo>
                  <a:pt x="740534" y="47905"/>
                  <a:pt x="747323" y="45955"/>
                  <a:pt x="751896" y="42056"/>
                </a:cubicBezTo>
                <a:cubicBezTo>
                  <a:pt x="756468" y="38157"/>
                  <a:pt x="758754" y="33190"/>
                  <a:pt x="758754" y="27156"/>
                </a:cubicBezTo>
                <a:cubicBezTo>
                  <a:pt x="758754" y="21260"/>
                  <a:pt x="756909" y="16467"/>
                  <a:pt x="753219" y="12777"/>
                </a:cubicBezTo>
                <a:cubicBezTo>
                  <a:pt x="749528" y="9087"/>
                  <a:pt x="744643" y="7241"/>
                  <a:pt x="738562" y="7241"/>
                </a:cubicBezTo>
                <a:cubicBezTo>
                  <a:pt x="735869" y="7241"/>
                  <a:pt x="732225" y="7682"/>
                  <a:pt x="727630" y="8564"/>
                </a:cubicBezTo>
                <a:lnTo>
                  <a:pt x="727630" y="47835"/>
                </a:lnTo>
                <a:close/>
                <a:moveTo>
                  <a:pt x="855332" y="1950"/>
                </a:moveTo>
                <a:lnTo>
                  <a:pt x="849901" y="13926"/>
                </a:lnTo>
                <a:lnTo>
                  <a:pt x="821492" y="13926"/>
                </a:lnTo>
                <a:lnTo>
                  <a:pt x="815295" y="26459"/>
                </a:lnTo>
                <a:cubicBezTo>
                  <a:pt x="827596" y="28270"/>
                  <a:pt x="837344" y="32842"/>
                  <a:pt x="844539" y="40176"/>
                </a:cubicBezTo>
                <a:cubicBezTo>
                  <a:pt x="850713" y="46489"/>
                  <a:pt x="853800" y="53916"/>
                  <a:pt x="853800" y="62458"/>
                </a:cubicBezTo>
                <a:cubicBezTo>
                  <a:pt x="853800" y="67425"/>
                  <a:pt x="852790" y="72020"/>
                  <a:pt x="850771" y="76244"/>
                </a:cubicBezTo>
                <a:cubicBezTo>
                  <a:pt x="848752" y="80469"/>
                  <a:pt x="846210" y="84066"/>
                  <a:pt x="843146" y="87037"/>
                </a:cubicBezTo>
                <a:cubicBezTo>
                  <a:pt x="840083" y="90008"/>
                  <a:pt x="836671" y="92398"/>
                  <a:pt x="832911" y="94209"/>
                </a:cubicBezTo>
                <a:cubicBezTo>
                  <a:pt x="827573" y="96762"/>
                  <a:pt x="822095" y="98038"/>
                  <a:pt x="816478" y="98038"/>
                </a:cubicBezTo>
                <a:cubicBezTo>
                  <a:pt x="810815" y="98038"/>
                  <a:pt x="806695" y="97075"/>
                  <a:pt x="804119" y="95149"/>
                </a:cubicBezTo>
                <a:cubicBezTo>
                  <a:pt x="801543" y="93222"/>
                  <a:pt x="800255" y="91099"/>
                  <a:pt x="800255" y="88778"/>
                </a:cubicBezTo>
                <a:cubicBezTo>
                  <a:pt x="800255" y="87478"/>
                  <a:pt x="800789" y="86329"/>
                  <a:pt x="801856" y="85331"/>
                </a:cubicBezTo>
                <a:cubicBezTo>
                  <a:pt x="802924" y="84333"/>
                  <a:pt x="804270" y="83834"/>
                  <a:pt x="805895" y="83834"/>
                </a:cubicBezTo>
                <a:cubicBezTo>
                  <a:pt x="807102" y="83834"/>
                  <a:pt x="808158" y="84020"/>
                  <a:pt x="809063" y="84391"/>
                </a:cubicBezTo>
                <a:cubicBezTo>
                  <a:pt x="809968" y="84762"/>
                  <a:pt x="811511" y="85714"/>
                  <a:pt x="813693" y="87246"/>
                </a:cubicBezTo>
                <a:cubicBezTo>
                  <a:pt x="817175" y="89660"/>
                  <a:pt x="820703" y="90867"/>
                  <a:pt x="824277" y="90867"/>
                </a:cubicBezTo>
                <a:cubicBezTo>
                  <a:pt x="829708" y="90867"/>
                  <a:pt x="834478" y="88812"/>
                  <a:pt x="838586" y="84704"/>
                </a:cubicBezTo>
                <a:cubicBezTo>
                  <a:pt x="842694" y="80596"/>
                  <a:pt x="844748" y="75594"/>
                  <a:pt x="844748" y="69699"/>
                </a:cubicBezTo>
                <a:cubicBezTo>
                  <a:pt x="844748" y="63990"/>
                  <a:pt x="842914" y="58663"/>
                  <a:pt x="839247" y="53719"/>
                </a:cubicBezTo>
                <a:cubicBezTo>
                  <a:pt x="835580" y="48775"/>
                  <a:pt x="830520" y="44957"/>
                  <a:pt x="824068" y="42265"/>
                </a:cubicBezTo>
                <a:cubicBezTo>
                  <a:pt x="819008" y="40176"/>
                  <a:pt x="812115" y="38969"/>
                  <a:pt x="803388" y="38644"/>
                </a:cubicBezTo>
                <a:lnTo>
                  <a:pt x="821492" y="1950"/>
                </a:lnTo>
                <a:lnTo>
                  <a:pt x="855332" y="19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Text LDRR6,R7">
            <a:extLst xmlns:a="http://schemas.openxmlformats.org/drawingml/2006/main">
              <a:ext uri="{FF2B5EF4-FFF2-40B4-BE49-F238E27FC236}">
                <a16:creationId xmlns:a16="http://schemas.microsoft.com/office/drawing/2014/main" id="{F07D91A5-562C-4F6F-B738-5FB42D097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2354" y="3481801"/>
            <a:ext cx="858395" cy="120181"/>
          </a:xfrm>
          <a:custGeom xmlns:a="http://schemas.openxmlformats.org/drawingml/2006/main">
            <a:pathLst>
              <a:path w="858395" h="120181">
                <a:moveTo>
                  <a:pt x="78890" y="70187"/>
                </a:moveTo>
                <a:lnTo>
                  <a:pt x="81188" y="70676"/>
                </a:lnTo>
                <a:lnTo>
                  <a:pt x="73111" y="96367"/>
                </a:lnTo>
                <a:lnTo>
                  <a:pt x="0" y="96367"/>
                </a:lnTo>
                <a:lnTo>
                  <a:pt x="0" y="93791"/>
                </a:lnTo>
                <a:lnTo>
                  <a:pt x="3551" y="93791"/>
                </a:lnTo>
                <a:cubicBezTo>
                  <a:pt x="7543" y="93791"/>
                  <a:pt x="10398" y="92491"/>
                  <a:pt x="12116" y="89892"/>
                </a:cubicBezTo>
                <a:cubicBezTo>
                  <a:pt x="13090" y="88406"/>
                  <a:pt x="13578" y="84971"/>
                  <a:pt x="13578" y="79587"/>
                </a:cubicBezTo>
                <a:lnTo>
                  <a:pt x="13578" y="18661"/>
                </a:lnTo>
                <a:cubicBezTo>
                  <a:pt x="13578" y="12765"/>
                  <a:pt x="12928" y="9075"/>
                  <a:pt x="11628" y="7590"/>
                </a:cubicBezTo>
                <a:cubicBezTo>
                  <a:pt x="9818" y="5547"/>
                  <a:pt x="7125" y="4526"/>
                  <a:pt x="3551" y="4526"/>
                </a:cubicBezTo>
                <a:lnTo>
                  <a:pt x="0" y="4526"/>
                </a:lnTo>
                <a:lnTo>
                  <a:pt x="0" y="1950"/>
                </a:lnTo>
                <a:lnTo>
                  <a:pt x="42753" y="1950"/>
                </a:lnTo>
                <a:lnTo>
                  <a:pt x="42753" y="4526"/>
                </a:lnTo>
                <a:cubicBezTo>
                  <a:pt x="37739" y="4480"/>
                  <a:pt x="34223" y="4944"/>
                  <a:pt x="32204" y="5921"/>
                </a:cubicBezTo>
                <a:cubicBezTo>
                  <a:pt x="30184" y="6895"/>
                  <a:pt x="28803" y="8126"/>
                  <a:pt x="28061" y="9613"/>
                </a:cubicBezTo>
                <a:cubicBezTo>
                  <a:pt x="27318" y="11100"/>
                  <a:pt x="26947" y="14654"/>
                  <a:pt x="26947" y="20275"/>
                </a:cubicBezTo>
                <a:lnTo>
                  <a:pt x="26947" y="79647"/>
                </a:lnTo>
                <a:cubicBezTo>
                  <a:pt x="26947" y="83503"/>
                  <a:pt x="27318" y="86151"/>
                  <a:pt x="28061" y="87592"/>
                </a:cubicBezTo>
                <a:cubicBezTo>
                  <a:pt x="28618" y="88567"/>
                  <a:pt x="29477" y="89287"/>
                  <a:pt x="30637" y="89752"/>
                </a:cubicBezTo>
                <a:cubicBezTo>
                  <a:pt x="31797" y="90217"/>
                  <a:pt x="35418" y="90449"/>
                  <a:pt x="41499" y="90449"/>
                </a:cubicBezTo>
                <a:lnTo>
                  <a:pt x="48393" y="90449"/>
                </a:lnTo>
                <a:cubicBezTo>
                  <a:pt x="55634" y="90449"/>
                  <a:pt x="60717" y="89911"/>
                  <a:pt x="63641" y="88836"/>
                </a:cubicBezTo>
                <a:cubicBezTo>
                  <a:pt x="66566" y="87761"/>
                  <a:pt x="69235" y="85857"/>
                  <a:pt x="71649" y="83122"/>
                </a:cubicBezTo>
                <a:cubicBezTo>
                  <a:pt x="74063" y="80388"/>
                  <a:pt x="76476" y="76076"/>
                  <a:pt x="78890" y="70187"/>
                </a:cubicBezTo>
                <a:close/>
                <a:moveTo>
                  <a:pt x="86712" y="96367"/>
                </a:moveTo>
                <a:lnTo>
                  <a:pt x="86712" y="93791"/>
                </a:lnTo>
                <a:lnTo>
                  <a:pt x="90263" y="93791"/>
                </a:lnTo>
                <a:cubicBezTo>
                  <a:pt x="94255" y="93791"/>
                  <a:pt x="97086" y="92514"/>
                  <a:pt x="98758" y="89961"/>
                </a:cubicBezTo>
                <a:cubicBezTo>
                  <a:pt x="99779" y="88430"/>
                  <a:pt x="100289" y="84994"/>
                  <a:pt x="100289" y="79656"/>
                </a:cubicBezTo>
                <a:lnTo>
                  <a:pt x="100289" y="18661"/>
                </a:lnTo>
                <a:cubicBezTo>
                  <a:pt x="100289" y="12765"/>
                  <a:pt x="99640" y="9075"/>
                  <a:pt x="98340" y="7590"/>
                </a:cubicBezTo>
                <a:cubicBezTo>
                  <a:pt x="96529" y="5547"/>
                  <a:pt x="93837" y="4526"/>
                  <a:pt x="90263" y="4526"/>
                </a:cubicBezTo>
                <a:lnTo>
                  <a:pt x="86712" y="4526"/>
                </a:lnTo>
                <a:lnTo>
                  <a:pt x="86712" y="1950"/>
                </a:lnTo>
                <a:lnTo>
                  <a:pt x="125147" y="1950"/>
                </a:lnTo>
                <a:cubicBezTo>
                  <a:pt x="139259" y="1950"/>
                  <a:pt x="149993" y="3551"/>
                  <a:pt x="157351" y="6754"/>
                </a:cubicBezTo>
                <a:cubicBezTo>
                  <a:pt x="164708" y="9957"/>
                  <a:pt x="170627" y="15295"/>
                  <a:pt x="175106" y="22769"/>
                </a:cubicBezTo>
                <a:cubicBezTo>
                  <a:pt x="179586" y="30242"/>
                  <a:pt x="181826" y="38876"/>
                  <a:pt x="181826" y="48671"/>
                </a:cubicBezTo>
                <a:cubicBezTo>
                  <a:pt x="181826" y="61808"/>
                  <a:pt x="177834" y="72786"/>
                  <a:pt x="169849" y="81606"/>
                </a:cubicBezTo>
                <a:cubicBezTo>
                  <a:pt x="160890" y="91447"/>
                  <a:pt x="147243" y="96367"/>
                  <a:pt x="128907" y="96367"/>
                </a:cubicBezTo>
                <a:lnTo>
                  <a:pt x="86712" y="96367"/>
                </a:lnTo>
                <a:moveTo>
                  <a:pt x="113658" y="89613"/>
                </a:moveTo>
                <a:cubicBezTo>
                  <a:pt x="119554" y="90867"/>
                  <a:pt x="124497" y="91493"/>
                  <a:pt x="128489" y="91493"/>
                </a:cubicBezTo>
                <a:cubicBezTo>
                  <a:pt x="139259" y="91493"/>
                  <a:pt x="148195" y="87710"/>
                  <a:pt x="155297" y="80144"/>
                </a:cubicBezTo>
                <a:cubicBezTo>
                  <a:pt x="162399" y="72577"/>
                  <a:pt x="165950" y="62318"/>
                  <a:pt x="165950" y="49367"/>
                </a:cubicBezTo>
                <a:cubicBezTo>
                  <a:pt x="165950" y="36323"/>
                  <a:pt x="162399" y="26041"/>
                  <a:pt x="155297" y="18521"/>
                </a:cubicBezTo>
                <a:cubicBezTo>
                  <a:pt x="148195" y="11001"/>
                  <a:pt x="139073" y="7241"/>
                  <a:pt x="127932" y="7241"/>
                </a:cubicBezTo>
                <a:cubicBezTo>
                  <a:pt x="123755" y="7241"/>
                  <a:pt x="118997" y="7915"/>
                  <a:pt x="113658" y="9261"/>
                </a:cubicBezTo>
                <a:lnTo>
                  <a:pt x="113658" y="89613"/>
                </a:lnTo>
                <a:close/>
                <a:moveTo>
                  <a:pt x="283600" y="96367"/>
                </a:moveTo>
                <a:lnTo>
                  <a:pt x="258394" y="96367"/>
                </a:lnTo>
                <a:lnTo>
                  <a:pt x="226434" y="52083"/>
                </a:lnTo>
                <a:cubicBezTo>
                  <a:pt x="224066" y="52176"/>
                  <a:pt x="222140" y="52222"/>
                  <a:pt x="220655" y="52222"/>
                </a:cubicBezTo>
                <a:cubicBezTo>
                  <a:pt x="220051" y="52222"/>
                  <a:pt x="219401" y="52211"/>
                  <a:pt x="218705" y="52187"/>
                </a:cubicBezTo>
                <a:cubicBezTo>
                  <a:pt x="218009" y="52164"/>
                  <a:pt x="217289" y="52129"/>
                  <a:pt x="216546" y="52083"/>
                </a:cubicBezTo>
                <a:lnTo>
                  <a:pt x="216546" y="79608"/>
                </a:lnTo>
                <a:cubicBezTo>
                  <a:pt x="216546" y="85570"/>
                  <a:pt x="217196" y="89273"/>
                  <a:pt x="218496" y="90716"/>
                </a:cubicBezTo>
                <a:cubicBezTo>
                  <a:pt x="220260" y="92766"/>
                  <a:pt x="222906" y="93791"/>
                  <a:pt x="226434" y="93791"/>
                </a:cubicBezTo>
                <a:lnTo>
                  <a:pt x="230124" y="93791"/>
                </a:lnTo>
                <a:lnTo>
                  <a:pt x="230124" y="96367"/>
                </a:lnTo>
                <a:lnTo>
                  <a:pt x="189669" y="96367"/>
                </a:lnTo>
                <a:lnTo>
                  <a:pt x="189669" y="93791"/>
                </a:lnTo>
                <a:lnTo>
                  <a:pt x="193221" y="93791"/>
                </a:lnTo>
                <a:cubicBezTo>
                  <a:pt x="197213" y="93791"/>
                  <a:pt x="200067" y="92491"/>
                  <a:pt x="201785" y="89892"/>
                </a:cubicBezTo>
                <a:cubicBezTo>
                  <a:pt x="202760" y="88453"/>
                  <a:pt x="203247" y="85041"/>
                  <a:pt x="203247" y="79656"/>
                </a:cubicBezTo>
                <a:lnTo>
                  <a:pt x="203247" y="18661"/>
                </a:lnTo>
                <a:cubicBezTo>
                  <a:pt x="203247" y="12719"/>
                  <a:pt x="202597" y="9029"/>
                  <a:pt x="201298" y="7590"/>
                </a:cubicBezTo>
                <a:cubicBezTo>
                  <a:pt x="199487" y="5547"/>
                  <a:pt x="196795" y="4526"/>
                  <a:pt x="193221" y="4526"/>
                </a:cubicBezTo>
                <a:lnTo>
                  <a:pt x="189669" y="4526"/>
                </a:lnTo>
                <a:lnTo>
                  <a:pt x="189669" y="1950"/>
                </a:lnTo>
                <a:lnTo>
                  <a:pt x="224066" y="1950"/>
                </a:lnTo>
                <a:cubicBezTo>
                  <a:pt x="234093" y="1950"/>
                  <a:pt x="241485" y="2679"/>
                  <a:pt x="246243" y="4136"/>
                </a:cubicBezTo>
                <a:cubicBezTo>
                  <a:pt x="251001" y="5594"/>
                  <a:pt x="255040" y="8279"/>
                  <a:pt x="258359" y="12192"/>
                </a:cubicBezTo>
                <a:cubicBezTo>
                  <a:pt x="261678" y="16103"/>
                  <a:pt x="263337" y="20766"/>
                  <a:pt x="263337" y="26181"/>
                </a:cubicBezTo>
                <a:cubicBezTo>
                  <a:pt x="263337" y="31966"/>
                  <a:pt x="261446" y="36988"/>
                  <a:pt x="257663" y="41247"/>
                </a:cubicBezTo>
                <a:cubicBezTo>
                  <a:pt x="253879" y="45504"/>
                  <a:pt x="248019" y="48513"/>
                  <a:pt x="240081" y="50273"/>
                </a:cubicBezTo>
                <a:lnTo>
                  <a:pt x="259577" y="77445"/>
                </a:lnTo>
                <a:cubicBezTo>
                  <a:pt x="264034" y="83686"/>
                  <a:pt x="267863" y="87831"/>
                  <a:pt x="271066" y="89881"/>
                </a:cubicBezTo>
                <a:cubicBezTo>
                  <a:pt x="274269" y="91929"/>
                  <a:pt x="278447" y="93232"/>
                  <a:pt x="283600" y="93791"/>
                </a:cubicBezTo>
                <a:lnTo>
                  <a:pt x="283600" y="96367"/>
                </a:lnTo>
                <a:moveTo>
                  <a:pt x="216546" y="47835"/>
                </a:moveTo>
                <a:cubicBezTo>
                  <a:pt x="217428" y="47835"/>
                  <a:pt x="218194" y="47847"/>
                  <a:pt x="218844" y="47870"/>
                </a:cubicBezTo>
                <a:cubicBezTo>
                  <a:pt x="219494" y="47894"/>
                  <a:pt x="220028" y="47905"/>
                  <a:pt x="220446" y="47905"/>
                </a:cubicBezTo>
                <a:cubicBezTo>
                  <a:pt x="229451" y="47905"/>
                  <a:pt x="236240" y="45955"/>
                  <a:pt x="240812" y="42056"/>
                </a:cubicBezTo>
                <a:cubicBezTo>
                  <a:pt x="245385" y="38157"/>
                  <a:pt x="247671" y="33190"/>
                  <a:pt x="247671" y="27156"/>
                </a:cubicBezTo>
                <a:cubicBezTo>
                  <a:pt x="247671" y="21260"/>
                  <a:pt x="245826" y="16467"/>
                  <a:pt x="242135" y="12777"/>
                </a:cubicBezTo>
                <a:cubicBezTo>
                  <a:pt x="238445" y="9087"/>
                  <a:pt x="233559" y="7241"/>
                  <a:pt x="227478" y="7241"/>
                </a:cubicBezTo>
                <a:cubicBezTo>
                  <a:pt x="224786" y="7241"/>
                  <a:pt x="221142" y="7682"/>
                  <a:pt x="216546" y="8564"/>
                </a:cubicBezTo>
                <a:lnTo>
                  <a:pt x="216546" y="47835"/>
                </a:lnTo>
                <a:close/>
                <a:moveTo>
                  <a:pt x="556966" y="96367"/>
                </a:moveTo>
                <a:lnTo>
                  <a:pt x="531760" y="96367"/>
                </a:lnTo>
                <a:lnTo>
                  <a:pt x="499801" y="52083"/>
                </a:lnTo>
                <a:cubicBezTo>
                  <a:pt x="497433" y="52176"/>
                  <a:pt x="495507" y="52222"/>
                  <a:pt x="494021" y="52222"/>
                </a:cubicBezTo>
                <a:cubicBezTo>
                  <a:pt x="493418" y="52222"/>
                  <a:pt x="492768" y="52211"/>
                  <a:pt x="492072" y="52187"/>
                </a:cubicBezTo>
                <a:cubicBezTo>
                  <a:pt x="491375" y="52164"/>
                  <a:pt x="490656" y="52129"/>
                  <a:pt x="489913" y="52083"/>
                </a:cubicBezTo>
                <a:lnTo>
                  <a:pt x="489913" y="79608"/>
                </a:lnTo>
                <a:cubicBezTo>
                  <a:pt x="489913" y="85570"/>
                  <a:pt x="490563" y="89273"/>
                  <a:pt x="491863" y="90716"/>
                </a:cubicBezTo>
                <a:cubicBezTo>
                  <a:pt x="493627" y="92766"/>
                  <a:pt x="496273" y="93791"/>
                  <a:pt x="499801" y="93791"/>
                </a:cubicBezTo>
                <a:lnTo>
                  <a:pt x="503491" y="93791"/>
                </a:lnTo>
                <a:lnTo>
                  <a:pt x="503491" y="96367"/>
                </a:lnTo>
                <a:lnTo>
                  <a:pt x="463036" y="96367"/>
                </a:lnTo>
                <a:lnTo>
                  <a:pt x="463036" y="93791"/>
                </a:lnTo>
                <a:lnTo>
                  <a:pt x="466587" y="93791"/>
                </a:lnTo>
                <a:cubicBezTo>
                  <a:pt x="470579" y="93791"/>
                  <a:pt x="473434" y="92491"/>
                  <a:pt x="475152" y="89892"/>
                </a:cubicBezTo>
                <a:cubicBezTo>
                  <a:pt x="476126" y="88453"/>
                  <a:pt x="476614" y="85041"/>
                  <a:pt x="476614" y="79656"/>
                </a:cubicBezTo>
                <a:lnTo>
                  <a:pt x="476614" y="18661"/>
                </a:lnTo>
                <a:cubicBezTo>
                  <a:pt x="476614" y="12719"/>
                  <a:pt x="475964" y="9029"/>
                  <a:pt x="474664" y="7590"/>
                </a:cubicBezTo>
                <a:cubicBezTo>
                  <a:pt x="472854" y="5547"/>
                  <a:pt x="470162" y="4526"/>
                  <a:pt x="466587" y="4526"/>
                </a:cubicBezTo>
                <a:lnTo>
                  <a:pt x="463036" y="4526"/>
                </a:lnTo>
                <a:lnTo>
                  <a:pt x="463036" y="1950"/>
                </a:lnTo>
                <a:lnTo>
                  <a:pt x="497433" y="1950"/>
                </a:lnTo>
                <a:cubicBezTo>
                  <a:pt x="507460" y="1950"/>
                  <a:pt x="514852" y="2679"/>
                  <a:pt x="519610" y="4136"/>
                </a:cubicBezTo>
                <a:cubicBezTo>
                  <a:pt x="524368" y="5594"/>
                  <a:pt x="528407" y="8279"/>
                  <a:pt x="531726" y="12192"/>
                </a:cubicBezTo>
                <a:cubicBezTo>
                  <a:pt x="535045" y="16103"/>
                  <a:pt x="536704" y="20766"/>
                  <a:pt x="536704" y="26181"/>
                </a:cubicBezTo>
                <a:cubicBezTo>
                  <a:pt x="536704" y="31966"/>
                  <a:pt x="534813" y="36988"/>
                  <a:pt x="531029" y="41247"/>
                </a:cubicBezTo>
                <a:cubicBezTo>
                  <a:pt x="527246" y="45504"/>
                  <a:pt x="521386" y="48513"/>
                  <a:pt x="513448" y="50273"/>
                </a:cubicBezTo>
                <a:lnTo>
                  <a:pt x="532944" y="77445"/>
                </a:lnTo>
                <a:cubicBezTo>
                  <a:pt x="537400" y="83686"/>
                  <a:pt x="541230" y="87831"/>
                  <a:pt x="544433" y="89881"/>
                </a:cubicBezTo>
                <a:cubicBezTo>
                  <a:pt x="547636" y="91929"/>
                  <a:pt x="551814" y="93232"/>
                  <a:pt x="556966" y="93791"/>
                </a:cubicBezTo>
                <a:lnTo>
                  <a:pt x="556966" y="96367"/>
                </a:lnTo>
                <a:moveTo>
                  <a:pt x="489913" y="47835"/>
                </a:moveTo>
                <a:cubicBezTo>
                  <a:pt x="490795" y="47835"/>
                  <a:pt x="491561" y="47847"/>
                  <a:pt x="492211" y="47870"/>
                </a:cubicBezTo>
                <a:cubicBezTo>
                  <a:pt x="492861" y="47894"/>
                  <a:pt x="493395" y="47905"/>
                  <a:pt x="493812" y="47905"/>
                </a:cubicBezTo>
                <a:cubicBezTo>
                  <a:pt x="502818" y="47905"/>
                  <a:pt x="509607" y="45955"/>
                  <a:pt x="514179" y="42056"/>
                </a:cubicBezTo>
                <a:cubicBezTo>
                  <a:pt x="518751" y="38157"/>
                  <a:pt x="521038" y="33190"/>
                  <a:pt x="521038" y="27156"/>
                </a:cubicBezTo>
                <a:cubicBezTo>
                  <a:pt x="521038" y="21260"/>
                  <a:pt x="519192" y="16467"/>
                  <a:pt x="515502" y="12777"/>
                </a:cubicBezTo>
                <a:cubicBezTo>
                  <a:pt x="511812" y="9087"/>
                  <a:pt x="506926" y="7241"/>
                  <a:pt x="500845" y="7241"/>
                </a:cubicBezTo>
                <a:cubicBezTo>
                  <a:pt x="498153" y="7241"/>
                  <a:pt x="494509" y="7682"/>
                  <a:pt x="489913" y="8564"/>
                </a:cubicBezTo>
                <a:lnTo>
                  <a:pt x="489913" y="47835"/>
                </a:lnTo>
                <a:close/>
                <a:moveTo>
                  <a:pt x="619634" y="0"/>
                </a:moveTo>
                <a:lnTo>
                  <a:pt x="619634" y="2576"/>
                </a:lnTo>
                <a:cubicBezTo>
                  <a:pt x="613507" y="3180"/>
                  <a:pt x="608505" y="4398"/>
                  <a:pt x="604629" y="6232"/>
                </a:cubicBezTo>
                <a:cubicBezTo>
                  <a:pt x="600753" y="8065"/>
                  <a:pt x="596923" y="10862"/>
                  <a:pt x="593140" y="14622"/>
                </a:cubicBezTo>
                <a:cubicBezTo>
                  <a:pt x="589357" y="18382"/>
                  <a:pt x="586223" y="22572"/>
                  <a:pt x="583740" y="27190"/>
                </a:cubicBezTo>
                <a:cubicBezTo>
                  <a:pt x="581257" y="31809"/>
                  <a:pt x="579179" y="37298"/>
                  <a:pt x="577508" y="43658"/>
                </a:cubicBezTo>
                <a:cubicBezTo>
                  <a:pt x="584193" y="39062"/>
                  <a:pt x="590900" y="36764"/>
                  <a:pt x="597631" y="36764"/>
                </a:cubicBezTo>
                <a:cubicBezTo>
                  <a:pt x="604083" y="36764"/>
                  <a:pt x="609677" y="39364"/>
                  <a:pt x="614412" y="44563"/>
                </a:cubicBezTo>
                <a:cubicBezTo>
                  <a:pt x="619147" y="49762"/>
                  <a:pt x="621514" y="56446"/>
                  <a:pt x="621514" y="64616"/>
                </a:cubicBezTo>
                <a:cubicBezTo>
                  <a:pt x="621514" y="72508"/>
                  <a:pt x="619123" y="79703"/>
                  <a:pt x="614342" y="86201"/>
                </a:cubicBezTo>
                <a:cubicBezTo>
                  <a:pt x="608586" y="94093"/>
                  <a:pt x="600973" y="98038"/>
                  <a:pt x="591504" y="98038"/>
                </a:cubicBezTo>
                <a:cubicBezTo>
                  <a:pt x="585051" y="98038"/>
                  <a:pt x="579574" y="95903"/>
                  <a:pt x="575071" y="91632"/>
                </a:cubicBezTo>
                <a:cubicBezTo>
                  <a:pt x="566251" y="83323"/>
                  <a:pt x="561842" y="72554"/>
                  <a:pt x="561842" y="59324"/>
                </a:cubicBezTo>
                <a:cubicBezTo>
                  <a:pt x="561842" y="50876"/>
                  <a:pt x="563536" y="42845"/>
                  <a:pt x="566924" y="35233"/>
                </a:cubicBezTo>
                <a:cubicBezTo>
                  <a:pt x="570313" y="27620"/>
                  <a:pt x="575152" y="20866"/>
                  <a:pt x="581442" y="14970"/>
                </a:cubicBezTo>
                <a:cubicBezTo>
                  <a:pt x="587732" y="9075"/>
                  <a:pt x="593755" y="5106"/>
                  <a:pt x="599511" y="3064"/>
                </a:cubicBezTo>
                <a:cubicBezTo>
                  <a:pt x="605267" y="1021"/>
                  <a:pt x="610629" y="0"/>
                  <a:pt x="615596" y="0"/>
                </a:cubicBezTo>
                <a:lnTo>
                  <a:pt x="619634" y="0"/>
                </a:lnTo>
                <a:moveTo>
                  <a:pt x="576324" y="48741"/>
                </a:moveTo>
                <a:cubicBezTo>
                  <a:pt x="575489" y="55007"/>
                  <a:pt x="575071" y="60067"/>
                  <a:pt x="575071" y="63920"/>
                </a:cubicBezTo>
                <a:cubicBezTo>
                  <a:pt x="575071" y="68376"/>
                  <a:pt x="575895" y="73215"/>
                  <a:pt x="577543" y="78438"/>
                </a:cubicBezTo>
                <a:cubicBezTo>
                  <a:pt x="579191" y="83660"/>
                  <a:pt x="581640" y="87803"/>
                  <a:pt x="584889" y="90867"/>
                </a:cubicBezTo>
                <a:cubicBezTo>
                  <a:pt x="587256" y="93048"/>
                  <a:pt x="590134" y="94139"/>
                  <a:pt x="593523" y="94139"/>
                </a:cubicBezTo>
                <a:cubicBezTo>
                  <a:pt x="597561" y="94139"/>
                  <a:pt x="601171" y="92236"/>
                  <a:pt x="604350" y="88430"/>
                </a:cubicBezTo>
                <a:cubicBezTo>
                  <a:pt x="607530" y="84623"/>
                  <a:pt x="609120" y="79192"/>
                  <a:pt x="609120" y="72136"/>
                </a:cubicBezTo>
                <a:cubicBezTo>
                  <a:pt x="609120" y="64198"/>
                  <a:pt x="607542" y="57328"/>
                  <a:pt x="604385" y="51526"/>
                </a:cubicBezTo>
                <a:cubicBezTo>
                  <a:pt x="601229" y="45723"/>
                  <a:pt x="596749" y="42822"/>
                  <a:pt x="590947" y="42822"/>
                </a:cubicBezTo>
                <a:cubicBezTo>
                  <a:pt x="589183" y="42822"/>
                  <a:pt x="587291" y="43194"/>
                  <a:pt x="585272" y="43936"/>
                </a:cubicBezTo>
                <a:cubicBezTo>
                  <a:pt x="583253" y="44679"/>
                  <a:pt x="580270" y="46280"/>
                  <a:pt x="576324" y="48741"/>
                </a:cubicBezTo>
                <a:close/>
                <a:moveTo>
                  <a:pt x="634674" y="120181"/>
                </a:moveTo>
                <a:lnTo>
                  <a:pt x="634674" y="117117"/>
                </a:lnTo>
                <a:cubicBezTo>
                  <a:pt x="639455" y="115533"/>
                  <a:pt x="643157" y="113075"/>
                  <a:pt x="645780" y="109743"/>
                </a:cubicBezTo>
                <a:cubicBezTo>
                  <a:pt x="648403" y="106412"/>
                  <a:pt x="649714" y="102883"/>
                  <a:pt x="649714" y="99155"/>
                </a:cubicBezTo>
                <a:cubicBezTo>
                  <a:pt x="649714" y="98271"/>
                  <a:pt x="649505" y="97528"/>
                  <a:pt x="649087" y="96924"/>
                </a:cubicBezTo>
                <a:cubicBezTo>
                  <a:pt x="648762" y="96507"/>
                  <a:pt x="648437" y="96298"/>
                  <a:pt x="648113" y="96298"/>
                </a:cubicBezTo>
                <a:cubicBezTo>
                  <a:pt x="647602" y="96298"/>
                  <a:pt x="646488" y="96762"/>
                  <a:pt x="644770" y="97690"/>
                </a:cubicBezTo>
                <a:cubicBezTo>
                  <a:pt x="643935" y="98108"/>
                  <a:pt x="643053" y="98317"/>
                  <a:pt x="642124" y="98317"/>
                </a:cubicBezTo>
                <a:cubicBezTo>
                  <a:pt x="639850" y="98317"/>
                  <a:pt x="638039" y="97644"/>
                  <a:pt x="636693" y="96298"/>
                </a:cubicBezTo>
                <a:cubicBezTo>
                  <a:pt x="635347" y="94951"/>
                  <a:pt x="634674" y="93095"/>
                  <a:pt x="634674" y="90727"/>
                </a:cubicBezTo>
                <a:cubicBezTo>
                  <a:pt x="634674" y="88453"/>
                  <a:pt x="635544" y="86503"/>
                  <a:pt x="637285" y="84878"/>
                </a:cubicBezTo>
                <a:cubicBezTo>
                  <a:pt x="639026" y="83254"/>
                  <a:pt x="641150" y="82441"/>
                  <a:pt x="643656" y="82441"/>
                </a:cubicBezTo>
                <a:cubicBezTo>
                  <a:pt x="646720" y="82441"/>
                  <a:pt x="649447" y="83779"/>
                  <a:pt x="651838" y="86454"/>
                </a:cubicBezTo>
                <a:cubicBezTo>
                  <a:pt x="654228" y="89127"/>
                  <a:pt x="655424" y="92673"/>
                  <a:pt x="655424" y="97090"/>
                </a:cubicBezTo>
                <a:cubicBezTo>
                  <a:pt x="655424" y="101881"/>
                  <a:pt x="653764" y="106334"/>
                  <a:pt x="650445" y="110450"/>
                </a:cubicBezTo>
                <a:cubicBezTo>
                  <a:pt x="647126" y="114565"/>
                  <a:pt x="641869" y="117809"/>
                  <a:pt x="634674" y="120181"/>
                </a:cubicBezTo>
                <a:close/>
                <a:moveTo>
                  <a:pt x="794683" y="96367"/>
                </a:moveTo>
                <a:lnTo>
                  <a:pt x="769477" y="96367"/>
                </a:lnTo>
                <a:lnTo>
                  <a:pt x="737517" y="52083"/>
                </a:lnTo>
                <a:cubicBezTo>
                  <a:pt x="735150" y="52176"/>
                  <a:pt x="733223" y="52222"/>
                  <a:pt x="731738" y="52222"/>
                </a:cubicBezTo>
                <a:cubicBezTo>
                  <a:pt x="731134" y="52222"/>
                  <a:pt x="730485" y="52211"/>
                  <a:pt x="729788" y="52187"/>
                </a:cubicBezTo>
                <a:cubicBezTo>
                  <a:pt x="729092" y="52164"/>
                  <a:pt x="728372" y="52129"/>
                  <a:pt x="727630" y="52083"/>
                </a:cubicBezTo>
                <a:lnTo>
                  <a:pt x="727630" y="79608"/>
                </a:lnTo>
                <a:cubicBezTo>
                  <a:pt x="727630" y="85570"/>
                  <a:pt x="728280" y="89273"/>
                  <a:pt x="729579" y="90716"/>
                </a:cubicBezTo>
                <a:cubicBezTo>
                  <a:pt x="731343" y="92766"/>
                  <a:pt x="733989" y="93791"/>
                  <a:pt x="737517" y="93791"/>
                </a:cubicBezTo>
                <a:lnTo>
                  <a:pt x="741207" y="93791"/>
                </a:lnTo>
                <a:lnTo>
                  <a:pt x="741207" y="96367"/>
                </a:lnTo>
                <a:lnTo>
                  <a:pt x="700753" y="96367"/>
                </a:lnTo>
                <a:lnTo>
                  <a:pt x="700753" y="93791"/>
                </a:lnTo>
                <a:lnTo>
                  <a:pt x="704304" y="93791"/>
                </a:lnTo>
                <a:cubicBezTo>
                  <a:pt x="708296" y="93791"/>
                  <a:pt x="711151" y="92491"/>
                  <a:pt x="712868" y="89892"/>
                </a:cubicBezTo>
                <a:cubicBezTo>
                  <a:pt x="713843" y="88453"/>
                  <a:pt x="714330" y="85041"/>
                  <a:pt x="714330" y="79656"/>
                </a:cubicBezTo>
                <a:lnTo>
                  <a:pt x="714330" y="18661"/>
                </a:lnTo>
                <a:cubicBezTo>
                  <a:pt x="714330" y="12719"/>
                  <a:pt x="713681" y="9029"/>
                  <a:pt x="712381" y="7590"/>
                </a:cubicBezTo>
                <a:cubicBezTo>
                  <a:pt x="710570" y="5547"/>
                  <a:pt x="707878" y="4526"/>
                  <a:pt x="704304" y="4526"/>
                </a:cubicBezTo>
                <a:lnTo>
                  <a:pt x="700753" y="4526"/>
                </a:lnTo>
                <a:lnTo>
                  <a:pt x="700753" y="1950"/>
                </a:lnTo>
                <a:lnTo>
                  <a:pt x="735150" y="1950"/>
                </a:lnTo>
                <a:cubicBezTo>
                  <a:pt x="745176" y="1950"/>
                  <a:pt x="752569" y="2679"/>
                  <a:pt x="757327" y="4136"/>
                </a:cubicBezTo>
                <a:cubicBezTo>
                  <a:pt x="762085" y="5594"/>
                  <a:pt x="766123" y="8279"/>
                  <a:pt x="769442" y="12192"/>
                </a:cubicBezTo>
                <a:cubicBezTo>
                  <a:pt x="772761" y="16103"/>
                  <a:pt x="774421" y="20766"/>
                  <a:pt x="774421" y="26181"/>
                </a:cubicBezTo>
                <a:cubicBezTo>
                  <a:pt x="774421" y="31966"/>
                  <a:pt x="772529" y="36988"/>
                  <a:pt x="768746" y="41247"/>
                </a:cubicBezTo>
                <a:cubicBezTo>
                  <a:pt x="764963" y="45504"/>
                  <a:pt x="759102" y="48513"/>
                  <a:pt x="751164" y="50273"/>
                </a:cubicBezTo>
                <a:lnTo>
                  <a:pt x="770661" y="77445"/>
                </a:lnTo>
                <a:cubicBezTo>
                  <a:pt x="775117" y="83686"/>
                  <a:pt x="778947" y="87831"/>
                  <a:pt x="782150" y="89881"/>
                </a:cubicBezTo>
                <a:cubicBezTo>
                  <a:pt x="785353" y="91929"/>
                  <a:pt x="789530" y="93232"/>
                  <a:pt x="794683" y="93791"/>
                </a:cubicBezTo>
                <a:lnTo>
                  <a:pt x="794683" y="96367"/>
                </a:lnTo>
                <a:moveTo>
                  <a:pt x="727630" y="47835"/>
                </a:moveTo>
                <a:cubicBezTo>
                  <a:pt x="728512" y="47835"/>
                  <a:pt x="729278" y="47847"/>
                  <a:pt x="729927" y="47870"/>
                </a:cubicBezTo>
                <a:cubicBezTo>
                  <a:pt x="730577" y="47894"/>
                  <a:pt x="731111" y="47905"/>
                  <a:pt x="731529" y="47905"/>
                </a:cubicBezTo>
                <a:cubicBezTo>
                  <a:pt x="740534" y="47905"/>
                  <a:pt x="747323" y="45955"/>
                  <a:pt x="751896" y="42056"/>
                </a:cubicBezTo>
                <a:cubicBezTo>
                  <a:pt x="756468" y="38157"/>
                  <a:pt x="758754" y="33190"/>
                  <a:pt x="758754" y="27156"/>
                </a:cubicBezTo>
                <a:cubicBezTo>
                  <a:pt x="758754" y="21260"/>
                  <a:pt x="756909" y="16467"/>
                  <a:pt x="753219" y="12777"/>
                </a:cubicBezTo>
                <a:cubicBezTo>
                  <a:pt x="749528" y="9087"/>
                  <a:pt x="744643" y="7241"/>
                  <a:pt x="738562" y="7241"/>
                </a:cubicBezTo>
                <a:cubicBezTo>
                  <a:pt x="735869" y="7241"/>
                  <a:pt x="732225" y="7682"/>
                  <a:pt x="727630" y="8564"/>
                </a:cubicBezTo>
                <a:lnTo>
                  <a:pt x="727630" y="47835"/>
                </a:lnTo>
                <a:close/>
                <a:moveTo>
                  <a:pt x="807775" y="1950"/>
                </a:moveTo>
                <a:lnTo>
                  <a:pt x="858395" y="1950"/>
                </a:lnTo>
                <a:lnTo>
                  <a:pt x="858395" y="4596"/>
                </a:lnTo>
                <a:lnTo>
                  <a:pt x="826923" y="98317"/>
                </a:lnTo>
                <a:lnTo>
                  <a:pt x="819124" y="98317"/>
                </a:lnTo>
                <a:lnTo>
                  <a:pt x="847324" y="13299"/>
                </a:lnTo>
                <a:lnTo>
                  <a:pt x="821352" y="13299"/>
                </a:lnTo>
                <a:cubicBezTo>
                  <a:pt x="816107" y="13299"/>
                  <a:pt x="812370" y="13926"/>
                  <a:pt x="810142" y="15179"/>
                </a:cubicBezTo>
                <a:cubicBezTo>
                  <a:pt x="806243" y="17315"/>
                  <a:pt x="803110" y="20610"/>
                  <a:pt x="800742" y="25067"/>
                </a:cubicBezTo>
                <a:lnTo>
                  <a:pt x="798723" y="24301"/>
                </a:lnTo>
                <a:lnTo>
                  <a:pt x="807775" y="19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Text ...">
            <a:extLst xmlns:a="http://schemas.openxmlformats.org/drawingml/2006/main">
              <a:ext uri="{FF2B5EF4-FFF2-40B4-BE49-F238E27FC236}">
                <a16:creationId xmlns:a16="http://schemas.microsoft.com/office/drawing/2014/main" id="{3D88F689-E8E7-48C8-B581-B47E36295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9596" y="3733999"/>
            <a:ext cx="86758" cy="15458"/>
          </a:xfrm>
          <a:custGeom xmlns:a="http://schemas.openxmlformats.org/drawingml/2006/main">
            <a:pathLst>
              <a:path w="86758" h="15458">
                <a:moveTo>
                  <a:pt x="7729" y="0"/>
                </a:moveTo>
                <a:cubicBezTo>
                  <a:pt x="9911" y="0"/>
                  <a:pt x="11744" y="754"/>
                  <a:pt x="13230" y="2263"/>
                </a:cubicBezTo>
                <a:cubicBezTo>
                  <a:pt x="14715" y="3772"/>
                  <a:pt x="15458" y="5594"/>
                  <a:pt x="15458" y="7729"/>
                </a:cubicBezTo>
                <a:cubicBezTo>
                  <a:pt x="15458" y="9864"/>
                  <a:pt x="14703" y="11686"/>
                  <a:pt x="13195" y="13195"/>
                </a:cubicBezTo>
                <a:cubicBezTo>
                  <a:pt x="11686" y="14703"/>
                  <a:pt x="9864" y="15458"/>
                  <a:pt x="7729" y="15458"/>
                </a:cubicBezTo>
                <a:cubicBezTo>
                  <a:pt x="5594" y="15458"/>
                  <a:pt x="3772" y="14703"/>
                  <a:pt x="2263" y="13195"/>
                </a:cubicBezTo>
                <a:cubicBezTo>
                  <a:pt x="754" y="11686"/>
                  <a:pt x="0" y="9864"/>
                  <a:pt x="0" y="7729"/>
                </a:cubicBezTo>
                <a:cubicBezTo>
                  <a:pt x="0" y="5547"/>
                  <a:pt x="754" y="3714"/>
                  <a:pt x="2263" y="2228"/>
                </a:cubicBezTo>
                <a:cubicBezTo>
                  <a:pt x="3772" y="743"/>
                  <a:pt x="5594" y="0"/>
                  <a:pt x="7729" y="0"/>
                </a:cubicBezTo>
                <a:close/>
                <a:moveTo>
                  <a:pt x="43379" y="0"/>
                </a:moveTo>
                <a:cubicBezTo>
                  <a:pt x="45561" y="0"/>
                  <a:pt x="47395" y="754"/>
                  <a:pt x="48880" y="2263"/>
                </a:cubicBezTo>
                <a:cubicBezTo>
                  <a:pt x="50365" y="3772"/>
                  <a:pt x="51108" y="5594"/>
                  <a:pt x="51108" y="7729"/>
                </a:cubicBezTo>
                <a:cubicBezTo>
                  <a:pt x="51108" y="9864"/>
                  <a:pt x="50354" y="11686"/>
                  <a:pt x="48845" y="13195"/>
                </a:cubicBezTo>
                <a:cubicBezTo>
                  <a:pt x="47337" y="14703"/>
                  <a:pt x="45515" y="15458"/>
                  <a:pt x="43379" y="15458"/>
                </a:cubicBezTo>
                <a:cubicBezTo>
                  <a:pt x="41244" y="15458"/>
                  <a:pt x="39422" y="14703"/>
                  <a:pt x="37913" y="13195"/>
                </a:cubicBezTo>
                <a:cubicBezTo>
                  <a:pt x="36405" y="11686"/>
                  <a:pt x="35650" y="9864"/>
                  <a:pt x="35650" y="7729"/>
                </a:cubicBezTo>
                <a:cubicBezTo>
                  <a:pt x="35650" y="5547"/>
                  <a:pt x="36405" y="3714"/>
                  <a:pt x="37913" y="2228"/>
                </a:cubicBezTo>
                <a:cubicBezTo>
                  <a:pt x="39422" y="743"/>
                  <a:pt x="41244" y="0"/>
                  <a:pt x="43379" y="0"/>
                </a:cubicBezTo>
                <a:close/>
                <a:moveTo>
                  <a:pt x="79030" y="0"/>
                </a:moveTo>
                <a:cubicBezTo>
                  <a:pt x="81211" y="0"/>
                  <a:pt x="83045" y="754"/>
                  <a:pt x="84530" y="2263"/>
                </a:cubicBezTo>
                <a:cubicBezTo>
                  <a:pt x="86016" y="3772"/>
                  <a:pt x="86758" y="5594"/>
                  <a:pt x="86758" y="7729"/>
                </a:cubicBezTo>
                <a:cubicBezTo>
                  <a:pt x="86758" y="9864"/>
                  <a:pt x="86004" y="11686"/>
                  <a:pt x="84495" y="13195"/>
                </a:cubicBezTo>
                <a:cubicBezTo>
                  <a:pt x="82987" y="14703"/>
                  <a:pt x="81165" y="15458"/>
                  <a:pt x="79030" y="15458"/>
                </a:cubicBezTo>
                <a:cubicBezTo>
                  <a:pt x="76894" y="15458"/>
                  <a:pt x="75072" y="14703"/>
                  <a:pt x="73564" y="13195"/>
                </a:cubicBezTo>
                <a:cubicBezTo>
                  <a:pt x="72055" y="11686"/>
                  <a:pt x="71301" y="9864"/>
                  <a:pt x="71301" y="7729"/>
                </a:cubicBezTo>
                <a:cubicBezTo>
                  <a:pt x="71301" y="5547"/>
                  <a:pt x="72055" y="3714"/>
                  <a:pt x="73564" y="2228"/>
                </a:cubicBezTo>
                <a:cubicBezTo>
                  <a:pt x="75072" y="743"/>
                  <a:pt x="76894" y="0"/>
                  <a:pt x="79030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F9910B-20C1-4FB0-BD96-7F3F79CBD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8199" y="3792070"/>
            <a:ext cx="1809254" cy="151514"/>
          </a:xfrm>
          <a:custGeom xmlns:a="http://schemas.openxmlformats.org/drawingml/2006/main">
            <a:pathLst>
              <a:path w="1809254" h="151514">
                <a:moveTo>
                  <a:pt x="0" y="0"/>
                </a:moveTo>
                <a:lnTo>
                  <a:pt x="1809254" y="0"/>
                </a:lnTo>
                <a:lnTo>
                  <a:pt x="1809254" y="151514"/>
                </a:lnTo>
                <a:lnTo>
                  <a:pt x="0" y="15151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Text --Nostackcanarycheckexists.">
            <a:extLst xmlns:a="http://schemas.openxmlformats.org/drawingml/2006/main">
              <a:ext uri="{FF2B5EF4-FFF2-40B4-BE49-F238E27FC236}">
                <a16:creationId xmlns:a16="http://schemas.microsoft.com/office/drawing/2014/main" id="{C8057F9D-4331-4C36-A9C2-81DB4783D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3978" y="3817833"/>
            <a:ext cx="1797728" cy="129789"/>
          </a:xfrm>
          <a:custGeom xmlns:a="http://schemas.openxmlformats.org/drawingml/2006/main">
            <a:pathLst>
              <a:path w="1797728" h="129789">
                <a:moveTo>
                  <a:pt x="0" y="61692"/>
                </a:moveTo>
                <a:lnTo>
                  <a:pt x="35998" y="61692"/>
                </a:lnTo>
                <a:lnTo>
                  <a:pt x="35998" y="72206"/>
                </a:lnTo>
                <a:lnTo>
                  <a:pt x="0" y="72206"/>
                </a:lnTo>
                <a:lnTo>
                  <a:pt x="0" y="61692"/>
                </a:lnTo>
                <a:close/>
                <a:moveTo>
                  <a:pt x="47486" y="61692"/>
                </a:moveTo>
                <a:lnTo>
                  <a:pt x="83484" y="61692"/>
                </a:lnTo>
                <a:lnTo>
                  <a:pt x="83484" y="72206"/>
                </a:lnTo>
                <a:lnTo>
                  <a:pt x="47486" y="72206"/>
                </a:lnTo>
                <a:lnTo>
                  <a:pt x="47486" y="61692"/>
                </a:lnTo>
                <a:close/>
                <a:moveTo>
                  <a:pt x="122964" y="4596"/>
                </a:moveTo>
                <a:lnTo>
                  <a:pt x="148587" y="4596"/>
                </a:lnTo>
                <a:lnTo>
                  <a:pt x="206310" y="75409"/>
                </a:lnTo>
                <a:lnTo>
                  <a:pt x="206310" y="20958"/>
                </a:lnTo>
                <a:cubicBezTo>
                  <a:pt x="206310" y="15156"/>
                  <a:pt x="205660" y="11535"/>
                  <a:pt x="204361" y="10096"/>
                </a:cubicBezTo>
                <a:cubicBezTo>
                  <a:pt x="202643" y="8147"/>
                  <a:pt x="199927" y="7172"/>
                  <a:pt x="196214" y="7172"/>
                </a:cubicBezTo>
                <a:lnTo>
                  <a:pt x="192941" y="7172"/>
                </a:lnTo>
                <a:lnTo>
                  <a:pt x="192941" y="4596"/>
                </a:lnTo>
                <a:lnTo>
                  <a:pt x="225806" y="4596"/>
                </a:lnTo>
                <a:lnTo>
                  <a:pt x="225806" y="7172"/>
                </a:lnTo>
                <a:lnTo>
                  <a:pt x="222464" y="7172"/>
                </a:lnTo>
                <a:cubicBezTo>
                  <a:pt x="218472" y="7172"/>
                  <a:pt x="215641" y="8379"/>
                  <a:pt x="213969" y="10793"/>
                </a:cubicBezTo>
                <a:cubicBezTo>
                  <a:pt x="212948" y="12278"/>
                  <a:pt x="212438" y="15667"/>
                  <a:pt x="212438" y="20958"/>
                </a:cubicBezTo>
                <a:lnTo>
                  <a:pt x="212438" y="100545"/>
                </a:lnTo>
                <a:lnTo>
                  <a:pt x="209931" y="100545"/>
                </a:lnTo>
                <a:lnTo>
                  <a:pt x="147682" y="24510"/>
                </a:lnTo>
                <a:lnTo>
                  <a:pt x="147682" y="82650"/>
                </a:lnTo>
                <a:cubicBezTo>
                  <a:pt x="147682" y="88453"/>
                  <a:pt x="148309" y="92073"/>
                  <a:pt x="149562" y="93512"/>
                </a:cubicBezTo>
                <a:cubicBezTo>
                  <a:pt x="151326" y="95462"/>
                  <a:pt x="154042" y="96437"/>
                  <a:pt x="157709" y="96437"/>
                </a:cubicBezTo>
                <a:lnTo>
                  <a:pt x="161051" y="96437"/>
                </a:lnTo>
                <a:lnTo>
                  <a:pt x="161051" y="99013"/>
                </a:lnTo>
                <a:lnTo>
                  <a:pt x="128186" y="99013"/>
                </a:lnTo>
                <a:lnTo>
                  <a:pt x="128186" y="96437"/>
                </a:lnTo>
                <a:lnTo>
                  <a:pt x="131458" y="96437"/>
                </a:lnTo>
                <a:cubicBezTo>
                  <a:pt x="135497" y="96437"/>
                  <a:pt x="138352" y="95230"/>
                  <a:pt x="140023" y="92816"/>
                </a:cubicBezTo>
                <a:cubicBezTo>
                  <a:pt x="141044" y="91331"/>
                  <a:pt x="141555" y="87942"/>
                  <a:pt x="141555" y="82650"/>
                </a:cubicBezTo>
                <a:lnTo>
                  <a:pt x="141555" y="16990"/>
                </a:lnTo>
                <a:cubicBezTo>
                  <a:pt x="138816" y="13787"/>
                  <a:pt x="136739" y="11675"/>
                  <a:pt x="135323" y="10653"/>
                </a:cubicBezTo>
                <a:cubicBezTo>
                  <a:pt x="133907" y="9632"/>
                  <a:pt x="131830" y="8680"/>
                  <a:pt x="129091" y="7799"/>
                </a:cubicBezTo>
                <a:cubicBezTo>
                  <a:pt x="127745" y="7381"/>
                  <a:pt x="125702" y="7172"/>
                  <a:pt x="122964" y="7172"/>
                </a:cubicBezTo>
                <a:lnTo>
                  <a:pt x="122964" y="4596"/>
                </a:lnTo>
                <a:close/>
                <a:moveTo>
                  <a:pt x="263452" y="33422"/>
                </a:moveTo>
                <a:cubicBezTo>
                  <a:pt x="273107" y="33422"/>
                  <a:pt x="280859" y="37086"/>
                  <a:pt x="286708" y="44413"/>
                </a:cubicBezTo>
                <a:cubicBezTo>
                  <a:pt x="291675" y="50672"/>
                  <a:pt x="294158" y="57860"/>
                  <a:pt x="294158" y="65976"/>
                </a:cubicBezTo>
                <a:cubicBezTo>
                  <a:pt x="294158" y="71680"/>
                  <a:pt x="292789" y="77453"/>
                  <a:pt x="290050" y="83297"/>
                </a:cubicBezTo>
                <a:cubicBezTo>
                  <a:pt x="287311" y="89138"/>
                  <a:pt x="283540" y="93543"/>
                  <a:pt x="278735" y="96511"/>
                </a:cubicBezTo>
                <a:cubicBezTo>
                  <a:pt x="273931" y="99479"/>
                  <a:pt x="268581" y="100963"/>
                  <a:pt x="262686" y="100963"/>
                </a:cubicBezTo>
                <a:cubicBezTo>
                  <a:pt x="253077" y="100963"/>
                  <a:pt x="245441" y="97137"/>
                  <a:pt x="239778" y="89485"/>
                </a:cubicBezTo>
                <a:cubicBezTo>
                  <a:pt x="234996" y="83040"/>
                  <a:pt x="232606" y="75806"/>
                  <a:pt x="232606" y="67784"/>
                </a:cubicBezTo>
                <a:cubicBezTo>
                  <a:pt x="232606" y="61941"/>
                  <a:pt x="234056" y="56133"/>
                  <a:pt x="236958" y="50360"/>
                </a:cubicBezTo>
                <a:cubicBezTo>
                  <a:pt x="239859" y="44586"/>
                  <a:pt x="243677" y="40320"/>
                  <a:pt x="248412" y="37561"/>
                </a:cubicBezTo>
                <a:cubicBezTo>
                  <a:pt x="253147" y="34802"/>
                  <a:pt x="258160" y="33422"/>
                  <a:pt x="263452" y="33422"/>
                </a:cubicBezTo>
                <a:moveTo>
                  <a:pt x="261293" y="38018"/>
                </a:moveTo>
                <a:cubicBezTo>
                  <a:pt x="258833" y="38018"/>
                  <a:pt x="256361" y="38748"/>
                  <a:pt x="253878" y="40209"/>
                </a:cubicBezTo>
                <a:cubicBezTo>
                  <a:pt x="251394" y="41670"/>
                  <a:pt x="249387" y="44231"/>
                  <a:pt x="247855" y="47894"/>
                </a:cubicBezTo>
                <a:cubicBezTo>
                  <a:pt x="246323" y="51557"/>
                  <a:pt x="245557" y="56263"/>
                  <a:pt x="245557" y="62012"/>
                </a:cubicBezTo>
                <a:cubicBezTo>
                  <a:pt x="245557" y="71284"/>
                  <a:pt x="247402" y="79282"/>
                  <a:pt x="251092" y="86006"/>
                </a:cubicBezTo>
                <a:cubicBezTo>
                  <a:pt x="254783" y="92728"/>
                  <a:pt x="259645" y="96089"/>
                  <a:pt x="265680" y="96089"/>
                </a:cubicBezTo>
                <a:cubicBezTo>
                  <a:pt x="270183" y="96089"/>
                  <a:pt x="273896" y="94234"/>
                  <a:pt x="276821" y="90525"/>
                </a:cubicBezTo>
                <a:cubicBezTo>
                  <a:pt x="279745" y="86816"/>
                  <a:pt x="281207" y="80441"/>
                  <a:pt x="281207" y="71401"/>
                </a:cubicBezTo>
                <a:cubicBezTo>
                  <a:pt x="281207" y="60087"/>
                  <a:pt x="278770" y="51185"/>
                  <a:pt x="273896" y="44693"/>
                </a:cubicBezTo>
                <a:cubicBezTo>
                  <a:pt x="270600" y="40243"/>
                  <a:pt x="266399" y="38018"/>
                  <a:pt x="261293" y="38018"/>
                </a:cubicBezTo>
                <a:close/>
                <a:moveTo>
                  <a:pt x="380429" y="33422"/>
                </a:moveTo>
                <a:lnTo>
                  <a:pt x="380429" y="55007"/>
                </a:lnTo>
                <a:lnTo>
                  <a:pt x="378132" y="55007"/>
                </a:lnTo>
                <a:cubicBezTo>
                  <a:pt x="376368" y="48237"/>
                  <a:pt x="374105" y="43632"/>
                  <a:pt x="371343" y="41192"/>
                </a:cubicBezTo>
                <a:cubicBezTo>
                  <a:pt x="368581" y="38751"/>
                  <a:pt x="365065" y="37530"/>
                  <a:pt x="360794" y="37530"/>
                </a:cubicBezTo>
                <a:cubicBezTo>
                  <a:pt x="357545" y="37530"/>
                  <a:pt x="354922" y="38388"/>
                  <a:pt x="352926" y="40104"/>
                </a:cubicBezTo>
                <a:cubicBezTo>
                  <a:pt x="350930" y="41819"/>
                  <a:pt x="349932" y="43720"/>
                  <a:pt x="349932" y="45808"/>
                </a:cubicBezTo>
                <a:cubicBezTo>
                  <a:pt x="349932" y="48404"/>
                  <a:pt x="350674" y="50629"/>
                  <a:pt x="352160" y="52483"/>
                </a:cubicBezTo>
                <a:cubicBezTo>
                  <a:pt x="353599" y="54385"/>
                  <a:pt x="356523" y="56402"/>
                  <a:pt x="360933" y="58535"/>
                </a:cubicBezTo>
                <a:lnTo>
                  <a:pt x="371099" y="63474"/>
                </a:lnTo>
                <a:cubicBezTo>
                  <a:pt x="380522" y="68064"/>
                  <a:pt x="385234" y="74115"/>
                  <a:pt x="385234" y="81628"/>
                </a:cubicBezTo>
                <a:cubicBezTo>
                  <a:pt x="385234" y="87423"/>
                  <a:pt x="383041" y="92094"/>
                  <a:pt x="378654" y="95643"/>
                </a:cubicBezTo>
                <a:cubicBezTo>
                  <a:pt x="374267" y="99189"/>
                  <a:pt x="369358" y="100963"/>
                  <a:pt x="363927" y="100963"/>
                </a:cubicBezTo>
                <a:cubicBezTo>
                  <a:pt x="360028" y="100963"/>
                  <a:pt x="355572" y="100267"/>
                  <a:pt x="350558" y="98874"/>
                </a:cubicBezTo>
                <a:cubicBezTo>
                  <a:pt x="349027" y="98410"/>
                  <a:pt x="347773" y="98178"/>
                  <a:pt x="346798" y="98178"/>
                </a:cubicBezTo>
                <a:cubicBezTo>
                  <a:pt x="345731" y="98178"/>
                  <a:pt x="344895" y="98781"/>
                  <a:pt x="344292" y="99988"/>
                </a:cubicBezTo>
                <a:lnTo>
                  <a:pt x="341994" y="99988"/>
                </a:lnTo>
                <a:lnTo>
                  <a:pt x="341994" y="77150"/>
                </a:lnTo>
                <a:lnTo>
                  <a:pt x="344292" y="77150"/>
                </a:lnTo>
                <a:cubicBezTo>
                  <a:pt x="345591" y="83671"/>
                  <a:pt x="348075" y="88586"/>
                  <a:pt x="351742" y="91894"/>
                </a:cubicBezTo>
                <a:cubicBezTo>
                  <a:pt x="355409" y="95201"/>
                  <a:pt x="359517" y="96855"/>
                  <a:pt x="364066" y="96855"/>
                </a:cubicBezTo>
                <a:cubicBezTo>
                  <a:pt x="367269" y="96855"/>
                  <a:pt x="369881" y="95916"/>
                  <a:pt x="371900" y="94039"/>
                </a:cubicBezTo>
                <a:cubicBezTo>
                  <a:pt x="373919" y="92160"/>
                  <a:pt x="374929" y="89900"/>
                  <a:pt x="374929" y="87257"/>
                </a:cubicBezTo>
                <a:cubicBezTo>
                  <a:pt x="374929" y="84057"/>
                  <a:pt x="373803" y="81367"/>
                  <a:pt x="371552" y="79188"/>
                </a:cubicBezTo>
                <a:cubicBezTo>
                  <a:pt x="369300" y="77010"/>
                  <a:pt x="364809" y="74251"/>
                  <a:pt x="358078" y="70913"/>
                </a:cubicBezTo>
                <a:cubicBezTo>
                  <a:pt x="351347" y="67574"/>
                  <a:pt x="346938" y="64560"/>
                  <a:pt x="344849" y="61870"/>
                </a:cubicBezTo>
                <a:cubicBezTo>
                  <a:pt x="342760" y="59227"/>
                  <a:pt x="341715" y="55889"/>
                  <a:pt x="341715" y="51854"/>
                </a:cubicBezTo>
                <a:cubicBezTo>
                  <a:pt x="341715" y="46615"/>
                  <a:pt x="343514" y="42233"/>
                  <a:pt x="347112" y="38710"/>
                </a:cubicBezTo>
                <a:cubicBezTo>
                  <a:pt x="350709" y="35185"/>
                  <a:pt x="355363" y="33422"/>
                  <a:pt x="361072" y="33422"/>
                </a:cubicBezTo>
                <a:cubicBezTo>
                  <a:pt x="363579" y="33422"/>
                  <a:pt x="366620" y="33956"/>
                  <a:pt x="370194" y="35024"/>
                </a:cubicBezTo>
                <a:cubicBezTo>
                  <a:pt x="372561" y="35720"/>
                  <a:pt x="374140" y="36068"/>
                  <a:pt x="374929" y="36068"/>
                </a:cubicBezTo>
                <a:cubicBezTo>
                  <a:pt x="375671" y="36068"/>
                  <a:pt x="376252" y="35906"/>
                  <a:pt x="376669" y="35581"/>
                </a:cubicBezTo>
                <a:cubicBezTo>
                  <a:pt x="377087" y="35256"/>
                  <a:pt x="377575" y="34536"/>
                  <a:pt x="378132" y="33422"/>
                </a:cubicBezTo>
                <a:lnTo>
                  <a:pt x="380429" y="33422"/>
                </a:lnTo>
                <a:close/>
                <a:moveTo>
                  <a:pt x="413202" y="14204"/>
                </a:moveTo>
                <a:lnTo>
                  <a:pt x="413202" y="35233"/>
                </a:lnTo>
                <a:lnTo>
                  <a:pt x="428103" y="35233"/>
                </a:lnTo>
                <a:lnTo>
                  <a:pt x="428103" y="40107"/>
                </a:lnTo>
                <a:lnTo>
                  <a:pt x="413202" y="40107"/>
                </a:lnTo>
                <a:lnTo>
                  <a:pt x="413202" y="81410"/>
                </a:lnTo>
                <a:cubicBezTo>
                  <a:pt x="413202" y="85537"/>
                  <a:pt x="413794" y="88319"/>
                  <a:pt x="414978" y="89757"/>
                </a:cubicBezTo>
                <a:cubicBezTo>
                  <a:pt x="416162" y="91193"/>
                  <a:pt x="417682" y="91911"/>
                  <a:pt x="419539" y="91911"/>
                </a:cubicBezTo>
                <a:cubicBezTo>
                  <a:pt x="421070" y="91911"/>
                  <a:pt x="422556" y="91435"/>
                  <a:pt x="423995" y="90484"/>
                </a:cubicBezTo>
                <a:cubicBezTo>
                  <a:pt x="425434" y="89532"/>
                  <a:pt x="426548" y="88128"/>
                  <a:pt x="427337" y="86271"/>
                </a:cubicBezTo>
                <a:lnTo>
                  <a:pt x="430053" y="86271"/>
                </a:lnTo>
                <a:cubicBezTo>
                  <a:pt x="428428" y="90833"/>
                  <a:pt x="426130" y="94283"/>
                  <a:pt x="423159" y="96622"/>
                </a:cubicBezTo>
                <a:cubicBezTo>
                  <a:pt x="420188" y="98959"/>
                  <a:pt x="417125" y="100127"/>
                  <a:pt x="413968" y="100127"/>
                </a:cubicBezTo>
                <a:cubicBezTo>
                  <a:pt x="411833" y="100127"/>
                  <a:pt x="409744" y="99535"/>
                  <a:pt x="407702" y="98350"/>
                </a:cubicBezTo>
                <a:cubicBezTo>
                  <a:pt x="405659" y="97164"/>
                  <a:pt x="404150" y="95469"/>
                  <a:pt x="403176" y="93262"/>
                </a:cubicBezTo>
                <a:cubicBezTo>
                  <a:pt x="402201" y="91054"/>
                  <a:pt x="401713" y="87650"/>
                  <a:pt x="401713" y="83048"/>
                </a:cubicBezTo>
                <a:lnTo>
                  <a:pt x="401713" y="40107"/>
                </a:lnTo>
                <a:lnTo>
                  <a:pt x="391617" y="40107"/>
                </a:lnTo>
                <a:lnTo>
                  <a:pt x="391617" y="37809"/>
                </a:lnTo>
                <a:cubicBezTo>
                  <a:pt x="394170" y="36785"/>
                  <a:pt x="396781" y="35050"/>
                  <a:pt x="399450" y="32606"/>
                </a:cubicBezTo>
                <a:cubicBezTo>
                  <a:pt x="402120" y="30162"/>
                  <a:pt x="404499" y="27264"/>
                  <a:pt x="406587" y="23911"/>
                </a:cubicBezTo>
                <a:cubicBezTo>
                  <a:pt x="407655" y="22143"/>
                  <a:pt x="409141" y="18907"/>
                  <a:pt x="411044" y="14204"/>
                </a:cubicBezTo>
                <a:lnTo>
                  <a:pt x="413202" y="14204"/>
                </a:lnTo>
                <a:close/>
                <a:moveTo>
                  <a:pt x="470462" y="89822"/>
                </a:moveTo>
                <a:cubicBezTo>
                  <a:pt x="463916" y="94882"/>
                  <a:pt x="459808" y="97806"/>
                  <a:pt x="458137" y="98595"/>
                </a:cubicBezTo>
                <a:cubicBezTo>
                  <a:pt x="455630" y="99802"/>
                  <a:pt x="452961" y="100406"/>
                  <a:pt x="450130" y="100406"/>
                </a:cubicBezTo>
                <a:cubicBezTo>
                  <a:pt x="445720" y="100406"/>
                  <a:pt x="442087" y="98897"/>
                  <a:pt x="439233" y="95880"/>
                </a:cubicBezTo>
                <a:cubicBezTo>
                  <a:pt x="436378" y="92863"/>
                  <a:pt x="434950" y="88894"/>
                  <a:pt x="434950" y="83973"/>
                </a:cubicBezTo>
                <a:cubicBezTo>
                  <a:pt x="434950" y="80863"/>
                  <a:pt x="435647" y="78171"/>
                  <a:pt x="437039" y="75896"/>
                </a:cubicBezTo>
                <a:cubicBezTo>
                  <a:pt x="438943" y="72740"/>
                  <a:pt x="442250" y="69769"/>
                  <a:pt x="446962" y="66984"/>
                </a:cubicBezTo>
                <a:cubicBezTo>
                  <a:pt x="451673" y="64198"/>
                  <a:pt x="459506" y="60810"/>
                  <a:pt x="470462" y="56818"/>
                </a:cubicBezTo>
                <a:lnTo>
                  <a:pt x="470462" y="54311"/>
                </a:lnTo>
                <a:cubicBezTo>
                  <a:pt x="470462" y="47952"/>
                  <a:pt x="469452" y="43588"/>
                  <a:pt x="467433" y="41221"/>
                </a:cubicBezTo>
                <a:cubicBezTo>
                  <a:pt x="465413" y="38853"/>
                  <a:pt x="462477" y="37670"/>
                  <a:pt x="458624" y="37670"/>
                </a:cubicBezTo>
                <a:cubicBezTo>
                  <a:pt x="455700" y="37670"/>
                  <a:pt x="453379" y="38456"/>
                  <a:pt x="451662" y="40028"/>
                </a:cubicBezTo>
                <a:cubicBezTo>
                  <a:pt x="449898" y="41601"/>
                  <a:pt x="449016" y="43405"/>
                  <a:pt x="449016" y="45440"/>
                </a:cubicBezTo>
                <a:lnTo>
                  <a:pt x="449155" y="49463"/>
                </a:lnTo>
                <a:cubicBezTo>
                  <a:pt x="449155" y="51590"/>
                  <a:pt x="448609" y="53231"/>
                  <a:pt x="447519" y="54387"/>
                </a:cubicBezTo>
                <a:cubicBezTo>
                  <a:pt x="446428" y="55543"/>
                  <a:pt x="445000" y="56121"/>
                  <a:pt x="443236" y="56121"/>
                </a:cubicBezTo>
                <a:cubicBezTo>
                  <a:pt x="441519" y="56121"/>
                  <a:pt x="440115" y="55520"/>
                  <a:pt x="439024" y="54318"/>
                </a:cubicBezTo>
                <a:cubicBezTo>
                  <a:pt x="437933" y="53114"/>
                  <a:pt x="437387" y="51470"/>
                  <a:pt x="437387" y="49387"/>
                </a:cubicBezTo>
                <a:cubicBezTo>
                  <a:pt x="437387" y="45408"/>
                  <a:pt x="439430" y="41752"/>
                  <a:pt x="443515" y="38420"/>
                </a:cubicBezTo>
                <a:cubicBezTo>
                  <a:pt x="447600" y="35088"/>
                  <a:pt x="453333" y="33422"/>
                  <a:pt x="460713" y="33422"/>
                </a:cubicBezTo>
                <a:cubicBezTo>
                  <a:pt x="466377" y="33422"/>
                  <a:pt x="471019" y="34372"/>
                  <a:pt x="474639" y="36273"/>
                </a:cubicBezTo>
                <a:cubicBezTo>
                  <a:pt x="477378" y="37710"/>
                  <a:pt x="479397" y="39959"/>
                  <a:pt x="480697" y="43020"/>
                </a:cubicBezTo>
                <a:cubicBezTo>
                  <a:pt x="481533" y="45013"/>
                  <a:pt x="481950" y="49093"/>
                  <a:pt x="481950" y="55260"/>
                </a:cubicBezTo>
                <a:lnTo>
                  <a:pt x="481950" y="76888"/>
                </a:lnTo>
                <a:cubicBezTo>
                  <a:pt x="481950" y="82962"/>
                  <a:pt x="482066" y="86683"/>
                  <a:pt x="482299" y="88051"/>
                </a:cubicBezTo>
                <a:cubicBezTo>
                  <a:pt x="482531" y="89419"/>
                  <a:pt x="482914" y="90335"/>
                  <a:pt x="483447" y="90799"/>
                </a:cubicBezTo>
                <a:cubicBezTo>
                  <a:pt x="483981" y="91262"/>
                  <a:pt x="484596" y="91493"/>
                  <a:pt x="485293" y="91493"/>
                </a:cubicBezTo>
                <a:cubicBezTo>
                  <a:pt x="486035" y="91493"/>
                  <a:pt x="486685" y="91331"/>
                  <a:pt x="487242" y="91006"/>
                </a:cubicBezTo>
                <a:cubicBezTo>
                  <a:pt x="488217" y="90402"/>
                  <a:pt x="490097" y="88708"/>
                  <a:pt x="492882" y="85923"/>
                </a:cubicBezTo>
                <a:lnTo>
                  <a:pt x="492882" y="89822"/>
                </a:lnTo>
                <a:cubicBezTo>
                  <a:pt x="487683" y="96785"/>
                  <a:pt x="482716" y="100267"/>
                  <a:pt x="477981" y="100267"/>
                </a:cubicBezTo>
                <a:cubicBezTo>
                  <a:pt x="475707" y="100267"/>
                  <a:pt x="473897" y="99477"/>
                  <a:pt x="472550" y="97899"/>
                </a:cubicBezTo>
                <a:cubicBezTo>
                  <a:pt x="471204" y="96321"/>
                  <a:pt x="470508" y="93629"/>
                  <a:pt x="470462" y="89822"/>
                </a:cubicBezTo>
                <a:moveTo>
                  <a:pt x="470462" y="85257"/>
                </a:moveTo>
                <a:lnTo>
                  <a:pt x="470462" y="61065"/>
                </a:lnTo>
                <a:cubicBezTo>
                  <a:pt x="463452" y="63837"/>
                  <a:pt x="458926" y="65801"/>
                  <a:pt x="456884" y="66958"/>
                </a:cubicBezTo>
                <a:cubicBezTo>
                  <a:pt x="453217" y="68991"/>
                  <a:pt x="450594" y="71117"/>
                  <a:pt x="449016" y="73335"/>
                </a:cubicBezTo>
                <a:cubicBezTo>
                  <a:pt x="447437" y="75553"/>
                  <a:pt x="446648" y="77979"/>
                  <a:pt x="446648" y="80614"/>
                </a:cubicBezTo>
                <a:cubicBezTo>
                  <a:pt x="446648" y="83941"/>
                  <a:pt x="447646" y="86703"/>
                  <a:pt x="449642" y="88897"/>
                </a:cubicBezTo>
                <a:cubicBezTo>
                  <a:pt x="451638" y="91092"/>
                  <a:pt x="453936" y="92190"/>
                  <a:pt x="456536" y="92190"/>
                </a:cubicBezTo>
                <a:cubicBezTo>
                  <a:pt x="460063" y="92190"/>
                  <a:pt x="464705" y="89879"/>
                  <a:pt x="470462" y="85257"/>
                </a:cubicBezTo>
                <a:close/>
                <a:moveTo>
                  <a:pt x="551810" y="74782"/>
                </a:moveTo>
                <a:cubicBezTo>
                  <a:pt x="550093" y="83184"/>
                  <a:pt x="546727" y="89648"/>
                  <a:pt x="541714" y="94174"/>
                </a:cubicBezTo>
                <a:cubicBezTo>
                  <a:pt x="536701" y="98700"/>
                  <a:pt x="531154" y="100963"/>
                  <a:pt x="525073" y="100963"/>
                </a:cubicBezTo>
                <a:cubicBezTo>
                  <a:pt x="517831" y="100963"/>
                  <a:pt x="511518" y="97926"/>
                  <a:pt x="506133" y="91852"/>
                </a:cubicBezTo>
                <a:cubicBezTo>
                  <a:pt x="500749" y="85777"/>
                  <a:pt x="498056" y="77569"/>
                  <a:pt x="498056" y="67227"/>
                </a:cubicBezTo>
                <a:cubicBezTo>
                  <a:pt x="498056" y="57211"/>
                  <a:pt x="501039" y="49073"/>
                  <a:pt x="507004" y="42813"/>
                </a:cubicBezTo>
                <a:cubicBezTo>
                  <a:pt x="512969" y="36553"/>
                  <a:pt x="520129" y="33422"/>
                  <a:pt x="528484" y="33422"/>
                </a:cubicBezTo>
                <a:cubicBezTo>
                  <a:pt x="534751" y="33422"/>
                  <a:pt x="539904" y="35077"/>
                  <a:pt x="543942" y="38385"/>
                </a:cubicBezTo>
                <a:cubicBezTo>
                  <a:pt x="547981" y="41693"/>
                  <a:pt x="550000" y="45128"/>
                  <a:pt x="550000" y="48691"/>
                </a:cubicBezTo>
                <a:cubicBezTo>
                  <a:pt x="550000" y="50449"/>
                  <a:pt x="549431" y="51872"/>
                  <a:pt x="548294" y="52960"/>
                </a:cubicBezTo>
                <a:cubicBezTo>
                  <a:pt x="547157" y="54046"/>
                  <a:pt x="545567" y="54590"/>
                  <a:pt x="543524" y="54590"/>
                </a:cubicBezTo>
                <a:cubicBezTo>
                  <a:pt x="540786" y="54590"/>
                  <a:pt x="538720" y="53708"/>
                  <a:pt x="537327" y="51944"/>
                </a:cubicBezTo>
                <a:cubicBezTo>
                  <a:pt x="536538" y="50969"/>
                  <a:pt x="536016" y="49112"/>
                  <a:pt x="535761" y="46373"/>
                </a:cubicBezTo>
                <a:cubicBezTo>
                  <a:pt x="535505" y="43635"/>
                  <a:pt x="534565" y="41546"/>
                  <a:pt x="532941" y="40107"/>
                </a:cubicBezTo>
                <a:cubicBezTo>
                  <a:pt x="531316" y="38714"/>
                  <a:pt x="529065" y="38018"/>
                  <a:pt x="526187" y="38018"/>
                </a:cubicBezTo>
                <a:cubicBezTo>
                  <a:pt x="521545" y="38018"/>
                  <a:pt x="517808" y="39735"/>
                  <a:pt x="514976" y="43170"/>
                </a:cubicBezTo>
                <a:cubicBezTo>
                  <a:pt x="511216" y="47719"/>
                  <a:pt x="509336" y="53731"/>
                  <a:pt x="509336" y="61204"/>
                </a:cubicBezTo>
                <a:cubicBezTo>
                  <a:pt x="509336" y="68817"/>
                  <a:pt x="511205" y="75536"/>
                  <a:pt x="514941" y="81362"/>
                </a:cubicBezTo>
                <a:cubicBezTo>
                  <a:pt x="518678" y="87188"/>
                  <a:pt x="523726" y="90101"/>
                  <a:pt x="530086" y="90101"/>
                </a:cubicBezTo>
                <a:cubicBezTo>
                  <a:pt x="534635" y="90101"/>
                  <a:pt x="538720" y="88546"/>
                  <a:pt x="542341" y="85435"/>
                </a:cubicBezTo>
                <a:cubicBezTo>
                  <a:pt x="544894" y="83300"/>
                  <a:pt x="547377" y="79424"/>
                  <a:pt x="549791" y="73807"/>
                </a:cubicBezTo>
                <a:lnTo>
                  <a:pt x="551810" y="74782"/>
                </a:lnTo>
                <a:close/>
                <a:moveTo>
                  <a:pt x="579823" y="0"/>
                </a:moveTo>
                <a:lnTo>
                  <a:pt x="579823" y="63433"/>
                </a:lnTo>
                <a:lnTo>
                  <a:pt x="596047" y="48671"/>
                </a:lnTo>
                <a:cubicBezTo>
                  <a:pt x="599482" y="45515"/>
                  <a:pt x="601478" y="43518"/>
                  <a:pt x="602035" y="42683"/>
                </a:cubicBezTo>
                <a:cubicBezTo>
                  <a:pt x="602407" y="42126"/>
                  <a:pt x="602592" y="41569"/>
                  <a:pt x="602592" y="41012"/>
                </a:cubicBezTo>
                <a:cubicBezTo>
                  <a:pt x="602592" y="40083"/>
                  <a:pt x="602209" y="39283"/>
                  <a:pt x="601443" y="38610"/>
                </a:cubicBezTo>
                <a:cubicBezTo>
                  <a:pt x="600678" y="37936"/>
                  <a:pt x="599413" y="37554"/>
                  <a:pt x="597649" y="37461"/>
                </a:cubicBezTo>
                <a:lnTo>
                  <a:pt x="597649" y="35233"/>
                </a:lnTo>
                <a:lnTo>
                  <a:pt x="625361" y="35233"/>
                </a:lnTo>
                <a:lnTo>
                  <a:pt x="625361" y="37461"/>
                </a:lnTo>
                <a:cubicBezTo>
                  <a:pt x="621555" y="37554"/>
                  <a:pt x="618387" y="38134"/>
                  <a:pt x="615857" y="39201"/>
                </a:cubicBezTo>
                <a:cubicBezTo>
                  <a:pt x="613327" y="40269"/>
                  <a:pt x="610553" y="42172"/>
                  <a:pt x="607536" y="44911"/>
                </a:cubicBezTo>
                <a:lnTo>
                  <a:pt x="591173" y="60021"/>
                </a:lnTo>
                <a:lnTo>
                  <a:pt x="607536" y="80661"/>
                </a:lnTo>
                <a:cubicBezTo>
                  <a:pt x="612085" y="86359"/>
                  <a:pt x="615149" y="89973"/>
                  <a:pt x="616727" y="91502"/>
                </a:cubicBezTo>
                <a:cubicBezTo>
                  <a:pt x="618955" y="93679"/>
                  <a:pt x="620905" y="95093"/>
                  <a:pt x="622576" y="95743"/>
                </a:cubicBezTo>
                <a:cubicBezTo>
                  <a:pt x="623737" y="96206"/>
                  <a:pt x="625756" y="96437"/>
                  <a:pt x="628634" y="96437"/>
                </a:cubicBezTo>
                <a:lnTo>
                  <a:pt x="628634" y="99013"/>
                </a:lnTo>
                <a:lnTo>
                  <a:pt x="597649" y="99013"/>
                </a:lnTo>
                <a:lnTo>
                  <a:pt x="597649" y="96437"/>
                </a:lnTo>
                <a:cubicBezTo>
                  <a:pt x="599413" y="96390"/>
                  <a:pt x="600608" y="96124"/>
                  <a:pt x="601235" y="95638"/>
                </a:cubicBezTo>
                <a:cubicBezTo>
                  <a:pt x="601861" y="95151"/>
                  <a:pt x="602175" y="94468"/>
                  <a:pt x="602175" y="93589"/>
                </a:cubicBezTo>
                <a:cubicBezTo>
                  <a:pt x="602175" y="92522"/>
                  <a:pt x="601246" y="90809"/>
                  <a:pt x="599389" y="88447"/>
                </a:cubicBezTo>
                <a:lnTo>
                  <a:pt x="579823" y="63502"/>
                </a:lnTo>
                <a:lnTo>
                  <a:pt x="579823" y="84624"/>
                </a:lnTo>
                <a:cubicBezTo>
                  <a:pt x="579823" y="88746"/>
                  <a:pt x="580114" y="91457"/>
                  <a:pt x="580694" y="92755"/>
                </a:cubicBezTo>
                <a:cubicBezTo>
                  <a:pt x="581274" y="94052"/>
                  <a:pt x="582098" y="94978"/>
                  <a:pt x="583166" y="95534"/>
                </a:cubicBezTo>
                <a:cubicBezTo>
                  <a:pt x="584233" y="96089"/>
                  <a:pt x="586554" y="96390"/>
                  <a:pt x="590129" y="96437"/>
                </a:cubicBezTo>
                <a:lnTo>
                  <a:pt x="590129" y="99013"/>
                </a:lnTo>
                <a:lnTo>
                  <a:pt x="557681" y="99013"/>
                </a:lnTo>
                <a:lnTo>
                  <a:pt x="557681" y="96437"/>
                </a:lnTo>
                <a:cubicBezTo>
                  <a:pt x="560931" y="96437"/>
                  <a:pt x="563368" y="96042"/>
                  <a:pt x="564992" y="95253"/>
                </a:cubicBezTo>
                <a:cubicBezTo>
                  <a:pt x="565967" y="94744"/>
                  <a:pt x="566710" y="93956"/>
                  <a:pt x="567221" y="92888"/>
                </a:cubicBezTo>
                <a:cubicBezTo>
                  <a:pt x="567917" y="91358"/>
                  <a:pt x="568265" y="88714"/>
                  <a:pt x="568265" y="84957"/>
                </a:cubicBezTo>
                <a:lnTo>
                  <a:pt x="568265" y="26927"/>
                </a:lnTo>
                <a:cubicBezTo>
                  <a:pt x="568265" y="19552"/>
                  <a:pt x="568103" y="15041"/>
                  <a:pt x="567778" y="13395"/>
                </a:cubicBezTo>
                <a:cubicBezTo>
                  <a:pt x="567453" y="11747"/>
                  <a:pt x="566919" y="10611"/>
                  <a:pt x="566176" y="9985"/>
                </a:cubicBezTo>
                <a:cubicBezTo>
                  <a:pt x="565433" y="9359"/>
                  <a:pt x="564459" y="9045"/>
                  <a:pt x="563252" y="9045"/>
                </a:cubicBezTo>
                <a:cubicBezTo>
                  <a:pt x="562277" y="9045"/>
                  <a:pt x="560815" y="9440"/>
                  <a:pt x="558865" y="10229"/>
                </a:cubicBezTo>
                <a:lnTo>
                  <a:pt x="557681" y="7792"/>
                </a:lnTo>
                <a:lnTo>
                  <a:pt x="576621" y="0"/>
                </a:lnTo>
                <a:lnTo>
                  <a:pt x="579823" y="0"/>
                </a:lnTo>
                <a:close/>
                <a:moveTo>
                  <a:pt x="722077" y="74782"/>
                </a:moveTo>
                <a:cubicBezTo>
                  <a:pt x="720359" y="83184"/>
                  <a:pt x="716994" y="89648"/>
                  <a:pt x="711980" y="94174"/>
                </a:cubicBezTo>
                <a:cubicBezTo>
                  <a:pt x="706967" y="98700"/>
                  <a:pt x="701420" y="100963"/>
                  <a:pt x="695339" y="100963"/>
                </a:cubicBezTo>
                <a:cubicBezTo>
                  <a:pt x="688098" y="100963"/>
                  <a:pt x="681784" y="97926"/>
                  <a:pt x="676400" y="91852"/>
                </a:cubicBezTo>
                <a:cubicBezTo>
                  <a:pt x="671015" y="85777"/>
                  <a:pt x="668323" y="77569"/>
                  <a:pt x="668323" y="67227"/>
                </a:cubicBezTo>
                <a:cubicBezTo>
                  <a:pt x="668323" y="57211"/>
                  <a:pt x="671305" y="49073"/>
                  <a:pt x="677270" y="42813"/>
                </a:cubicBezTo>
                <a:cubicBezTo>
                  <a:pt x="683235" y="36553"/>
                  <a:pt x="690395" y="33422"/>
                  <a:pt x="698751" y="33422"/>
                </a:cubicBezTo>
                <a:cubicBezTo>
                  <a:pt x="705018" y="33422"/>
                  <a:pt x="710170" y="35077"/>
                  <a:pt x="714209" y="38385"/>
                </a:cubicBezTo>
                <a:cubicBezTo>
                  <a:pt x="718247" y="41693"/>
                  <a:pt x="720266" y="45128"/>
                  <a:pt x="720266" y="48691"/>
                </a:cubicBezTo>
                <a:cubicBezTo>
                  <a:pt x="720266" y="50449"/>
                  <a:pt x="719698" y="51872"/>
                  <a:pt x="718560" y="52960"/>
                </a:cubicBezTo>
                <a:cubicBezTo>
                  <a:pt x="717423" y="54046"/>
                  <a:pt x="715833" y="54590"/>
                  <a:pt x="713791" y="54590"/>
                </a:cubicBezTo>
                <a:cubicBezTo>
                  <a:pt x="711052" y="54590"/>
                  <a:pt x="708986" y="53708"/>
                  <a:pt x="707594" y="51944"/>
                </a:cubicBezTo>
                <a:cubicBezTo>
                  <a:pt x="706805" y="50969"/>
                  <a:pt x="706282" y="49112"/>
                  <a:pt x="706027" y="46373"/>
                </a:cubicBezTo>
                <a:cubicBezTo>
                  <a:pt x="705772" y="43635"/>
                  <a:pt x="704832" y="41546"/>
                  <a:pt x="703207" y="40107"/>
                </a:cubicBezTo>
                <a:cubicBezTo>
                  <a:pt x="701582" y="38714"/>
                  <a:pt x="699331" y="38018"/>
                  <a:pt x="696453" y="38018"/>
                </a:cubicBezTo>
                <a:cubicBezTo>
                  <a:pt x="691811" y="38018"/>
                  <a:pt x="688074" y="39735"/>
                  <a:pt x="685243" y="43170"/>
                </a:cubicBezTo>
                <a:cubicBezTo>
                  <a:pt x="681483" y="47719"/>
                  <a:pt x="679603" y="53731"/>
                  <a:pt x="679603" y="61204"/>
                </a:cubicBezTo>
                <a:cubicBezTo>
                  <a:pt x="679603" y="68817"/>
                  <a:pt x="681471" y="75536"/>
                  <a:pt x="685208" y="81362"/>
                </a:cubicBezTo>
                <a:cubicBezTo>
                  <a:pt x="688945" y="87188"/>
                  <a:pt x="693993" y="90101"/>
                  <a:pt x="700352" y="90101"/>
                </a:cubicBezTo>
                <a:cubicBezTo>
                  <a:pt x="704901" y="90101"/>
                  <a:pt x="708986" y="88546"/>
                  <a:pt x="712607" y="85435"/>
                </a:cubicBezTo>
                <a:cubicBezTo>
                  <a:pt x="715160" y="83300"/>
                  <a:pt x="717644" y="79424"/>
                  <a:pt x="720057" y="73807"/>
                </a:cubicBezTo>
                <a:lnTo>
                  <a:pt x="722077" y="74782"/>
                </a:lnTo>
                <a:close/>
                <a:moveTo>
                  <a:pt x="767357" y="89822"/>
                </a:moveTo>
                <a:cubicBezTo>
                  <a:pt x="760812" y="94882"/>
                  <a:pt x="756704" y="97806"/>
                  <a:pt x="755033" y="98595"/>
                </a:cubicBezTo>
                <a:cubicBezTo>
                  <a:pt x="752526" y="99802"/>
                  <a:pt x="749857" y="100406"/>
                  <a:pt x="747026" y="100406"/>
                </a:cubicBezTo>
                <a:cubicBezTo>
                  <a:pt x="742616" y="100406"/>
                  <a:pt x="738983" y="98897"/>
                  <a:pt x="736129" y="95880"/>
                </a:cubicBezTo>
                <a:cubicBezTo>
                  <a:pt x="733274" y="92863"/>
                  <a:pt x="731846" y="88894"/>
                  <a:pt x="731846" y="83973"/>
                </a:cubicBezTo>
                <a:cubicBezTo>
                  <a:pt x="731846" y="80863"/>
                  <a:pt x="732543" y="78171"/>
                  <a:pt x="733935" y="75896"/>
                </a:cubicBezTo>
                <a:cubicBezTo>
                  <a:pt x="735838" y="72740"/>
                  <a:pt x="739146" y="69769"/>
                  <a:pt x="743857" y="66984"/>
                </a:cubicBezTo>
                <a:cubicBezTo>
                  <a:pt x="748569" y="64198"/>
                  <a:pt x="756402" y="60810"/>
                  <a:pt x="767357" y="56818"/>
                </a:cubicBezTo>
                <a:lnTo>
                  <a:pt x="767357" y="54311"/>
                </a:lnTo>
                <a:cubicBezTo>
                  <a:pt x="767357" y="47952"/>
                  <a:pt x="766348" y="43588"/>
                  <a:pt x="764329" y="41221"/>
                </a:cubicBezTo>
                <a:cubicBezTo>
                  <a:pt x="762309" y="38853"/>
                  <a:pt x="759373" y="37670"/>
                  <a:pt x="755520" y="37670"/>
                </a:cubicBezTo>
                <a:cubicBezTo>
                  <a:pt x="752596" y="37670"/>
                  <a:pt x="750275" y="38456"/>
                  <a:pt x="748557" y="40028"/>
                </a:cubicBezTo>
                <a:cubicBezTo>
                  <a:pt x="746794" y="41601"/>
                  <a:pt x="745912" y="43405"/>
                  <a:pt x="745912" y="45440"/>
                </a:cubicBezTo>
                <a:lnTo>
                  <a:pt x="746051" y="49463"/>
                </a:lnTo>
                <a:cubicBezTo>
                  <a:pt x="746051" y="51590"/>
                  <a:pt x="745505" y="53231"/>
                  <a:pt x="744415" y="54387"/>
                </a:cubicBezTo>
                <a:cubicBezTo>
                  <a:pt x="743324" y="55543"/>
                  <a:pt x="741896" y="56121"/>
                  <a:pt x="740132" y="56121"/>
                </a:cubicBezTo>
                <a:cubicBezTo>
                  <a:pt x="738415" y="56121"/>
                  <a:pt x="737011" y="55520"/>
                  <a:pt x="735920" y="54318"/>
                </a:cubicBezTo>
                <a:cubicBezTo>
                  <a:pt x="734829" y="53114"/>
                  <a:pt x="734283" y="51470"/>
                  <a:pt x="734283" y="49387"/>
                </a:cubicBezTo>
                <a:cubicBezTo>
                  <a:pt x="734283" y="45408"/>
                  <a:pt x="736326" y="41752"/>
                  <a:pt x="740411" y="38420"/>
                </a:cubicBezTo>
                <a:cubicBezTo>
                  <a:pt x="744496" y="35088"/>
                  <a:pt x="750229" y="33422"/>
                  <a:pt x="757609" y="33422"/>
                </a:cubicBezTo>
                <a:cubicBezTo>
                  <a:pt x="763273" y="33422"/>
                  <a:pt x="767915" y="34372"/>
                  <a:pt x="771535" y="36273"/>
                </a:cubicBezTo>
                <a:cubicBezTo>
                  <a:pt x="774274" y="37710"/>
                  <a:pt x="776293" y="39959"/>
                  <a:pt x="777593" y="43020"/>
                </a:cubicBezTo>
                <a:cubicBezTo>
                  <a:pt x="778429" y="45013"/>
                  <a:pt x="778846" y="49093"/>
                  <a:pt x="778846" y="55260"/>
                </a:cubicBezTo>
                <a:lnTo>
                  <a:pt x="778846" y="76888"/>
                </a:lnTo>
                <a:cubicBezTo>
                  <a:pt x="778846" y="82962"/>
                  <a:pt x="778962" y="86683"/>
                  <a:pt x="779194" y="88051"/>
                </a:cubicBezTo>
                <a:cubicBezTo>
                  <a:pt x="779427" y="89419"/>
                  <a:pt x="779810" y="90335"/>
                  <a:pt x="780343" y="90799"/>
                </a:cubicBezTo>
                <a:cubicBezTo>
                  <a:pt x="780877" y="91262"/>
                  <a:pt x="781492" y="91493"/>
                  <a:pt x="782189" y="91493"/>
                </a:cubicBezTo>
                <a:cubicBezTo>
                  <a:pt x="782931" y="91493"/>
                  <a:pt x="783581" y="91331"/>
                  <a:pt x="784138" y="91006"/>
                </a:cubicBezTo>
                <a:cubicBezTo>
                  <a:pt x="785113" y="90402"/>
                  <a:pt x="786993" y="88708"/>
                  <a:pt x="789778" y="85923"/>
                </a:cubicBezTo>
                <a:lnTo>
                  <a:pt x="789778" y="89822"/>
                </a:lnTo>
                <a:cubicBezTo>
                  <a:pt x="784579" y="96785"/>
                  <a:pt x="779612" y="100267"/>
                  <a:pt x="774877" y="100267"/>
                </a:cubicBezTo>
                <a:cubicBezTo>
                  <a:pt x="772603" y="100267"/>
                  <a:pt x="770793" y="99477"/>
                  <a:pt x="769446" y="97899"/>
                </a:cubicBezTo>
                <a:cubicBezTo>
                  <a:pt x="768100" y="96321"/>
                  <a:pt x="767404" y="93629"/>
                  <a:pt x="767357" y="89822"/>
                </a:cubicBezTo>
                <a:moveTo>
                  <a:pt x="767357" y="85257"/>
                </a:moveTo>
                <a:lnTo>
                  <a:pt x="767357" y="61065"/>
                </a:lnTo>
                <a:cubicBezTo>
                  <a:pt x="760348" y="63837"/>
                  <a:pt x="755822" y="65801"/>
                  <a:pt x="753780" y="66958"/>
                </a:cubicBezTo>
                <a:cubicBezTo>
                  <a:pt x="750113" y="68991"/>
                  <a:pt x="747490" y="71117"/>
                  <a:pt x="745912" y="73335"/>
                </a:cubicBezTo>
                <a:cubicBezTo>
                  <a:pt x="744333" y="75553"/>
                  <a:pt x="743544" y="77979"/>
                  <a:pt x="743544" y="80614"/>
                </a:cubicBezTo>
                <a:cubicBezTo>
                  <a:pt x="743544" y="83941"/>
                  <a:pt x="744542" y="86703"/>
                  <a:pt x="746538" y="88897"/>
                </a:cubicBezTo>
                <a:cubicBezTo>
                  <a:pt x="748534" y="91092"/>
                  <a:pt x="750832" y="92190"/>
                  <a:pt x="753432" y="92190"/>
                </a:cubicBezTo>
                <a:cubicBezTo>
                  <a:pt x="756959" y="92190"/>
                  <a:pt x="761601" y="89879"/>
                  <a:pt x="767357" y="85257"/>
                </a:cubicBezTo>
                <a:close/>
                <a:moveTo>
                  <a:pt x="813126" y="46930"/>
                </a:moveTo>
                <a:cubicBezTo>
                  <a:pt x="820599" y="37925"/>
                  <a:pt x="827725" y="33422"/>
                  <a:pt x="834502" y="33422"/>
                </a:cubicBezTo>
                <a:cubicBezTo>
                  <a:pt x="837983" y="33422"/>
                  <a:pt x="840977" y="34291"/>
                  <a:pt x="843484" y="36029"/>
                </a:cubicBezTo>
                <a:cubicBezTo>
                  <a:pt x="845991" y="37765"/>
                  <a:pt x="847987" y="40625"/>
                  <a:pt x="849472" y="44609"/>
                </a:cubicBezTo>
                <a:cubicBezTo>
                  <a:pt x="850493" y="47387"/>
                  <a:pt x="851004" y="51648"/>
                  <a:pt x="851004" y="57392"/>
                </a:cubicBezTo>
                <a:lnTo>
                  <a:pt x="851004" y="84556"/>
                </a:lnTo>
                <a:cubicBezTo>
                  <a:pt x="851004" y="88586"/>
                  <a:pt x="851329" y="91319"/>
                  <a:pt x="851979" y="92755"/>
                </a:cubicBezTo>
                <a:cubicBezTo>
                  <a:pt x="852489" y="93913"/>
                  <a:pt x="853313" y="94816"/>
                  <a:pt x="854451" y="95464"/>
                </a:cubicBezTo>
                <a:cubicBezTo>
                  <a:pt x="855588" y="96113"/>
                  <a:pt x="857688" y="96437"/>
                  <a:pt x="860752" y="96437"/>
                </a:cubicBezTo>
                <a:lnTo>
                  <a:pt x="860752" y="99013"/>
                </a:lnTo>
                <a:lnTo>
                  <a:pt x="829210" y="99013"/>
                </a:lnTo>
                <a:lnTo>
                  <a:pt x="829210" y="96437"/>
                </a:lnTo>
                <a:lnTo>
                  <a:pt x="830533" y="96437"/>
                </a:lnTo>
                <a:cubicBezTo>
                  <a:pt x="833504" y="96437"/>
                  <a:pt x="835581" y="95986"/>
                  <a:pt x="836765" y="95086"/>
                </a:cubicBezTo>
                <a:cubicBezTo>
                  <a:pt x="837949" y="94185"/>
                  <a:pt x="838772" y="92858"/>
                  <a:pt x="839237" y="91104"/>
                </a:cubicBezTo>
                <a:cubicBezTo>
                  <a:pt x="839422" y="90410"/>
                  <a:pt x="839515" y="88239"/>
                  <a:pt x="839515" y="84591"/>
                </a:cubicBezTo>
                <a:lnTo>
                  <a:pt x="839515" y="58613"/>
                </a:lnTo>
                <a:cubicBezTo>
                  <a:pt x="839515" y="52841"/>
                  <a:pt x="838761" y="48650"/>
                  <a:pt x="837252" y="46040"/>
                </a:cubicBezTo>
                <a:cubicBezTo>
                  <a:pt x="835744" y="43431"/>
                  <a:pt x="833202" y="42126"/>
                  <a:pt x="829628" y="42126"/>
                </a:cubicBezTo>
                <a:cubicBezTo>
                  <a:pt x="824104" y="42126"/>
                  <a:pt x="818603" y="45128"/>
                  <a:pt x="813126" y="51132"/>
                </a:cubicBezTo>
                <a:lnTo>
                  <a:pt x="813126" y="84591"/>
                </a:lnTo>
                <a:cubicBezTo>
                  <a:pt x="813126" y="88886"/>
                  <a:pt x="813381" y="91542"/>
                  <a:pt x="813892" y="92557"/>
                </a:cubicBezTo>
                <a:cubicBezTo>
                  <a:pt x="814541" y="93896"/>
                  <a:pt x="815435" y="94877"/>
                  <a:pt x="816572" y="95501"/>
                </a:cubicBezTo>
                <a:cubicBezTo>
                  <a:pt x="817710" y="96125"/>
                  <a:pt x="820019" y="96437"/>
                  <a:pt x="823500" y="96437"/>
                </a:cubicBezTo>
                <a:lnTo>
                  <a:pt x="823500" y="99013"/>
                </a:lnTo>
                <a:lnTo>
                  <a:pt x="791958" y="99013"/>
                </a:lnTo>
                <a:lnTo>
                  <a:pt x="791958" y="96437"/>
                </a:lnTo>
                <a:lnTo>
                  <a:pt x="793351" y="96437"/>
                </a:lnTo>
                <a:cubicBezTo>
                  <a:pt x="796600" y="96437"/>
                  <a:pt x="798794" y="95615"/>
                  <a:pt x="799931" y="93972"/>
                </a:cubicBezTo>
                <a:cubicBezTo>
                  <a:pt x="801068" y="92327"/>
                  <a:pt x="801637" y="89188"/>
                  <a:pt x="801637" y="84556"/>
                </a:cubicBezTo>
                <a:lnTo>
                  <a:pt x="801637" y="60935"/>
                </a:lnTo>
                <a:cubicBezTo>
                  <a:pt x="801637" y="53293"/>
                  <a:pt x="801463" y="48638"/>
                  <a:pt x="801114" y="46972"/>
                </a:cubicBezTo>
                <a:cubicBezTo>
                  <a:pt x="800766" y="45303"/>
                  <a:pt x="800233" y="44168"/>
                  <a:pt x="799513" y="43566"/>
                </a:cubicBezTo>
                <a:cubicBezTo>
                  <a:pt x="798794" y="42964"/>
                  <a:pt x="797830" y="42663"/>
                  <a:pt x="796623" y="42663"/>
                </a:cubicBezTo>
                <a:cubicBezTo>
                  <a:pt x="795324" y="42663"/>
                  <a:pt x="793769" y="43011"/>
                  <a:pt x="791958" y="43706"/>
                </a:cubicBezTo>
                <a:lnTo>
                  <a:pt x="790914" y="41203"/>
                </a:lnTo>
                <a:lnTo>
                  <a:pt x="810132" y="33422"/>
                </a:lnTo>
                <a:lnTo>
                  <a:pt x="813126" y="33422"/>
                </a:lnTo>
                <a:lnTo>
                  <a:pt x="813126" y="46930"/>
                </a:lnTo>
                <a:close/>
                <a:moveTo>
                  <a:pt x="901973" y="89822"/>
                </a:moveTo>
                <a:cubicBezTo>
                  <a:pt x="895428" y="94882"/>
                  <a:pt x="891320" y="97806"/>
                  <a:pt x="889648" y="98595"/>
                </a:cubicBezTo>
                <a:cubicBezTo>
                  <a:pt x="887142" y="99802"/>
                  <a:pt x="884473" y="100406"/>
                  <a:pt x="881641" y="100406"/>
                </a:cubicBezTo>
                <a:cubicBezTo>
                  <a:pt x="877231" y="100406"/>
                  <a:pt x="873599" y="98897"/>
                  <a:pt x="870744" y="95880"/>
                </a:cubicBezTo>
                <a:cubicBezTo>
                  <a:pt x="867889" y="92863"/>
                  <a:pt x="866462" y="88894"/>
                  <a:pt x="866462" y="83973"/>
                </a:cubicBezTo>
                <a:cubicBezTo>
                  <a:pt x="866462" y="80863"/>
                  <a:pt x="867158" y="78171"/>
                  <a:pt x="868551" y="75896"/>
                </a:cubicBezTo>
                <a:cubicBezTo>
                  <a:pt x="870454" y="72740"/>
                  <a:pt x="873761" y="69769"/>
                  <a:pt x="878473" y="66984"/>
                </a:cubicBezTo>
                <a:cubicBezTo>
                  <a:pt x="883184" y="64198"/>
                  <a:pt x="891018" y="60810"/>
                  <a:pt x="901973" y="56818"/>
                </a:cubicBezTo>
                <a:lnTo>
                  <a:pt x="901973" y="54311"/>
                </a:lnTo>
                <a:cubicBezTo>
                  <a:pt x="901973" y="47952"/>
                  <a:pt x="900963" y="43588"/>
                  <a:pt x="898944" y="41221"/>
                </a:cubicBezTo>
                <a:cubicBezTo>
                  <a:pt x="896925" y="38853"/>
                  <a:pt x="893989" y="37670"/>
                  <a:pt x="890136" y="37670"/>
                </a:cubicBezTo>
                <a:cubicBezTo>
                  <a:pt x="887211" y="37670"/>
                  <a:pt x="884890" y="38456"/>
                  <a:pt x="883173" y="40028"/>
                </a:cubicBezTo>
                <a:cubicBezTo>
                  <a:pt x="881409" y="41601"/>
                  <a:pt x="880527" y="43405"/>
                  <a:pt x="880527" y="45440"/>
                </a:cubicBezTo>
                <a:lnTo>
                  <a:pt x="880666" y="49463"/>
                </a:lnTo>
                <a:cubicBezTo>
                  <a:pt x="880666" y="51590"/>
                  <a:pt x="880121" y="53231"/>
                  <a:pt x="879030" y="54387"/>
                </a:cubicBezTo>
                <a:cubicBezTo>
                  <a:pt x="877939" y="55543"/>
                  <a:pt x="876512" y="56121"/>
                  <a:pt x="874748" y="56121"/>
                </a:cubicBezTo>
                <a:cubicBezTo>
                  <a:pt x="873030" y="56121"/>
                  <a:pt x="871626" y="55520"/>
                  <a:pt x="870535" y="54318"/>
                </a:cubicBezTo>
                <a:cubicBezTo>
                  <a:pt x="869444" y="53114"/>
                  <a:pt x="868899" y="51470"/>
                  <a:pt x="868899" y="49387"/>
                </a:cubicBezTo>
                <a:cubicBezTo>
                  <a:pt x="868899" y="45408"/>
                  <a:pt x="870941" y="41752"/>
                  <a:pt x="875026" y="38420"/>
                </a:cubicBezTo>
                <a:cubicBezTo>
                  <a:pt x="879111" y="35088"/>
                  <a:pt x="884844" y="33422"/>
                  <a:pt x="892225" y="33422"/>
                </a:cubicBezTo>
                <a:cubicBezTo>
                  <a:pt x="897888" y="33422"/>
                  <a:pt x="902530" y="34372"/>
                  <a:pt x="906151" y="36273"/>
                </a:cubicBezTo>
                <a:cubicBezTo>
                  <a:pt x="908889" y="37710"/>
                  <a:pt x="910909" y="39959"/>
                  <a:pt x="912208" y="43020"/>
                </a:cubicBezTo>
                <a:cubicBezTo>
                  <a:pt x="913044" y="45013"/>
                  <a:pt x="913462" y="49093"/>
                  <a:pt x="913462" y="55260"/>
                </a:cubicBezTo>
                <a:lnTo>
                  <a:pt x="913462" y="76888"/>
                </a:lnTo>
                <a:cubicBezTo>
                  <a:pt x="913462" y="82962"/>
                  <a:pt x="913578" y="86683"/>
                  <a:pt x="913810" y="88051"/>
                </a:cubicBezTo>
                <a:cubicBezTo>
                  <a:pt x="914042" y="89419"/>
                  <a:pt x="914425" y="90335"/>
                  <a:pt x="914959" y="90799"/>
                </a:cubicBezTo>
                <a:cubicBezTo>
                  <a:pt x="915493" y="91262"/>
                  <a:pt x="916108" y="91493"/>
                  <a:pt x="916804" y="91493"/>
                </a:cubicBezTo>
                <a:cubicBezTo>
                  <a:pt x="917547" y="91493"/>
                  <a:pt x="918197" y="91331"/>
                  <a:pt x="918754" y="91006"/>
                </a:cubicBezTo>
                <a:cubicBezTo>
                  <a:pt x="919728" y="90402"/>
                  <a:pt x="921608" y="88708"/>
                  <a:pt x="924394" y="85923"/>
                </a:cubicBezTo>
                <a:lnTo>
                  <a:pt x="924394" y="89822"/>
                </a:lnTo>
                <a:cubicBezTo>
                  <a:pt x="919195" y="96785"/>
                  <a:pt x="914228" y="100267"/>
                  <a:pt x="909493" y="100267"/>
                </a:cubicBezTo>
                <a:cubicBezTo>
                  <a:pt x="907218" y="100267"/>
                  <a:pt x="905408" y="99477"/>
                  <a:pt x="904062" y="97899"/>
                </a:cubicBezTo>
                <a:cubicBezTo>
                  <a:pt x="902716" y="96321"/>
                  <a:pt x="902019" y="93629"/>
                  <a:pt x="901973" y="89822"/>
                </a:cubicBezTo>
                <a:moveTo>
                  <a:pt x="901973" y="85257"/>
                </a:moveTo>
                <a:lnTo>
                  <a:pt x="901973" y="61065"/>
                </a:lnTo>
                <a:cubicBezTo>
                  <a:pt x="894963" y="63837"/>
                  <a:pt x="890438" y="65801"/>
                  <a:pt x="888395" y="66958"/>
                </a:cubicBezTo>
                <a:cubicBezTo>
                  <a:pt x="884728" y="68991"/>
                  <a:pt x="882105" y="71117"/>
                  <a:pt x="880527" y="73335"/>
                </a:cubicBezTo>
                <a:cubicBezTo>
                  <a:pt x="878949" y="75553"/>
                  <a:pt x="878160" y="77979"/>
                  <a:pt x="878160" y="80614"/>
                </a:cubicBezTo>
                <a:cubicBezTo>
                  <a:pt x="878160" y="83941"/>
                  <a:pt x="879158" y="86703"/>
                  <a:pt x="881154" y="88897"/>
                </a:cubicBezTo>
                <a:cubicBezTo>
                  <a:pt x="883150" y="91092"/>
                  <a:pt x="885447" y="92190"/>
                  <a:pt x="888047" y="92190"/>
                </a:cubicBezTo>
                <a:cubicBezTo>
                  <a:pt x="891575" y="92190"/>
                  <a:pt x="896217" y="89879"/>
                  <a:pt x="901973" y="85257"/>
                </a:cubicBezTo>
                <a:close/>
                <a:moveTo>
                  <a:pt x="947811" y="33422"/>
                </a:moveTo>
                <a:lnTo>
                  <a:pt x="947811" y="47766"/>
                </a:lnTo>
                <a:cubicBezTo>
                  <a:pt x="953149" y="38203"/>
                  <a:pt x="958627" y="33422"/>
                  <a:pt x="964244" y="33422"/>
                </a:cubicBezTo>
                <a:cubicBezTo>
                  <a:pt x="966797" y="33422"/>
                  <a:pt x="968909" y="34200"/>
                  <a:pt x="970580" y="35755"/>
                </a:cubicBezTo>
                <a:cubicBezTo>
                  <a:pt x="972251" y="37310"/>
                  <a:pt x="973087" y="39109"/>
                  <a:pt x="973087" y="41151"/>
                </a:cubicBezTo>
                <a:cubicBezTo>
                  <a:pt x="973087" y="42961"/>
                  <a:pt x="972483" y="44493"/>
                  <a:pt x="971276" y="45747"/>
                </a:cubicBezTo>
                <a:cubicBezTo>
                  <a:pt x="970069" y="47000"/>
                  <a:pt x="968630" y="47627"/>
                  <a:pt x="966959" y="47627"/>
                </a:cubicBezTo>
                <a:cubicBezTo>
                  <a:pt x="965335" y="47627"/>
                  <a:pt x="963513" y="46826"/>
                  <a:pt x="961493" y="45224"/>
                </a:cubicBezTo>
                <a:cubicBezTo>
                  <a:pt x="959474" y="43623"/>
                  <a:pt x="957977" y="42822"/>
                  <a:pt x="957002" y="42822"/>
                </a:cubicBezTo>
                <a:cubicBezTo>
                  <a:pt x="956167" y="42822"/>
                  <a:pt x="955262" y="43285"/>
                  <a:pt x="954287" y="44210"/>
                </a:cubicBezTo>
                <a:cubicBezTo>
                  <a:pt x="952198" y="46109"/>
                  <a:pt x="950039" y="49235"/>
                  <a:pt x="947811" y="53586"/>
                </a:cubicBezTo>
                <a:lnTo>
                  <a:pt x="947811" y="84075"/>
                </a:lnTo>
                <a:cubicBezTo>
                  <a:pt x="947811" y="87593"/>
                  <a:pt x="948252" y="90255"/>
                  <a:pt x="949134" y="92061"/>
                </a:cubicBezTo>
                <a:cubicBezTo>
                  <a:pt x="949738" y="93312"/>
                  <a:pt x="950805" y="94354"/>
                  <a:pt x="952337" y="95188"/>
                </a:cubicBezTo>
                <a:cubicBezTo>
                  <a:pt x="953869" y="96021"/>
                  <a:pt x="956074" y="96437"/>
                  <a:pt x="958952" y="96437"/>
                </a:cubicBezTo>
                <a:lnTo>
                  <a:pt x="958952" y="99013"/>
                </a:lnTo>
                <a:lnTo>
                  <a:pt x="926296" y="99013"/>
                </a:lnTo>
                <a:lnTo>
                  <a:pt x="926296" y="96437"/>
                </a:lnTo>
                <a:cubicBezTo>
                  <a:pt x="929545" y="96437"/>
                  <a:pt x="931959" y="95928"/>
                  <a:pt x="933537" y="94909"/>
                </a:cubicBezTo>
                <a:cubicBezTo>
                  <a:pt x="934698" y="94168"/>
                  <a:pt x="935510" y="92987"/>
                  <a:pt x="935974" y="91365"/>
                </a:cubicBezTo>
                <a:cubicBezTo>
                  <a:pt x="936206" y="90577"/>
                  <a:pt x="936322" y="88331"/>
                  <a:pt x="936322" y="84626"/>
                </a:cubicBezTo>
                <a:lnTo>
                  <a:pt x="936322" y="59962"/>
                </a:lnTo>
                <a:cubicBezTo>
                  <a:pt x="936322" y="52551"/>
                  <a:pt x="936171" y="48139"/>
                  <a:pt x="935870" y="46728"/>
                </a:cubicBezTo>
                <a:cubicBezTo>
                  <a:pt x="935568" y="45315"/>
                  <a:pt x="935011" y="44284"/>
                  <a:pt x="934199" y="43636"/>
                </a:cubicBezTo>
                <a:cubicBezTo>
                  <a:pt x="933386" y="42988"/>
                  <a:pt x="932377" y="42663"/>
                  <a:pt x="931170" y="42663"/>
                </a:cubicBezTo>
                <a:cubicBezTo>
                  <a:pt x="929731" y="42663"/>
                  <a:pt x="928106" y="43011"/>
                  <a:pt x="926296" y="43706"/>
                </a:cubicBezTo>
                <a:lnTo>
                  <a:pt x="925599" y="41203"/>
                </a:lnTo>
                <a:lnTo>
                  <a:pt x="944887" y="33422"/>
                </a:lnTo>
                <a:lnTo>
                  <a:pt x="947811" y="33422"/>
                </a:lnTo>
                <a:close/>
                <a:moveTo>
                  <a:pt x="973016" y="35233"/>
                </a:moveTo>
                <a:lnTo>
                  <a:pt x="1002747" y="35233"/>
                </a:lnTo>
                <a:lnTo>
                  <a:pt x="1002747" y="37809"/>
                </a:lnTo>
                <a:lnTo>
                  <a:pt x="1001285" y="37809"/>
                </a:lnTo>
                <a:cubicBezTo>
                  <a:pt x="999196" y="37809"/>
                  <a:pt x="997630" y="38261"/>
                  <a:pt x="996585" y="39167"/>
                </a:cubicBezTo>
                <a:cubicBezTo>
                  <a:pt x="995541" y="40072"/>
                  <a:pt x="995019" y="41197"/>
                  <a:pt x="995019" y="42544"/>
                </a:cubicBezTo>
                <a:cubicBezTo>
                  <a:pt x="995019" y="44354"/>
                  <a:pt x="995785" y="46861"/>
                  <a:pt x="997316" y="50064"/>
                </a:cubicBezTo>
                <a:lnTo>
                  <a:pt x="1012844" y="82232"/>
                </a:lnTo>
                <a:lnTo>
                  <a:pt x="1027118" y="47000"/>
                </a:lnTo>
                <a:cubicBezTo>
                  <a:pt x="1027907" y="45097"/>
                  <a:pt x="1028302" y="43217"/>
                  <a:pt x="1028302" y="41360"/>
                </a:cubicBezTo>
                <a:cubicBezTo>
                  <a:pt x="1028302" y="40524"/>
                  <a:pt x="1028139" y="39898"/>
                  <a:pt x="1027814" y="39480"/>
                </a:cubicBezTo>
                <a:cubicBezTo>
                  <a:pt x="1027443" y="38969"/>
                  <a:pt x="1026863" y="38563"/>
                  <a:pt x="1026073" y="38261"/>
                </a:cubicBezTo>
                <a:cubicBezTo>
                  <a:pt x="1025284" y="37960"/>
                  <a:pt x="1023892" y="37809"/>
                  <a:pt x="1021896" y="37809"/>
                </a:cubicBezTo>
                <a:lnTo>
                  <a:pt x="1021896" y="35233"/>
                </a:lnTo>
                <a:lnTo>
                  <a:pt x="1042645" y="35233"/>
                </a:lnTo>
                <a:lnTo>
                  <a:pt x="1042645" y="37809"/>
                </a:lnTo>
                <a:cubicBezTo>
                  <a:pt x="1040928" y="37995"/>
                  <a:pt x="1039605" y="38366"/>
                  <a:pt x="1038676" y="38923"/>
                </a:cubicBezTo>
                <a:cubicBezTo>
                  <a:pt x="1037748" y="39480"/>
                  <a:pt x="1036727" y="40524"/>
                  <a:pt x="1035613" y="42056"/>
                </a:cubicBezTo>
                <a:cubicBezTo>
                  <a:pt x="1035195" y="42706"/>
                  <a:pt x="1034406" y="44493"/>
                  <a:pt x="1033245" y="47418"/>
                </a:cubicBezTo>
                <a:lnTo>
                  <a:pt x="1007273" y="111059"/>
                </a:lnTo>
                <a:cubicBezTo>
                  <a:pt x="1004767" y="117233"/>
                  <a:pt x="1001483" y="121898"/>
                  <a:pt x="997421" y="125055"/>
                </a:cubicBezTo>
                <a:cubicBezTo>
                  <a:pt x="993359" y="128211"/>
                  <a:pt x="989448" y="129789"/>
                  <a:pt x="985688" y="129789"/>
                </a:cubicBezTo>
                <a:cubicBezTo>
                  <a:pt x="982949" y="129789"/>
                  <a:pt x="980698" y="129010"/>
                  <a:pt x="978934" y="127450"/>
                </a:cubicBezTo>
                <a:cubicBezTo>
                  <a:pt x="977170" y="125891"/>
                  <a:pt x="976288" y="124102"/>
                  <a:pt x="976288" y="122085"/>
                </a:cubicBezTo>
                <a:cubicBezTo>
                  <a:pt x="976288" y="120158"/>
                  <a:pt x="976927" y="118604"/>
                  <a:pt x="978203" y="117424"/>
                </a:cubicBezTo>
                <a:cubicBezTo>
                  <a:pt x="979480" y="116244"/>
                  <a:pt x="981232" y="115655"/>
                  <a:pt x="983460" y="115655"/>
                </a:cubicBezTo>
                <a:cubicBezTo>
                  <a:pt x="984992" y="115655"/>
                  <a:pt x="987081" y="116165"/>
                  <a:pt x="989727" y="117187"/>
                </a:cubicBezTo>
                <a:cubicBezTo>
                  <a:pt x="991584" y="117883"/>
                  <a:pt x="992744" y="118231"/>
                  <a:pt x="993208" y="118231"/>
                </a:cubicBezTo>
                <a:cubicBezTo>
                  <a:pt x="994601" y="118231"/>
                  <a:pt x="996121" y="117506"/>
                  <a:pt x="997769" y="116057"/>
                </a:cubicBezTo>
                <a:cubicBezTo>
                  <a:pt x="999417" y="114609"/>
                  <a:pt x="1001076" y="111807"/>
                  <a:pt x="1002747" y="107649"/>
                </a:cubicBezTo>
                <a:lnTo>
                  <a:pt x="1007273" y="96507"/>
                </a:lnTo>
                <a:lnTo>
                  <a:pt x="984365" y="48393"/>
                </a:lnTo>
                <a:cubicBezTo>
                  <a:pt x="983669" y="46954"/>
                  <a:pt x="982555" y="45166"/>
                  <a:pt x="981023" y="43031"/>
                </a:cubicBezTo>
                <a:cubicBezTo>
                  <a:pt x="979863" y="41406"/>
                  <a:pt x="978911" y="40316"/>
                  <a:pt x="978168" y="39758"/>
                </a:cubicBezTo>
                <a:cubicBezTo>
                  <a:pt x="977101" y="39016"/>
                  <a:pt x="975383" y="38366"/>
                  <a:pt x="973016" y="37809"/>
                </a:cubicBezTo>
                <a:lnTo>
                  <a:pt x="973016" y="35233"/>
                </a:lnTo>
                <a:close/>
                <a:moveTo>
                  <a:pt x="1137760" y="74782"/>
                </a:moveTo>
                <a:cubicBezTo>
                  <a:pt x="1136042" y="83184"/>
                  <a:pt x="1132677" y="89648"/>
                  <a:pt x="1127664" y="94174"/>
                </a:cubicBezTo>
                <a:cubicBezTo>
                  <a:pt x="1122650" y="98700"/>
                  <a:pt x="1117103" y="100963"/>
                  <a:pt x="1111022" y="100963"/>
                </a:cubicBezTo>
                <a:cubicBezTo>
                  <a:pt x="1103781" y="100963"/>
                  <a:pt x="1097468" y="97926"/>
                  <a:pt x="1092083" y="91852"/>
                </a:cubicBezTo>
                <a:cubicBezTo>
                  <a:pt x="1086698" y="85777"/>
                  <a:pt x="1084006" y="77569"/>
                  <a:pt x="1084006" y="67227"/>
                </a:cubicBezTo>
                <a:cubicBezTo>
                  <a:pt x="1084006" y="57211"/>
                  <a:pt x="1086988" y="49073"/>
                  <a:pt x="1092953" y="42813"/>
                </a:cubicBezTo>
                <a:cubicBezTo>
                  <a:pt x="1098918" y="36553"/>
                  <a:pt x="1106078" y="33422"/>
                  <a:pt x="1114434" y="33422"/>
                </a:cubicBezTo>
                <a:cubicBezTo>
                  <a:pt x="1120701" y="33422"/>
                  <a:pt x="1125853" y="35077"/>
                  <a:pt x="1129892" y="38385"/>
                </a:cubicBezTo>
                <a:cubicBezTo>
                  <a:pt x="1133930" y="41693"/>
                  <a:pt x="1135949" y="45128"/>
                  <a:pt x="1135949" y="48691"/>
                </a:cubicBezTo>
                <a:cubicBezTo>
                  <a:pt x="1135949" y="50449"/>
                  <a:pt x="1135381" y="51872"/>
                  <a:pt x="1134244" y="52960"/>
                </a:cubicBezTo>
                <a:cubicBezTo>
                  <a:pt x="1133106" y="54046"/>
                  <a:pt x="1131516" y="54590"/>
                  <a:pt x="1129474" y="54590"/>
                </a:cubicBezTo>
                <a:cubicBezTo>
                  <a:pt x="1126735" y="54590"/>
                  <a:pt x="1124669" y="53708"/>
                  <a:pt x="1123277" y="51944"/>
                </a:cubicBezTo>
                <a:cubicBezTo>
                  <a:pt x="1122488" y="50969"/>
                  <a:pt x="1121966" y="49112"/>
                  <a:pt x="1121710" y="46373"/>
                </a:cubicBezTo>
                <a:cubicBezTo>
                  <a:pt x="1121455" y="43635"/>
                  <a:pt x="1120515" y="41546"/>
                  <a:pt x="1118890" y="40107"/>
                </a:cubicBezTo>
                <a:cubicBezTo>
                  <a:pt x="1117266" y="38714"/>
                  <a:pt x="1115014" y="38018"/>
                  <a:pt x="1112136" y="38018"/>
                </a:cubicBezTo>
                <a:cubicBezTo>
                  <a:pt x="1107494" y="38018"/>
                  <a:pt x="1103757" y="39735"/>
                  <a:pt x="1100926" y="43170"/>
                </a:cubicBezTo>
                <a:cubicBezTo>
                  <a:pt x="1097166" y="47719"/>
                  <a:pt x="1095286" y="53731"/>
                  <a:pt x="1095286" y="61204"/>
                </a:cubicBezTo>
                <a:cubicBezTo>
                  <a:pt x="1095286" y="68817"/>
                  <a:pt x="1097154" y="75536"/>
                  <a:pt x="1100891" y="81362"/>
                </a:cubicBezTo>
                <a:cubicBezTo>
                  <a:pt x="1104628" y="87188"/>
                  <a:pt x="1109676" y="90101"/>
                  <a:pt x="1116035" y="90101"/>
                </a:cubicBezTo>
                <a:cubicBezTo>
                  <a:pt x="1120585" y="90101"/>
                  <a:pt x="1124669" y="88546"/>
                  <a:pt x="1128290" y="85435"/>
                </a:cubicBezTo>
                <a:cubicBezTo>
                  <a:pt x="1130843" y="83300"/>
                  <a:pt x="1133327" y="79424"/>
                  <a:pt x="1135741" y="73807"/>
                </a:cubicBezTo>
                <a:lnTo>
                  <a:pt x="1137760" y="74782"/>
                </a:lnTo>
                <a:close/>
                <a:moveTo>
                  <a:pt x="1165633" y="0"/>
                </a:moveTo>
                <a:lnTo>
                  <a:pt x="1165633" y="46721"/>
                </a:lnTo>
                <a:cubicBezTo>
                  <a:pt x="1170785" y="41058"/>
                  <a:pt x="1174870" y="37426"/>
                  <a:pt x="1177887" y="35824"/>
                </a:cubicBezTo>
                <a:cubicBezTo>
                  <a:pt x="1180905" y="34223"/>
                  <a:pt x="1183922" y="33422"/>
                  <a:pt x="1186939" y="33422"/>
                </a:cubicBezTo>
                <a:cubicBezTo>
                  <a:pt x="1190560" y="33422"/>
                  <a:pt x="1193670" y="34418"/>
                  <a:pt x="1196270" y="36410"/>
                </a:cubicBezTo>
                <a:cubicBezTo>
                  <a:pt x="1198869" y="38401"/>
                  <a:pt x="1200796" y="41527"/>
                  <a:pt x="1202049" y="45788"/>
                </a:cubicBezTo>
                <a:cubicBezTo>
                  <a:pt x="1202931" y="48753"/>
                  <a:pt x="1203372" y="54173"/>
                  <a:pt x="1203372" y="62046"/>
                </a:cubicBezTo>
                <a:lnTo>
                  <a:pt x="1203372" y="84556"/>
                </a:lnTo>
                <a:cubicBezTo>
                  <a:pt x="1203372" y="88586"/>
                  <a:pt x="1203697" y="91342"/>
                  <a:pt x="1204347" y="92825"/>
                </a:cubicBezTo>
                <a:cubicBezTo>
                  <a:pt x="1204811" y="93936"/>
                  <a:pt x="1205600" y="94816"/>
                  <a:pt x="1206714" y="95464"/>
                </a:cubicBezTo>
                <a:cubicBezTo>
                  <a:pt x="1207828" y="96113"/>
                  <a:pt x="1209871" y="96437"/>
                  <a:pt x="1212841" y="96437"/>
                </a:cubicBezTo>
                <a:lnTo>
                  <a:pt x="1212841" y="99013"/>
                </a:lnTo>
                <a:lnTo>
                  <a:pt x="1181508" y="99013"/>
                </a:lnTo>
                <a:lnTo>
                  <a:pt x="1181508" y="96437"/>
                </a:lnTo>
                <a:lnTo>
                  <a:pt x="1182970" y="96437"/>
                </a:lnTo>
                <a:cubicBezTo>
                  <a:pt x="1185941" y="96437"/>
                  <a:pt x="1188007" y="95984"/>
                  <a:pt x="1189167" y="95079"/>
                </a:cubicBezTo>
                <a:cubicBezTo>
                  <a:pt x="1190328" y="94174"/>
                  <a:pt x="1191140" y="92839"/>
                  <a:pt x="1191604" y="91075"/>
                </a:cubicBezTo>
                <a:cubicBezTo>
                  <a:pt x="1191744" y="90333"/>
                  <a:pt x="1191813" y="88151"/>
                  <a:pt x="1191813" y="84530"/>
                </a:cubicBezTo>
                <a:lnTo>
                  <a:pt x="1191813" y="61970"/>
                </a:lnTo>
                <a:cubicBezTo>
                  <a:pt x="1191813" y="55007"/>
                  <a:pt x="1191454" y="50435"/>
                  <a:pt x="1190734" y="48253"/>
                </a:cubicBezTo>
                <a:cubicBezTo>
                  <a:pt x="1190015" y="46072"/>
                  <a:pt x="1188866" y="44435"/>
                  <a:pt x="1187287" y="43344"/>
                </a:cubicBezTo>
                <a:cubicBezTo>
                  <a:pt x="1185709" y="42254"/>
                  <a:pt x="1183806" y="41708"/>
                  <a:pt x="1181578" y="41708"/>
                </a:cubicBezTo>
                <a:cubicBezTo>
                  <a:pt x="1179303" y="41708"/>
                  <a:pt x="1176936" y="42312"/>
                  <a:pt x="1174476" y="43518"/>
                </a:cubicBezTo>
                <a:cubicBezTo>
                  <a:pt x="1172015" y="44725"/>
                  <a:pt x="1169068" y="47162"/>
                  <a:pt x="1165633" y="50830"/>
                </a:cubicBezTo>
                <a:lnTo>
                  <a:pt x="1165633" y="84530"/>
                </a:lnTo>
                <a:cubicBezTo>
                  <a:pt x="1165633" y="88894"/>
                  <a:pt x="1165876" y="91609"/>
                  <a:pt x="1166364" y="92677"/>
                </a:cubicBezTo>
                <a:cubicBezTo>
                  <a:pt x="1166851" y="93745"/>
                  <a:pt x="1167756" y="94638"/>
                  <a:pt x="1169079" y="95358"/>
                </a:cubicBezTo>
                <a:cubicBezTo>
                  <a:pt x="1170402" y="96077"/>
                  <a:pt x="1172688" y="96437"/>
                  <a:pt x="1175938" y="96437"/>
                </a:cubicBezTo>
                <a:lnTo>
                  <a:pt x="1175938" y="99013"/>
                </a:lnTo>
                <a:lnTo>
                  <a:pt x="1144326" y="99013"/>
                </a:lnTo>
                <a:lnTo>
                  <a:pt x="1144326" y="96437"/>
                </a:lnTo>
                <a:cubicBezTo>
                  <a:pt x="1147158" y="96437"/>
                  <a:pt x="1149386" y="95996"/>
                  <a:pt x="1151010" y="95114"/>
                </a:cubicBezTo>
                <a:cubicBezTo>
                  <a:pt x="1151939" y="94651"/>
                  <a:pt x="1152682" y="93771"/>
                  <a:pt x="1153239" y="92472"/>
                </a:cubicBezTo>
                <a:cubicBezTo>
                  <a:pt x="1153796" y="91173"/>
                  <a:pt x="1154074" y="88528"/>
                  <a:pt x="1154074" y="84539"/>
                </a:cubicBezTo>
                <a:lnTo>
                  <a:pt x="1154074" y="26857"/>
                </a:lnTo>
                <a:cubicBezTo>
                  <a:pt x="1154074" y="19575"/>
                  <a:pt x="1153900" y="15099"/>
                  <a:pt x="1153552" y="13430"/>
                </a:cubicBezTo>
                <a:cubicBezTo>
                  <a:pt x="1153204" y="11759"/>
                  <a:pt x="1152670" y="10622"/>
                  <a:pt x="1151950" y="10020"/>
                </a:cubicBezTo>
                <a:cubicBezTo>
                  <a:pt x="1151231" y="9417"/>
                  <a:pt x="1150268" y="9115"/>
                  <a:pt x="1149061" y="9115"/>
                </a:cubicBezTo>
                <a:cubicBezTo>
                  <a:pt x="1148086" y="9115"/>
                  <a:pt x="1146508" y="9486"/>
                  <a:pt x="1144326" y="10229"/>
                </a:cubicBezTo>
                <a:lnTo>
                  <a:pt x="1143351" y="7792"/>
                </a:lnTo>
                <a:lnTo>
                  <a:pt x="1162430" y="0"/>
                </a:lnTo>
                <a:lnTo>
                  <a:pt x="1165633" y="0"/>
                </a:lnTo>
                <a:close/>
                <a:moveTo>
                  <a:pt x="1228926" y="59324"/>
                </a:moveTo>
                <a:cubicBezTo>
                  <a:pt x="1228879" y="68772"/>
                  <a:pt x="1231177" y="76183"/>
                  <a:pt x="1235819" y="81556"/>
                </a:cubicBezTo>
                <a:cubicBezTo>
                  <a:pt x="1240461" y="86927"/>
                  <a:pt x="1245915" y="89613"/>
                  <a:pt x="1252182" y="89613"/>
                </a:cubicBezTo>
                <a:cubicBezTo>
                  <a:pt x="1256360" y="89613"/>
                  <a:pt x="1259992" y="88464"/>
                  <a:pt x="1263079" y="86167"/>
                </a:cubicBezTo>
                <a:cubicBezTo>
                  <a:pt x="1266166" y="83869"/>
                  <a:pt x="1268754" y="79935"/>
                  <a:pt x="1270843" y="74364"/>
                </a:cubicBezTo>
                <a:lnTo>
                  <a:pt x="1273001" y="75757"/>
                </a:lnTo>
                <a:cubicBezTo>
                  <a:pt x="1272027" y="82116"/>
                  <a:pt x="1269195" y="87907"/>
                  <a:pt x="1264507" y="93130"/>
                </a:cubicBezTo>
                <a:cubicBezTo>
                  <a:pt x="1259818" y="98352"/>
                  <a:pt x="1253946" y="100963"/>
                  <a:pt x="1246890" y="100963"/>
                </a:cubicBezTo>
                <a:cubicBezTo>
                  <a:pt x="1239231" y="100963"/>
                  <a:pt x="1232674" y="97987"/>
                  <a:pt x="1227220" y="92035"/>
                </a:cubicBezTo>
                <a:cubicBezTo>
                  <a:pt x="1221766" y="86082"/>
                  <a:pt x="1219038" y="78079"/>
                  <a:pt x="1219038" y="68026"/>
                </a:cubicBezTo>
                <a:cubicBezTo>
                  <a:pt x="1219038" y="57140"/>
                  <a:pt x="1221835" y="48652"/>
                  <a:pt x="1227429" y="42561"/>
                </a:cubicBezTo>
                <a:cubicBezTo>
                  <a:pt x="1233022" y="36468"/>
                  <a:pt x="1240043" y="33422"/>
                  <a:pt x="1248492" y="33422"/>
                </a:cubicBezTo>
                <a:cubicBezTo>
                  <a:pt x="1255640" y="33422"/>
                  <a:pt x="1261512" y="35772"/>
                  <a:pt x="1266108" y="40472"/>
                </a:cubicBezTo>
                <a:cubicBezTo>
                  <a:pt x="1270704" y="45171"/>
                  <a:pt x="1273001" y="51455"/>
                  <a:pt x="1273001" y="59324"/>
                </a:cubicBezTo>
                <a:lnTo>
                  <a:pt x="1228926" y="59324"/>
                </a:lnTo>
                <a:moveTo>
                  <a:pt x="1228926" y="55286"/>
                </a:moveTo>
                <a:lnTo>
                  <a:pt x="1258449" y="55286"/>
                </a:lnTo>
                <a:cubicBezTo>
                  <a:pt x="1258217" y="51201"/>
                  <a:pt x="1257729" y="48323"/>
                  <a:pt x="1256987" y="46652"/>
                </a:cubicBezTo>
                <a:cubicBezTo>
                  <a:pt x="1255826" y="44052"/>
                  <a:pt x="1254097" y="42010"/>
                  <a:pt x="1251799" y="40524"/>
                </a:cubicBezTo>
                <a:cubicBezTo>
                  <a:pt x="1249501" y="39039"/>
                  <a:pt x="1247099" y="38296"/>
                  <a:pt x="1244592" y="38296"/>
                </a:cubicBezTo>
                <a:cubicBezTo>
                  <a:pt x="1240740" y="38296"/>
                  <a:pt x="1237293" y="39793"/>
                  <a:pt x="1234252" y="42787"/>
                </a:cubicBezTo>
                <a:cubicBezTo>
                  <a:pt x="1231212" y="45781"/>
                  <a:pt x="1229436" y="49948"/>
                  <a:pt x="1228926" y="55286"/>
                </a:cubicBezTo>
                <a:close/>
                <a:moveTo>
                  <a:pt x="1335690" y="74782"/>
                </a:moveTo>
                <a:cubicBezTo>
                  <a:pt x="1333972" y="83184"/>
                  <a:pt x="1330607" y="89648"/>
                  <a:pt x="1325594" y="94174"/>
                </a:cubicBezTo>
                <a:cubicBezTo>
                  <a:pt x="1320580" y="98700"/>
                  <a:pt x="1315033" y="100963"/>
                  <a:pt x="1308952" y="100963"/>
                </a:cubicBezTo>
                <a:cubicBezTo>
                  <a:pt x="1301711" y="100963"/>
                  <a:pt x="1295398" y="97926"/>
                  <a:pt x="1290013" y="91852"/>
                </a:cubicBezTo>
                <a:cubicBezTo>
                  <a:pt x="1284628" y="85777"/>
                  <a:pt x="1281936" y="77569"/>
                  <a:pt x="1281936" y="67227"/>
                </a:cubicBezTo>
                <a:cubicBezTo>
                  <a:pt x="1281936" y="57211"/>
                  <a:pt x="1284918" y="49073"/>
                  <a:pt x="1290883" y="42813"/>
                </a:cubicBezTo>
                <a:cubicBezTo>
                  <a:pt x="1296848" y="36553"/>
                  <a:pt x="1304009" y="33422"/>
                  <a:pt x="1312364" y="33422"/>
                </a:cubicBezTo>
                <a:cubicBezTo>
                  <a:pt x="1318631" y="33422"/>
                  <a:pt x="1323783" y="35077"/>
                  <a:pt x="1327822" y="38385"/>
                </a:cubicBezTo>
                <a:cubicBezTo>
                  <a:pt x="1331860" y="41693"/>
                  <a:pt x="1333880" y="45128"/>
                  <a:pt x="1333880" y="48691"/>
                </a:cubicBezTo>
                <a:cubicBezTo>
                  <a:pt x="1333880" y="50449"/>
                  <a:pt x="1333311" y="51872"/>
                  <a:pt x="1332174" y="52960"/>
                </a:cubicBezTo>
                <a:cubicBezTo>
                  <a:pt x="1331036" y="54046"/>
                  <a:pt x="1329447" y="54590"/>
                  <a:pt x="1327404" y="54590"/>
                </a:cubicBezTo>
                <a:cubicBezTo>
                  <a:pt x="1324665" y="54590"/>
                  <a:pt x="1322600" y="53708"/>
                  <a:pt x="1321207" y="51944"/>
                </a:cubicBezTo>
                <a:cubicBezTo>
                  <a:pt x="1320418" y="50969"/>
                  <a:pt x="1319896" y="49112"/>
                  <a:pt x="1319640" y="46373"/>
                </a:cubicBezTo>
                <a:cubicBezTo>
                  <a:pt x="1319385" y="43635"/>
                  <a:pt x="1318445" y="41546"/>
                  <a:pt x="1316820" y="40107"/>
                </a:cubicBezTo>
                <a:cubicBezTo>
                  <a:pt x="1315196" y="38714"/>
                  <a:pt x="1312944" y="38018"/>
                  <a:pt x="1310066" y="38018"/>
                </a:cubicBezTo>
                <a:cubicBezTo>
                  <a:pt x="1305424" y="38018"/>
                  <a:pt x="1301688" y="39735"/>
                  <a:pt x="1298856" y="43170"/>
                </a:cubicBezTo>
                <a:cubicBezTo>
                  <a:pt x="1295096" y="47719"/>
                  <a:pt x="1293216" y="53731"/>
                  <a:pt x="1293216" y="61204"/>
                </a:cubicBezTo>
                <a:cubicBezTo>
                  <a:pt x="1293216" y="68817"/>
                  <a:pt x="1295084" y="75536"/>
                  <a:pt x="1298821" y="81362"/>
                </a:cubicBezTo>
                <a:cubicBezTo>
                  <a:pt x="1302558" y="87188"/>
                  <a:pt x="1307606" y="90101"/>
                  <a:pt x="1313966" y="90101"/>
                </a:cubicBezTo>
                <a:cubicBezTo>
                  <a:pt x="1318515" y="90101"/>
                  <a:pt x="1322600" y="88546"/>
                  <a:pt x="1326220" y="85435"/>
                </a:cubicBezTo>
                <a:cubicBezTo>
                  <a:pt x="1328773" y="83300"/>
                  <a:pt x="1331257" y="79424"/>
                  <a:pt x="1333671" y="73807"/>
                </a:cubicBezTo>
                <a:lnTo>
                  <a:pt x="1335690" y="74782"/>
                </a:lnTo>
                <a:close/>
                <a:moveTo>
                  <a:pt x="1363703" y="0"/>
                </a:moveTo>
                <a:lnTo>
                  <a:pt x="1363703" y="63433"/>
                </a:lnTo>
                <a:lnTo>
                  <a:pt x="1379927" y="48671"/>
                </a:lnTo>
                <a:cubicBezTo>
                  <a:pt x="1383362" y="45515"/>
                  <a:pt x="1385358" y="43518"/>
                  <a:pt x="1385915" y="42683"/>
                </a:cubicBezTo>
                <a:cubicBezTo>
                  <a:pt x="1386287" y="42126"/>
                  <a:pt x="1386472" y="41569"/>
                  <a:pt x="1386472" y="41012"/>
                </a:cubicBezTo>
                <a:cubicBezTo>
                  <a:pt x="1386472" y="40083"/>
                  <a:pt x="1386089" y="39283"/>
                  <a:pt x="1385323" y="38610"/>
                </a:cubicBezTo>
                <a:cubicBezTo>
                  <a:pt x="1384558" y="37936"/>
                  <a:pt x="1383293" y="37554"/>
                  <a:pt x="1381529" y="37461"/>
                </a:cubicBezTo>
                <a:lnTo>
                  <a:pt x="1381529" y="35233"/>
                </a:lnTo>
                <a:lnTo>
                  <a:pt x="1409241" y="35233"/>
                </a:lnTo>
                <a:lnTo>
                  <a:pt x="1409241" y="37461"/>
                </a:lnTo>
                <a:cubicBezTo>
                  <a:pt x="1405435" y="37554"/>
                  <a:pt x="1402267" y="38134"/>
                  <a:pt x="1399737" y="39201"/>
                </a:cubicBezTo>
                <a:cubicBezTo>
                  <a:pt x="1397207" y="40269"/>
                  <a:pt x="1394433" y="42172"/>
                  <a:pt x="1391416" y="44911"/>
                </a:cubicBezTo>
                <a:lnTo>
                  <a:pt x="1375053" y="60021"/>
                </a:lnTo>
                <a:lnTo>
                  <a:pt x="1391416" y="80661"/>
                </a:lnTo>
                <a:cubicBezTo>
                  <a:pt x="1395965" y="86359"/>
                  <a:pt x="1399029" y="89973"/>
                  <a:pt x="1400607" y="91502"/>
                </a:cubicBezTo>
                <a:cubicBezTo>
                  <a:pt x="1402835" y="93679"/>
                  <a:pt x="1404785" y="95093"/>
                  <a:pt x="1406456" y="95743"/>
                </a:cubicBezTo>
                <a:cubicBezTo>
                  <a:pt x="1407616" y="96206"/>
                  <a:pt x="1409636" y="96437"/>
                  <a:pt x="1412514" y="96437"/>
                </a:cubicBezTo>
                <a:lnTo>
                  <a:pt x="1412514" y="99013"/>
                </a:lnTo>
                <a:lnTo>
                  <a:pt x="1381529" y="99013"/>
                </a:lnTo>
                <a:lnTo>
                  <a:pt x="1381529" y="96437"/>
                </a:lnTo>
                <a:cubicBezTo>
                  <a:pt x="1383293" y="96390"/>
                  <a:pt x="1384488" y="96124"/>
                  <a:pt x="1385115" y="95638"/>
                </a:cubicBezTo>
                <a:cubicBezTo>
                  <a:pt x="1385741" y="95151"/>
                  <a:pt x="1386055" y="94468"/>
                  <a:pt x="1386055" y="93589"/>
                </a:cubicBezTo>
                <a:cubicBezTo>
                  <a:pt x="1386055" y="92522"/>
                  <a:pt x="1385126" y="90809"/>
                  <a:pt x="1383269" y="88447"/>
                </a:cubicBezTo>
                <a:lnTo>
                  <a:pt x="1363703" y="63502"/>
                </a:lnTo>
                <a:lnTo>
                  <a:pt x="1363703" y="84624"/>
                </a:lnTo>
                <a:cubicBezTo>
                  <a:pt x="1363703" y="88746"/>
                  <a:pt x="1363994" y="91457"/>
                  <a:pt x="1364574" y="92755"/>
                </a:cubicBezTo>
                <a:cubicBezTo>
                  <a:pt x="1365154" y="94052"/>
                  <a:pt x="1365978" y="94978"/>
                  <a:pt x="1367046" y="95534"/>
                </a:cubicBezTo>
                <a:cubicBezTo>
                  <a:pt x="1368113" y="96089"/>
                  <a:pt x="1370434" y="96390"/>
                  <a:pt x="1374009" y="96437"/>
                </a:cubicBezTo>
                <a:lnTo>
                  <a:pt x="1374009" y="99013"/>
                </a:lnTo>
                <a:lnTo>
                  <a:pt x="1341561" y="99013"/>
                </a:lnTo>
                <a:lnTo>
                  <a:pt x="1341561" y="96437"/>
                </a:lnTo>
                <a:cubicBezTo>
                  <a:pt x="1344811" y="96437"/>
                  <a:pt x="1347248" y="96042"/>
                  <a:pt x="1348872" y="95253"/>
                </a:cubicBezTo>
                <a:cubicBezTo>
                  <a:pt x="1349847" y="94744"/>
                  <a:pt x="1350590" y="93956"/>
                  <a:pt x="1351101" y="92888"/>
                </a:cubicBezTo>
                <a:cubicBezTo>
                  <a:pt x="1351797" y="91358"/>
                  <a:pt x="1352145" y="88714"/>
                  <a:pt x="1352145" y="84957"/>
                </a:cubicBezTo>
                <a:lnTo>
                  <a:pt x="1352145" y="26927"/>
                </a:lnTo>
                <a:cubicBezTo>
                  <a:pt x="1352145" y="19552"/>
                  <a:pt x="1351982" y="15041"/>
                  <a:pt x="1351658" y="13395"/>
                </a:cubicBezTo>
                <a:cubicBezTo>
                  <a:pt x="1351333" y="11747"/>
                  <a:pt x="1350799" y="10611"/>
                  <a:pt x="1350056" y="9985"/>
                </a:cubicBezTo>
                <a:cubicBezTo>
                  <a:pt x="1349313" y="9359"/>
                  <a:pt x="1348339" y="9045"/>
                  <a:pt x="1347132" y="9045"/>
                </a:cubicBezTo>
                <a:cubicBezTo>
                  <a:pt x="1346157" y="9045"/>
                  <a:pt x="1344695" y="9440"/>
                  <a:pt x="1342745" y="10229"/>
                </a:cubicBezTo>
                <a:lnTo>
                  <a:pt x="1341561" y="7792"/>
                </a:lnTo>
                <a:lnTo>
                  <a:pt x="1360501" y="0"/>
                </a:lnTo>
                <a:lnTo>
                  <a:pt x="1363703" y="0"/>
                </a:lnTo>
                <a:close/>
                <a:moveTo>
                  <a:pt x="1462507" y="59324"/>
                </a:moveTo>
                <a:cubicBezTo>
                  <a:pt x="1462461" y="68772"/>
                  <a:pt x="1464759" y="76183"/>
                  <a:pt x="1469401" y="81556"/>
                </a:cubicBezTo>
                <a:cubicBezTo>
                  <a:pt x="1474043" y="86927"/>
                  <a:pt x="1479497" y="89613"/>
                  <a:pt x="1485764" y="89613"/>
                </a:cubicBezTo>
                <a:cubicBezTo>
                  <a:pt x="1489941" y="89613"/>
                  <a:pt x="1493574" y="88464"/>
                  <a:pt x="1496661" y="86167"/>
                </a:cubicBezTo>
                <a:cubicBezTo>
                  <a:pt x="1499748" y="83869"/>
                  <a:pt x="1502335" y="79935"/>
                  <a:pt x="1504424" y="74364"/>
                </a:cubicBezTo>
                <a:lnTo>
                  <a:pt x="1506583" y="75757"/>
                </a:lnTo>
                <a:cubicBezTo>
                  <a:pt x="1505608" y="82116"/>
                  <a:pt x="1502776" y="87907"/>
                  <a:pt x="1498088" y="93130"/>
                </a:cubicBezTo>
                <a:cubicBezTo>
                  <a:pt x="1493400" y="98352"/>
                  <a:pt x="1487528" y="100963"/>
                  <a:pt x="1480472" y="100963"/>
                </a:cubicBezTo>
                <a:cubicBezTo>
                  <a:pt x="1472812" y="100963"/>
                  <a:pt x="1466256" y="97987"/>
                  <a:pt x="1460801" y="92035"/>
                </a:cubicBezTo>
                <a:cubicBezTo>
                  <a:pt x="1455347" y="86082"/>
                  <a:pt x="1452620" y="78079"/>
                  <a:pt x="1452620" y="68026"/>
                </a:cubicBezTo>
                <a:cubicBezTo>
                  <a:pt x="1452620" y="57140"/>
                  <a:pt x="1455417" y="48652"/>
                  <a:pt x="1461010" y="42561"/>
                </a:cubicBezTo>
                <a:cubicBezTo>
                  <a:pt x="1466604" y="36468"/>
                  <a:pt x="1473625" y="33422"/>
                  <a:pt x="1482073" y="33422"/>
                </a:cubicBezTo>
                <a:cubicBezTo>
                  <a:pt x="1489222" y="33422"/>
                  <a:pt x="1495094" y="35772"/>
                  <a:pt x="1499689" y="40472"/>
                </a:cubicBezTo>
                <a:cubicBezTo>
                  <a:pt x="1504285" y="45171"/>
                  <a:pt x="1506583" y="51455"/>
                  <a:pt x="1506583" y="59324"/>
                </a:cubicBezTo>
                <a:lnTo>
                  <a:pt x="1462507" y="59324"/>
                </a:lnTo>
                <a:moveTo>
                  <a:pt x="1462507" y="55286"/>
                </a:moveTo>
                <a:lnTo>
                  <a:pt x="1492030" y="55286"/>
                </a:lnTo>
                <a:cubicBezTo>
                  <a:pt x="1491798" y="51201"/>
                  <a:pt x="1491311" y="48323"/>
                  <a:pt x="1490568" y="46652"/>
                </a:cubicBezTo>
                <a:cubicBezTo>
                  <a:pt x="1489408" y="44052"/>
                  <a:pt x="1487678" y="42010"/>
                  <a:pt x="1485381" y="40524"/>
                </a:cubicBezTo>
                <a:cubicBezTo>
                  <a:pt x="1483083" y="39039"/>
                  <a:pt x="1480681" y="38296"/>
                  <a:pt x="1478174" y="38296"/>
                </a:cubicBezTo>
                <a:cubicBezTo>
                  <a:pt x="1474321" y="38296"/>
                  <a:pt x="1470874" y="39793"/>
                  <a:pt x="1467834" y="42787"/>
                </a:cubicBezTo>
                <a:cubicBezTo>
                  <a:pt x="1464793" y="45781"/>
                  <a:pt x="1463018" y="49948"/>
                  <a:pt x="1462507" y="55286"/>
                </a:cubicBezTo>
                <a:close/>
                <a:moveTo>
                  <a:pt x="1512524" y="35233"/>
                </a:moveTo>
                <a:lnTo>
                  <a:pt x="1542534" y="35233"/>
                </a:lnTo>
                <a:lnTo>
                  <a:pt x="1542534" y="37809"/>
                </a:lnTo>
                <a:cubicBezTo>
                  <a:pt x="1540631" y="37809"/>
                  <a:pt x="1539296" y="38134"/>
                  <a:pt x="1538530" y="38784"/>
                </a:cubicBezTo>
                <a:cubicBezTo>
                  <a:pt x="1537764" y="39434"/>
                  <a:pt x="1537381" y="40292"/>
                  <a:pt x="1537381" y="41360"/>
                </a:cubicBezTo>
                <a:cubicBezTo>
                  <a:pt x="1537381" y="42474"/>
                  <a:pt x="1538194" y="44192"/>
                  <a:pt x="1539818" y="46513"/>
                </a:cubicBezTo>
                <a:cubicBezTo>
                  <a:pt x="1540329" y="47255"/>
                  <a:pt x="1541095" y="48416"/>
                  <a:pt x="1542116" y="49994"/>
                </a:cubicBezTo>
                <a:lnTo>
                  <a:pt x="1546642" y="57235"/>
                </a:lnTo>
                <a:lnTo>
                  <a:pt x="1551864" y="49994"/>
                </a:lnTo>
                <a:cubicBezTo>
                  <a:pt x="1555207" y="45398"/>
                  <a:pt x="1556878" y="42497"/>
                  <a:pt x="1556878" y="41290"/>
                </a:cubicBezTo>
                <a:cubicBezTo>
                  <a:pt x="1556878" y="40316"/>
                  <a:pt x="1556483" y="39492"/>
                  <a:pt x="1555694" y="38818"/>
                </a:cubicBezTo>
                <a:cubicBezTo>
                  <a:pt x="1554905" y="38145"/>
                  <a:pt x="1553628" y="37809"/>
                  <a:pt x="1551864" y="37809"/>
                </a:cubicBezTo>
                <a:lnTo>
                  <a:pt x="1551864" y="35233"/>
                </a:lnTo>
                <a:lnTo>
                  <a:pt x="1573450" y="35233"/>
                </a:lnTo>
                <a:lnTo>
                  <a:pt x="1573450" y="37809"/>
                </a:lnTo>
                <a:cubicBezTo>
                  <a:pt x="1571175" y="37948"/>
                  <a:pt x="1569202" y="38575"/>
                  <a:pt x="1567531" y="39689"/>
                </a:cubicBezTo>
                <a:cubicBezTo>
                  <a:pt x="1565256" y="41267"/>
                  <a:pt x="1562146" y="44702"/>
                  <a:pt x="1558201" y="49994"/>
                </a:cubicBezTo>
                <a:lnTo>
                  <a:pt x="1549497" y="61622"/>
                </a:lnTo>
                <a:lnTo>
                  <a:pt x="1565373" y="84415"/>
                </a:lnTo>
                <a:cubicBezTo>
                  <a:pt x="1569272" y="90020"/>
                  <a:pt x="1572057" y="93391"/>
                  <a:pt x="1573728" y="94526"/>
                </a:cubicBezTo>
                <a:cubicBezTo>
                  <a:pt x="1575399" y="95661"/>
                  <a:pt x="1577558" y="96298"/>
                  <a:pt x="1580204" y="96437"/>
                </a:cubicBezTo>
                <a:lnTo>
                  <a:pt x="1580204" y="99013"/>
                </a:lnTo>
                <a:lnTo>
                  <a:pt x="1550124" y="99013"/>
                </a:lnTo>
                <a:lnTo>
                  <a:pt x="1550124" y="96437"/>
                </a:lnTo>
                <a:cubicBezTo>
                  <a:pt x="1552213" y="96437"/>
                  <a:pt x="1553837" y="95974"/>
                  <a:pt x="1554998" y="95049"/>
                </a:cubicBezTo>
                <a:cubicBezTo>
                  <a:pt x="1555880" y="94400"/>
                  <a:pt x="1556321" y="93544"/>
                  <a:pt x="1556321" y="92479"/>
                </a:cubicBezTo>
                <a:cubicBezTo>
                  <a:pt x="1556321" y="91414"/>
                  <a:pt x="1554835" y="88729"/>
                  <a:pt x="1551864" y="84424"/>
                </a:cubicBezTo>
                <a:lnTo>
                  <a:pt x="1542534" y="70813"/>
                </a:lnTo>
                <a:lnTo>
                  <a:pt x="1532298" y="84424"/>
                </a:lnTo>
                <a:cubicBezTo>
                  <a:pt x="1529142" y="88636"/>
                  <a:pt x="1527564" y="91136"/>
                  <a:pt x="1527564" y="91924"/>
                </a:cubicBezTo>
                <a:cubicBezTo>
                  <a:pt x="1527564" y="93035"/>
                  <a:pt x="1528086" y="94042"/>
                  <a:pt x="1529130" y="94944"/>
                </a:cubicBezTo>
                <a:cubicBezTo>
                  <a:pt x="1530175" y="95847"/>
                  <a:pt x="1531741" y="96344"/>
                  <a:pt x="1533830" y="96437"/>
                </a:cubicBezTo>
                <a:lnTo>
                  <a:pt x="1533830" y="99013"/>
                </a:lnTo>
                <a:lnTo>
                  <a:pt x="1513011" y="99013"/>
                </a:lnTo>
                <a:lnTo>
                  <a:pt x="1513011" y="96437"/>
                </a:lnTo>
                <a:cubicBezTo>
                  <a:pt x="1514682" y="96205"/>
                  <a:pt x="1516144" y="95626"/>
                  <a:pt x="1517398" y="94701"/>
                </a:cubicBezTo>
                <a:cubicBezTo>
                  <a:pt x="1519162" y="93357"/>
                  <a:pt x="1522133" y="89930"/>
                  <a:pt x="1526310" y="84419"/>
                </a:cubicBezTo>
                <a:lnTo>
                  <a:pt x="1539679" y="66705"/>
                </a:lnTo>
                <a:lnTo>
                  <a:pt x="1527564" y="49158"/>
                </a:lnTo>
                <a:cubicBezTo>
                  <a:pt x="1524129" y="44145"/>
                  <a:pt x="1521471" y="41000"/>
                  <a:pt x="1519591" y="39724"/>
                </a:cubicBezTo>
                <a:cubicBezTo>
                  <a:pt x="1517711" y="38447"/>
                  <a:pt x="1515355" y="37809"/>
                  <a:pt x="1512524" y="37809"/>
                </a:cubicBezTo>
                <a:lnTo>
                  <a:pt x="1512524" y="35233"/>
                </a:lnTo>
                <a:close/>
                <a:moveTo>
                  <a:pt x="1602624" y="0"/>
                </a:moveTo>
                <a:cubicBezTo>
                  <a:pt x="1604574" y="0"/>
                  <a:pt x="1606233" y="688"/>
                  <a:pt x="1607603" y="2065"/>
                </a:cubicBezTo>
                <a:cubicBezTo>
                  <a:pt x="1608972" y="3440"/>
                  <a:pt x="1609657" y="5108"/>
                  <a:pt x="1609657" y="7067"/>
                </a:cubicBezTo>
                <a:cubicBezTo>
                  <a:pt x="1609657" y="9027"/>
                  <a:pt x="1608972" y="10707"/>
                  <a:pt x="1607603" y="12107"/>
                </a:cubicBezTo>
                <a:cubicBezTo>
                  <a:pt x="1606233" y="13505"/>
                  <a:pt x="1604574" y="14204"/>
                  <a:pt x="1602624" y="14204"/>
                </a:cubicBezTo>
                <a:cubicBezTo>
                  <a:pt x="1600675" y="14204"/>
                  <a:pt x="1599004" y="13505"/>
                  <a:pt x="1597611" y="12107"/>
                </a:cubicBezTo>
                <a:cubicBezTo>
                  <a:pt x="1596218" y="10707"/>
                  <a:pt x="1595522" y="9027"/>
                  <a:pt x="1595522" y="7067"/>
                </a:cubicBezTo>
                <a:cubicBezTo>
                  <a:pt x="1595522" y="5108"/>
                  <a:pt x="1596207" y="3440"/>
                  <a:pt x="1597576" y="2065"/>
                </a:cubicBezTo>
                <a:cubicBezTo>
                  <a:pt x="1598946" y="688"/>
                  <a:pt x="1600628" y="0"/>
                  <a:pt x="1602624" y="0"/>
                </a:cubicBezTo>
                <a:moveTo>
                  <a:pt x="1608404" y="33422"/>
                </a:moveTo>
                <a:lnTo>
                  <a:pt x="1608404" y="84556"/>
                </a:lnTo>
                <a:cubicBezTo>
                  <a:pt x="1608404" y="88540"/>
                  <a:pt x="1608694" y="91191"/>
                  <a:pt x="1609274" y="92512"/>
                </a:cubicBezTo>
                <a:cubicBezTo>
                  <a:pt x="1609854" y="93832"/>
                  <a:pt x="1610713" y="94816"/>
                  <a:pt x="1611850" y="95464"/>
                </a:cubicBezTo>
                <a:cubicBezTo>
                  <a:pt x="1612987" y="96113"/>
                  <a:pt x="1615065" y="96437"/>
                  <a:pt x="1618082" y="96437"/>
                </a:cubicBezTo>
                <a:lnTo>
                  <a:pt x="1618082" y="99013"/>
                </a:lnTo>
                <a:lnTo>
                  <a:pt x="1587097" y="99013"/>
                </a:lnTo>
                <a:lnTo>
                  <a:pt x="1587097" y="96437"/>
                </a:lnTo>
                <a:cubicBezTo>
                  <a:pt x="1590207" y="96437"/>
                  <a:pt x="1592296" y="96136"/>
                  <a:pt x="1593364" y="95534"/>
                </a:cubicBezTo>
                <a:cubicBezTo>
                  <a:pt x="1594431" y="94932"/>
                  <a:pt x="1595278" y="93936"/>
                  <a:pt x="1595905" y="92546"/>
                </a:cubicBezTo>
                <a:cubicBezTo>
                  <a:pt x="1596532" y="91157"/>
                  <a:pt x="1596845" y="88493"/>
                  <a:pt x="1596845" y="84556"/>
                </a:cubicBezTo>
                <a:lnTo>
                  <a:pt x="1596845" y="60032"/>
                </a:lnTo>
                <a:cubicBezTo>
                  <a:pt x="1596845" y="53130"/>
                  <a:pt x="1596636" y="48660"/>
                  <a:pt x="1596218" y="46624"/>
                </a:cubicBezTo>
                <a:cubicBezTo>
                  <a:pt x="1595893" y="45141"/>
                  <a:pt x="1595383" y="44110"/>
                  <a:pt x="1594687" y="43532"/>
                </a:cubicBezTo>
                <a:cubicBezTo>
                  <a:pt x="1593990" y="42953"/>
                  <a:pt x="1593039" y="42663"/>
                  <a:pt x="1591832" y="42663"/>
                </a:cubicBezTo>
                <a:cubicBezTo>
                  <a:pt x="1590532" y="42663"/>
                  <a:pt x="1588954" y="43011"/>
                  <a:pt x="1587097" y="43706"/>
                </a:cubicBezTo>
                <a:lnTo>
                  <a:pt x="1586122" y="41203"/>
                </a:lnTo>
                <a:lnTo>
                  <a:pt x="1605340" y="33422"/>
                </a:lnTo>
                <a:lnTo>
                  <a:pt x="1608404" y="33422"/>
                </a:lnTo>
                <a:close/>
                <a:moveTo>
                  <a:pt x="1667264" y="33422"/>
                </a:moveTo>
                <a:lnTo>
                  <a:pt x="1667264" y="55007"/>
                </a:lnTo>
                <a:lnTo>
                  <a:pt x="1664966" y="55007"/>
                </a:lnTo>
                <a:cubicBezTo>
                  <a:pt x="1663202" y="48237"/>
                  <a:pt x="1660939" y="43632"/>
                  <a:pt x="1658177" y="41192"/>
                </a:cubicBezTo>
                <a:cubicBezTo>
                  <a:pt x="1655415" y="38751"/>
                  <a:pt x="1651899" y="37530"/>
                  <a:pt x="1647628" y="37530"/>
                </a:cubicBezTo>
                <a:cubicBezTo>
                  <a:pt x="1644379" y="37530"/>
                  <a:pt x="1641756" y="38388"/>
                  <a:pt x="1639760" y="40104"/>
                </a:cubicBezTo>
                <a:cubicBezTo>
                  <a:pt x="1637764" y="41819"/>
                  <a:pt x="1636766" y="43720"/>
                  <a:pt x="1636766" y="45808"/>
                </a:cubicBezTo>
                <a:cubicBezTo>
                  <a:pt x="1636766" y="48404"/>
                  <a:pt x="1637509" y="50629"/>
                  <a:pt x="1638994" y="52483"/>
                </a:cubicBezTo>
                <a:cubicBezTo>
                  <a:pt x="1640433" y="54385"/>
                  <a:pt x="1643358" y="56402"/>
                  <a:pt x="1647768" y="58535"/>
                </a:cubicBezTo>
                <a:lnTo>
                  <a:pt x="1657934" y="63474"/>
                </a:lnTo>
                <a:cubicBezTo>
                  <a:pt x="1667357" y="68064"/>
                  <a:pt x="1672068" y="74115"/>
                  <a:pt x="1672068" y="81628"/>
                </a:cubicBezTo>
                <a:cubicBezTo>
                  <a:pt x="1672068" y="87423"/>
                  <a:pt x="1669875" y="92094"/>
                  <a:pt x="1665488" y="95643"/>
                </a:cubicBezTo>
                <a:cubicBezTo>
                  <a:pt x="1661102" y="99189"/>
                  <a:pt x="1656193" y="100963"/>
                  <a:pt x="1650762" y="100963"/>
                </a:cubicBezTo>
                <a:cubicBezTo>
                  <a:pt x="1646863" y="100963"/>
                  <a:pt x="1642406" y="100267"/>
                  <a:pt x="1637393" y="98874"/>
                </a:cubicBezTo>
                <a:cubicBezTo>
                  <a:pt x="1635861" y="98410"/>
                  <a:pt x="1634608" y="98178"/>
                  <a:pt x="1633633" y="98178"/>
                </a:cubicBezTo>
                <a:cubicBezTo>
                  <a:pt x="1632565" y="98178"/>
                  <a:pt x="1631730" y="98781"/>
                  <a:pt x="1631126" y="99988"/>
                </a:cubicBezTo>
                <a:lnTo>
                  <a:pt x="1628828" y="99988"/>
                </a:lnTo>
                <a:lnTo>
                  <a:pt x="1628828" y="77150"/>
                </a:lnTo>
                <a:lnTo>
                  <a:pt x="1631126" y="77150"/>
                </a:lnTo>
                <a:cubicBezTo>
                  <a:pt x="1632426" y="83671"/>
                  <a:pt x="1634909" y="88586"/>
                  <a:pt x="1638577" y="91894"/>
                </a:cubicBezTo>
                <a:cubicBezTo>
                  <a:pt x="1642244" y="95201"/>
                  <a:pt x="1646352" y="96855"/>
                  <a:pt x="1650901" y="96855"/>
                </a:cubicBezTo>
                <a:cubicBezTo>
                  <a:pt x="1654104" y="96855"/>
                  <a:pt x="1656715" y="95916"/>
                  <a:pt x="1658734" y="94039"/>
                </a:cubicBezTo>
                <a:cubicBezTo>
                  <a:pt x="1660754" y="92160"/>
                  <a:pt x="1661763" y="89900"/>
                  <a:pt x="1661763" y="87257"/>
                </a:cubicBezTo>
                <a:cubicBezTo>
                  <a:pt x="1661763" y="84057"/>
                  <a:pt x="1660638" y="81367"/>
                  <a:pt x="1658386" y="79188"/>
                </a:cubicBezTo>
                <a:cubicBezTo>
                  <a:pt x="1656135" y="77010"/>
                  <a:pt x="1651644" y="74251"/>
                  <a:pt x="1644913" y="70913"/>
                </a:cubicBezTo>
                <a:cubicBezTo>
                  <a:pt x="1638182" y="67574"/>
                  <a:pt x="1633772" y="64560"/>
                  <a:pt x="1631683" y="61870"/>
                </a:cubicBezTo>
                <a:cubicBezTo>
                  <a:pt x="1629594" y="59227"/>
                  <a:pt x="1628550" y="55889"/>
                  <a:pt x="1628550" y="51854"/>
                </a:cubicBezTo>
                <a:cubicBezTo>
                  <a:pt x="1628550" y="46615"/>
                  <a:pt x="1630349" y="42233"/>
                  <a:pt x="1633946" y="38710"/>
                </a:cubicBezTo>
                <a:cubicBezTo>
                  <a:pt x="1637544" y="35185"/>
                  <a:pt x="1642197" y="33422"/>
                  <a:pt x="1647907" y="33422"/>
                </a:cubicBezTo>
                <a:cubicBezTo>
                  <a:pt x="1650414" y="33422"/>
                  <a:pt x="1653454" y="33956"/>
                  <a:pt x="1657028" y="35024"/>
                </a:cubicBezTo>
                <a:cubicBezTo>
                  <a:pt x="1659396" y="35720"/>
                  <a:pt x="1660974" y="36068"/>
                  <a:pt x="1661763" y="36068"/>
                </a:cubicBezTo>
                <a:cubicBezTo>
                  <a:pt x="1662506" y="36068"/>
                  <a:pt x="1663086" y="35906"/>
                  <a:pt x="1663504" y="35581"/>
                </a:cubicBezTo>
                <a:cubicBezTo>
                  <a:pt x="1663922" y="35256"/>
                  <a:pt x="1664409" y="34536"/>
                  <a:pt x="1664966" y="33422"/>
                </a:cubicBezTo>
                <a:lnTo>
                  <a:pt x="1667264" y="33422"/>
                </a:lnTo>
                <a:close/>
                <a:moveTo>
                  <a:pt x="1700037" y="14204"/>
                </a:moveTo>
                <a:lnTo>
                  <a:pt x="1700037" y="35233"/>
                </a:lnTo>
                <a:lnTo>
                  <a:pt x="1714938" y="35233"/>
                </a:lnTo>
                <a:lnTo>
                  <a:pt x="1714938" y="40107"/>
                </a:lnTo>
                <a:lnTo>
                  <a:pt x="1700037" y="40107"/>
                </a:lnTo>
                <a:lnTo>
                  <a:pt x="1700037" y="81410"/>
                </a:lnTo>
                <a:cubicBezTo>
                  <a:pt x="1700037" y="85537"/>
                  <a:pt x="1700629" y="88319"/>
                  <a:pt x="1701813" y="89757"/>
                </a:cubicBezTo>
                <a:cubicBezTo>
                  <a:pt x="1702996" y="91193"/>
                  <a:pt x="1704517" y="91911"/>
                  <a:pt x="1706373" y="91911"/>
                </a:cubicBezTo>
                <a:cubicBezTo>
                  <a:pt x="1707905" y="91911"/>
                  <a:pt x="1709391" y="91435"/>
                  <a:pt x="1710830" y="90484"/>
                </a:cubicBezTo>
                <a:cubicBezTo>
                  <a:pt x="1712269" y="89532"/>
                  <a:pt x="1713383" y="88128"/>
                  <a:pt x="1714172" y="86271"/>
                </a:cubicBezTo>
                <a:lnTo>
                  <a:pt x="1716887" y="86271"/>
                </a:lnTo>
                <a:cubicBezTo>
                  <a:pt x="1715263" y="90833"/>
                  <a:pt x="1712965" y="94283"/>
                  <a:pt x="1709994" y="96622"/>
                </a:cubicBezTo>
                <a:cubicBezTo>
                  <a:pt x="1707023" y="98959"/>
                  <a:pt x="1703960" y="100127"/>
                  <a:pt x="1700803" y="100127"/>
                </a:cubicBezTo>
                <a:cubicBezTo>
                  <a:pt x="1698668" y="100127"/>
                  <a:pt x="1696579" y="99535"/>
                  <a:pt x="1694536" y="98350"/>
                </a:cubicBezTo>
                <a:cubicBezTo>
                  <a:pt x="1692494" y="97164"/>
                  <a:pt x="1690985" y="95469"/>
                  <a:pt x="1690010" y="93262"/>
                </a:cubicBezTo>
                <a:cubicBezTo>
                  <a:pt x="1689036" y="91054"/>
                  <a:pt x="1688548" y="87650"/>
                  <a:pt x="1688548" y="83048"/>
                </a:cubicBezTo>
                <a:lnTo>
                  <a:pt x="1688548" y="40107"/>
                </a:lnTo>
                <a:lnTo>
                  <a:pt x="1678452" y="40107"/>
                </a:lnTo>
                <a:lnTo>
                  <a:pt x="1678452" y="37809"/>
                </a:lnTo>
                <a:cubicBezTo>
                  <a:pt x="1681005" y="36785"/>
                  <a:pt x="1683616" y="35050"/>
                  <a:pt x="1686285" y="32606"/>
                </a:cubicBezTo>
                <a:cubicBezTo>
                  <a:pt x="1688954" y="30162"/>
                  <a:pt x="1691333" y="27264"/>
                  <a:pt x="1693422" y="23911"/>
                </a:cubicBezTo>
                <a:cubicBezTo>
                  <a:pt x="1694490" y="22143"/>
                  <a:pt x="1695975" y="18907"/>
                  <a:pt x="1697879" y="14204"/>
                </a:cubicBezTo>
                <a:lnTo>
                  <a:pt x="1700037" y="14204"/>
                </a:lnTo>
                <a:close/>
                <a:moveTo>
                  <a:pt x="1762379" y="33422"/>
                </a:moveTo>
                <a:lnTo>
                  <a:pt x="1762379" y="55007"/>
                </a:lnTo>
                <a:lnTo>
                  <a:pt x="1760081" y="55007"/>
                </a:lnTo>
                <a:cubicBezTo>
                  <a:pt x="1758317" y="48237"/>
                  <a:pt x="1756054" y="43632"/>
                  <a:pt x="1753292" y="41192"/>
                </a:cubicBezTo>
                <a:cubicBezTo>
                  <a:pt x="1750530" y="38751"/>
                  <a:pt x="1747014" y="37530"/>
                  <a:pt x="1742743" y="37530"/>
                </a:cubicBezTo>
                <a:cubicBezTo>
                  <a:pt x="1739494" y="37530"/>
                  <a:pt x="1736871" y="38388"/>
                  <a:pt x="1734875" y="40104"/>
                </a:cubicBezTo>
                <a:cubicBezTo>
                  <a:pt x="1732879" y="41819"/>
                  <a:pt x="1731881" y="43720"/>
                  <a:pt x="1731881" y="45808"/>
                </a:cubicBezTo>
                <a:cubicBezTo>
                  <a:pt x="1731881" y="48404"/>
                  <a:pt x="1732624" y="50629"/>
                  <a:pt x="1734109" y="52483"/>
                </a:cubicBezTo>
                <a:cubicBezTo>
                  <a:pt x="1735548" y="54385"/>
                  <a:pt x="1738473" y="56402"/>
                  <a:pt x="1742882" y="58535"/>
                </a:cubicBezTo>
                <a:lnTo>
                  <a:pt x="1753048" y="63474"/>
                </a:lnTo>
                <a:cubicBezTo>
                  <a:pt x="1762472" y="68064"/>
                  <a:pt x="1767183" y="74115"/>
                  <a:pt x="1767183" y="81628"/>
                </a:cubicBezTo>
                <a:cubicBezTo>
                  <a:pt x="1767183" y="87423"/>
                  <a:pt x="1764990" y="92094"/>
                  <a:pt x="1760603" y="95643"/>
                </a:cubicBezTo>
                <a:cubicBezTo>
                  <a:pt x="1756217" y="99189"/>
                  <a:pt x="1751308" y="100963"/>
                  <a:pt x="1745877" y="100963"/>
                </a:cubicBezTo>
                <a:cubicBezTo>
                  <a:pt x="1741977" y="100963"/>
                  <a:pt x="1737521" y="100267"/>
                  <a:pt x="1732508" y="98874"/>
                </a:cubicBezTo>
                <a:cubicBezTo>
                  <a:pt x="1730976" y="98410"/>
                  <a:pt x="1729722" y="98178"/>
                  <a:pt x="1728748" y="98178"/>
                </a:cubicBezTo>
                <a:cubicBezTo>
                  <a:pt x="1727680" y="98178"/>
                  <a:pt x="1726844" y="98781"/>
                  <a:pt x="1726241" y="99988"/>
                </a:cubicBezTo>
                <a:lnTo>
                  <a:pt x="1723943" y="99988"/>
                </a:lnTo>
                <a:lnTo>
                  <a:pt x="1723943" y="77150"/>
                </a:lnTo>
                <a:lnTo>
                  <a:pt x="1726241" y="77150"/>
                </a:lnTo>
                <a:cubicBezTo>
                  <a:pt x="1727541" y="83671"/>
                  <a:pt x="1730024" y="88586"/>
                  <a:pt x="1733691" y="91894"/>
                </a:cubicBezTo>
                <a:cubicBezTo>
                  <a:pt x="1737359" y="95201"/>
                  <a:pt x="1741467" y="96855"/>
                  <a:pt x="1746016" y="96855"/>
                </a:cubicBezTo>
                <a:cubicBezTo>
                  <a:pt x="1749219" y="96855"/>
                  <a:pt x="1751830" y="95916"/>
                  <a:pt x="1753849" y="94039"/>
                </a:cubicBezTo>
                <a:cubicBezTo>
                  <a:pt x="1755868" y="92160"/>
                  <a:pt x="1756878" y="89900"/>
                  <a:pt x="1756878" y="87257"/>
                </a:cubicBezTo>
                <a:cubicBezTo>
                  <a:pt x="1756878" y="84057"/>
                  <a:pt x="1755752" y="81367"/>
                  <a:pt x="1753501" y="79188"/>
                </a:cubicBezTo>
                <a:cubicBezTo>
                  <a:pt x="1751250" y="77010"/>
                  <a:pt x="1746758" y="74251"/>
                  <a:pt x="1740028" y="70913"/>
                </a:cubicBezTo>
                <a:cubicBezTo>
                  <a:pt x="1733297" y="67574"/>
                  <a:pt x="1728887" y="64560"/>
                  <a:pt x="1726798" y="61870"/>
                </a:cubicBezTo>
                <a:cubicBezTo>
                  <a:pt x="1724709" y="59227"/>
                  <a:pt x="1723665" y="55889"/>
                  <a:pt x="1723665" y="51854"/>
                </a:cubicBezTo>
                <a:cubicBezTo>
                  <a:pt x="1723665" y="46615"/>
                  <a:pt x="1725463" y="42233"/>
                  <a:pt x="1729061" y="38710"/>
                </a:cubicBezTo>
                <a:cubicBezTo>
                  <a:pt x="1732659" y="35185"/>
                  <a:pt x="1737312" y="33422"/>
                  <a:pt x="1743022" y="33422"/>
                </a:cubicBezTo>
                <a:cubicBezTo>
                  <a:pt x="1745528" y="33422"/>
                  <a:pt x="1748569" y="33956"/>
                  <a:pt x="1752143" y="35024"/>
                </a:cubicBezTo>
                <a:cubicBezTo>
                  <a:pt x="1754511" y="35720"/>
                  <a:pt x="1756089" y="36068"/>
                  <a:pt x="1756878" y="36068"/>
                </a:cubicBezTo>
                <a:cubicBezTo>
                  <a:pt x="1757621" y="36068"/>
                  <a:pt x="1758201" y="35906"/>
                  <a:pt x="1758619" y="35581"/>
                </a:cubicBezTo>
                <a:cubicBezTo>
                  <a:pt x="1759037" y="35256"/>
                  <a:pt x="1759524" y="34536"/>
                  <a:pt x="1760081" y="33422"/>
                </a:cubicBezTo>
                <a:lnTo>
                  <a:pt x="1762379" y="33422"/>
                </a:lnTo>
                <a:close/>
                <a:moveTo>
                  <a:pt x="1790000" y="85505"/>
                </a:moveTo>
                <a:cubicBezTo>
                  <a:pt x="1792181" y="85505"/>
                  <a:pt x="1794015" y="86259"/>
                  <a:pt x="1795500" y="87768"/>
                </a:cubicBezTo>
                <a:cubicBezTo>
                  <a:pt x="1796986" y="89277"/>
                  <a:pt x="1797728" y="91099"/>
                  <a:pt x="1797728" y="93234"/>
                </a:cubicBezTo>
                <a:cubicBezTo>
                  <a:pt x="1797728" y="95369"/>
                  <a:pt x="1796974" y="97191"/>
                  <a:pt x="1795465" y="98700"/>
                </a:cubicBezTo>
                <a:cubicBezTo>
                  <a:pt x="1793957" y="100209"/>
                  <a:pt x="1792135" y="100963"/>
                  <a:pt x="1790000" y="100963"/>
                </a:cubicBezTo>
                <a:cubicBezTo>
                  <a:pt x="1787864" y="100963"/>
                  <a:pt x="1786042" y="100209"/>
                  <a:pt x="1784534" y="98700"/>
                </a:cubicBezTo>
                <a:cubicBezTo>
                  <a:pt x="1783025" y="97191"/>
                  <a:pt x="1782271" y="95369"/>
                  <a:pt x="1782271" y="93234"/>
                </a:cubicBezTo>
                <a:cubicBezTo>
                  <a:pt x="1782271" y="91052"/>
                  <a:pt x="1783025" y="89219"/>
                  <a:pt x="1784534" y="87733"/>
                </a:cubicBezTo>
                <a:cubicBezTo>
                  <a:pt x="1786042" y="86248"/>
                  <a:pt x="1787864" y="85505"/>
                  <a:pt x="1790000" y="85505"/>
                </a:cubicBezTo>
                <a:close/>
              </a:path>
            </a:pathLst>
          </a:custGeom>
          <a:solidFill xmlns:a="http://schemas.openxmlformats.org/drawingml/2006/main">
            <a:srgbClr val="FF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2E398E-EF22-40E2-938E-02DB14715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8199" y="3961409"/>
            <a:ext cx="1595352" cy="151514"/>
          </a:xfrm>
          <a:custGeom xmlns:a="http://schemas.openxmlformats.org/drawingml/2006/main">
            <a:pathLst>
              <a:path w="1595352" h="151514">
                <a:moveTo>
                  <a:pt x="0" y="0"/>
                </a:moveTo>
                <a:lnTo>
                  <a:pt x="1595352" y="0"/>
                </a:lnTo>
                <a:lnTo>
                  <a:pt x="1595352" y="151514"/>
                </a:lnTo>
                <a:lnTo>
                  <a:pt x="0" y="15151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Text --Unif">
            <a:extLst xmlns:a="http://schemas.openxmlformats.org/drawingml/2006/main">
              <a:ext uri="{FF2B5EF4-FFF2-40B4-BE49-F238E27FC236}">
                <a16:creationId xmlns:a16="http://schemas.microsoft.com/office/drawing/2014/main" id="{F01C38DB-3270-49EC-9D1E-A722EF58E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3978" y="3987172"/>
            <a:ext cx="400716" cy="101102"/>
          </a:xfrm>
          <a:custGeom xmlns:a="http://schemas.openxmlformats.org/drawingml/2006/main">
            <a:pathLst>
              <a:path w="400716" h="101102">
                <a:moveTo>
                  <a:pt x="0" y="61692"/>
                </a:moveTo>
                <a:lnTo>
                  <a:pt x="35998" y="61692"/>
                </a:lnTo>
                <a:lnTo>
                  <a:pt x="35998" y="72206"/>
                </a:lnTo>
                <a:lnTo>
                  <a:pt x="0" y="72206"/>
                </a:lnTo>
                <a:lnTo>
                  <a:pt x="0" y="61692"/>
                </a:lnTo>
                <a:close/>
                <a:moveTo>
                  <a:pt x="47486" y="61692"/>
                </a:moveTo>
                <a:lnTo>
                  <a:pt x="83484" y="61692"/>
                </a:lnTo>
                <a:lnTo>
                  <a:pt x="83484" y="72206"/>
                </a:lnTo>
                <a:lnTo>
                  <a:pt x="47486" y="72206"/>
                </a:lnTo>
                <a:lnTo>
                  <a:pt x="47486" y="61692"/>
                </a:lnTo>
                <a:close/>
                <a:moveTo>
                  <a:pt x="192872" y="7172"/>
                </a:moveTo>
                <a:lnTo>
                  <a:pt x="192872" y="4596"/>
                </a:lnTo>
                <a:lnTo>
                  <a:pt x="226294" y="4596"/>
                </a:lnTo>
                <a:lnTo>
                  <a:pt x="226294" y="7172"/>
                </a:lnTo>
                <a:lnTo>
                  <a:pt x="222743" y="7172"/>
                </a:lnTo>
                <a:cubicBezTo>
                  <a:pt x="219029" y="7172"/>
                  <a:pt x="216174" y="8725"/>
                  <a:pt x="214178" y="11830"/>
                </a:cubicBezTo>
                <a:cubicBezTo>
                  <a:pt x="213204" y="13267"/>
                  <a:pt x="212716" y="16604"/>
                  <a:pt x="212716" y="21842"/>
                </a:cubicBezTo>
                <a:lnTo>
                  <a:pt x="212716" y="60082"/>
                </a:lnTo>
                <a:cubicBezTo>
                  <a:pt x="212716" y="69537"/>
                  <a:pt x="211776" y="76872"/>
                  <a:pt x="209896" y="82087"/>
                </a:cubicBezTo>
                <a:cubicBezTo>
                  <a:pt x="208016" y="87302"/>
                  <a:pt x="204326" y="91775"/>
                  <a:pt x="198825" y="95506"/>
                </a:cubicBezTo>
                <a:cubicBezTo>
                  <a:pt x="193324" y="99237"/>
                  <a:pt x="185839" y="101102"/>
                  <a:pt x="176369" y="101102"/>
                </a:cubicBezTo>
                <a:cubicBezTo>
                  <a:pt x="166064" y="101102"/>
                  <a:pt x="158243" y="99318"/>
                  <a:pt x="152904" y="95749"/>
                </a:cubicBezTo>
                <a:cubicBezTo>
                  <a:pt x="147566" y="92179"/>
                  <a:pt x="143783" y="87381"/>
                  <a:pt x="141555" y="81356"/>
                </a:cubicBezTo>
                <a:cubicBezTo>
                  <a:pt x="140069" y="77231"/>
                  <a:pt x="139327" y="69491"/>
                  <a:pt x="139327" y="58134"/>
                </a:cubicBezTo>
                <a:lnTo>
                  <a:pt x="139327" y="21285"/>
                </a:lnTo>
                <a:cubicBezTo>
                  <a:pt x="139327" y="15491"/>
                  <a:pt x="138526" y="11691"/>
                  <a:pt x="136924" y="9883"/>
                </a:cubicBezTo>
                <a:cubicBezTo>
                  <a:pt x="135323" y="8076"/>
                  <a:pt x="132735" y="7172"/>
                  <a:pt x="129161" y="7172"/>
                </a:cubicBezTo>
                <a:lnTo>
                  <a:pt x="125610" y="7172"/>
                </a:lnTo>
                <a:lnTo>
                  <a:pt x="125610" y="4596"/>
                </a:lnTo>
                <a:lnTo>
                  <a:pt x="166412" y="4596"/>
                </a:lnTo>
                <a:lnTo>
                  <a:pt x="166412" y="7172"/>
                </a:lnTo>
                <a:lnTo>
                  <a:pt x="162792" y="7172"/>
                </a:lnTo>
                <a:cubicBezTo>
                  <a:pt x="158892" y="7172"/>
                  <a:pt x="156107" y="8401"/>
                  <a:pt x="154436" y="10860"/>
                </a:cubicBezTo>
                <a:cubicBezTo>
                  <a:pt x="153276" y="12530"/>
                  <a:pt x="152695" y="16008"/>
                  <a:pt x="152695" y="21296"/>
                </a:cubicBezTo>
                <a:lnTo>
                  <a:pt x="152695" y="62414"/>
                </a:lnTo>
                <a:cubicBezTo>
                  <a:pt x="152695" y="66078"/>
                  <a:pt x="153032" y="70277"/>
                  <a:pt x="153705" y="75008"/>
                </a:cubicBezTo>
                <a:cubicBezTo>
                  <a:pt x="154378" y="79739"/>
                  <a:pt x="155597" y="83426"/>
                  <a:pt x="157361" y="86071"/>
                </a:cubicBezTo>
                <a:cubicBezTo>
                  <a:pt x="159125" y="88714"/>
                  <a:pt x="161666" y="90893"/>
                  <a:pt x="164985" y="92609"/>
                </a:cubicBezTo>
                <a:cubicBezTo>
                  <a:pt x="168304" y="94326"/>
                  <a:pt x="172377" y="95184"/>
                  <a:pt x="177205" y="95184"/>
                </a:cubicBezTo>
                <a:cubicBezTo>
                  <a:pt x="183379" y="95184"/>
                  <a:pt x="188903" y="93839"/>
                  <a:pt x="193777" y="91149"/>
                </a:cubicBezTo>
                <a:cubicBezTo>
                  <a:pt x="198651" y="88459"/>
                  <a:pt x="201982" y="85015"/>
                  <a:pt x="203769" y="80818"/>
                </a:cubicBezTo>
                <a:cubicBezTo>
                  <a:pt x="205556" y="76620"/>
                  <a:pt x="206449" y="69511"/>
                  <a:pt x="206449" y="59492"/>
                </a:cubicBezTo>
                <a:lnTo>
                  <a:pt x="206449" y="21296"/>
                </a:lnTo>
                <a:cubicBezTo>
                  <a:pt x="206449" y="15405"/>
                  <a:pt x="205800" y="11717"/>
                  <a:pt x="204500" y="10233"/>
                </a:cubicBezTo>
                <a:cubicBezTo>
                  <a:pt x="202689" y="8192"/>
                  <a:pt x="199997" y="7172"/>
                  <a:pt x="196423" y="7172"/>
                </a:cubicBezTo>
                <a:lnTo>
                  <a:pt x="192872" y="7172"/>
                </a:lnTo>
                <a:close/>
                <a:moveTo>
                  <a:pt x="250849" y="46930"/>
                </a:moveTo>
                <a:cubicBezTo>
                  <a:pt x="258322" y="37925"/>
                  <a:pt x="265448" y="33422"/>
                  <a:pt x="272225" y="33422"/>
                </a:cubicBezTo>
                <a:cubicBezTo>
                  <a:pt x="275706" y="33422"/>
                  <a:pt x="278701" y="34291"/>
                  <a:pt x="281207" y="36029"/>
                </a:cubicBezTo>
                <a:cubicBezTo>
                  <a:pt x="283714" y="37765"/>
                  <a:pt x="285710" y="40625"/>
                  <a:pt x="287195" y="44609"/>
                </a:cubicBezTo>
                <a:cubicBezTo>
                  <a:pt x="288217" y="47387"/>
                  <a:pt x="288727" y="51648"/>
                  <a:pt x="288727" y="57392"/>
                </a:cubicBezTo>
                <a:lnTo>
                  <a:pt x="288727" y="84556"/>
                </a:lnTo>
                <a:cubicBezTo>
                  <a:pt x="288727" y="88586"/>
                  <a:pt x="289052" y="91319"/>
                  <a:pt x="289702" y="92755"/>
                </a:cubicBezTo>
                <a:cubicBezTo>
                  <a:pt x="290213" y="93913"/>
                  <a:pt x="291037" y="94816"/>
                  <a:pt x="292174" y="95464"/>
                </a:cubicBezTo>
                <a:cubicBezTo>
                  <a:pt x="293311" y="96113"/>
                  <a:pt x="295412" y="96437"/>
                  <a:pt x="298475" y="96437"/>
                </a:cubicBezTo>
                <a:lnTo>
                  <a:pt x="298475" y="99013"/>
                </a:lnTo>
                <a:lnTo>
                  <a:pt x="266933" y="99013"/>
                </a:lnTo>
                <a:lnTo>
                  <a:pt x="266933" y="96437"/>
                </a:lnTo>
                <a:lnTo>
                  <a:pt x="268256" y="96437"/>
                </a:lnTo>
                <a:cubicBezTo>
                  <a:pt x="271227" y="96437"/>
                  <a:pt x="273304" y="95986"/>
                  <a:pt x="274488" y="95086"/>
                </a:cubicBezTo>
                <a:cubicBezTo>
                  <a:pt x="275672" y="94185"/>
                  <a:pt x="276496" y="92858"/>
                  <a:pt x="276960" y="91104"/>
                </a:cubicBezTo>
                <a:cubicBezTo>
                  <a:pt x="277146" y="90410"/>
                  <a:pt x="277238" y="88239"/>
                  <a:pt x="277238" y="84591"/>
                </a:cubicBezTo>
                <a:lnTo>
                  <a:pt x="277238" y="58613"/>
                </a:lnTo>
                <a:cubicBezTo>
                  <a:pt x="277238" y="52841"/>
                  <a:pt x="276484" y="48650"/>
                  <a:pt x="274975" y="46040"/>
                </a:cubicBezTo>
                <a:cubicBezTo>
                  <a:pt x="273467" y="43431"/>
                  <a:pt x="270925" y="42126"/>
                  <a:pt x="267351" y="42126"/>
                </a:cubicBezTo>
                <a:cubicBezTo>
                  <a:pt x="261827" y="42126"/>
                  <a:pt x="256326" y="45128"/>
                  <a:pt x="250849" y="51132"/>
                </a:cubicBezTo>
                <a:lnTo>
                  <a:pt x="250849" y="84591"/>
                </a:lnTo>
                <a:cubicBezTo>
                  <a:pt x="250849" y="88886"/>
                  <a:pt x="251104" y="91542"/>
                  <a:pt x="251615" y="92557"/>
                </a:cubicBezTo>
                <a:cubicBezTo>
                  <a:pt x="252265" y="93896"/>
                  <a:pt x="253158" y="94877"/>
                  <a:pt x="254295" y="95501"/>
                </a:cubicBezTo>
                <a:cubicBezTo>
                  <a:pt x="255433" y="96125"/>
                  <a:pt x="257742" y="96437"/>
                  <a:pt x="261224" y="96437"/>
                </a:cubicBezTo>
                <a:lnTo>
                  <a:pt x="261224" y="99013"/>
                </a:lnTo>
                <a:lnTo>
                  <a:pt x="229681" y="99013"/>
                </a:lnTo>
                <a:lnTo>
                  <a:pt x="229681" y="96437"/>
                </a:lnTo>
                <a:lnTo>
                  <a:pt x="231074" y="96437"/>
                </a:lnTo>
                <a:cubicBezTo>
                  <a:pt x="234323" y="96437"/>
                  <a:pt x="236517" y="95615"/>
                  <a:pt x="237654" y="93972"/>
                </a:cubicBezTo>
                <a:cubicBezTo>
                  <a:pt x="238791" y="92327"/>
                  <a:pt x="239360" y="89188"/>
                  <a:pt x="239360" y="84556"/>
                </a:cubicBezTo>
                <a:lnTo>
                  <a:pt x="239360" y="60935"/>
                </a:lnTo>
                <a:cubicBezTo>
                  <a:pt x="239360" y="53293"/>
                  <a:pt x="239186" y="48638"/>
                  <a:pt x="238838" y="46972"/>
                </a:cubicBezTo>
                <a:cubicBezTo>
                  <a:pt x="238490" y="45303"/>
                  <a:pt x="237956" y="44168"/>
                  <a:pt x="237236" y="43566"/>
                </a:cubicBezTo>
                <a:cubicBezTo>
                  <a:pt x="236517" y="42964"/>
                  <a:pt x="235553" y="42663"/>
                  <a:pt x="234347" y="42663"/>
                </a:cubicBezTo>
                <a:cubicBezTo>
                  <a:pt x="233047" y="42663"/>
                  <a:pt x="231492" y="43011"/>
                  <a:pt x="229681" y="43706"/>
                </a:cubicBezTo>
                <a:lnTo>
                  <a:pt x="228637" y="41203"/>
                </a:lnTo>
                <a:lnTo>
                  <a:pt x="247855" y="33422"/>
                </a:lnTo>
                <a:lnTo>
                  <a:pt x="250849" y="33422"/>
                </a:lnTo>
                <a:lnTo>
                  <a:pt x="250849" y="46930"/>
                </a:lnTo>
                <a:close/>
                <a:moveTo>
                  <a:pt x="319782" y="0"/>
                </a:moveTo>
                <a:cubicBezTo>
                  <a:pt x="321732" y="0"/>
                  <a:pt x="323391" y="688"/>
                  <a:pt x="324760" y="2065"/>
                </a:cubicBezTo>
                <a:cubicBezTo>
                  <a:pt x="326130" y="3440"/>
                  <a:pt x="326815" y="5108"/>
                  <a:pt x="326815" y="7067"/>
                </a:cubicBezTo>
                <a:cubicBezTo>
                  <a:pt x="326815" y="9027"/>
                  <a:pt x="326130" y="10707"/>
                  <a:pt x="324760" y="12107"/>
                </a:cubicBezTo>
                <a:cubicBezTo>
                  <a:pt x="323391" y="13505"/>
                  <a:pt x="321732" y="14204"/>
                  <a:pt x="319782" y="14204"/>
                </a:cubicBezTo>
                <a:cubicBezTo>
                  <a:pt x="317832" y="14204"/>
                  <a:pt x="316161" y="13505"/>
                  <a:pt x="314769" y="12107"/>
                </a:cubicBezTo>
                <a:cubicBezTo>
                  <a:pt x="313376" y="10707"/>
                  <a:pt x="312680" y="9027"/>
                  <a:pt x="312680" y="7067"/>
                </a:cubicBezTo>
                <a:cubicBezTo>
                  <a:pt x="312680" y="5108"/>
                  <a:pt x="313364" y="3440"/>
                  <a:pt x="314734" y="2065"/>
                </a:cubicBezTo>
                <a:cubicBezTo>
                  <a:pt x="316103" y="688"/>
                  <a:pt x="317786" y="0"/>
                  <a:pt x="319782" y="0"/>
                </a:cubicBezTo>
                <a:moveTo>
                  <a:pt x="325561" y="33422"/>
                </a:moveTo>
                <a:lnTo>
                  <a:pt x="325561" y="84556"/>
                </a:lnTo>
                <a:cubicBezTo>
                  <a:pt x="325561" y="88540"/>
                  <a:pt x="325851" y="91191"/>
                  <a:pt x="326432" y="92512"/>
                </a:cubicBezTo>
                <a:cubicBezTo>
                  <a:pt x="327012" y="93832"/>
                  <a:pt x="327871" y="94816"/>
                  <a:pt x="329008" y="95464"/>
                </a:cubicBezTo>
                <a:cubicBezTo>
                  <a:pt x="330145" y="96113"/>
                  <a:pt x="332222" y="96437"/>
                  <a:pt x="335240" y="96437"/>
                </a:cubicBezTo>
                <a:lnTo>
                  <a:pt x="335240" y="99013"/>
                </a:lnTo>
                <a:lnTo>
                  <a:pt x="304255" y="99013"/>
                </a:lnTo>
                <a:lnTo>
                  <a:pt x="304255" y="96437"/>
                </a:lnTo>
                <a:cubicBezTo>
                  <a:pt x="307365" y="96437"/>
                  <a:pt x="309454" y="96136"/>
                  <a:pt x="310521" y="95534"/>
                </a:cubicBezTo>
                <a:cubicBezTo>
                  <a:pt x="311589" y="94932"/>
                  <a:pt x="312436" y="93936"/>
                  <a:pt x="313063" y="92546"/>
                </a:cubicBezTo>
                <a:cubicBezTo>
                  <a:pt x="313689" y="91157"/>
                  <a:pt x="314003" y="88493"/>
                  <a:pt x="314003" y="84556"/>
                </a:cubicBezTo>
                <a:lnTo>
                  <a:pt x="314003" y="60032"/>
                </a:lnTo>
                <a:cubicBezTo>
                  <a:pt x="314003" y="53130"/>
                  <a:pt x="313794" y="48660"/>
                  <a:pt x="313376" y="46624"/>
                </a:cubicBezTo>
                <a:cubicBezTo>
                  <a:pt x="313051" y="45141"/>
                  <a:pt x="312540" y="44110"/>
                  <a:pt x="311844" y="43532"/>
                </a:cubicBezTo>
                <a:cubicBezTo>
                  <a:pt x="311148" y="42953"/>
                  <a:pt x="310196" y="42663"/>
                  <a:pt x="308989" y="42663"/>
                </a:cubicBezTo>
                <a:cubicBezTo>
                  <a:pt x="307690" y="42663"/>
                  <a:pt x="306111" y="43011"/>
                  <a:pt x="304255" y="43706"/>
                </a:cubicBezTo>
                <a:lnTo>
                  <a:pt x="303280" y="41203"/>
                </a:lnTo>
                <a:lnTo>
                  <a:pt x="322498" y="33422"/>
                </a:lnTo>
                <a:lnTo>
                  <a:pt x="325561" y="33422"/>
                </a:lnTo>
                <a:close/>
                <a:moveTo>
                  <a:pt x="368129" y="40107"/>
                </a:moveTo>
                <a:lnTo>
                  <a:pt x="368129" y="82076"/>
                </a:lnTo>
                <a:cubicBezTo>
                  <a:pt x="368129" y="88025"/>
                  <a:pt x="368779" y="91789"/>
                  <a:pt x="370079" y="93369"/>
                </a:cubicBezTo>
                <a:cubicBezTo>
                  <a:pt x="371796" y="95414"/>
                  <a:pt x="374094" y="96437"/>
                  <a:pt x="376972" y="96437"/>
                </a:cubicBezTo>
                <a:lnTo>
                  <a:pt x="382751" y="96437"/>
                </a:lnTo>
                <a:lnTo>
                  <a:pt x="382751" y="99013"/>
                </a:lnTo>
                <a:lnTo>
                  <a:pt x="344664" y="99013"/>
                </a:lnTo>
                <a:lnTo>
                  <a:pt x="344664" y="96437"/>
                </a:lnTo>
                <a:lnTo>
                  <a:pt x="347519" y="96437"/>
                </a:lnTo>
                <a:cubicBezTo>
                  <a:pt x="349376" y="96437"/>
                  <a:pt x="351070" y="95972"/>
                  <a:pt x="352602" y="95042"/>
                </a:cubicBezTo>
                <a:cubicBezTo>
                  <a:pt x="354134" y="94112"/>
                  <a:pt x="355190" y="92858"/>
                  <a:pt x="355770" y="91278"/>
                </a:cubicBezTo>
                <a:cubicBezTo>
                  <a:pt x="356350" y="89698"/>
                  <a:pt x="356640" y="86631"/>
                  <a:pt x="356640" y="82076"/>
                </a:cubicBezTo>
                <a:lnTo>
                  <a:pt x="356640" y="40107"/>
                </a:lnTo>
                <a:lnTo>
                  <a:pt x="344246" y="40107"/>
                </a:lnTo>
                <a:lnTo>
                  <a:pt x="344246" y="35233"/>
                </a:lnTo>
                <a:lnTo>
                  <a:pt x="356640" y="35233"/>
                </a:lnTo>
                <a:lnTo>
                  <a:pt x="356640" y="31037"/>
                </a:lnTo>
                <a:cubicBezTo>
                  <a:pt x="356640" y="24653"/>
                  <a:pt x="357662" y="19247"/>
                  <a:pt x="359704" y="14820"/>
                </a:cubicBezTo>
                <a:cubicBezTo>
                  <a:pt x="361746" y="10393"/>
                  <a:pt x="364868" y="6816"/>
                  <a:pt x="369069" y="4091"/>
                </a:cubicBezTo>
                <a:cubicBezTo>
                  <a:pt x="373270" y="1364"/>
                  <a:pt x="377993" y="0"/>
                  <a:pt x="383239" y="0"/>
                </a:cubicBezTo>
                <a:cubicBezTo>
                  <a:pt x="388113" y="0"/>
                  <a:pt x="392592" y="1578"/>
                  <a:pt x="396677" y="4735"/>
                </a:cubicBezTo>
                <a:cubicBezTo>
                  <a:pt x="399370" y="6824"/>
                  <a:pt x="400716" y="9168"/>
                  <a:pt x="400716" y="11767"/>
                </a:cubicBezTo>
                <a:cubicBezTo>
                  <a:pt x="400716" y="13160"/>
                  <a:pt x="400112" y="14471"/>
                  <a:pt x="398905" y="15701"/>
                </a:cubicBezTo>
                <a:cubicBezTo>
                  <a:pt x="397699" y="16932"/>
                  <a:pt x="396399" y="17547"/>
                  <a:pt x="395006" y="17547"/>
                </a:cubicBezTo>
                <a:cubicBezTo>
                  <a:pt x="393939" y="17547"/>
                  <a:pt x="392813" y="17159"/>
                  <a:pt x="391629" y="16385"/>
                </a:cubicBezTo>
                <a:cubicBezTo>
                  <a:pt x="390445" y="15610"/>
                  <a:pt x="388995" y="13944"/>
                  <a:pt x="387277" y="11387"/>
                </a:cubicBezTo>
                <a:cubicBezTo>
                  <a:pt x="385560" y="8829"/>
                  <a:pt x="383982" y="7104"/>
                  <a:pt x="382542" y="6212"/>
                </a:cubicBezTo>
                <a:cubicBezTo>
                  <a:pt x="381103" y="5320"/>
                  <a:pt x="379502" y="4874"/>
                  <a:pt x="377738" y="4874"/>
                </a:cubicBezTo>
                <a:cubicBezTo>
                  <a:pt x="375603" y="4874"/>
                  <a:pt x="373792" y="5449"/>
                  <a:pt x="372307" y="6597"/>
                </a:cubicBezTo>
                <a:cubicBezTo>
                  <a:pt x="370822" y="7745"/>
                  <a:pt x="369754" y="9525"/>
                  <a:pt x="369104" y="11937"/>
                </a:cubicBezTo>
                <a:cubicBezTo>
                  <a:pt x="368454" y="14349"/>
                  <a:pt x="368129" y="20568"/>
                  <a:pt x="368129" y="30593"/>
                </a:cubicBezTo>
                <a:lnTo>
                  <a:pt x="368129" y="35233"/>
                </a:lnTo>
                <a:lnTo>
                  <a:pt x="384562" y="35233"/>
                </a:lnTo>
                <a:lnTo>
                  <a:pt x="384562" y="40107"/>
                </a:lnTo>
                <a:lnTo>
                  <a:pt x="368129" y="40107"/>
                </a:lnTo>
                <a:close/>
              </a:path>
            </a:pathLst>
          </a:custGeom>
          <a:solidFill xmlns:a="http://schemas.openxmlformats.org/drawingml/2006/main">
            <a:srgbClr val="FF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Text ied,singleexitpoint.">
            <a:extLst xmlns:a="http://schemas.openxmlformats.org/drawingml/2006/main">
              <a:ext uri="{FF2B5EF4-FFF2-40B4-BE49-F238E27FC236}">
                <a16:creationId xmlns:a16="http://schemas.microsoft.com/office/drawing/2014/main" id="{1414739F-426B-4F62-BF30-4D60F0813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4387" y="3987172"/>
            <a:ext cx="1186002" cy="129789"/>
          </a:xfrm>
          <a:custGeom xmlns:a="http://schemas.openxmlformats.org/drawingml/2006/main">
            <a:pathLst>
              <a:path w="1186002" h="129789">
                <a:moveTo>
                  <a:pt x="16502" y="0"/>
                </a:moveTo>
                <a:cubicBezTo>
                  <a:pt x="18452" y="0"/>
                  <a:pt x="20111" y="688"/>
                  <a:pt x="21481" y="2065"/>
                </a:cubicBezTo>
                <a:cubicBezTo>
                  <a:pt x="22850" y="3440"/>
                  <a:pt x="23535" y="5108"/>
                  <a:pt x="23535" y="7067"/>
                </a:cubicBezTo>
                <a:cubicBezTo>
                  <a:pt x="23535" y="9027"/>
                  <a:pt x="22850" y="10707"/>
                  <a:pt x="21481" y="12107"/>
                </a:cubicBezTo>
                <a:cubicBezTo>
                  <a:pt x="20111" y="13505"/>
                  <a:pt x="18452" y="14204"/>
                  <a:pt x="16502" y="14204"/>
                </a:cubicBezTo>
                <a:cubicBezTo>
                  <a:pt x="14553" y="14204"/>
                  <a:pt x="12881" y="13505"/>
                  <a:pt x="11489" y="12107"/>
                </a:cubicBezTo>
                <a:cubicBezTo>
                  <a:pt x="10096" y="10707"/>
                  <a:pt x="9400" y="9027"/>
                  <a:pt x="9400" y="7067"/>
                </a:cubicBezTo>
                <a:cubicBezTo>
                  <a:pt x="9400" y="5108"/>
                  <a:pt x="10085" y="3440"/>
                  <a:pt x="11454" y="2065"/>
                </a:cubicBezTo>
                <a:cubicBezTo>
                  <a:pt x="12823" y="688"/>
                  <a:pt x="14506" y="0"/>
                  <a:pt x="16502" y="0"/>
                </a:cubicBezTo>
                <a:moveTo>
                  <a:pt x="22281" y="33422"/>
                </a:moveTo>
                <a:lnTo>
                  <a:pt x="22281" y="84556"/>
                </a:lnTo>
                <a:cubicBezTo>
                  <a:pt x="22281" y="88540"/>
                  <a:pt x="22572" y="91191"/>
                  <a:pt x="23152" y="92512"/>
                </a:cubicBezTo>
                <a:cubicBezTo>
                  <a:pt x="23732" y="93832"/>
                  <a:pt x="24591" y="94816"/>
                  <a:pt x="25728" y="95464"/>
                </a:cubicBezTo>
                <a:cubicBezTo>
                  <a:pt x="26865" y="96113"/>
                  <a:pt x="28943" y="96437"/>
                  <a:pt x="31960" y="96437"/>
                </a:cubicBezTo>
                <a:lnTo>
                  <a:pt x="31960" y="99013"/>
                </a:lnTo>
                <a:lnTo>
                  <a:pt x="975" y="99013"/>
                </a:lnTo>
                <a:lnTo>
                  <a:pt x="975" y="96437"/>
                </a:lnTo>
                <a:cubicBezTo>
                  <a:pt x="4085" y="96437"/>
                  <a:pt x="6174" y="96136"/>
                  <a:pt x="7241" y="95534"/>
                </a:cubicBezTo>
                <a:cubicBezTo>
                  <a:pt x="8309" y="94932"/>
                  <a:pt x="9156" y="93936"/>
                  <a:pt x="9783" y="92546"/>
                </a:cubicBezTo>
                <a:cubicBezTo>
                  <a:pt x="10410" y="91157"/>
                  <a:pt x="10723" y="88493"/>
                  <a:pt x="10723" y="84556"/>
                </a:cubicBezTo>
                <a:lnTo>
                  <a:pt x="10723" y="60032"/>
                </a:lnTo>
                <a:cubicBezTo>
                  <a:pt x="10723" y="53130"/>
                  <a:pt x="10514" y="48660"/>
                  <a:pt x="10096" y="46624"/>
                </a:cubicBezTo>
                <a:cubicBezTo>
                  <a:pt x="9771" y="45141"/>
                  <a:pt x="9261" y="44110"/>
                  <a:pt x="8564" y="43532"/>
                </a:cubicBezTo>
                <a:cubicBezTo>
                  <a:pt x="7868" y="42953"/>
                  <a:pt x="6917" y="42663"/>
                  <a:pt x="5710" y="42663"/>
                </a:cubicBezTo>
                <a:cubicBezTo>
                  <a:pt x="4410" y="42663"/>
                  <a:pt x="2832" y="43011"/>
                  <a:pt x="975" y="43706"/>
                </a:cubicBezTo>
                <a:lnTo>
                  <a:pt x="0" y="41203"/>
                </a:lnTo>
                <a:lnTo>
                  <a:pt x="19218" y="33422"/>
                </a:lnTo>
                <a:lnTo>
                  <a:pt x="22281" y="33422"/>
                </a:lnTo>
                <a:close/>
                <a:moveTo>
                  <a:pt x="50645" y="59324"/>
                </a:moveTo>
                <a:cubicBezTo>
                  <a:pt x="50598" y="68772"/>
                  <a:pt x="52896" y="76183"/>
                  <a:pt x="57538" y="81556"/>
                </a:cubicBezTo>
                <a:cubicBezTo>
                  <a:pt x="62180" y="86927"/>
                  <a:pt x="67634" y="89613"/>
                  <a:pt x="73901" y="89613"/>
                </a:cubicBezTo>
                <a:cubicBezTo>
                  <a:pt x="78079" y="89613"/>
                  <a:pt x="81711" y="88464"/>
                  <a:pt x="84798" y="86167"/>
                </a:cubicBezTo>
                <a:cubicBezTo>
                  <a:pt x="87885" y="83869"/>
                  <a:pt x="90473" y="79935"/>
                  <a:pt x="92562" y="74364"/>
                </a:cubicBezTo>
                <a:lnTo>
                  <a:pt x="94720" y="75757"/>
                </a:lnTo>
                <a:cubicBezTo>
                  <a:pt x="93745" y="82116"/>
                  <a:pt x="90914" y="87907"/>
                  <a:pt x="86225" y="93130"/>
                </a:cubicBezTo>
                <a:cubicBezTo>
                  <a:pt x="81537" y="98352"/>
                  <a:pt x="75665" y="100963"/>
                  <a:pt x="68609" y="100963"/>
                </a:cubicBezTo>
                <a:cubicBezTo>
                  <a:pt x="60950" y="100963"/>
                  <a:pt x="54393" y="97987"/>
                  <a:pt x="48939" y="92035"/>
                </a:cubicBezTo>
                <a:cubicBezTo>
                  <a:pt x="43484" y="86082"/>
                  <a:pt x="40757" y="78079"/>
                  <a:pt x="40757" y="68026"/>
                </a:cubicBezTo>
                <a:cubicBezTo>
                  <a:pt x="40757" y="57140"/>
                  <a:pt x="43554" y="48652"/>
                  <a:pt x="49148" y="42561"/>
                </a:cubicBezTo>
                <a:cubicBezTo>
                  <a:pt x="54741" y="36468"/>
                  <a:pt x="61762" y="33422"/>
                  <a:pt x="70211" y="33422"/>
                </a:cubicBezTo>
                <a:cubicBezTo>
                  <a:pt x="77359" y="33422"/>
                  <a:pt x="83231" y="35772"/>
                  <a:pt x="87827" y="40472"/>
                </a:cubicBezTo>
                <a:cubicBezTo>
                  <a:pt x="92422" y="45171"/>
                  <a:pt x="94720" y="51455"/>
                  <a:pt x="94720" y="59324"/>
                </a:cubicBezTo>
                <a:lnTo>
                  <a:pt x="50645" y="59324"/>
                </a:lnTo>
                <a:moveTo>
                  <a:pt x="50645" y="55286"/>
                </a:moveTo>
                <a:lnTo>
                  <a:pt x="80168" y="55286"/>
                </a:lnTo>
                <a:cubicBezTo>
                  <a:pt x="79936" y="51201"/>
                  <a:pt x="79448" y="48323"/>
                  <a:pt x="78705" y="46652"/>
                </a:cubicBezTo>
                <a:cubicBezTo>
                  <a:pt x="77545" y="44052"/>
                  <a:pt x="75816" y="42010"/>
                  <a:pt x="73518" y="40524"/>
                </a:cubicBezTo>
                <a:cubicBezTo>
                  <a:pt x="71220" y="39039"/>
                  <a:pt x="68818" y="38296"/>
                  <a:pt x="66311" y="38296"/>
                </a:cubicBezTo>
                <a:cubicBezTo>
                  <a:pt x="62459" y="38296"/>
                  <a:pt x="59012" y="39793"/>
                  <a:pt x="55971" y="42787"/>
                </a:cubicBezTo>
                <a:cubicBezTo>
                  <a:pt x="52931" y="45781"/>
                  <a:pt x="51155" y="49948"/>
                  <a:pt x="50645" y="55286"/>
                </a:cubicBezTo>
                <a:close/>
                <a:moveTo>
                  <a:pt x="148287" y="91841"/>
                </a:moveTo>
                <a:cubicBezTo>
                  <a:pt x="145177" y="95091"/>
                  <a:pt x="142137" y="97423"/>
                  <a:pt x="139166" y="98839"/>
                </a:cubicBezTo>
                <a:cubicBezTo>
                  <a:pt x="136195" y="100255"/>
                  <a:pt x="132992" y="100963"/>
                  <a:pt x="129557" y="100963"/>
                </a:cubicBezTo>
                <a:cubicBezTo>
                  <a:pt x="122594" y="100963"/>
                  <a:pt x="116513" y="98057"/>
                  <a:pt x="111314" y="92244"/>
                </a:cubicBezTo>
                <a:cubicBezTo>
                  <a:pt x="106115" y="86430"/>
                  <a:pt x="103515" y="78959"/>
                  <a:pt x="103515" y="69832"/>
                </a:cubicBezTo>
                <a:cubicBezTo>
                  <a:pt x="103515" y="60706"/>
                  <a:pt x="106393" y="52356"/>
                  <a:pt x="112149" y="44783"/>
                </a:cubicBezTo>
                <a:cubicBezTo>
                  <a:pt x="117905" y="37209"/>
                  <a:pt x="125309" y="33422"/>
                  <a:pt x="134361" y="33422"/>
                </a:cubicBezTo>
                <a:cubicBezTo>
                  <a:pt x="139978" y="33422"/>
                  <a:pt x="144620" y="35209"/>
                  <a:pt x="148287" y="38784"/>
                </a:cubicBezTo>
                <a:lnTo>
                  <a:pt x="148287" y="26990"/>
                </a:lnTo>
                <a:cubicBezTo>
                  <a:pt x="148287" y="19672"/>
                  <a:pt x="148113" y="15173"/>
                  <a:pt x="147765" y="13495"/>
                </a:cubicBezTo>
                <a:cubicBezTo>
                  <a:pt x="147417" y="11817"/>
                  <a:pt x="146871" y="10675"/>
                  <a:pt x="146129" y="10070"/>
                </a:cubicBezTo>
                <a:cubicBezTo>
                  <a:pt x="145386" y="9464"/>
                  <a:pt x="144457" y="9161"/>
                  <a:pt x="143343" y="9161"/>
                </a:cubicBezTo>
                <a:cubicBezTo>
                  <a:pt x="142137" y="9161"/>
                  <a:pt x="140535" y="9533"/>
                  <a:pt x="138539" y="10279"/>
                </a:cubicBezTo>
                <a:lnTo>
                  <a:pt x="137634" y="7831"/>
                </a:lnTo>
                <a:lnTo>
                  <a:pt x="156643" y="0"/>
                </a:lnTo>
                <a:lnTo>
                  <a:pt x="159776" y="0"/>
                </a:lnTo>
                <a:lnTo>
                  <a:pt x="159776" y="73738"/>
                </a:lnTo>
                <a:cubicBezTo>
                  <a:pt x="159776" y="81211"/>
                  <a:pt x="159950" y="85772"/>
                  <a:pt x="160298" y="87420"/>
                </a:cubicBezTo>
                <a:cubicBezTo>
                  <a:pt x="160646" y="89068"/>
                  <a:pt x="161203" y="90217"/>
                  <a:pt x="161969" y="90867"/>
                </a:cubicBezTo>
                <a:cubicBezTo>
                  <a:pt x="162735" y="91516"/>
                  <a:pt x="163629" y="91841"/>
                  <a:pt x="164650" y="91841"/>
                </a:cubicBezTo>
                <a:cubicBezTo>
                  <a:pt x="165903" y="91841"/>
                  <a:pt x="167575" y="91447"/>
                  <a:pt x="169663" y="90658"/>
                </a:cubicBezTo>
                <a:lnTo>
                  <a:pt x="170429" y="93095"/>
                </a:lnTo>
                <a:lnTo>
                  <a:pt x="151490" y="100963"/>
                </a:lnTo>
                <a:lnTo>
                  <a:pt x="148287" y="100963"/>
                </a:lnTo>
                <a:lnTo>
                  <a:pt x="148287" y="91841"/>
                </a:lnTo>
                <a:moveTo>
                  <a:pt x="148287" y="86983"/>
                </a:moveTo>
                <a:lnTo>
                  <a:pt x="148287" y="54200"/>
                </a:lnTo>
                <a:cubicBezTo>
                  <a:pt x="148009" y="51051"/>
                  <a:pt x="147173" y="48180"/>
                  <a:pt x="145780" y="45588"/>
                </a:cubicBezTo>
                <a:cubicBezTo>
                  <a:pt x="144388" y="42994"/>
                  <a:pt x="142543" y="41038"/>
                  <a:pt x="140245" y="39719"/>
                </a:cubicBezTo>
                <a:cubicBezTo>
                  <a:pt x="137947" y="38399"/>
                  <a:pt x="135707" y="37739"/>
                  <a:pt x="133526" y="37739"/>
                </a:cubicBezTo>
                <a:cubicBezTo>
                  <a:pt x="129441" y="37739"/>
                  <a:pt x="125797" y="39568"/>
                  <a:pt x="122594" y="43227"/>
                </a:cubicBezTo>
                <a:cubicBezTo>
                  <a:pt x="118370" y="48041"/>
                  <a:pt x="116258" y="55079"/>
                  <a:pt x="116258" y="64340"/>
                </a:cubicBezTo>
                <a:cubicBezTo>
                  <a:pt x="116258" y="73693"/>
                  <a:pt x="118300" y="80859"/>
                  <a:pt x="122385" y="85838"/>
                </a:cubicBezTo>
                <a:cubicBezTo>
                  <a:pt x="126470" y="90815"/>
                  <a:pt x="131019" y="93304"/>
                  <a:pt x="136032" y="93304"/>
                </a:cubicBezTo>
                <a:cubicBezTo>
                  <a:pt x="140257" y="93304"/>
                  <a:pt x="144341" y="91197"/>
                  <a:pt x="148287" y="86983"/>
                </a:cubicBezTo>
                <a:close/>
                <a:moveTo>
                  <a:pt x="177740" y="122826"/>
                </a:moveTo>
                <a:lnTo>
                  <a:pt x="177740" y="119763"/>
                </a:lnTo>
                <a:cubicBezTo>
                  <a:pt x="182522" y="118179"/>
                  <a:pt x="186224" y="115721"/>
                  <a:pt x="188846" y="112389"/>
                </a:cubicBezTo>
                <a:cubicBezTo>
                  <a:pt x="191469" y="109058"/>
                  <a:pt x="192780" y="105529"/>
                  <a:pt x="192780" y="101801"/>
                </a:cubicBezTo>
                <a:cubicBezTo>
                  <a:pt x="192780" y="100917"/>
                  <a:pt x="192571" y="100174"/>
                  <a:pt x="192154" y="99570"/>
                </a:cubicBezTo>
                <a:cubicBezTo>
                  <a:pt x="191829" y="99152"/>
                  <a:pt x="191504" y="98944"/>
                  <a:pt x="191179" y="98944"/>
                </a:cubicBezTo>
                <a:cubicBezTo>
                  <a:pt x="190668" y="98944"/>
                  <a:pt x="189554" y="99408"/>
                  <a:pt x="187837" y="100336"/>
                </a:cubicBezTo>
                <a:cubicBezTo>
                  <a:pt x="187001" y="100754"/>
                  <a:pt x="186119" y="100963"/>
                  <a:pt x="185191" y="100963"/>
                </a:cubicBezTo>
                <a:cubicBezTo>
                  <a:pt x="182916" y="100963"/>
                  <a:pt x="181106" y="100290"/>
                  <a:pt x="179760" y="98944"/>
                </a:cubicBezTo>
                <a:cubicBezTo>
                  <a:pt x="178413" y="97597"/>
                  <a:pt x="177740" y="95741"/>
                  <a:pt x="177740" y="93373"/>
                </a:cubicBezTo>
                <a:cubicBezTo>
                  <a:pt x="177740" y="91099"/>
                  <a:pt x="178611" y="89149"/>
                  <a:pt x="180352" y="87524"/>
                </a:cubicBezTo>
                <a:cubicBezTo>
                  <a:pt x="182092" y="85900"/>
                  <a:pt x="184216" y="85087"/>
                  <a:pt x="186723" y="85087"/>
                </a:cubicBezTo>
                <a:cubicBezTo>
                  <a:pt x="189786" y="85087"/>
                  <a:pt x="192513" y="86425"/>
                  <a:pt x="194904" y="89100"/>
                </a:cubicBezTo>
                <a:cubicBezTo>
                  <a:pt x="197295" y="91773"/>
                  <a:pt x="198490" y="95318"/>
                  <a:pt x="198490" y="99736"/>
                </a:cubicBezTo>
                <a:cubicBezTo>
                  <a:pt x="198490" y="104527"/>
                  <a:pt x="196830" y="108980"/>
                  <a:pt x="193511" y="113096"/>
                </a:cubicBezTo>
                <a:cubicBezTo>
                  <a:pt x="190192" y="117211"/>
                  <a:pt x="184935" y="120455"/>
                  <a:pt x="177740" y="122826"/>
                </a:cubicBezTo>
                <a:close/>
                <a:moveTo>
                  <a:pt x="287059" y="33422"/>
                </a:moveTo>
                <a:lnTo>
                  <a:pt x="287059" y="55007"/>
                </a:lnTo>
                <a:lnTo>
                  <a:pt x="284761" y="55007"/>
                </a:lnTo>
                <a:cubicBezTo>
                  <a:pt x="282997" y="48237"/>
                  <a:pt x="280734" y="43632"/>
                  <a:pt x="277972" y="41192"/>
                </a:cubicBezTo>
                <a:cubicBezTo>
                  <a:pt x="275210" y="38751"/>
                  <a:pt x="271694" y="37530"/>
                  <a:pt x="267423" y="37530"/>
                </a:cubicBezTo>
                <a:cubicBezTo>
                  <a:pt x="264174" y="37530"/>
                  <a:pt x="261551" y="38388"/>
                  <a:pt x="259555" y="40104"/>
                </a:cubicBezTo>
                <a:cubicBezTo>
                  <a:pt x="257559" y="41819"/>
                  <a:pt x="256561" y="43720"/>
                  <a:pt x="256561" y="45808"/>
                </a:cubicBezTo>
                <a:cubicBezTo>
                  <a:pt x="256561" y="48404"/>
                  <a:pt x="257304" y="50629"/>
                  <a:pt x="258789" y="52483"/>
                </a:cubicBezTo>
                <a:cubicBezTo>
                  <a:pt x="260228" y="54385"/>
                  <a:pt x="263153" y="56402"/>
                  <a:pt x="267562" y="58535"/>
                </a:cubicBezTo>
                <a:lnTo>
                  <a:pt x="277728" y="63474"/>
                </a:lnTo>
                <a:cubicBezTo>
                  <a:pt x="287152" y="68064"/>
                  <a:pt x="291863" y="74115"/>
                  <a:pt x="291863" y="81628"/>
                </a:cubicBezTo>
                <a:cubicBezTo>
                  <a:pt x="291863" y="87423"/>
                  <a:pt x="289670" y="92094"/>
                  <a:pt x="285283" y="95643"/>
                </a:cubicBezTo>
                <a:cubicBezTo>
                  <a:pt x="280897" y="99189"/>
                  <a:pt x="275988" y="100963"/>
                  <a:pt x="270557" y="100963"/>
                </a:cubicBezTo>
                <a:cubicBezTo>
                  <a:pt x="266657" y="100963"/>
                  <a:pt x="262201" y="100267"/>
                  <a:pt x="257188" y="98874"/>
                </a:cubicBezTo>
                <a:cubicBezTo>
                  <a:pt x="255656" y="98410"/>
                  <a:pt x="254402" y="98178"/>
                  <a:pt x="253428" y="98178"/>
                </a:cubicBezTo>
                <a:cubicBezTo>
                  <a:pt x="252360" y="98178"/>
                  <a:pt x="251524" y="98781"/>
                  <a:pt x="250921" y="99988"/>
                </a:cubicBezTo>
                <a:lnTo>
                  <a:pt x="248623" y="99988"/>
                </a:lnTo>
                <a:lnTo>
                  <a:pt x="248623" y="77150"/>
                </a:lnTo>
                <a:lnTo>
                  <a:pt x="250921" y="77150"/>
                </a:lnTo>
                <a:cubicBezTo>
                  <a:pt x="252221" y="83671"/>
                  <a:pt x="254704" y="88586"/>
                  <a:pt x="258371" y="91894"/>
                </a:cubicBezTo>
                <a:cubicBezTo>
                  <a:pt x="262039" y="95201"/>
                  <a:pt x="266147" y="96855"/>
                  <a:pt x="270696" y="96855"/>
                </a:cubicBezTo>
                <a:cubicBezTo>
                  <a:pt x="273899" y="96855"/>
                  <a:pt x="276510" y="95916"/>
                  <a:pt x="278529" y="94039"/>
                </a:cubicBezTo>
                <a:cubicBezTo>
                  <a:pt x="280548" y="92160"/>
                  <a:pt x="281558" y="89900"/>
                  <a:pt x="281558" y="87257"/>
                </a:cubicBezTo>
                <a:cubicBezTo>
                  <a:pt x="281558" y="84057"/>
                  <a:pt x="280432" y="81367"/>
                  <a:pt x="278181" y="79188"/>
                </a:cubicBezTo>
                <a:cubicBezTo>
                  <a:pt x="275930" y="77010"/>
                  <a:pt x="271439" y="74251"/>
                  <a:pt x="264708" y="70913"/>
                </a:cubicBezTo>
                <a:cubicBezTo>
                  <a:pt x="257977" y="67574"/>
                  <a:pt x="253567" y="64560"/>
                  <a:pt x="251478" y="61870"/>
                </a:cubicBezTo>
                <a:cubicBezTo>
                  <a:pt x="249389" y="59227"/>
                  <a:pt x="248345" y="55889"/>
                  <a:pt x="248345" y="51854"/>
                </a:cubicBezTo>
                <a:cubicBezTo>
                  <a:pt x="248345" y="46615"/>
                  <a:pt x="250143" y="42233"/>
                  <a:pt x="253741" y="38710"/>
                </a:cubicBezTo>
                <a:cubicBezTo>
                  <a:pt x="257339" y="35185"/>
                  <a:pt x="261992" y="33422"/>
                  <a:pt x="267702" y="33422"/>
                </a:cubicBezTo>
                <a:cubicBezTo>
                  <a:pt x="270208" y="33422"/>
                  <a:pt x="273249" y="33956"/>
                  <a:pt x="276823" y="35024"/>
                </a:cubicBezTo>
                <a:cubicBezTo>
                  <a:pt x="279191" y="35720"/>
                  <a:pt x="280769" y="36068"/>
                  <a:pt x="281558" y="36068"/>
                </a:cubicBezTo>
                <a:cubicBezTo>
                  <a:pt x="282301" y="36068"/>
                  <a:pt x="282881" y="35906"/>
                  <a:pt x="283299" y="35581"/>
                </a:cubicBezTo>
                <a:cubicBezTo>
                  <a:pt x="283717" y="35256"/>
                  <a:pt x="284204" y="34536"/>
                  <a:pt x="284761" y="33422"/>
                </a:cubicBezTo>
                <a:lnTo>
                  <a:pt x="287059" y="33422"/>
                </a:lnTo>
                <a:close/>
                <a:moveTo>
                  <a:pt x="317534" y="0"/>
                </a:moveTo>
                <a:cubicBezTo>
                  <a:pt x="319483" y="0"/>
                  <a:pt x="321143" y="688"/>
                  <a:pt x="322512" y="2065"/>
                </a:cubicBezTo>
                <a:cubicBezTo>
                  <a:pt x="323882" y="3440"/>
                  <a:pt x="324566" y="5108"/>
                  <a:pt x="324566" y="7067"/>
                </a:cubicBezTo>
                <a:cubicBezTo>
                  <a:pt x="324566" y="9027"/>
                  <a:pt x="323882" y="10707"/>
                  <a:pt x="322512" y="12107"/>
                </a:cubicBezTo>
                <a:cubicBezTo>
                  <a:pt x="321143" y="13505"/>
                  <a:pt x="319483" y="14204"/>
                  <a:pt x="317534" y="14204"/>
                </a:cubicBezTo>
                <a:cubicBezTo>
                  <a:pt x="315584" y="14204"/>
                  <a:pt x="313913" y="13505"/>
                  <a:pt x="312520" y="12107"/>
                </a:cubicBezTo>
                <a:cubicBezTo>
                  <a:pt x="311128" y="10707"/>
                  <a:pt x="310432" y="9027"/>
                  <a:pt x="310432" y="7067"/>
                </a:cubicBezTo>
                <a:cubicBezTo>
                  <a:pt x="310432" y="5108"/>
                  <a:pt x="311116" y="3440"/>
                  <a:pt x="312486" y="2065"/>
                </a:cubicBezTo>
                <a:cubicBezTo>
                  <a:pt x="313855" y="688"/>
                  <a:pt x="315538" y="0"/>
                  <a:pt x="317534" y="0"/>
                </a:cubicBezTo>
                <a:moveTo>
                  <a:pt x="323313" y="33422"/>
                </a:moveTo>
                <a:lnTo>
                  <a:pt x="323313" y="84556"/>
                </a:lnTo>
                <a:cubicBezTo>
                  <a:pt x="323313" y="88540"/>
                  <a:pt x="323603" y="91191"/>
                  <a:pt x="324183" y="92512"/>
                </a:cubicBezTo>
                <a:cubicBezTo>
                  <a:pt x="324764" y="93832"/>
                  <a:pt x="325622" y="94816"/>
                  <a:pt x="326760" y="95464"/>
                </a:cubicBezTo>
                <a:cubicBezTo>
                  <a:pt x="327897" y="96113"/>
                  <a:pt x="329974" y="96437"/>
                  <a:pt x="332992" y="96437"/>
                </a:cubicBezTo>
                <a:lnTo>
                  <a:pt x="332992" y="99013"/>
                </a:lnTo>
                <a:lnTo>
                  <a:pt x="302006" y="99013"/>
                </a:lnTo>
                <a:lnTo>
                  <a:pt x="302006" y="96437"/>
                </a:lnTo>
                <a:cubicBezTo>
                  <a:pt x="305117" y="96437"/>
                  <a:pt x="307205" y="96136"/>
                  <a:pt x="308273" y="95534"/>
                </a:cubicBezTo>
                <a:cubicBezTo>
                  <a:pt x="309341" y="94932"/>
                  <a:pt x="310188" y="93936"/>
                  <a:pt x="310815" y="92546"/>
                </a:cubicBezTo>
                <a:cubicBezTo>
                  <a:pt x="311441" y="91157"/>
                  <a:pt x="311755" y="88493"/>
                  <a:pt x="311755" y="84556"/>
                </a:cubicBezTo>
                <a:lnTo>
                  <a:pt x="311755" y="60032"/>
                </a:lnTo>
                <a:cubicBezTo>
                  <a:pt x="311755" y="53130"/>
                  <a:pt x="311546" y="48660"/>
                  <a:pt x="311128" y="46624"/>
                </a:cubicBezTo>
                <a:cubicBezTo>
                  <a:pt x="310803" y="45141"/>
                  <a:pt x="310292" y="44110"/>
                  <a:pt x="309596" y="43532"/>
                </a:cubicBezTo>
                <a:cubicBezTo>
                  <a:pt x="308900" y="42953"/>
                  <a:pt x="307948" y="42663"/>
                  <a:pt x="306741" y="42663"/>
                </a:cubicBezTo>
                <a:cubicBezTo>
                  <a:pt x="305441" y="42663"/>
                  <a:pt x="303863" y="43011"/>
                  <a:pt x="302006" y="43706"/>
                </a:cubicBezTo>
                <a:lnTo>
                  <a:pt x="301032" y="41203"/>
                </a:lnTo>
                <a:lnTo>
                  <a:pt x="320249" y="33422"/>
                </a:lnTo>
                <a:lnTo>
                  <a:pt x="323313" y="33422"/>
                </a:lnTo>
                <a:close/>
                <a:moveTo>
                  <a:pt x="359544" y="46930"/>
                </a:moveTo>
                <a:cubicBezTo>
                  <a:pt x="367018" y="37925"/>
                  <a:pt x="374143" y="33422"/>
                  <a:pt x="380920" y="33422"/>
                </a:cubicBezTo>
                <a:cubicBezTo>
                  <a:pt x="384402" y="33422"/>
                  <a:pt x="387396" y="34291"/>
                  <a:pt x="389903" y="36029"/>
                </a:cubicBezTo>
                <a:cubicBezTo>
                  <a:pt x="392409" y="37765"/>
                  <a:pt x="394405" y="40625"/>
                  <a:pt x="395891" y="44609"/>
                </a:cubicBezTo>
                <a:cubicBezTo>
                  <a:pt x="396912" y="47387"/>
                  <a:pt x="397423" y="51648"/>
                  <a:pt x="397423" y="57392"/>
                </a:cubicBezTo>
                <a:lnTo>
                  <a:pt x="397423" y="84556"/>
                </a:lnTo>
                <a:cubicBezTo>
                  <a:pt x="397423" y="88586"/>
                  <a:pt x="397748" y="91319"/>
                  <a:pt x="398397" y="92755"/>
                </a:cubicBezTo>
                <a:cubicBezTo>
                  <a:pt x="398908" y="93913"/>
                  <a:pt x="399732" y="94816"/>
                  <a:pt x="400869" y="95464"/>
                </a:cubicBezTo>
                <a:cubicBezTo>
                  <a:pt x="402007" y="96113"/>
                  <a:pt x="404107" y="96437"/>
                  <a:pt x="407171" y="96437"/>
                </a:cubicBezTo>
                <a:lnTo>
                  <a:pt x="407171" y="99013"/>
                </a:lnTo>
                <a:lnTo>
                  <a:pt x="375629" y="99013"/>
                </a:lnTo>
                <a:lnTo>
                  <a:pt x="375629" y="96437"/>
                </a:lnTo>
                <a:lnTo>
                  <a:pt x="376952" y="96437"/>
                </a:lnTo>
                <a:cubicBezTo>
                  <a:pt x="379922" y="96437"/>
                  <a:pt x="382000" y="95986"/>
                  <a:pt x="383183" y="95086"/>
                </a:cubicBezTo>
                <a:cubicBezTo>
                  <a:pt x="384367" y="94185"/>
                  <a:pt x="385191" y="92858"/>
                  <a:pt x="385655" y="91104"/>
                </a:cubicBezTo>
                <a:cubicBezTo>
                  <a:pt x="385841" y="90410"/>
                  <a:pt x="385934" y="88239"/>
                  <a:pt x="385934" y="84591"/>
                </a:cubicBezTo>
                <a:lnTo>
                  <a:pt x="385934" y="58613"/>
                </a:lnTo>
                <a:cubicBezTo>
                  <a:pt x="385934" y="52841"/>
                  <a:pt x="385179" y="48650"/>
                  <a:pt x="383671" y="46040"/>
                </a:cubicBezTo>
                <a:cubicBezTo>
                  <a:pt x="382162" y="43431"/>
                  <a:pt x="379621" y="42126"/>
                  <a:pt x="376046" y="42126"/>
                </a:cubicBezTo>
                <a:cubicBezTo>
                  <a:pt x="370522" y="42126"/>
                  <a:pt x="365022" y="45128"/>
                  <a:pt x="359544" y="51132"/>
                </a:cubicBezTo>
                <a:lnTo>
                  <a:pt x="359544" y="84591"/>
                </a:lnTo>
                <a:cubicBezTo>
                  <a:pt x="359544" y="88886"/>
                  <a:pt x="359799" y="91542"/>
                  <a:pt x="360310" y="92557"/>
                </a:cubicBezTo>
                <a:cubicBezTo>
                  <a:pt x="360960" y="93896"/>
                  <a:pt x="361854" y="94877"/>
                  <a:pt x="362991" y="95501"/>
                </a:cubicBezTo>
                <a:cubicBezTo>
                  <a:pt x="364128" y="96125"/>
                  <a:pt x="366438" y="96437"/>
                  <a:pt x="369919" y="96437"/>
                </a:cubicBezTo>
                <a:lnTo>
                  <a:pt x="369919" y="99013"/>
                </a:lnTo>
                <a:lnTo>
                  <a:pt x="338377" y="99013"/>
                </a:lnTo>
                <a:lnTo>
                  <a:pt x="338377" y="96437"/>
                </a:lnTo>
                <a:lnTo>
                  <a:pt x="339769" y="96437"/>
                </a:lnTo>
                <a:cubicBezTo>
                  <a:pt x="343019" y="96437"/>
                  <a:pt x="345212" y="95615"/>
                  <a:pt x="346349" y="93972"/>
                </a:cubicBezTo>
                <a:cubicBezTo>
                  <a:pt x="347487" y="92327"/>
                  <a:pt x="348055" y="89188"/>
                  <a:pt x="348055" y="84556"/>
                </a:cubicBezTo>
                <a:lnTo>
                  <a:pt x="348055" y="60935"/>
                </a:lnTo>
                <a:cubicBezTo>
                  <a:pt x="348055" y="53293"/>
                  <a:pt x="347881" y="48638"/>
                  <a:pt x="347533" y="46972"/>
                </a:cubicBezTo>
                <a:cubicBezTo>
                  <a:pt x="347185" y="45303"/>
                  <a:pt x="346651" y="44168"/>
                  <a:pt x="345932" y="43566"/>
                </a:cubicBezTo>
                <a:cubicBezTo>
                  <a:pt x="345212" y="42964"/>
                  <a:pt x="344249" y="42663"/>
                  <a:pt x="343042" y="42663"/>
                </a:cubicBezTo>
                <a:cubicBezTo>
                  <a:pt x="341742" y="42663"/>
                  <a:pt x="340187" y="43011"/>
                  <a:pt x="338377" y="43706"/>
                </a:cubicBezTo>
                <a:lnTo>
                  <a:pt x="337332" y="41203"/>
                </a:lnTo>
                <a:lnTo>
                  <a:pt x="356550" y="33422"/>
                </a:lnTo>
                <a:lnTo>
                  <a:pt x="359544" y="33422"/>
                </a:lnTo>
                <a:lnTo>
                  <a:pt x="359544" y="46930"/>
                </a:lnTo>
                <a:close/>
                <a:moveTo>
                  <a:pt x="429313" y="75772"/>
                </a:moveTo>
                <a:cubicBezTo>
                  <a:pt x="425414" y="73872"/>
                  <a:pt x="422420" y="71218"/>
                  <a:pt x="420331" y="67810"/>
                </a:cubicBezTo>
                <a:cubicBezTo>
                  <a:pt x="418242" y="64403"/>
                  <a:pt x="417197" y="60636"/>
                  <a:pt x="417197" y="56509"/>
                </a:cubicBezTo>
                <a:cubicBezTo>
                  <a:pt x="417197" y="50204"/>
                  <a:pt x="419576" y="44780"/>
                  <a:pt x="424334" y="40237"/>
                </a:cubicBezTo>
                <a:cubicBezTo>
                  <a:pt x="429092" y="35694"/>
                  <a:pt x="435185" y="33422"/>
                  <a:pt x="442612" y="33422"/>
                </a:cubicBezTo>
                <a:cubicBezTo>
                  <a:pt x="448693" y="33422"/>
                  <a:pt x="453962" y="34908"/>
                  <a:pt x="458418" y="37878"/>
                </a:cubicBezTo>
                <a:lnTo>
                  <a:pt x="471926" y="37878"/>
                </a:lnTo>
                <a:cubicBezTo>
                  <a:pt x="473922" y="37878"/>
                  <a:pt x="475083" y="37936"/>
                  <a:pt x="475408" y="38050"/>
                </a:cubicBezTo>
                <a:cubicBezTo>
                  <a:pt x="475733" y="38165"/>
                  <a:pt x="475965" y="38360"/>
                  <a:pt x="476104" y="38636"/>
                </a:cubicBezTo>
                <a:cubicBezTo>
                  <a:pt x="476383" y="39049"/>
                  <a:pt x="476522" y="39784"/>
                  <a:pt x="476522" y="40840"/>
                </a:cubicBezTo>
                <a:cubicBezTo>
                  <a:pt x="476522" y="42032"/>
                  <a:pt x="476406" y="42858"/>
                  <a:pt x="476174" y="43318"/>
                </a:cubicBezTo>
                <a:cubicBezTo>
                  <a:pt x="476034" y="43547"/>
                  <a:pt x="475791" y="43731"/>
                  <a:pt x="475443" y="43869"/>
                </a:cubicBezTo>
                <a:cubicBezTo>
                  <a:pt x="475094" y="44007"/>
                  <a:pt x="473922" y="44075"/>
                  <a:pt x="471926" y="44075"/>
                </a:cubicBezTo>
                <a:lnTo>
                  <a:pt x="463640" y="44075"/>
                </a:lnTo>
                <a:cubicBezTo>
                  <a:pt x="466240" y="47425"/>
                  <a:pt x="467540" y="51704"/>
                  <a:pt x="467540" y="56913"/>
                </a:cubicBezTo>
                <a:cubicBezTo>
                  <a:pt x="467540" y="62867"/>
                  <a:pt x="465265" y="67960"/>
                  <a:pt x="460716" y="72193"/>
                </a:cubicBezTo>
                <a:cubicBezTo>
                  <a:pt x="456167" y="76426"/>
                  <a:pt x="450063" y="78542"/>
                  <a:pt x="442403" y="78542"/>
                </a:cubicBezTo>
                <a:cubicBezTo>
                  <a:pt x="439247" y="78542"/>
                  <a:pt x="436021" y="78068"/>
                  <a:pt x="432725" y="77121"/>
                </a:cubicBezTo>
                <a:cubicBezTo>
                  <a:pt x="430682" y="78884"/>
                  <a:pt x="429301" y="80426"/>
                  <a:pt x="428582" y="81749"/>
                </a:cubicBezTo>
                <a:cubicBezTo>
                  <a:pt x="427862" y="83071"/>
                  <a:pt x="427503" y="84195"/>
                  <a:pt x="427503" y="85122"/>
                </a:cubicBezTo>
                <a:cubicBezTo>
                  <a:pt x="427503" y="85911"/>
                  <a:pt x="427886" y="86677"/>
                  <a:pt x="428651" y="87420"/>
                </a:cubicBezTo>
                <a:cubicBezTo>
                  <a:pt x="429417" y="88161"/>
                  <a:pt x="430914" y="88694"/>
                  <a:pt x="433143" y="89019"/>
                </a:cubicBezTo>
                <a:cubicBezTo>
                  <a:pt x="434442" y="89205"/>
                  <a:pt x="437692" y="89367"/>
                  <a:pt x="442891" y="89507"/>
                </a:cubicBezTo>
                <a:cubicBezTo>
                  <a:pt x="452453" y="89737"/>
                  <a:pt x="458650" y="90061"/>
                  <a:pt x="461482" y="90479"/>
                </a:cubicBezTo>
                <a:cubicBezTo>
                  <a:pt x="465799" y="91083"/>
                  <a:pt x="469245" y="92683"/>
                  <a:pt x="471822" y="95281"/>
                </a:cubicBezTo>
                <a:cubicBezTo>
                  <a:pt x="474398" y="97878"/>
                  <a:pt x="475686" y="101078"/>
                  <a:pt x="475686" y="104882"/>
                </a:cubicBezTo>
                <a:cubicBezTo>
                  <a:pt x="475686" y="110123"/>
                  <a:pt x="473226" y="115040"/>
                  <a:pt x="468305" y="119632"/>
                </a:cubicBezTo>
                <a:cubicBezTo>
                  <a:pt x="461064" y="126404"/>
                  <a:pt x="451618" y="129789"/>
                  <a:pt x="439966" y="129789"/>
                </a:cubicBezTo>
                <a:cubicBezTo>
                  <a:pt x="431007" y="129789"/>
                  <a:pt x="423441" y="127773"/>
                  <a:pt x="417267" y="123740"/>
                </a:cubicBezTo>
                <a:cubicBezTo>
                  <a:pt x="413786" y="121422"/>
                  <a:pt x="412045" y="119011"/>
                  <a:pt x="412045" y="116508"/>
                </a:cubicBezTo>
                <a:cubicBezTo>
                  <a:pt x="412045" y="115396"/>
                  <a:pt x="412300" y="114285"/>
                  <a:pt x="412811" y="113172"/>
                </a:cubicBezTo>
                <a:cubicBezTo>
                  <a:pt x="413600" y="111456"/>
                  <a:pt x="415225" y="109068"/>
                  <a:pt x="417685" y="106009"/>
                </a:cubicBezTo>
                <a:cubicBezTo>
                  <a:pt x="418010" y="105592"/>
                  <a:pt x="420377" y="103089"/>
                  <a:pt x="424787" y="98500"/>
                </a:cubicBezTo>
                <a:cubicBezTo>
                  <a:pt x="422373" y="97059"/>
                  <a:pt x="420667" y="95770"/>
                  <a:pt x="419669" y="94631"/>
                </a:cubicBezTo>
                <a:cubicBezTo>
                  <a:pt x="418671" y="93492"/>
                  <a:pt x="418172" y="92203"/>
                  <a:pt x="418172" y="90762"/>
                </a:cubicBezTo>
                <a:cubicBezTo>
                  <a:pt x="418172" y="89135"/>
                  <a:pt x="418834" y="87228"/>
                  <a:pt x="420157" y="85044"/>
                </a:cubicBezTo>
                <a:cubicBezTo>
                  <a:pt x="421480" y="82859"/>
                  <a:pt x="424532" y="79769"/>
                  <a:pt x="429313" y="75772"/>
                </a:cubicBezTo>
                <a:moveTo>
                  <a:pt x="441428" y="36904"/>
                </a:moveTo>
                <a:cubicBezTo>
                  <a:pt x="437993" y="36904"/>
                  <a:pt x="435115" y="38266"/>
                  <a:pt x="432794" y="40990"/>
                </a:cubicBezTo>
                <a:cubicBezTo>
                  <a:pt x="430473" y="43713"/>
                  <a:pt x="429313" y="47891"/>
                  <a:pt x="429313" y="53523"/>
                </a:cubicBezTo>
                <a:cubicBezTo>
                  <a:pt x="429313" y="60818"/>
                  <a:pt x="430891" y="66474"/>
                  <a:pt x="434048" y="70489"/>
                </a:cubicBezTo>
                <a:cubicBezTo>
                  <a:pt x="436462" y="73537"/>
                  <a:pt x="439525" y="75061"/>
                  <a:pt x="443239" y="75061"/>
                </a:cubicBezTo>
                <a:cubicBezTo>
                  <a:pt x="446767" y="75061"/>
                  <a:pt x="449668" y="73745"/>
                  <a:pt x="451943" y="71114"/>
                </a:cubicBezTo>
                <a:cubicBezTo>
                  <a:pt x="454217" y="68482"/>
                  <a:pt x="455354" y="64350"/>
                  <a:pt x="455354" y="58717"/>
                </a:cubicBezTo>
                <a:cubicBezTo>
                  <a:pt x="455354" y="51377"/>
                  <a:pt x="453753" y="45629"/>
                  <a:pt x="450550" y="41473"/>
                </a:cubicBezTo>
                <a:cubicBezTo>
                  <a:pt x="448183" y="38427"/>
                  <a:pt x="445142" y="36904"/>
                  <a:pt x="441428" y="36904"/>
                </a:cubicBezTo>
                <a:moveTo>
                  <a:pt x="428617" y="99055"/>
                </a:moveTo>
                <a:cubicBezTo>
                  <a:pt x="426435" y="101418"/>
                  <a:pt x="424787" y="103618"/>
                  <a:pt x="423673" y="105656"/>
                </a:cubicBezTo>
                <a:cubicBezTo>
                  <a:pt x="422559" y="107696"/>
                  <a:pt x="422002" y="109573"/>
                  <a:pt x="422002" y="111288"/>
                </a:cubicBezTo>
                <a:cubicBezTo>
                  <a:pt x="422002" y="113511"/>
                  <a:pt x="423348" y="115457"/>
                  <a:pt x="426040" y="117126"/>
                </a:cubicBezTo>
                <a:cubicBezTo>
                  <a:pt x="430682" y="119998"/>
                  <a:pt x="437390" y="121434"/>
                  <a:pt x="446163" y="121434"/>
                </a:cubicBezTo>
                <a:cubicBezTo>
                  <a:pt x="454519" y="121434"/>
                  <a:pt x="460681" y="119962"/>
                  <a:pt x="464650" y="117019"/>
                </a:cubicBezTo>
                <a:cubicBezTo>
                  <a:pt x="468619" y="114077"/>
                  <a:pt x="470603" y="110939"/>
                  <a:pt x="470603" y="107604"/>
                </a:cubicBezTo>
                <a:cubicBezTo>
                  <a:pt x="470603" y="105194"/>
                  <a:pt x="469420" y="103480"/>
                  <a:pt x="467052" y="102460"/>
                </a:cubicBezTo>
                <a:cubicBezTo>
                  <a:pt x="464638" y="101440"/>
                  <a:pt x="459857" y="100838"/>
                  <a:pt x="452708" y="100654"/>
                </a:cubicBezTo>
                <a:cubicBezTo>
                  <a:pt x="442264" y="100375"/>
                  <a:pt x="434233" y="99842"/>
                  <a:pt x="428617" y="99055"/>
                </a:cubicBezTo>
                <a:close/>
                <a:moveTo>
                  <a:pt x="505488" y="0"/>
                </a:moveTo>
                <a:lnTo>
                  <a:pt x="505488" y="84539"/>
                </a:lnTo>
                <a:cubicBezTo>
                  <a:pt x="505488" y="88528"/>
                  <a:pt x="505778" y="91173"/>
                  <a:pt x="506358" y="92472"/>
                </a:cubicBezTo>
                <a:cubicBezTo>
                  <a:pt x="506938" y="93771"/>
                  <a:pt x="507832" y="94756"/>
                  <a:pt x="509039" y="95429"/>
                </a:cubicBezTo>
                <a:cubicBezTo>
                  <a:pt x="510246" y="96101"/>
                  <a:pt x="512497" y="96437"/>
                  <a:pt x="515793" y="96437"/>
                </a:cubicBezTo>
                <a:lnTo>
                  <a:pt x="515793" y="99013"/>
                </a:lnTo>
                <a:lnTo>
                  <a:pt x="484529" y="99013"/>
                </a:lnTo>
                <a:lnTo>
                  <a:pt x="484529" y="96437"/>
                </a:lnTo>
                <a:cubicBezTo>
                  <a:pt x="487454" y="96437"/>
                  <a:pt x="489450" y="96136"/>
                  <a:pt x="490517" y="95534"/>
                </a:cubicBezTo>
                <a:cubicBezTo>
                  <a:pt x="491585" y="94930"/>
                  <a:pt x="492421" y="93933"/>
                  <a:pt x="493024" y="92542"/>
                </a:cubicBezTo>
                <a:cubicBezTo>
                  <a:pt x="493627" y="91149"/>
                  <a:pt x="493929" y="88482"/>
                  <a:pt x="493929" y="84539"/>
                </a:cubicBezTo>
                <a:lnTo>
                  <a:pt x="493929" y="26649"/>
                </a:lnTo>
                <a:cubicBezTo>
                  <a:pt x="493929" y="19459"/>
                  <a:pt x="493767" y="15041"/>
                  <a:pt x="493442" y="13395"/>
                </a:cubicBezTo>
                <a:cubicBezTo>
                  <a:pt x="493117" y="11747"/>
                  <a:pt x="492595" y="10622"/>
                  <a:pt x="491875" y="10020"/>
                </a:cubicBezTo>
                <a:cubicBezTo>
                  <a:pt x="491156" y="9417"/>
                  <a:pt x="490239" y="9115"/>
                  <a:pt x="489125" y="9115"/>
                </a:cubicBezTo>
                <a:cubicBezTo>
                  <a:pt x="487918" y="9115"/>
                  <a:pt x="486386" y="9486"/>
                  <a:pt x="484529" y="10229"/>
                </a:cubicBezTo>
                <a:lnTo>
                  <a:pt x="483345" y="7792"/>
                </a:lnTo>
                <a:lnTo>
                  <a:pt x="502354" y="0"/>
                </a:lnTo>
                <a:lnTo>
                  <a:pt x="505488" y="0"/>
                </a:lnTo>
                <a:close/>
                <a:moveTo>
                  <a:pt x="533920" y="59324"/>
                </a:moveTo>
                <a:cubicBezTo>
                  <a:pt x="533874" y="68772"/>
                  <a:pt x="536172" y="76183"/>
                  <a:pt x="540814" y="81556"/>
                </a:cubicBezTo>
                <a:cubicBezTo>
                  <a:pt x="545456" y="86927"/>
                  <a:pt x="550910" y="89613"/>
                  <a:pt x="557177" y="89613"/>
                </a:cubicBezTo>
                <a:cubicBezTo>
                  <a:pt x="561354" y="89613"/>
                  <a:pt x="564987" y="88464"/>
                  <a:pt x="568074" y="86167"/>
                </a:cubicBezTo>
                <a:cubicBezTo>
                  <a:pt x="571160" y="83869"/>
                  <a:pt x="573748" y="79935"/>
                  <a:pt x="575837" y="74364"/>
                </a:cubicBezTo>
                <a:lnTo>
                  <a:pt x="577996" y="75757"/>
                </a:lnTo>
                <a:cubicBezTo>
                  <a:pt x="577021" y="82116"/>
                  <a:pt x="574189" y="87907"/>
                  <a:pt x="569501" y="93130"/>
                </a:cubicBezTo>
                <a:cubicBezTo>
                  <a:pt x="564813" y="98352"/>
                  <a:pt x="558940" y="100963"/>
                  <a:pt x="551885" y="100963"/>
                </a:cubicBezTo>
                <a:cubicBezTo>
                  <a:pt x="544225" y="100963"/>
                  <a:pt x="537669" y="97987"/>
                  <a:pt x="532214" y="92035"/>
                </a:cubicBezTo>
                <a:cubicBezTo>
                  <a:pt x="526760" y="86082"/>
                  <a:pt x="524033" y="78079"/>
                  <a:pt x="524033" y="68026"/>
                </a:cubicBezTo>
                <a:cubicBezTo>
                  <a:pt x="524033" y="57140"/>
                  <a:pt x="526830" y="48652"/>
                  <a:pt x="532423" y="42561"/>
                </a:cubicBezTo>
                <a:cubicBezTo>
                  <a:pt x="538017" y="36468"/>
                  <a:pt x="545038" y="33422"/>
                  <a:pt x="553486" y="33422"/>
                </a:cubicBezTo>
                <a:cubicBezTo>
                  <a:pt x="560635" y="33422"/>
                  <a:pt x="566507" y="35772"/>
                  <a:pt x="571102" y="40472"/>
                </a:cubicBezTo>
                <a:cubicBezTo>
                  <a:pt x="575698" y="45171"/>
                  <a:pt x="577996" y="51455"/>
                  <a:pt x="577996" y="59324"/>
                </a:cubicBezTo>
                <a:lnTo>
                  <a:pt x="533920" y="59324"/>
                </a:lnTo>
                <a:moveTo>
                  <a:pt x="533920" y="55286"/>
                </a:moveTo>
                <a:lnTo>
                  <a:pt x="563443" y="55286"/>
                </a:lnTo>
                <a:cubicBezTo>
                  <a:pt x="563211" y="51201"/>
                  <a:pt x="562724" y="48323"/>
                  <a:pt x="561981" y="46652"/>
                </a:cubicBezTo>
                <a:cubicBezTo>
                  <a:pt x="560820" y="44052"/>
                  <a:pt x="559091" y="42010"/>
                  <a:pt x="556794" y="40524"/>
                </a:cubicBezTo>
                <a:cubicBezTo>
                  <a:pt x="554496" y="39039"/>
                  <a:pt x="552094" y="38296"/>
                  <a:pt x="549587" y="38296"/>
                </a:cubicBezTo>
                <a:cubicBezTo>
                  <a:pt x="545734" y="38296"/>
                  <a:pt x="542287" y="39793"/>
                  <a:pt x="539247" y="42787"/>
                </a:cubicBezTo>
                <a:cubicBezTo>
                  <a:pt x="536206" y="45781"/>
                  <a:pt x="534431" y="49948"/>
                  <a:pt x="533920" y="55286"/>
                </a:cubicBezTo>
                <a:close/>
                <a:moveTo>
                  <a:pt x="632886" y="59324"/>
                </a:moveTo>
                <a:cubicBezTo>
                  <a:pt x="632840" y="68772"/>
                  <a:pt x="635137" y="76183"/>
                  <a:pt x="639779" y="81556"/>
                </a:cubicBezTo>
                <a:cubicBezTo>
                  <a:pt x="644421" y="86927"/>
                  <a:pt x="649876" y="89613"/>
                  <a:pt x="656142" y="89613"/>
                </a:cubicBezTo>
                <a:cubicBezTo>
                  <a:pt x="660320" y="89613"/>
                  <a:pt x="663952" y="88464"/>
                  <a:pt x="667039" y="86167"/>
                </a:cubicBezTo>
                <a:cubicBezTo>
                  <a:pt x="670126" y="83869"/>
                  <a:pt x="672714" y="79935"/>
                  <a:pt x="674803" y="74364"/>
                </a:cubicBezTo>
                <a:lnTo>
                  <a:pt x="676962" y="75757"/>
                </a:lnTo>
                <a:cubicBezTo>
                  <a:pt x="675987" y="82116"/>
                  <a:pt x="673155" y="87907"/>
                  <a:pt x="668467" y="93130"/>
                </a:cubicBezTo>
                <a:cubicBezTo>
                  <a:pt x="663778" y="98352"/>
                  <a:pt x="657906" y="100963"/>
                  <a:pt x="650850" y="100963"/>
                </a:cubicBezTo>
                <a:cubicBezTo>
                  <a:pt x="643191" y="100963"/>
                  <a:pt x="636634" y="97987"/>
                  <a:pt x="631180" y="92035"/>
                </a:cubicBezTo>
                <a:cubicBezTo>
                  <a:pt x="625726" y="86082"/>
                  <a:pt x="622999" y="78079"/>
                  <a:pt x="622999" y="68026"/>
                </a:cubicBezTo>
                <a:cubicBezTo>
                  <a:pt x="622999" y="57140"/>
                  <a:pt x="625795" y="48652"/>
                  <a:pt x="631389" y="42561"/>
                </a:cubicBezTo>
                <a:cubicBezTo>
                  <a:pt x="636983" y="36468"/>
                  <a:pt x="644004" y="33422"/>
                  <a:pt x="652452" y="33422"/>
                </a:cubicBezTo>
                <a:cubicBezTo>
                  <a:pt x="659601" y="33422"/>
                  <a:pt x="665473" y="35772"/>
                  <a:pt x="670068" y="40472"/>
                </a:cubicBezTo>
                <a:cubicBezTo>
                  <a:pt x="674664" y="45171"/>
                  <a:pt x="676962" y="51455"/>
                  <a:pt x="676962" y="59324"/>
                </a:cubicBezTo>
                <a:lnTo>
                  <a:pt x="632886" y="59324"/>
                </a:lnTo>
                <a:moveTo>
                  <a:pt x="632886" y="55286"/>
                </a:moveTo>
                <a:lnTo>
                  <a:pt x="662409" y="55286"/>
                </a:lnTo>
                <a:cubicBezTo>
                  <a:pt x="662177" y="51201"/>
                  <a:pt x="661689" y="48323"/>
                  <a:pt x="660947" y="46652"/>
                </a:cubicBezTo>
                <a:cubicBezTo>
                  <a:pt x="659786" y="44052"/>
                  <a:pt x="658057" y="42010"/>
                  <a:pt x="655759" y="40524"/>
                </a:cubicBezTo>
                <a:cubicBezTo>
                  <a:pt x="653462" y="39039"/>
                  <a:pt x="651059" y="38296"/>
                  <a:pt x="648553" y="38296"/>
                </a:cubicBezTo>
                <a:cubicBezTo>
                  <a:pt x="644700" y="38296"/>
                  <a:pt x="641253" y="39793"/>
                  <a:pt x="638213" y="42787"/>
                </a:cubicBezTo>
                <a:cubicBezTo>
                  <a:pt x="635172" y="45781"/>
                  <a:pt x="633397" y="49948"/>
                  <a:pt x="632886" y="55286"/>
                </a:cubicBezTo>
                <a:close/>
                <a:moveTo>
                  <a:pt x="682901" y="35233"/>
                </a:moveTo>
                <a:lnTo>
                  <a:pt x="712912" y="35233"/>
                </a:lnTo>
                <a:lnTo>
                  <a:pt x="712912" y="37809"/>
                </a:lnTo>
                <a:cubicBezTo>
                  <a:pt x="711008" y="37809"/>
                  <a:pt x="709674" y="38134"/>
                  <a:pt x="708908" y="38784"/>
                </a:cubicBezTo>
                <a:cubicBezTo>
                  <a:pt x="708142" y="39434"/>
                  <a:pt x="707759" y="40292"/>
                  <a:pt x="707759" y="41360"/>
                </a:cubicBezTo>
                <a:cubicBezTo>
                  <a:pt x="707759" y="42474"/>
                  <a:pt x="708571" y="44192"/>
                  <a:pt x="710196" y="46513"/>
                </a:cubicBezTo>
                <a:cubicBezTo>
                  <a:pt x="710707" y="47255"/>
                  <a:pt x="711473" y="48416"/>
                  <a:pt x="712494" y="49994"/>
                </a:cubicBezTo>
                <a:lnTo>
                  <a:pt x="717020" y="57235"/>
                </a:lnTo>
                <a:lnTo>
                  <a:pt x="722242" y="49994"/>
                </a:lnTo>
                <a:cubicBezTo>
                  <a:pt x="725584" y="45398"/>
                  <a:pt x="727255" y="42497"/>
                  <a:pt x="727255" y="41290"/>
                </a:cubicBezTo>
                <a:cubicBezTo>
                  <a:pt x="727255" y="40316"/>
                  <a:pt x="726861" y="39492"/>
                  <a:pt x="726072" y="38818"/>
                </a:cubicBezTo>
                <a:cubicBezTo>
                  <a:pt x="725282" y="38145"/>
                  <a:pt x="724006" y="37809"/>
                  <a:pt x="722242" y="37809"/>
                </a:cubicBezTo>
                <a:lnTo>
                  <a:pt x="722242" y="35233"/>
                </a:lnTo>
                <a:lnTo>
                  <a:pt x="743827" y="35233"/>
                </a:lnTo>
                <a:lnTo>
                  <a:pt x="743827" y="37809"/>
                </a:lnTo>
                <a:cubicBezTo>
                  <a:pt x="741553" y="37948"/>
                  <a:pt x="739580" y="38575"/>
                  <a:pt x="737909" y="39689"/>
                </a:cubicBezTo>
                <a:cubicBezTo>
                  <a:pt x="735634" y="41267"/>
                  <a:pt x="732524" y="44702"/>
                  <a:pt x="728578" y="49994"/>
                </a:cubicBezTo>
                <a:lnTo>
                  <a:pt x="719875" y="61622"/>
                </a:lnTo>
                <a:lnTo>
                  <a:pt x="735750" y="84415"/>
                </a:lnTo>
                <a:cubicBezTo>
                  <a:pt x="739649" y="90020"/>
                  <a:pt x="742435" y="93391"/>
                  <a:pt x="744106" y="94526"/>
                </a:cubicBezTo>
                <a:cubicBezTo>
                  <a:pt x="745777" y="95661"/>
                  <a:pt x="747935" y="96298"/>
                  <a:pt x="750581" y="96437"/>
                </a:cubicBezTo>
                <a:lnTo>
                  <a:pt x="750581" y="99013"/>
                </a:lnTo>
                <a:lnTo>
                  <a:pt x="720501" y="99013"/>
                </a:lnTo>
                <a:lnTo>
                  <a:pt x="720501" y="96437"/>
                </a:lnTo>
                <a:cubicBezTo>
                  <a:pt x="722590" y="96437"/>
                  <a:pt x="724215" y="95974"/>
                  <a:pt x="725375" y="95049"/>
                </a:cubicBezTo>
                <a:cubicBezTo>
                  <a:pt x="726257" y="94400"/>
                  <a:pt x="726698" y="93544"/>
                  <a:pt x="726698" y="92479"/>
                </a:cubicBezTo>
                <a:cubicBezTo>
                  <a:pt x="726698" y="91414"/>
                  <a:pt x="725213" y="88729"/>
                  <a:pt x="722242" y="84424"/>
                </a:cubicBezTo>
                <a:lnTo>
                  <a:pt x="712912" y="70813"/>
                </a:lnTo>
                <a:lnTo>
                  <a:pt x="702676" y="84424"/>
                </a:lnTo>
                <a:cubicBezTo>
                  <a:pt x="699520" y="88636"/>
                  <a:pt x="697941" y="91136"/>
                  <a:pt x="697941" y="91924"/>
                </a:cubicBezTo>
                <a:cubicBezTo>
                  <a:pt x="697941" y="93035"/>
                  <a:pt x="698463" y="94042"/>
                  <a:pt x="699508" y="94944"/>
                </a:cubicBezTo>
                <a:cubicBezTo>
                  <a:pt x="700552" y="95847"/>
                  <a:pt x="702119" y="96344"/>
                  <a:pt x="704208" y="96437"/>
                </a:cubicBezTo>
                <a:lnTo>
                  <a:pt x="704208" y="99013"/>
                </a:lnTo>
                <a:lnTo>
                  <a:pt x="683389" y="99013"/>
                </a:lnTo>
                <a:lnTo>
                  <a:pt x="683389" y="96437"/>
                </a:lnTo>
                <a:cubicBezTo>
                  <a:pt x="685060" y="96205"/>
                  <a:pt x="686522" y="95626"/>
                  <a:pt x="687775" y="94701"/>
                </a:cubicBezTo>
                <a:cubicBezTo>
                  <a:pt x="689539" y="93357"/>
                  <a:pt x="692510" y="89930"/>
                  <a:pt x="696688" y="84419"/>
                </a:cubicBezTo>
                <a:lnTo>
                  <a:pt x="710057" y="66705"/>
                </a:lnTo>
                <a:lnTo>
                  <a:pt x="697941" y="49158"/>
                </a:lnTo>
                <a:cubicBezTo>
                  <a:pt x="694506" y="44145"/>
                  <a:pt x="691849" y="41000"/>
                  <a:pt x="689969" y="39724"/>
                </a:cubicBezTo>
                <a:cubicBezTo>
                  <a:pt x="688089" y="38447"/>
                  <a:pt x="685733" y="37809"/>
                  <a:pt x="682901" y="37809"/>
                </a:cubicBezTo>
                <a:lnTo>
                  <a:pt x="682901" y="35233"/>
                </a:lnTo>
                <a:close/>
                <a:moveTo>
                  <a:pt x="773002" y="0"/>
                </a:moveTo>
                <a:cubicBezTo>
                  <a:pt x="774952" y="0"/>
                  <a:pt x="776611" y="688"/>
                  <a:pt x="777980" y="2065"/>
                </a:cubicBezTo>
                <a:cubicBezTo>
                  <a:pt x="779350" y="3440"/>
                  <a:pt x="780034" y="5108"/>
                  <a:pt x="780034" y="7067"/>
                </a:cubicBezTo>
                <a:cubicBezTo>
                  <a:pt x="780034" y="9027"/>
                  <a:pt x="779350" y="10707"/>
                  <a:pt x="777980" y="12107"/>
                </a:cubicBezTo>
                <a:cubicBezTo>
                  <a:pt x="776611" y="13505"/>
                  <a:pt x="774952" y="14204"/>
                  <a:pt x="773002" y="14204"/>
                </a:cubicBezTo>
                <a:cubicBezTo>
                  <a:pt x="771052" y="14204"/>
                  <a:pt x="769381" y="13505"/>
                  <a:pt x="767989" y="12107"/>
                </a:cubicBezTo>
                <a:cubicBezTo>
                  <a:pt x="766596" y="10707"/>
                  <a:pt x="765900" y="9027"/>
                  <a:pt x="765900" y="7067"/>
                </a:cubicBezTo>
                <a:cubicBezTo>
                  <a:pt x="765900" y="5108"/>
                  <a:pt x="766584" y="3440"/>
                  <a:pt x="767954" y="2065"/>
                </a:cubicBezTo>
                <a:cubicBezTo>
                  <a:pt x="769323" y="688"/>
                  <a:pt x="771006" y="0"/>
                  <a:pt x="773002" y="0"/>
                </a:cubicBezTo>
                <a:moveTo>
                  <a:pt x="778781" y="33422"/>
                </a:moveTo>
                <a:lnTo>
                  <a:pt x="778781" y="84556"/>
                </a:lnTo>
                <a:cubicBezTo>
                  <a:pt x="778781" y="88540"/>
                  <a:pt x="779071" y="91191"/>
                  <a:pt x="779652" y="92512"/>
                </a:cubicBezTo>
                <a:cubicBezTo>
                  <a:pt x="780232" y="93832"/>
                  <a:pt x="781091" y="94816"/>
                  <a:pt x="782228" y="95464"/>
                </a:cubicBezTo>
                <a:cubicBezTo>
                  <a:pt x="783365" y="96113"/>
                  <a:pt x="785442" y="96437"/>
                  <a:pt x="788460" y="96437"/>
                </a:cubicBezTo>
                <a:lnTo>
                  <a:pt x="788460" y="99013"/>
                </a:lnTo>
                <a:lnTo>
                  <a:pt x="757475" y="99013"/>
                </a:lnTo>
                <a:lnTo>
                  <a:pt x="757475" y="96437"/>
                </a:lnTo>
                <a:cubicBezTo>
                  <a:pt x="760585" y="96437"/>
                  <a:pt x="762674" y="96136"/>
                  <a:pt x="763741" y="95534"/>
                </a:cubicBezTo>
                <a:cubicBezTo>
                  <a:pt x="764809" y="94932"/>
                  <a:pt x="765656" y="93936"/>
                  <a:pt x="766283" y="92546"/>
                </a:cubicBezTo>
                <a:cubicBezTo>
                  <a:pt x="766909" y="91157"/>
                  <a:pt x="767223" y="88493"/>
                  <a:pt x="767223" y="84556"/>
                </a:cubicBezTo>
                <a:lnTo>
                  <a:pt x="767223" y="60032"/>
                </a:lnTo>
                <a:cubicBezTo>
                  <a:pt x="767223" y="53130"/>
                  <a:pt x="767014" y="48660"/>
                  <a:pt x="766596" y="46624"/>
                </a:cubicBezTo>
                <a:cubicBezTo>
                  <a:pt x="766271" y="45141"/>
                  <a:pt x="765760" y="44110"/>
                  <a:pt x="765064" y="43532"/>
                </a:cubicBezTo>
                <a:cubicBezTo>
                  <a:pt x="764368" y="42953"/>
                  <a:pt x="763416" y="42663"/>
                  <a:pt x="762209" y="42663"/>
                </a:cubicBezTo>
                <a:cubicBezTo>
                  <a:pt x="760910" y="42663"/>
                  <a:pt x="759331" y="43011"/>
                  <a:pt x="757475" y="43706"/>
                </a:cubicBezTo>
                <a:lnTo>
                  <a:pt x="756500" y="41203"/>
                </a:lnTo>
                <a:lnTo>
                  <a:pt x="775717" y="33422"/>
                </a:lnTo>
                <a:lnTo>
                  <a:pt x="778781" y="33422"/>
                </a:lnTo>
                <a:close/>
                <a:moveTo>
                  <a:pt x="814943" y="14204"/>
                </a:moveTo>
                <a:lnTo>
                  <a:pt x="814943" y="35233"/>
                </a:lnTo>
                <a:lnTo>
                  <a:pt x="829843" y="35233"/>
                </a:lnTo>
                <a:lnTo>
                  <a:pt x="829843" y="40107"/>
                </a:lnTo>
                <a:lnTo>
                  <a:pt x="814943" y="40107"/>
                </a:lnTo>
                <a:lnTo>
                  <a:pt x="814943" y="81410"/>
                </a:lnTo>
                <a:cubicBezTo>
                  <a:pt x="814943" y="85537"/>
                  <a:pt x="815534" y="88319"/>
                  <a:pt x="816718" y="89757"/>
                </a:cubicBezTo>
                <a:cubicBezTo>
                  <a:pt x="817902" y="91193"/>
                  <a:pt x="819422" y="91911"/>
                  <a:pt x="821279" y="91911"/>
                </a:cubicBezTo>
                <a:cubicBezTo>
                  <a:pt x="822811" y="91911"/>
                  <a:pt x="824296" y="91435"/>
                  <a:pt x="825735" y="90484"/>
                </a:cubicBezTo>
                <a:cubicBezTo>
                  <a:pt x="827174" y="89532"/>
                  <a:pt x="828288" y="88128"/>
                  <a:pt x="829077" y="86271"/>
                </a:cubicBezTo>
                <a:lnTo>
                  <a:pt x="831793" y="86271"/>
                </a:lnTo>
                <a:cubicBezTo>
                  <a:pt x="830168" y="90833"/>
                  <a:pt x="827871" y="94283"/>
                  <a:pt x="824900" y="96622"/>
                </a:cubicBezTo>
                <a:cubicBezTo>
                  <a:pt x="821929" y="98959"/>
                  <a:pt x="818865" y="100127"/>
                  <a:pt x="815709" y="100127"/>
                </a:cubicBezTo>
                <a:cubicBezTo>
                  <a:pt x="813573" y="100127"/>
                  <a:pt x="811484" y="99535"/>
                  <a:pt x="809442" y="98350"/>
                </a:cubicBezTo>
                <a:cubicBezTo>
                  <a:pt x="807399" y="97164"/>
                  <a:pt x="805891" y="95469"/>
                  <a:pt x="804916" y="93262"/>
                </a:cubicBezTo>
                <a:cubicBezTo>
                  <a:pt x="803941" y="91054"/>
                  <a:pt x="803454" y="87650"/>
                  <a:pt x="803454" y="83048"/>
                </a:cubicBezTo>
                <a:lnTo>
                  <a:pt x="803454" y="40107"/>
                </a:lnTo>
                <a:lnTo>
                  <a:pt x="793357" y="40107"/>
                </a:lnTo>
                <a:lnTo>
                  <a:pt x="793357" y="37809"/>
                </a:lnTo>
                <a:cubicBezTo>
                  <a:pt x="795911" y="36785"/>
                  <a:pt x="798522" y="35050"/>
                  <a:pt x="801191" y="32606"/>
                </a:cubicBezTo>
                <a:cubicBezTo>
                  <a:pt x="803860" y="30162"/>
                  <a:pt x="806239" y="27264"/>
                  <a:pt x="808328" y="23911"/>
                </a:cubicBezTo>
                <a:cubicBezTo>
                  <a:pt x="809395" y="22143"/>
                  <a:pt x="810881" y="18907"/>
                  <a:pt x="812784" y="14204"/>
                </a:cubicBezTo>
                <a:lnTo>
                  <a:pt x="814943" y="14204"/>
                </a:lnTo>
                <a:close/>
                <a:moveTo>
                  <a:pt x="867119" y="41506"/>
                </a:moveTo>
                <a:lnTo>
                  <a:pt x="886755" y="33561"/>
                </a:lnTo>
                <a:lnTo>
                  <a:pt x="889401" y="33561"/>
                </a:lnTo>
                <a:lnTo>
                  <a:pt x="889401" y="48462"/>
                </a:lnTo>
                <a:cubicBezTo>
                  <a:pt x="892697" y="42845"/>
                  <a:pt x="896004" y="38935"/>
                  <a:pt x="899323" y="36730"/>
                </a:cubicBezTo>
                <a:cubicBezTo>
                  <a:pt x="902642" y="34525"/>
                  <a:pt x="906135" y="33422"/>
                  <a:pt x="909802" y="33422"/>
                </a:cubicBezTo>
                <a:cubicBezTo>
                  <a:pt x="916208" y="33422"/>
                  <a:pt x="921546" y="35926"/>
                  <a:pt x="925817" y="40933"/>
                </a:cubicBezTo>
                <a:cubicBezTo>
                  <a:pt x="931062" y="47055"/>
                  <a:pt x="933685" y="55031"/>
                  <a:pt x="933685" y="64862"/>
                </a:cubicBezTo>
                <a:cubicBezTo>
                  <a:pt x="933685" y="75852"/>
                  <a:pt x="930529" y="84941"/>
                  <a:pt x="924216" y="92129"/>
                </a:cubicBezTo>
                <a:cubicBezTo>
                  <a:pt x="919017" y="98018"/>
                  <a:pt x="912471" y="100963"/>
                  <a:pt x="904580" y="100963"/>
                </a:cubicBezTo>
                <a:cubicBezTo>
                  <a:pt x="901145" y="100963"/>
                  <a:pt x="898174" y="100475"/>
                  <a:pt x="895667" y="99501"/>
                </a:cubicBezTo>
                <a:cubicBezTo>
                  <a:pt x="893811" y="98804"/>
                  <a:pt x="891722" y="97412"/>
                  <a:pt x="889401" y="95323"/>
                </a:cubicBezTo>
                <a:lnTo>
                  <a:pt x="889401" y="114749"/>
                </a:lnTo>
                <a:cubicBezTo>
                  <a:pt x="889401" y="119113"/>
                  <a:pt x="889668" y="121886"/>
                  <a:pt x="890202" y="123070"/>
                </a:cubicBezTo>
                <a:cubicBezTo>
                  <a:pt x="890735" y="124254"/>
                  <a:pt x="891664" y="125194"/>
                  <a:pt x="892987" y="125890"/>
                </a:cubicBezTo>
                <a:cubicBezTo>
                  <a:pt x="894310" y="126586"/>
                  <a:pt x="896712" y="126935"/>
                  <a:pt x="900193" y="126935"/>
                </a:cubicBezTo>
                <a:lnTo>
                  <a:pt x="900193" y="129511"/>
                </a:lnTo>
                <a:lnTo>
                  <a:pt x="866771" y="129511"/>
                </a:lnTo>
                <a:lnTo>
                  <a:pt x="866771" y="126935"/>
                </a:lnTo>
                <a:lnTo>
                  <a:pt x="868512" y="126935"/>
                </a:lnTo>
                <a:cubicBezTo>
                  <a:pt x="871065" y="126981"/>
                  <a:pt x="873247" y="126493"/>
                  <a:pt x="875057" y="125470"/>
                </a:cubicBezTo>
                <a:cubicBezTo>
                  <a:pt x="875939" y="124960"/>
                  <a:pt x="876624" y="124135"/>
                  <a:pt x="877111" y="122996"/>
                </a:cubicBezTo>
                <a:cubicBezTo>
                  <a:pt x="877599" y="121859"/>
                  <a:pt x="877842" y="118968"/>
                  <a:pt x="877842" y="114323"/>
                </a:cubicBezTo>
                <a:lnTo>
                  <a:pt x="877842" y="53978"/>
                </a:lnTo>
                <a:cubicBezTo>
                  <a:pt x="877842" y="49844"/>
                  <a:pt x="877657" y="47220"/>
                  <a:pt x="877285" y="46106"/>
                </a:cubicBezTo>
                <a:cubicBezTo>
                  <a:pt x="876914" y="44990"/>
                  <a:pt x="876322" y="44154"/>
                  <a:pt x="875510" y="43597"/>
                </a:cubicBezTo>
                <a:cubicBezTo>
                  <a:pt x="874697" y="43038"/>
                  <a:pt x="873595" y="42759"/>
                  <a:pt x="872202" y="42759"/>
                </a:cubicBezTo>
                <a:cubicBezTo>
                  <a:pt x="871088" y="42759"/>
                  <a:pt x="869672" y="43084"/>
                  <a:pt x="867955" y="43734"/>
                </a:cubicBezTo>
                <a:lnTo>
                  <a:pt x="867119" y="41506"/>
                </a:lnTo>
                <a:moveTo>
                  <a:pt x="889401" y="52697"/>
                </a:moveTo>
                <a:lnTo>
                  <a:pt x="889401" y="76479"/>
                </a:lnTo>
                <a:cubicBezTo>
                  <a:pt x="889401" y="81626"/>
                  <a:pt x="889610" y="85010"/>
                  <a:pt x="890027" y="86632"/>
                </a:cubicBezTo>
                <a:cubicBezTo>
                  <a:pt x="890677" y="89322"/>
                  <a:pt x="892267" y="91686"/>
                  <a:pt x="894797" y="93726"/>
                </a:cubicBezTo>
                <a:cubicBezTo>
                  <a:pt x="897327" y="95765"/>
                  <a:pt x="900518" y="96785"/>
                  <a:pt x="904371" y="96785"/>
                </a:cubicBezTo>
                <a:cubicBezTo>
                  <a:pt x="909013" y="96785"/>
                  <a:pt x="912773" y="94977"/>
                  <a:pt x="915651" y="91360"/>
                </a:cubicBezTo>
                <a:cubicBezTo>
                  <a:pt x="919411" y="86633"/>
                  <a:pt x="921291" y="79980"/>
                  <a:pt x="921291" y="71403"/>
                </a:cubicBezTo>
                <a:cubicBezTo>
                  <a:pt x="921291" y="61668"/>
                  <a:pt x="919156" y="54181"/>
                  <a:pt x="914885" y="48943"/>
                </a:cubicBezTo>
                <a:cubicBezTo>
                  <a:pt x="911914" y="45327"/>
                  <a:pt x="908386" y="43518"/>
                  <a:pt x="904301" y="43518"/>
                </a:cubicBezTo>
                <a:cubicBezTo>
                  <a:pt x="902073" y="43518"/>
                  <a:pt x="899868" y="44075"/>
                  <a:pt x="897687" y="45187"/>
                </a:cubicBezTo>
                <a:cubicBezTo>
                  <a:pt x="896016" y="46021"/>
                  <a:pt x="893254" y="48525"/>
                  <a:pt x="889401" y="52697"/>
                </a:cubicBezTo>
                <a:close/>
                <a:moveTo>
                  <a:pt x="974210" y="33422"/>
                </a:moveTo>
                <a:cubicBezTo>
                  <a:pt x="983865" y="33422"/>
                  <a:pt x="991617" y="37086"/>
                  <a:pt x="997466" y="44413"/>
                </a:cubicBezTo>
                <a:cubicBezTo>
                  <a:pt x="1002433" y="50672"/>
                  <a:pt x="1004916" y="57860"/>
                  <a:pt x="1004916" y="65976"/>
                </a:cubicBezTo>
                <a:cubicBezTo>
                  <a:pt x="1004916" y="71680"/>
                  <a:pt x="1003547" y="77453"/>
                  <a:pt x="1000808" y="83297"/>
                </a:cubicBezTo>
                <a:cubicBezTo>
                  <a:pt x="998069" y="89138"/>
                  <a:pt x="994298" y="93543"/>
                  <a:pt x="989493" y="96511"/>
                </a:cubicBezTo>
                <a:cubicBezTo>
                  <a:pt x="984689" y="99479"/>
                  <a:pt x="979339" y="100963"/>
                  <a:pt x="973444" y="100963"/>
                </a:cubicBezTo>
                <a:cubicBezTo>
                  <a:pt x="963835" y="100963"/>
                  <a:pt x="956199" y="97137"/>
                  <a:pt x="950535" y="89485"/>
                </a:cubicBezTo>
                <a:cubicBezTo>
                  <a:pt x="945754" y="83040"/>
                  <a:pt x="943364" y="75806"/>
                  <a:pt x="943364" y="67784"/>
                </a:cubicBezTo>
                <a:cubicBezTo>
                  <a:pt x="943364" y="61941"/>
                  <a:pt x="944814" y="56133"/>
                  <a:pt x="947715" y="50360"/>
                </a:cubicBezTo>
                <a:cubicBezTo>
                  <a:pt x="950617" y="44586"/>
                  <a:pt x="954435" y="40320"/>
                  <a:pt x="959170" y="37561"/>
                </a:cubicBezTo>
                <a:cubicBezTo>
                  <a:pt x="963904" y="34802"/>
                  <a:pt x="968918" y="33422"/>
                  <a:pt x="974210" y="33422"/>
                </a:cubicBezTo>
                <a:moveTo>
                  <a:pt x="972051" y="38018"/>
                </a:moveTo>
                <a:cubicBezTo>
                  <a:pt x="969591" y="38018"/>
                  <a:pt x="967119" y="38748"/>
                  <a:pt x="964635" y="40209"/>
                </a:cubicBezTo>
                <a:cubicBezTo>
                  <a:pt x="962152" y="41670"/>
                  <a:pt x="960144" y="44231"/>
                  <a:pt x="958613" y="47894"/>
                </a:cubicBezTo>
                <a:cubicBezTo>
                  <a:pt x="957081" y="51557"/>
                  <a:pt x="956315" y="56263"/>
                  <a:pt x="956315" y="62012"/>
                </a:cubicBezTo>
                <a:cubicBezTo>
                  <a:pt x="956315" y="71284"/>
                  <a:pt x="958160" y="79282"/>
                  <a:pt x="961850" y="86006"/>
                </a:cubicBezTo>
                <a:cubicBezTo>
                  <a:pt x="965541" y="92728"/>
                  <a:pt x="970403" y="96089"/>
                  <a:pt x="976438" y="96089"/>
                </a:cubicBezTo>
                <a:cubicBezTo>
                  <a:pt x="980940" y="96089"/>
                  <a:pt x="984654" y="94234"/>
                  <a:pt x="987578" y="90525"/>
                </a:cubicBezTo>
                <a:cubicBezTo>
                  <a:pt x="990503" y="86816"/>
                  <a:pt x="991965" y="80441"/>
                  <a:pt x="991965" y="71401"/>
                </a:cubicBezTo>
                <a:cubicBezTo>
                  <a:pt x="991965" y="60087"/>
                  <a:pt x="989528" y="51185"/>
                  <a:pt x="984654" y="44693"/>
                </a:cubicBezTo>
                <a:cubicBezTo>
                  <a:pt x="981358" y="40243"/>
                  <a:pt x="977157" y="38018"/>
                  <a:pt x="972051" y="38018"/>
                </a:cubicBezTo>
                <a:close/>
                <a:moveTo>
                  <a:pt x="1030540" y="0"/>
                </a:moveTo>
                <a:cubicBezTo>
                  <a:pt x="1032490" y="0"/>
                  <a:pt x="1034149" y="688"/>
                  <a:pt x="1035519" y="2065"/>
                </a:cubicBezTo>
                <a:cubicBezTo>
                  <a:pt x="1036888" y="3440"/>
                  <a:pt x="1037573" y="5108"/>
                  <a:pt x="1037573" y="7067"/>
                </a:cubicBezTo>
                <a:cubicBezTo>
                  <a:pt x="1037573" y="9027"/>
                  <a:pt x="1036888" y="10707"/>
                  <a:pt x="1035519" y="12107"/>
                </a:cubicBezTo>
                <a:cubicBezTo>
                  <a:pt x="1034149" y="13505"/>
                  <a:pt x="1032490" y="14204"/>
                  <a:pt x="1030540" y="14204"/>
                </a:cubicBezTo>
                <a:cubicBezTo>
                  <a:pt x="1028591" y="14204"/>
                  <a:pt x="1026920" y="13505"/>
                  <a:pt x="1025527" y="12107"/>
                </a:cubicBezTo>
                <a:cubicBezTo>
                  <a:pt x="1024134" y="10707"/>
                  <a:pt x="1023438" y="9027"/>
                  <a:pt x="1023438" y="7067"/>
                </a:cubicBezTo>
                <a:cubicBezTo>
                  <a:pt x="1023438" y="5108"/>
                  <a:pt x="1024123" y="3440"/>
                  <a:pt x="1025492" y="2065"/>
                </a:cubicBezTo>
                <a:cubicBezTo>
                  <a:pt x="1026862" y="688"/>
                  <a:pt x="1028544" y="0"/>
                  <a:pt x="1030540" y="0"/>
                </a:cubicBezTo>
                <a:moveTo>
                  <a:pt x="1036320" y="33422"/>
                </a:moveTo>
                <a:lnTo>
                  <a:pt x="1036320" y="84556"/>
                </a:lnTo>
                <a:cubicBezTo>
                  <a:pt x="1036320" y="88540"/>
                  <a:pt x="1036610" y="91191"/>
                  <a:pt x="1037190" y="92512"/>
                </a:cubicBezTo>
                <a:cubicBezTo>
                  <a:pt x="1037770" y="93832"/>
                  <a:pt x="1038629" y="94816"/>
                  <a:pt x="1039766" y="95464"/>
                </a:cubicBezTo>
                <a:cubicBezTo>
                  <a:pt x="1040904" y="96113"/>
                  <a:pt x="1042981" y="96437"/>
                  <a:pt x="1045998" y="96437"/>
                </a:cubicBezTo>
                <a:lnTo>
                  <a:pt x="1045998" y="99013"/>
                </a:lnTo>
                <a:lnTo>
                  <a:pt x="1015013" y="99013"/>
                </a:lnTo>
                <a:lnTo>
                  <a:pt x="1015013" y="96437"/>
                </a:lnTo>
                <a:cubicBezTo>
                  <a:pt x="1018123" y="96437"/>
                  <a:pt x="1020212" y="96136"/>
                  <a:pt x="1021280" y="95534"/>
                </a:cubicBezTo>
                <a:cubicBezTo>
                  <a:pt x="1022347" y="94932"/>
                  <a:pt x="1023194" y="93936"/>
                  <a:pt x="1023821" y="92546"/>
                </a:cubicBezTo>
                <a:cubicBezTo>
                  <a:pt x="1024448" y="91157"/>
                  <a:pt x="1024761" y="88493"/>
                  <a:pt x="1024761" y="84556"/>
                </a:cubicBezTo>
                <a:lnTo>
                  <a:pt x="1024761" y="60032"/>
                </a:lnTo>
                <a:cubicBezTo>
                  <a:pt x="1024761" y="53130"/>
                  <a:pt x="1024552" y="48660"/>
                  <a:pt x="1024134" y="46624"/>
                </a:cubicBezTo>
                <a:cubicBezTo>
                  <a:pt x="1023810" y="45141"/>
                  <a:pt x="1023299" y="44110"/>
                  <a:pt x="1022603" y="43532"/>
                </a:cubicBezTo>
                <a:cubicBezTo>
                  <a:pt x="1021906" y="42953"/>
                  <a:pt x="1020955" y="42663"/>
                  <a:pt x="1019748" y="42663"/>
                </a:cubicBezTo>
                <a:cubicBezTo>
                  <a:pt x="1018448" y="42663"/>
                  <a:pt x="1016870" y="43011"/>
                  <a:pt x="1015013" y="43706"/>
                </a:cubicBezTo>
                <a:lnTo>
                  <a:pt x="1014038" y="41203"/>
                </a:lnTo>
                <a:lnTo>
                  <a:pt x="1033256" y="33422"/>
                </a:lnTo>
                <a:lnTo>
                  <a:pt x="1036320" y="33422"/>
                </a:lnTo>
                <a:close/>
                <a:moveTo>
                  <a:pt x="1072551" y="46930"/>
                </a:moveTo>
                <a:cubicBezTo>
                  <a:pt x="1080025" y="37925"/>
                  <a:pt x="1087150" y="33422"/>
                  <a:pt x="1093927" y="33422"/>
                </a:cubicBezTo>
                <a:cubicBezTo>
                  <a:pt x="1097409" y="33422"/>
                  <a:pt x="1100403" y="34291"/>
                  <a:pt x="1102909" y="36029"/>
                </a:cubicBezTo>
                <a:cubicBezTo>
                  <a:pt x="1105416" y="37765"/>
                  <a:pt x="1107412" y="40625"/>
                  <a:pt x="1108898" y="44609"/>
                </a:cubicBezTo>
                <a:cubicBezTo>
                  <a:pt x="1109919" y="47387"/>
                  <a:pt x="1110429" y="51648"/>
                  <a:pt x="1110429" y="57392"/>
                </a:cubicBezTo>
                <a:lnTo>
                  <a:pt x="1110429" y="84556"/>
                </a:lnTo>
                <a:cubicBezTo>
                  <a:pt x="1110429" y="88586"/>
                  <a:pt x="1110754" y="91319"/>
                  <a:pt x="1111404" y="92755"/>
                </a:cubicBezTo>
                <a:cubicBezTo>
                  <a:pt x="1111915" y="93913"/>
                  <a:pt x="1112739" y="94816"/>
                  <a:pt x="1113876" y="95464"/>
                </a:cubicBezTo>
                <a:cubicBezTo>
                  <a:pt x="1115013" y="96113"/>
                  <a:pt x="1117114" y="96437"/>
                  <a:pt x="1120178" y="96437"/>
                </a:cubicBezTo>
                <a:lnTo>
                  <a:pt x="1120178" y="99013"/>
                </a:lnTo>
                <a:lnTo>
                  <a:pt x="1088635" y="99013"/>
                </a:lnTo>
                <a:lnTo>
                  <a:pt x="1088635" y="96437"/>
                </a:lnTo>
                <a:lnTo>
                  <a:pt x="1089958" y="96437"/>
                </a:lnTo>
                <a:cubicBezTo>
                  <a:pt x="1092929" y="96437"/>
                  <a:pt x="1095007" y="95986"/>
                  <a:pt x="1096190" y="95086"/>
                </a:cubicBezTo>
                <a:cubicBezTo>
                  <a:pt x="1097374" y="94185"/>
                  <a:pt x="1098198" y="92858"/>
                  <a:pt x="1098662" y="91104"/>
                </a:cubicBezTo>
                <a:cubicBezTo>
                  <a:pt x="1098848" y="90410"/>
                  <a:pt x="1098941" y="88239"/>
                  <a:pt x="1098941" y="84591"/>
                </a:cubicBezTo>
                <a:lnTo>
                  <a:pt x="1098941" y="58613"/>
                </a:lnTo>
                <a:cubicBezTo>
                  <a:pt x="1098941" y="52841"/>
                  <a:pt x="1098186" y="48650"/>
                  <a:pt x="1096678" y="46040"/>
                </a:cubicBezTo>
                <a:cubicBezTo>
                  <a:pt x="1095169" y="43431"/>
                  <a:pt x="1092628" y="42126"/>
                  <a:pt x="1089053" y="42126"/>
                </a:cubicBezTo>
                <a:cubicBezTo>
                  <a:pt x="1083529" y="42126"/>
                  <a:pt x="1078029" y="45128"/>
                  <a:pt x="1072551" y="51132"/>
                </a:cubicBezTo>
                <a:lnTo>
                  <a:pt x="1072551" y="84591"/>
                </a:lnTo>
                <a:cubicBezTo>
                  <a:pt x="1072551" y="88886"/>
                  <a:pt x="1072806" y="91542"/>
                  <a:pt x="1073317" y="92557"/>
                </a:cubicBezTo>
                <a:cubicBezTo>
                  <a:pt x="1073967" y="93896"/>
                  <a:pt x="1074860" y="94877"/>
                  <a:pt x="1075998" y="95501"/>
                </a:cubicBezTo>
                <a:cubicBezTo>
                  <a:pt x="1077135" y="96125"/>
                  <a:pt x="1079444" y="96437"/>
                  <a:pt x="1082926" y="96437"/>
                </a:cubicBezTo>
                <a:lnTo>
                  <a:pt x="1082926" y="99013"/>
                </a:lnTo>
                <a:lnTo>
                  <a:pt x="1051384" y="99013"/>
                </a:lnTo>
                <a:lnTo>
                  <a:pt x="1051384" y="96437"/>
                </a:lnTo>
                <a:lnTo>
                  <a:pt x="1052776" y="96437"/>
                </a:lnTo>
                <a:cubicBezTo>
                  <a:pt x="1056026" y="96437"/>
                  <a:pt x="1058219" y="95615"/>
                  <a:pt x="1059356" y="93972"/>
                </a:cubicBezTo>
                <a:cubicBezTo>
                  <a:pt x="1060493" y="92327"/>
                  <a:pt x="1061062" y="89188"/>
                  <a:pt x="1061062" y="84556"/>
                </a:cubicBezTo>
                <a:lnTo>
                  <a:pt x="1061062" y="60935"/>
                </a:lnTo>
                <a:cubicBezTo>
                  <a:pt x="1061062" y="53293"/>
                  <a:pt x="1060888" y="48638"/>
                  <a:pt x="1060540" y="46972"/>
                </a:cubicBezTo>
                <a:cubicBezTo>
                  <a:pt x="1060192" y="45303"/>
                  <a:pt x="1059658" y="44168"/>
                  <a:pt x="1058938" y="43566"/>
                </a:cubicBezTo>
                <a:cubicBezTo>
                  <a:pt x="1058219" y="42964"/>
                  <a:pt x="1057256" y="42663"/>
                  <a:pt x="1056049" y="42663"/>
                </a:cubicBezTo>
                <a:cubicBezTo>
                  <a:pt x="1054749" y="42663"/>
                  <a:pt x="1053194" y="43011"/>
                  <a:pt x="1051384" y="43706"/>
                </a:cubicBezTo>
                <a:lnTo>
                  <a:pt x="1050339" y="41203"/>
                </a:lnTo>
                <a:lnTo>
                  <a:pt x="1069557" y="33422"/>
                </a:lnTo>
                <a:lnTo>
                  <a:pt x="1072551" y="33422"/>
                </a:lnTo>
                <a:lnTo>
                  <a:pt x="1072551" y="46930"/>
                </a:lnTo>
                <a:close/>
                <a:moveTo>
                  <a:pt x="1143783" y="14204"/>
                </a:moveTo>
                <a:lnTo>
                  <a:pt x="1143783" y="35233"/>
                </a:lnTo>
                <a:lnTo>
                  <a:pt x="1158683" y="35233"/>
                </a:lnTo>
                <a:lnTo>
                  <a:pt x="1158683" y="40107"/>
                </a:lnTo>
                <a:lnTo>
                  <a:pt x="1143783" y="40107"/>
                </a:lnTo>
                <a:lnTo>
                  <a:pt x="1143783" y="81410"/>
                </a:lnTo>
                <a:cubicBezTo>
                  <a:pt x="1143783" y="85537"/>
                  <a:pt x="1144374" y="88319"/>
                  <a:pt x="1145558" y="89757"/>
                </a:cubicBezTo>
                <a:cubicBezTo>
                  <a:pt x="1146742" y="91193"/>
                  <a:pt x="1148262" y="91911"/>
                  <a:pt x="1150119" y="91911"/>
                </a:cubicBezTo>
                <a:cubicBezTo>
                  <a:pt x="1151651" y="91911"/>
                  <a:pt x="1153136" y="91435"/>
                  <a:pt x="1154575" y="90484"/>
                </a:cubicBezTo>
                <a:cubicBezTo>
                  <a:pt x="1156014" y="89532"/>
                  <a:pt x="1157128" y="88128"/>
                  <a:pt x="1157917" y="86271"/>
                </a:cubicBezTo>
                <a:lnTo>
                  <a:pt x="1160633" y="86271"/>
                </a:lnTo>
                <a:cubicBezTo>
                  <a:pt x="1159008" y="90833"/>
                  <a:pt x="1156710" y="94283"/>
                  <a:pt x="1153740" y="96622"/>
                </a:cubicBezTo>
                <a:cubicBezTo>
                  <a:pt x="1150769" y="98959"/>
                  <a:pt x="1147705" y="100127"/>
                  <a:pt x="1144549" y="100127"/>
                </a:cubicBezTo>
                <a:cubicBezTo>
                  <a:pt x="1142413" y="100127"/>
                  <a:pt x="1140324" y="99535"/>
                  <a:pt x="1138282" y="98350"/>
                </a:cubicBezTo>
                <a:cubicBezTo>
                  <a:pt x="1136239" y="97164"/>
                  <a:pt x="1134731" y="95469"/>
                  <a:pt x="1133756" y="93262"/>
                </a:cubicBezTo>
                <a:cubicBezTo>
                  <a:pt x="1132781" y="91054"/>
                  <a:pt x="1132294" y="87650"/>
                  <a:pt x="1132294" y="83048"/>
                </a:cubicBezTo>
                <a:lnTo>
                  <a:pt x="1132294" y="40107"/>
                </a:lnTo>
                <a:lnTo>
                  <a:pt x="1122197" y="40107"/>
                </a:lnTo>
                <a:lnTo>
                  <a:pt x="1122197" y="37809"/>
                </a:lnTo>
                <a:cubicBezTo>
                  <a:pt x="1124751" y="36785"/>
                  <a:pt x="1127362" y="35050"/>
                  <a:pt x="1130031" y="32606"/>
                </a:cubicBezTo>
                <a:cubicBezTo>
                  <a:pt x="1132700" y="30162"/>
                  <a:pt x="1135079" y="27264"/>
                  <a:pt x="1137168" y="23911"/>
                </a:cubicBezTo>
                <a:cubicBezTo>
                  <a:pt x="1138235" y="22143"/>
                  <a:pt x="1139721" y="18907"/>
                  <a:pt x="1141624" y="14204"/>
                </a:cubicBezTo>
                <a:lnTo>
                  <a:pt x="1143783" y="14204"/>
                </a:lnTo>
                <a:close/>
                <a:moveTo>
                  <a:pt x="1178273" y="85505"/>
                </a:moveTo>
                <a:cubicBezTo>
                  <a:pt x="1180455" y="85505"/>
                  <a:pt x="1182288" y="86259"/>
                  <a:pt x="1183774" y="87768"/>
                </a:cubicBezTo>
                <a:cubicBezTo>
                  <a:pt x="1185259" y="89277"/>
                  <a:pt x="1186002" y="91099"/>
                  <a:pt x="1186002" y="93234"/>
                </a:cubicBezTo>
                <a:cubicBezTo>
                  <a:pt x="1186002" y="95369"/>
                  <a:pt x="1185248" y="97191"/>
                  <a:pt x="1183739" y="98700"/>
                </a:cubicBezTo>
                <a:cubicBezTo>
                  <a:pt x="1182230" y="100209"/>
                  <a:pt x="1180408" y="100963"/>
                  <a:pt x="1178273" y="100963"/>
                </a:cubicBezTo>
                <a:cubicBezTo>
                  <a:pt x="1176138" y="100963"/>
                  <a:pt x="1174316" y="100209"/>
                  <a:pt x="1172807" y="98700"/>
                </a:cubicBezTo>
                <a:cubicBezTo>
                  <a:pt x="1171298" y="97191"/>
                  <a:pt x="1170544" y="95369"/>
                  <a:pt x="1170544" y="93234"/>
                </a:cubicBezTo>
                <a:cubicBezTo>
                  <a:pt x="1170544" y="91052"/>
                  <a:pt x="1171298" y="89219"/>
                  <a:pt x="1172807" y="87733"/>
                </a:cubicBezTo>
                <a:cubicBezTo>
                  <a:pt x="1174316" y="86248"/>
                  <a:pt x="1176138" y="85505"/>
                  <a:pt x="1178273" y="85505"/>
                </a:cubicBezTo>
                <a:close/>
              </a:path>
            </a:pathLst>
          </a:custGeom>
          <a:solidFill xmlns:a="http://schemas.openxmlformats.org/drawingml/2006/main">
            <a:srgbClr val="FF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Text POP">
            <a:extLst xmlns:a="http://schemas.openxmlformats.org/drawingml/2006/main">
              <a:ext uri="{FF2B5EF4-FFF2-40B4-BE49-F238E27FC236}">
                <a16:creationId xmlns:a16="http://schemas.microsoft.com/office/drawing/2014/main" id="{BB165AA7-6320-42BE-9B65-2CB98AE0F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1867" y="4167930"/>
            <a:ext cx="254172" cy="98595"/>
          </a:xfrm>
          <a:custGeom xmlns:a="http://schemas.openxmlformats.org/drawingml/2006/main">
            <a:pathLst>
              <a:path w="254172" h="98595">
                <a:moveTo>
                  <a:pt x="26877" y="52222"/>
                </a:moveTo>
                <a:lnTo>
                  <a:pt x="26877" y="79772"/>
                </a:lnTo>
                <a:cubicBezTo>
                  <a:pt x="26877" y="85723"/>
                  <a:pt x="27527" y="89420"/>
                  <a:pt x="28827" y="90862"/>
                </a:cubicBezTo>
                <a:cubicBezTo>
                  <a:pt x="30591" y="92908"/>
                  <a:pt x="33260" y="93930"/>
                  <a:pt x="36834" y="93930"/>
                </a:cubicBezTo>
                <a:lnTo>
                  <a:pt x="40455" y="93930"/>
                </a:lnTo>
                <a:lnTo>
                  <a:pt x="40455" y="96507"/>
                </a:lnTo>
                <a:lnTo>
                  <a:pt x="0" y="96507"/>
                </a:lnTo>
                <a:lnTo>
                  <a:pt x="0" y="93930"/>
                </a:lnTo>
                <a:lnTo>
                  <a:pt x="3551" y="93930"/>
                </a:lnTo>
                <a:cubicBezTo>
                  <a:pt x="7543" y="93930"/>
                  <a:pt x="10398" y="92630"/>
                  <a:pt x="12116" y="90031"/>
                </a:cubicBezTo>
                <a:cubicBezTo>
                  <a:pt x="13044" y="88592"/>
                  <a:pt x="13508" y="85180"/>
                  <a:pt x="13508" y="79795"/>
                </a:cubicBezTo>
                <a:lnTo>
                  <a:pt x="13508" y="18800"/>
                </a:lnTo>
                <a:cubicBezTo>
                  <a:pt x="13508" y="12858"/>
                  <a:pt x="12881" y="9168"/>
                  <a:pt x="11628" y="7729"/>
                </a:cubicBezTo>
                <a:cubicBezTo>
                  <a:pt x="9818" y="5686"/>
                  <a:pt x="7125" y="4665"/>
                  <a:pt x="3551" y="4665"/>
                </a:cubicBezTo>
                <a:lnTo>
                  <a:pt x="0" y="4665"/>
                </a:lnTo>
                <a:lnTo>
                  <a:pt x="0" y="2089"/>
                </a:lnTo>
                <a:lnTo>
                  <a:pt x="34606" y="2089"/>
                </a:lnTo>
                <a:cubicBezTo>
                  <a:pt x="43054" y="2089"/>
                  <a:pt x="49715" y="2959"/>
                  <a:pt x="54590" y="4698"/>
                </a:cubicBezTo>
                <a:cubicBezTo>
                  <a:pt x="59464" y="6436"/>
                  <a:pt x="63572" y="9367"/>
                  <a:pt x="66914" y="13493"/>
                </a:cubicBezTo>
                <a:cubicBezTo>
                  <a:pt x="70256" y="17618"/>
                  <a:pt x="71927" y="22509"/>
                  <a:pt x="71927" y="28165"/>
                </a:cubicBezTo>
                <a:cubicBezTo>
                  <a:pt x="71927" y="35861"/>
                  <a:pt x="69386" y="42119"/>
                  <a:pt x="64303" y="46941"/>
                </a:cubicBezTo>
                <a:cubicBezTo>
                  <a:pt x="59220" y="51762"/>
                  <a:pt x="52036" y="54172"/>
                  <a:pt x="42753" y="54172"/>
                </a:cubicBezTo>
                <a:cubicBezTo>
                  <a:pt x="40478" y="54172"/>
                  <a:pt x="38018" y="54009"/>
                  <a:pt x="35372" y="53684"/>
                </a:cubicBezTo>
                <a:cubicBezTo>
                  <a:pt x="32726" y="53359"/>
                  <a:pt x="29894" y="52872"/>
                  <a:pt x="26877" y="52222"/>
                </a:cubicBezTo>
                <a:moveTo>
                  <a:pt x="26877" y="48184"/>
                </a:moveTo>
                <a:cubicBezTo>
                  <a:pt x="29337" y="48648"/>
                  <a:pt x="31519" y="48996"/>
                  <a:pt x="33422" y="49228"/>
                </a:cubicBezTo>
                <a:cubicBezTo>
                  <a:pt x="35325" y="49460"/>
                  <a:pt x="36950" y="49576"/>
                  <a:pt x="38296" y="49576"/>
                </a:cubicBezTo>
                <a:cubicBezTo>
                  <a:pt x="43124" y="49576"/>
                  <a:pt x="47290" y="47708"/>
                  <a:pt x="50795" y="43971"/>
                </a:cubicBezTo>
                <a:cubicBezTo>
                  <a:pt x="54299" y="40234"/>
                  <a:pt x="56052" y="35395"/>
                  <a:pt x="56052" y="29453"/>
                </a:cubicBezTo>
                <a:cubicBezTo>
                  <a:pt x="56052" y="25368"/>
                  <a:pt x="55216" y="21574"/>
                  <a:pt x="53545" y="18069"/>
                </a:cubicBezTo>
                <a:cubicBezTo>
                  <a:pt x="51874" y="14564"/>
                  <a:pt x="49507" y="11941"/>
                  <a:pt x="46443" y="10201"/>
                </a:cubicBezTo>
                <a:cubicBezTo>
                  <a:pt x="43379" y="8460"/>
                  <a:pt x="39898" y="7590"/>
                  <a:pt x="35998" y="7590"/>
                </a:cubicBezTo>
                <a:cubicBezTo>
                  <a:pt x="33631" y="7590"/>
                  <a:pt x="30591" y="8031"/>
                  <a:pt x="26877" y="8913"/>
                </a:cubicBezTo>
                <a:lnTo>
                  <a:pt x="26877" y="48184"/>
                </a:lnTo>
                <a:close/>
                <a:moveTo>
                  <a:pt x="129072" y="0"/>
                </a:moveTo>
                <a:cubicBezTo>
                  <a:pt x="141326" y="0"/>
                  <a:pt x="151945" y="4647"/>
                  <a:pt x="160927" y="13941"/>
                </a:cubicBezTo>
                <a:cubicBezTo>
                  <a:pt x="169909" y="23235"/>
                  <a:pt x="174400" y="34835"/>
                  <a:pt x="174400" y="48741"/>
                </a:cubicBezTo>
                <a:cubicBezTo>
                  <a:pt x="174400" y="63064"/>
                  <a:pt x="169875" y="74954"/>
                  <a:pt x="160823" y="84411"/>
                </a:cubicBezTo>
                <a:cubicBezTo>
                  <a:pt x="151771" y="93867"/>
                  <a:pt x="140816" y="98595"/>
                  <a:pt x="127958" y="98595"/>
                </a:cubicBezTo>
                <a:cubicBezTo>
                  <a:pt x="114960" y="98595"/>
                  <a:pt x="104040" y="93983"/>
                  <a:pt x="95197" y="84759"/>
                </a:cubicBezTo>
                <a:cubicBezTo>
                  <a:pt x="86354" y="75534"/>
                  <a:pt x="81932" y="63598"/>
                  <a:pt x="81932" y="48950"/>
                </a:cubicBezTo>
                <a:cubicBezTo>
                  <a:pt x="81932" y="33978"/>
                  <a:pt x="87039" y="21764"/>
                  <a:pt x="97251" y="12307"/>
                </a:cubicBezTo>
                <a:cubicBezTo>
                  <a:pt x="106117" y="4102"/>
                  <a:pt x="116724" y="0"/>
                  <a:pt x="129072" y="0"/>
                </a:cubicBezTo>
                <a:moveTo>
                  <a:pt x="127749" y="5153"/>
                </a:moveTo>
                <a:cubicBezTo>
                  <a:pt x="119300" y="5153"/>
                  <a:pt x="112523" y="8281"/>
                  <a:pt x="107417" y="14537"/>
                </a:cubicBezTo>
                <a:cubicBezTo>
                  <a:pt x="101057" y="22324"/>
                  <a:pt x="97878" y="33726"/>
                  <a:pt x="97878" y="48743"/>
                </a:cubicBezTo>
                <a:cubicBezTo>
                  <a:pt x="97878" y="64130"/>
                  <a:pt x="101173" y="75971"/>
                  <a:pt x="107765" y="84267"/>
                </a:cubicBezTo>
                <a:cubicBezTo>
                  <a:pt x="112825" y="90570"/>
                  <a:pt x="119509" y="93721"/>
                  <a:pt x="127818" y="93721"/>
                </a:cubicBezTo>
                <a:cubicBezTo>
                  <a:pt x="136684" y="93721"/>
                  <a:pt x="144007" y="90269"/>
                  <a:pt x="149786" y="83364"/>
                </a:cubicBezTo>
                <a:cubicBezTo>
                  <a:pt x="155566" y="76458"/>
                  <a:pt x="158455" y="65566"/>
                  <a:pt x="158455" y="50688"/>
                </a:cubicBezTo>
                <a:cubicBezTo>
                  <a:pt x="158455" y="34560"/>
                  <a:pt x="155276" y="22533"/>
                  <a:pt x="148916" y="14607"/>
                </a:cubicBezTo>
                <a:cubicBezTo>
                  <a:pt x="143810" y="8304"/>
                  <a:pt x="136754" y="5153"/>
                  <a:pt x="127749" y="5153"/>
                </a:cubicBezTo>
                <a:close/>
                <a:moveTo>
                  <a:pt x="209121" y="52222"/>
                </a:moveTo>
                <a:lnTo>
                  <a:pt x="209121" y="79772"/>
                </a:lnTo>
                <a:cubicBezTo>
                  <a:pt x="209121" y="85723"/>
                  <a:pt x="209771" y="89420"/>
                  <a:pt x="211071" y="90862"/>
                </a:cubicBezTo>
                <a:cubicBezTo>
                  <a:pt x="212835" y="92908"/>
                  <a:pt x="215504" y="93930"/>
                  <a:pt x="219078" y="93930"/>
                </a:cubicBezTo>
                <a:lnTo>
                  <a:pt x="222699" y="93930"/>
                </a:lnTo>
                <a:lnTo>
                  <a:pt x="222699" y="96507"/>
                </a:lnTo>
                <a:lnTo>
                  <a:pt x="182244" y="96507"/>
                </a:lnTo>
                <a:lnTo>
                  <a:pt x="182244" y="93930"/>
                </a:lnTo>
                <a:lnTo>
                  <a:pt x="185795" y="93930"/>
                </a:lnTo>
                <a:cubicBezTo>
                  <a:pt x="189787" y="93930"/>
                  <a:pt x="192642" y="92630"/>
                  <a:pt x="194360" y="90031"/>
                </a:cubicBezTo>
                <a:cubicBezTo>
                  <a:pt x="195288" y="88592"/>
                  <a:pt x="195752" y="85180"/>
                  <a:pt x="195752" y="79795"/>
                </a:cubicBezTo>
                <a:lnTo>
                  <a:pt x="195752" y="18800"/>
                </a:lnTo>
                <a:cubicBezTo>
                  <a:pt x="195752" y="12858"/>
                  <a:pt x="195126" y="9168"/>
                  <a:pt x="193872" y="7729"/>
                </a:cubicBezTo>
                <a:cubicBezTo>
                  <a:pt x="192062" y="5686"/>
                  <a:pt x="189370" y="4665"/>
                  <a:pt x="185795" y="4665"/>
                </a:cubicBezTo>
                <a:lnTo>
                  <a:pt x="182244" y="4665"/>
                </a:lnTo>
                <a:lnTo>
                  <a:pt x="182244" y="2089"/>
                </a:lnTo>
                <a:lnTo>
                  <a:pt x="216850" y="2089"/>
                </a:lnTo>
                <a:cubicBezTo>
                  <a:pt x="225298" y="2089"/>
                  <a:pt x="231960" y="2959"/>
                  <a:pt x="236834" y="4698"/>
                </a:cubicBezTo>
                <a:cubicBezTo>
                  <a:pt x="241708" y="6436"/>
                  <a:pt x="245816" y="9367"/>
                  <a:pt x="249158" y="13493"/>
                </a:cubicBezTo>
                <a:cubicBezTo>
                  <a:pt x="252500" y="17618"/>
                  <a:pt x="254172" y="22509"/>
                  <a:pt x="254172" y="28165"/>
                </a:cubicBezTo>
                <a:cubicBezTo>
                  <a:pt x="254172" y="35861"/>
                  <a:pt x="251630" y="42119"/>
                  <a:pt x="246547" y="46941"/>
                </a:cubicBezTo>
                <a:cubicBezTo>
                  <a:pt x="241464" y="51762"/>
                  <a:pt x="234281" y="54172"/>
                  <a:pt x="224997" y="54172"/>
                </a:cubicBezTo>
                <a:cubicBezTo>
                  <a:pt x="222722" y="54172"/>
                  <a:pt x="220262" y="54009"/>
                  <a:pt x="217616" y="53684"/>
                </a:cubicBezTo>
                <a:cubicBezTo>
                  <a:pt x="214970" y="53359"/>
                  <a:pt x="212138" y="52872"/>
                  <a:pt x="209121" y="52222"/>
                </a:cubicBezTo>
                <a:moveTo>
                  <a:pt x="209121" y="48184"/>
                </a:moveTo>
                <a:cubicBezTo>
                  <a:pt x="211581" y="48648"/>
                  <a:pt x="213763" y="48996"/>
                  <a:pt x="215666" y="49228"/>
                </a:cubicBezTo>
                <a:cubicBezTo>
                  <a:pt x="217570" y="49460"/>
                  <a:pt x="219194" y="49576"/>
                  <a:pt x="220540" y="49576"/>
                </a:cubicBezTo>
                <a:cubicBezTo>
                  <a:pt x="225368" y="49576"/>
                  <a:pt x="229534" y="47708"/>
                  <a:pt x="233039" y="43971"/>
                </a:cubicBezTo>
                <a:cubicBezTo>
                  <a:pt x="236544" y="40234"/>
                  <a:pt x="238296" y="35395"/>
                  <a:pt x="238296" y="29453"/>
                </a:cubicBezTo>
                <a:cubicBezTo>
                  <a:pt x="238296" y="25368"/>
                  <a:pt x="237460" y="21574"/>
                  <a:pt x="235789" y="18069"/>
                </a:cubicBezTo>
                <a:cubicBezTo>
                  <a:pt x="234118" y="14564"/>
                  <a:pt x="231751" y="11941"/>
                  <a:pt x="228687" y="10201"/>
                </a:cubicBezTo>
                <a:cubicBezTo>
                  <a:pt x="225623" y="8460"/>
                  <a:pt x="222142" y="7590"/>
                  <a:pt x="218243" y="7590"/>
                </a:cubicBezTo>
                <a:cubicBezTo>
                  <a:pt x="215875" y="7590"/>
                  <a:pt x="212835" y="8031"/>
                  <a:pt x="209121" y="8913"/>
                </a:cubicBezTo>
                <a:lnTo>
                  <a:pt x="209121" y="4818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Text {PC}">
            <a:extLst xmlns:a="http://schemas.openxmlformats.org/drawingml/2006/main">
              <a:ext uri="{FF2B5EF4-FFF2-40B4-BE49-F238E27FC236}">
                <a16:creationId xmlns:a16="http://schemas.microsoft.com/office/drawing/2014/main" id="{AF6211EC-369D-4070-8E37-F025BF65B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9413" y="4165424"/>
            <a:ext cx="274323" cy="129789"/>
          </a:xfrm>
          <a:custGeom xmlns:a="http://schemas.openxmlformats.org/drawingml/2006/main">
            <a:pathLst>
              <a:path w="274323" h="129789">
                <a:moveTo>
                  <a:pt x="38853" y="127352"/>
                </a:moveTo>
                <a:lnTo>
                  <a:pt x="38853" y="129789"/>
                </a:lnTo>
                <a:cubicBezTo>
                  <a:pt x="31101" y="128722"/>
                  <a:pt x="24800" y="125577"/>
                  <a:pt x="19949" y="120355"/>
                </a:cubicBezTo>
                <a:cubicBezTo>
                  <a:pt x="15098" y="115132"/>
                  <a:pt x="12673" y="109342"/>
                  <a:pt x="12673" y="102982"/>
                </a:cubicBezTo>
                <a:cubicBezTo>
                  <a:pt x="12673" y="99640"/>
                  <a:pt x="13206" y="95752"/>
                  <a:pt x="14274" y="91319"/>
                </a:cubicBezTo>
                <a:cubicBezTo>
                  <a:pt x="15342" y="86886"/>
                  <a:pt x="15876" y="83439"/>
                  <a:pt x="15876" y="80979"/>
                </a:cubicBezTo>
                <a:cubicBezTo>
                  <a:pt x="15876" y="77637"/>
                  <a:pt x="14471" y="74515"/>
                  <a:pt x="11663" y="71614"/>
                </a:cubicBezTo>
                <a:cubicBezTo>
                  <a:pt x="8855" y="68713"/>
                  <a:pt x="4967" y="66937"/>
                  <a:pt x="0" y="66287"/>
                </a:cubicBezTo>
                <a:lnTo>
                  <a:pt x="0" y="63433"/>
                </a:lnTo>
                <a:cubicBezTo>
                  <a:pt x="4967" y="62783"/>
                  <a:pt x="8855" y="61019"/>
                  <a:pt x="11663" y="58141"/>
                </a:cubicBezTo>
                <a:cubicBezTo>
                  <a:pt x="14471" y="55263"/>
                  <a:pt x="15876" y="52129"/>
                  <a:pt x="15876" y="48741"/>
                </a:cubicBezTo>
                <a:cubicBezTo>
                  <a:pt x="15876" y="46280"/>
                  <a:pt x="15342" y="42845"/>
                  <a:pt x="14274" y="38436"/>
                </a:cubicBezTo>
                <a:cubicBezTo>
                  <a:pt x="13206" y="34026"/>
                  <a:pt x="12673" y="30126"/>
                  <a:pt x="12673" y="26738"/>
                </a:cubicBezTo>
                <a:cubicBezTo>
                  <a:pt x="12673" y="20425"/>
                  <a:pt x="15098" y="14645"/>
                  <a:pt x="19949" y="9400"/>
                </a:cubicBezTo>
                <a:cubicBezTo>
                  <a:pt x="24800" y="4155"/>
                  <a:pt x="31101" y="1021"/>
                  <a:pt x="38853" y="0"/>
                </a:cubicBezTo>
                <a:lnTo>
                  <a:pt x="38853" y="2437"/>
                </a:lnTo>
                <a:cubicBezTo>
                  <a:pt x="33422" y="3737"/>
                  <a:pt x="29442" y="5860"/>
                  <a:pt x="26912" y="8808"/>
                </a:cubicBezTo>
                <a:cubicBezTo>
                  <a:pt x="24382" y="11756"/>
                  <a:pt x="23117" y="14994"/>
                  <a:pt x="23117" y="18521"/>
                </a:cubicBezTo>
                <a:cubicBezTo>
                  <a:pt x="23117" y="21260"/>
                  <a:pt x="23639" y="24869"/>
                  <a:pt x="24684" y="29349"/>
                </a:cubicBezTo>
                <a:cubicBezTo>
                  <a:pt x="25728" y="33828"/>
                  <a:pt x="26250" y="37646"/>
                  <a:pt x="26250" y="40803"/>
                </a:cubicBezTo>
                <a:cubicBezTo>
                  <a:pt x="26250" y="45491"/>
                  <a:pt x="24533" y="50040"/>
                  <a:pt x="21098" y="54450"/>
                </a:cubicBezTo>
                <a:cubicBezTo>
                  <a:pt x="17663" y="58860"/>
                  <a:pt x="12533" y="62272"/>
                  <a:pt x="5710" y="64686"/>
                </a:cubicBezTo>
                <a:cubicBezTo>
                  <a:pt x="12394" y="67146"/>
                  <a:pt x="17489" y="70628"/>
                  <a:pt x="20993" y="75130"/>
                </a:cubicBezTo>
                <a:cubicBezTo>
                  <a:pt x="24498" y="79633"/>
                  <a:pt x="26250" y="84229"/>
                  <a:pt x="26250" y="88917"/>
                </a:cubicBezTo>
                <a:cubicBezTo>
                  <a:pt x="26250" y="92073"/>
                  <a:pt x="25728" y="95891"/>
                  <a:pt x="24684" y="100371"/>
                </a:cubicBezTo>
                <a:cubicBezTo>
                  <a:pt x="23639" y="104850"/>
                  <a:pt x="23117" y="108460"/>
                  <a:pt x="23117" y="111198"/>
                </a:cubicBezTo>
                <a:cubicBezTo>
                  <a:pt x="23117" y="114726"/>
                  <a:pt x="24382" y="117964"/>
                  <a:pt x="26912" y="120912"/>
                </a:cubicBezTo>
                <a:cubicBezTo>
                  <a:pt x="29442" y="123859"/>
                  <a:pt x="33422" y="126006"/>
                  <a:pt x="38853" y="127352"/>
                </a:cubicBezTo>
                <a:close/>
                <a:moveTo>
                  <a:pt x="77988" y="54729"/>
                </a:moveTo>
                <a:lnTo>
                  <a:pt x="77988" y="82278"/>
                </a:lnTo>
                <a:cubicBezTo>
                  <a:pt x="77988" y="88230"/>
                  <a:pt x="78638" y="91927"/>
                  <a:pt x="79937" y="93369"/>
                </a:cubicBezTo>
                <a:cubicBezTo>
                  <a:pt x="81701" y="95414"/>
                  <a:pt x="84371" y="96437"/>
                  <a:pt x="87945" y="96437"/>
                </a:cubicBezTo>
                <a:lnTo>
                  <a:pt x="91566" y="96437"/>
                </a:lnTo>
                <a:lnTo>
                  <a:pt x="91566" y="99013"/>
                </a:lnTo>
                <a:lnTo>
                  <a:pt x="51111" y="99013"/>
                </a:lnTo>
                <a:lnTo>
                  <a:pt x="51111" y="96437"/>
                </a:lnTo>
                <a:lnTo>
                  <a:pt x="54662" y="96437"/>
                </a:lnTo>
                <a:cubicBezTo>
                  <a:pt x="58654" y="96437"/>
                  <a:pt x="61509" y="95137"/>
                  <a:pt x="63226" y="92538"/>
                </a:cubicBezTo>
                <a:cubicBezTo>
                  <a:pt x="64155" y="91099"/>
                  <a:pt x="64619" y="87687"/>
                  <a:pt x="64619" y="82302"/>
                </a:cubicBezTo>
                <a:lnTo>
                  <a:pt x="64619" y="21307"/>
                </a:lnTo>
                <a:cubicBezTo>
                  <a:pt x="64619" y="15365"/>
                  <a:pt x="63992" y="11675"/>
                  <a:pt x="62739" y="10236"/>
                </a:cubicBezTo>
                <a:cubicBezTo>
                  <a:pt x="60929" y="8193"/>
                  <a:pt x="58236" y="7172"/>
                  <a:pt x="54662" y="7172"/>
                </a:cubicBezTo>
                <a:lnTo>
                  <a:pt x="51111" y="7172"/>
                </a:lnTo>
                <a:lnTo>
                  <a:pt x="51111" y="4596"/>
                </a:lnTo>
                <a:lnTo>
                  <a:pt x="85717" y="4596"/>
                </a:lnTo>
                <a:cubicBezTo>
                  <a:pt x="94165" y="4596"/>
                  <a:pt x="100826" y="5465"/>
                  <a:pt x="105700" y="7204"/>
                </a:cubicBezTo>
                <a:cubicBezTo>
                  <a:pt x="110574" y="8942"/>
                  <a:pt x="114683" y="11874"/>
                  <a:pt x="118025" y="16000"/>
                </a:cubicBezTo>
                <a:cubicBezTo>
                  <a:pt x="121367" y="20125"/>
                  <a:pt x="123038" y="25016"/>
                  <a:pt x="123038" y="30672"/>
                </a:cubicBezTo>
                <a:cubicBezTo>
                  <a:pt x="123038" y="38367"/>
                  <a:pt x="120497" y="44626"/>
                  <a:pt x="115414" y="49448"/>
                </a:cubicBezTo>
                <a:cubicBezTo>
                  <a:pt x="110331" y="54268"/>
                  <a:pt x="103147" y="56678"/>
                  <a:pt x="93863" y="56678"/>
                </a:cubicBezTo>
                <a:cubicBezTo>
                  <a:pt x="91589" y="56678"/>
                  <a:pt x="89129" y="56516"/>
                  <a:pt x="86483" y="56191"/>
                </a:cubicBezTo>
                <a:cubicBezTo>
                  <a:pt x="83837" y="55866"/>
                  <a:pt x="81005" y="55379"/>
                  <a:pt x="77988" y="54729"/>
                </a:cubicBezTo>
                <a:moveTo>
                  <a:pt x="77988" y="50690"/>
                </a:moveTo>
                <a:cubicBezTo>
                  <a:pt x="80448" y="51154"/>
                  <a:pt x="82630" y="51503"/>
                  <a:pt x="84533" y="51735"/>
                </a:cubicBezTo>
                <a:cubicBezTo>
                  <a:pt x="86436" y="51967"/>
                  <a:pt x="88061" y="52083"/>
                  <a:pt x="89407" y="52083"/>
                </a:cubicBezTo>
                <a:cubicBezTo>
                  <a:pt x="94235" y="52083"/>
                  <a:pt x="98401" y="50214"/>
                  <a:pt x="101906" y="46478"/>
                </a:cubicBezTo>
                <a:cubicBezTo>
                  <a:pt x="105410" y="42741"/>
                  <a:pt x="107163" y="37902"/>
                  <a:pt x="107163" y="31960"/>
                </a:cubicBezTo>
                <a:cubicBezTo>
                  <a:pt x="107163" y="27875"/>
                  <a:pt x="106327" y="24080"/>
                  <a:pt x="104656" y="20576"/>
                </a:cubicBezTo>
                <a:cubicBezTo>
                  <a:pt x="102985" y="17071"/>
                  <a:pt x="100617" y="14448"/>
                  <a:pt x="97554" y="12707"/>
                </a:cubicBezTo>
                <a:cubicBezTo>
                  <a:pt x="94490" y="10967"/>
                  <a:pt x="91009" y="10096"/>
                  <a:pt x="87109" y="10096"/>
                </a:cubicBezTo>
                <a:cubicBezTo>
                  <a:pt x="84742" y="10096"/>
                  <a:pt x="81701" y="10537"/>
                  <a:pt x="77988" y="11419"/>
                </a:cubicBezTo>
                <a:lnTo>
                  <a:pt x="77988" y="50690"/>
                </a:lnTo>
                <a:close/>
                <a:moveTo>
                  <a:pt x="213883" y="2507"/>
                </a:moveTo>
                <a:lnTo>
                  <a:pt x="216042" y="34536"/>
                </a:lnTo>
                <a:lnTo>
                  <a:pt x="213883" y="34536"/>
                </a:lnTo>
                <a:cubicBezTo>
                  <a:pt x="211005" y="24903"/>
                  <a:pt x="206897" y="17969"/>
                  <a:pt x="201559" y="13734"/>
                </a:cubicBezTo>
                <a:cubicBezTo>
                  <a:pt x="196220" y="9499"/>
                  <a:pt x="189814" y="7381"/>
                  <a:pt x="182341" y="7381"/>
                </a:cubicBezTo>
                <a:cubicBezTo>
                  <a:pt x="176074" y="7381"/>
                  <a:pt x="170411" y="8972"/>
                  <a:pt x="165351" y="12155"/>
                </a:cubicBezTo>
                <a:cubicBezTo>
                  <a:pt x="160292" y="15336"/>
                  <a:pt x="156311" y="20411"/>
                  <a:pt x="153410" y="27380"/>
                </a:cubicBezTo>
                <a:cubicBezTo>
                  <a:pt x="150509" y="34348"/>
                  <a:pt x="149058" y="43013"/>
                  <a:pt x="149058" y="53373"/>
                </a:cubicBezTo>
                <a:cubicBezTo>
                  <a:pt x="149058" y="61920"/>
                  <a:pt x="150427" y="69330"/>
                  <a:pt x="153166" y="75602"/>
                </a:cubicBezTo>
                <a:cubicBezTo>
                  <a:pt x="155905" y="81873"/>
                  <a:pt x="160025" y="86682"/>
                  <a:pt x="165525" y="90027"/>
                </a:cubicBezTo>
                <a:cubicBezTo>
                  <a:pt x="171026" y="93372"/>
                  <a:pt x="177304" y="95044"/>
                  <a:pt x="184360" y="95044"/>
                </a:cubicBezTo>
                <a:cubicBezTo>
                  <a:pt x="190488" y="95044"/>
                  <a:pt x="195895" y="93733"/>
                  <a:pt x="200584" y="91110"/>
                </a:cubicBezTo>
                <a:cubicBezTo>
                  <a:pt x="205272" y="88488"/>
                  <a:pt x="210425" y="83277"/>
                  <a:pt x="216042" y="75478"/>
                </a:cubicBezTo>
                <a:lnTo>
                  <a:pt x="218200" y="76867"/>
                </a:lnTo>
                <a:cubicBezTo>
                  <a:pt x="213465" y="85247"/>
                  <a:pt x="207941" y="91382"/>
                  <a:pt x="201628" y="95271"/>
                </a:cubicBezTo>
                <a:cubicBezTo>
                  <a:pt x="195315" y="99158"/>
                  <a:pt x="187818" y="101102"/>
                  <a:pt x="179138" y="101102"/>
                </a:cubicBezTo>
                <a:cubicBezTo>
                  <a:pt x="163495" y="101102"/>
                  <a:pt x="151379" y="95308"/>
                  <a:pt x="142791" y="83719"/>
                </a:cubicBezTo>
                <a:cubicBezTo>
                  <a:pt x="136385" y="75098"/>
                  <a:pt x="133182" y="64946"/>
                  <a:pt x="133182" y="53264"/>
                </a:cubicBezTo>
                <a:cubicBezTo>
                  <a:pt x="133182" y="43854"/>
                  <a:pt x="135295" y="35209"/>
                  <a:pt x="139519" y="27330"/>
                </a:cubicBezTo>
                <a:cubicBezTo>
                  <a:pt x="143743" y="19450"/>
                  <a:pt x="149557" y="13343"/>
                  <a:pt x="156961" y="9008"/>
                </a:cubicBezTo>
                <a:cubicBezTo>
                  <a:pt x="164365" y="4674"/>
                  <a:pt x="172454" y="2507"/>
                  <a:pt x="181227" y="2507"/>
                </a:cubicBezTo>
                <a:cubicBezTo>
                  <a:pt x="188051" y="2507"/>
                  <a:pt x="194781" y="4178"/>
                  <a:pt x="201419" y="7520"/>
                </a:cubicBezTo>
                <a:cubicBezTo>
                  <a:pt x="203369" y="8541"/>
                  <a:pt x="204762" y="9052"/>
                  <a:pt x="205597" y="9052"/>
                </a:cubicBezTo>
                <a:cubicBezTo>
                  <a:pt x="206851" y="9052"/>
                  <a:pt x="207941" y="8611"/>
                  <a:pt x="208870" y="7729"/>
                </a:cubicBezTo>
                <a:cubicBezTo>
                  <a:pt x="210077" y="6476"/>
                  <a:pt x="210935" y="4735"/>
                  <a:pt x="211446" y="2507"/>
                </a:cubicBezTo>
                <a:lnTo>
                  <a:pt x="213883" y="2507"/>
                </a:lnTo>
                <a:close/>
                <a:moveTo>
                  <a:pt x="235469" y="2437"/>
                </a:moveTo>
                <a:lnTo>
                  <a:pt x="235469" y="0"/>
                </a:lnTo>
                <a:cubicBezTo>
                  <a:pt x="243221" y="1021"/>
                  <a:pt x="249523" y="4143"/>
                  <a:pt x="254374" y="9365"/>
                </a:cubicBezTo>
                <a:cubicBezTo>
                  <a:pt x="259225" y="14587"/>
                  <a:pt x="261650" y="20401"/>
                  <a:pt x="261650" y="26807"/>
                </a:cubicBezTo>
                <a:cubicBezTo>
                  <a:pt x="261650" y="30150"/>
                  <a:pt x="261116" y="34026"/>
                  <a:pt x="260049" y="38436"/>
                </a:cubicBezTo>
                <a:cubicBezTo>
                  <a:pt x="258981" y="42845"/>
                  <a:pt x="258447" y="46280"/>
                  <a:pt x="258447" y="48741"/>
                </a:cubicBezTo>
                <a:cubicBezTo>
                  <a:pt x="258447" y="52083"/>
                  <a:pt x="259851" y="55205"/>
                  <a:pt x="262660" y="58106"/>
                </a:cubicBezTo>
                <a:cubicBezTo>
                  <a:pt x="265468" y="61007"/>
                  <a:pt x="269356" y="62783"/>
                  <a:pt x="274323" y="63433"/>
                </a:cubicBezTo>
                <a:lnTo>
                  <a:pt x="274323" y="66287"/>
                </a:lnTo>
                <a:cubicBezTo>
                  <a:pt x="269356" y="66937"/>
                  <a:pt x="265468" y="68713"/>
                  <a:pt x="262660" y="71614"/>
                </a:cubicBezTo>
                <a:cubicBezTo>
                  <a:pt x="259851" y="74515"/>
                  <a:pt x="258447" y="77637"/>
                  <a:pt x="258447" y="80979"/>
                </a:cubicBezTo>
                <a:cubicBezTo>
                  <a:pt x="258447" y="83439"/>
                  <a:pt x="258981" y="86886"/>
                  <a:pt x="260049" y="91319"/>
                </a:cubicBezTo>
                <a:cubicBezTo>
                  <a:pt x="261116" y="95752"/>
                  <a:pt x="261650" y="99640"/>
                  <a:pt x="261650" y="102982"/>
                </a:cubicBezTo>
                <a:cubicBezTo>
                  <a:pt x="261650" y="109295"/>
                  <a:pt x="259225" y="115074"/>
                  <a:pt x="254374" y="120320"/>
                </a:cubicBezTo>
                <a:cubicBezTo>
                  <a:pt x="249523" y="125565"/>
                  <a:pt x="243221" y="128722"/>
                  <a:pt x="235469" y="129789"/>
                </a:cubicBezTo>
                <a:lnTo>
                  <a:pt x="235469" y="127352"/>
                </a:lnTo>
                <a:cubicBezTo>
                  <a:pt x="240900" y="126006"/>
                  <a:pt x="244881" y="123871"/>
                  <a:pt x="247411" y="120946"/>
                </a:cubicBezTo>
                <a:cubicBezTo>
                  <a:pt x="249941" y="118022"/>
                  <a:pt x="251206" y="114773"/>
                  <a:pt x="251206" y="111198"/>
                </a:cubicBezTo>
                <a:cubicBezTo>
                  <a:pt x="251206" y="108460"/>
                  <a:pt x="250672" y="104850"/>
                  <a:pt x="249604" y="100371"/>
                </a:cubicBezTo>
                <a:cubicBezTo>
                  <a:pt x="248536" y="95891"/>
                  <a:pt x="248003" y="92097"/>
                  <a:pt x="248003" y="88987"/>
                </a:cubicBezTo>
                <a:cubicBezTo>
                  <a:pt x="248003" y="84252"/>
                  <a:pt x="249732" y="79679"/>
                  <a:pt x="253190" y="75270"/>
                </a:cubicBezTo>
                <a:cubicBezTo>
                  <a:pt x="256648" y="70860"/>
                  <a:pt x="261789" y="67448"/>
                  <a:pt x="268613" y="65034"/>
                </a:cubicBezTo>
                <a:cubicBezTo>
                  <a:pt x="261929" y="62574"/>
                  <a:pt x="256822" y="59092"/>
                  <a:pt x="253294" y="54590"/>
                </a:cubicBezTo>
                <a:cubicBezTo>
                  <a:pt x="249767" y="50087"/>
                  <a:pt x="248003" y="45491"/>
                  <a:pt x="248003" y="40803"/>
                </a:cubicBezTo>
                <a:cubicBezTo>
                  <a:pt x="248003" y="37646"/>
                  <a:pt x="248536" y="33828"/>
                  <a:pt x="249604" y="29349"/>
                </a:cubicBezTo>
                <a:cubicBezTo>
                  <a:pt x="250672" y="24869"/>
                  <a:pt x="251206" y="21260"/>
                  <a:pt x="251206" y="18521"/>
                </a:cubicBezTo>
                <a:cubicBezTo>
                  <a:pt x="251206" y="14994"/>
                  <a:pt x="249941" y="11756"/>
                  <a:pt x="247411" y="8808"/>
                </a:cubicBezTo>
                <a:cubicBezTo>
                  <a:pt x="244881" y="5860"/>
                  <a:pt x="240900" y="3737"/>
                  <a:pt x="235469" y="243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27772E-8AE4-44C1-8ED1-89F59E103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0245" y="4750172"/>
            <a:ext cx="1639915" cy="525842"/>
          </a:xfrm>
          <a:custGeom xmlns:a="http://schemas.openxmlformats.org/drawingml/2006/main">
            <a:pathLst>
              <a:path w="1639915" h="525842" fill="none">
                <a:moveTo>
                  <a:pt x="0" y="485736"/>
                </a:moveTo>
                <a:lnTo>
                  <a:pt x="0" y="40107"/>
                </a:lnTo>
                <a:cubicBezTo>
                  <a:pt x="0" y="34788"/>
                  <a:pt x="1018" y="29672"/>
                  <a:pt x="3053" y="24758"/>
                </a:cubicBezTo>
                <a:cubicBezTo>
                  <a:pt x="5088" y="19845"/>
                  <a:pt x="7986" y="15507"/>
                  <a:pt x="11747" y="11747"/>
                </a:cubicBezTo>
                <a:cubicBezTo>
                  <a:pt x="15508" y="7986"/>
                  <a:pt x="19845" y="5088"/>
                  <a:pt x="24758" y="3053"/>
                </a:cubicBezTo>
                <a:cubicBezTo>
                  <a:pt x="29672" y="1018"/>
                  <a:pt x="34788" y="0"/>
                  <a:pt x="40107" y="0"/>
                </a:cubicBezTo>
                <a:lnTo>
                  <a:pt x="1599808" y="0"/>
                </a:lnTo>
                <a:cubicBezTo>
                  <a:pt x="1605126" y="0"/>
                  <a:pt x="1610243" y="1018"/>
                  <a:pt x="1615156" y="3053"/>
                </a:cubicBezTo>
                <a:cubicBezTo>
                  <a:pt x="1620070" y="5088"/>
                  <a:pt x="1624407" y="7986"/>
                  <a:pt x="1628168" y="11747"/>
                </a:cubicBezTo>
                <a:cubicBezTo>
                  <a:pt x="1631928" y="15507"/>
                  <a:pt x="1634826" y="19845"/>
                  <a:pt x="1636862" y="24758"/>
                </a:cubicBezTo>
                <a:cubicBezTo>
                  <a:pt x="1638897" y="29672"/>
                  <a:pt x="1639915" y="34788"/>
                  <a:pt x="1639915" y="40107"/>
                </a:cubicBezTo>
                <a:lnTo>
                  <a:pt x="1639915" y="485736"/>
                </a:lnTo>
                <a:cubicBezTo>
                  <a:pt x="1639915" y="491054"/>
                  <a:pt x="1638897" y="496169"/>
                  <a:pt x="1636862" y="501083"/>
                </a:cubicBezTo>
                <a:cubicBezTo>
                  <a:pt x="1634826" y="505997"/>
                  <a:pt x="1631928" y="510334"/>
                  <a:pt x="1628168" y="514095"/>
                </a:cubicBezTo>
                <a:cubicBezTo>
                  <a:pt x="1624407" y="517856"/>
                  <a:pt x="1620070" y="520753"/>
                  <a:pt x="1615156" y="522788"/>
                </a:cubicBezTo>
                <a:cubicBezTo>
                  <a:pt x="1610242" y="524824"/>
                  <a:pt x="1605126" y="525842"/>
                  <a:pt x="1599808" y="525842"/>
                </a:cubicBezTo>
                <a:lnTo>
                  <a:pt x="40107" y="525842"/>
                </a:lnTo>
                <a:cubicBezTo>
                  <a:pt x="34788" y="525842"/>
                  <a:pt x="29672" y="524824"/>
                  <a:pt x="24758" y="522788"/>
                </a:cubicBezTo>
                <a:cubicBezTo>
                  <a:pt x="19845" y="520753"/>
                  <a:pt x="15508" y="517856"/>
                  <a:pt x="11747" y="514095"/>
                </a:cubicBezTo>
                <a:cubicBezTo>
                  <a:pt x="7986" y="510334"/>
                  <a:pt x="5088" y="505997"/>
                  <a:pt x="3053" y="501083"/>
                </a:cubicBezTo>
                <a:cubicBezTo>
                  <a:pt x="1018" y="496169"/>
                  <a:pt x="0" y="491054"/>
                  <a:pt x="0" y="48573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8913" cap="flat">
            <a:solidFill>
              <a:srgbClr val="CCCCCC"/>
            </a:solidFill>
            <a:miter/>
          </a:ln>
        </p:spPr>
      </p:sp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DC348F-5DA2-4238-8F18-3ADFFB21E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3828" y="4852667"/>
            <a:ext cx="1452750" cy="151514"/>
          </a:xfrm>
          <a:custGeom xmlns:a="http://schemas.openxmlformats.org/drawingml/2006/main">
            <a:pathLst>
              <a:path w="1452750" h="151514">
                <a:moveTo>
                  <a:pt x="0" y="0"/>
                </a:moveTo>
                <a:lnTo>
                  <a:pt x="1452750" y="0"/>
                </a:lnTo>
                <a:lnTo>
                  <a:pt x="1452750" y="151514"/>
                </a:lnTo>
                <a:lnTo>
                  <a:pt x="0" y="15151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7D07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Text +ADD">
            <a:extLst xmlns:a="http://schemas.openxmlformats.org/drawingml/2006/main">
              <a:ext uri="{FF2B5EF4-FFF2-40B4-BE49-F238E27FC236}">
                <a16:creationId xmlns:a16="http://schemas.microsoft.com/office/drawing/2014/main" id="{EF7155C1-AEA2-4ED2-B73C-53BD1D19F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6404" y="4880937"/>
            <a:ext cx="409095" cy="96507"/>
          </a:xfrm>
          <a:custGeom xmlns:a="http://schemas.openxmlformats.org/drawingml/2006/main">
            <a:pathLst>
              <a:path w="409095" h="96507">
                <a:moveTo>
                  <a:pt x="34676" y="86758"/>
                </a:moveTo>
                <a:lnTo>
                  <a:pt x="34676" y="52013"/>
                </a:lnTo>
                <a:lnTo>
                  <a:pt x="0" y="52013"/>
                </a:lnTo>
                <a:lnTo>
                  <a:pt x="0" y="46234"/>
                </a:lnTo>
                <a:lnTo>
                  <a:pt x="34676" y="46234"/>
                </a:lnTo>
                <a:lnTo>
                  <a:pt x="34676" y="11628"/>
                </a:lnTo>
                <a:lnTo>
                  <a:pt x="40246" y="11628"/>
                </a:lnTo>
                <a:lnTo>
                  <a:pt x="40246" y="46234"/>
                </a:lnTo>
                <a:lnTo>
                  <a:pt x="75061" y="46234"/>
                </a:lnTo>
                <a:lnTo>
                  <a:pt x="75061" y="52013"/>
                </a:lnTo>
                <a:lnTo>
                  <a:pt x="40246" y="52013"/>
                </a:lnTo>
                <a:lnTo>
                  <a:pt x="40246" y="86758"/>
                </a:lnTo>
                <a:lnTo>
                  <a:pt x="34676" y="86758"/>
                </a:lnTo>
                <a:close/>
                <a:moveTo>
                  <a:pt x="170871" y="64895"/>
                </a:moveTo>
                <a:lnTo>
                  <a:pt x="134316" y="64895"/>
                </a:lnTo>
                <a:lnTo>
                  <a:pt x="127910" y="79795"/>
                </a:lnTo>
                <a:cubicBezTo>
                  <a:pt x="126331" y="83463"/>
                  <a:pt x="125542" y="86201"/>
                  <a:pt x="125542" y="88012"/>
                </a:cubicBezTo>
                <a:cubicBezTo>
                  <a:pt x="125542" y="89451"/>
                  <a:pt x="126227" y="90716"/>
                  <a:pt x="127596" y="91807"/>
                </a:cubicBezTo>
                <a:cubicBezTo>
                  <a:pt x="128966" y="92897"/>
                  <a:pt x="131925" y="93605"/>
                  <a:pt x="136474" y="93930"/>
                </a:cubicBezTo>
                <a:lnTo>
                  <a:pt x="136474" y="96507"/>
                </a:lnTo>
                <a:lnTo>
                  <a:pt x="106742" y="96507"/>
                </a:lnTo>
                <a:lnTo>
                  <a:pt x="106742" y="93930"/>
                </a:lnTo>
                <a:cubicBezTo>
                  <a:pt x="110688" y="93234"/>
                  <a:pt x="113241" y="92329"/>
                  <a:pt x="114401" y="91217"/>
                </a:cubicBezTo>
                <a:cubicBezTo>
                  <a:pt x="116769" y="88990"/>
                  <a:pt x="119392" y="84468"/>
                  <a:pt x="122270" y="77650"/>
                </a:cubicBezTo>
                <a:lnTo>
                  <a:pt x="155483" y="0"/>
                </a:lnTo>
                <a:lnTo>
                  <a:pt x="157920" y="0"/>
                </a:lnTo>
                <a:lnTo>
                  <a:pt x="190785" y="78483"/>
                </a:lnTo>
                <a:cubicBezTo>
                  <a:pt x="193431" y="84792"/>
                  <a:pt x="195833" y="88886"/>
                  <a:pt x="197992" y="90764"/>
                </a:cubicBezTo>
                <a:cubicBezTo>
                  <a:pt x="200150" y="92643"/>
                  <a:pt x="203156" y="93698"/>
                  <a:pt x="207009" y="93930"/>
                </a:cubicBezTo>
                <a:lnTo>
                  <a:pt x="207009" y="96507"/>
                </a:lnTo>
                <a:lnTo>
                  <a:pt x="169757" y="96507"/>
                </a:lnTo>
                <a:lnTo>
                  <a:pt x="169757" y="93930"/>
                </a:lnTo>
                <a:cubicBezTo>
                  <a:pt x="173517" y="93745"/>
                  <a:pt x="176058" y="93118"/>
                  <a:pt x="177381" y="92050"/>
                </a:cubicBezTo>
                <a:cubicBezTo>
                  <a:pt x="178704" y="90983"/>
                  <a:pt x="179366" y="89683"/>
                  <a:pt x="179366" y="88151"/>
                </a:cubicBezTo>
                <a:cubicBezTo>
                  <a:pt x="179366" y="86109"/>
                  <a:pt x="178437" y="82882"/>
                  <a:pt x="176581" y="78472"/>
                </a:cubicBezTo>
                <a:lnTo>
                  <a:pt x="170871" y="64895"/>
                </a:lnTo>
                <a:moveTo>
                  <a:pt x="168921" y="59742"/>
                </a:moveTo>
                <a:lnTo>
                  <a:pt x="152907" y="21640"/>
                </a:lnTo>
                <a:lnTo>
                  <a:pt x="136474" y="59742"/>
                </a:lnTo>
                <a:lnTo>
                  <a:pt x="168921" y="59742"/>
                </a:lnTo>
                <a:close/>
                <a:moveTo>
                  <a:pt x="211023" y="96507"/>
                </a:moveTo>
                <a:lnTo>
                  <a:pt x="211023" y="93930"/>
                </a:lnTo>
                <a:lnTo>
                  <a:pt x="214574" y="93930"/>
                </a:lnTo>
                <a:cubicBezTo>
                  <a:pt x="218566" y="93930"/>
                  <a:pt x="221398" y="92654"/>
                  <a:pt x="223069" y="90101"/>
                </a:cubicBezTo>
                <a:cubicBezTo>
                  <a:pt x="224090" y="88569"/>
                  <a:pt x="224601" y="85134"/>
                  <a:pt x="224601" y="79795"/>
                </a:cubicBezTo>
                <a:lnTo>
                  <a:pt x="224601" y="18800"/>
                </a:lnTo>
                <a:cubicBezTo>
                  <a:pt x="224601" y="12905"/>
                  <a:pt x="223951" y="9214"/>
                  <a:pt x="222651" y="7729"/>
                </a:cubicBezTo>
                <a:cubicBezTo>
                  <a:pt x="220841" y="5686"/>
                  <a:pt x="218148" y="4665"/>
                  <a:pt x="214574" y="4665"/>
                </a:cubicBezTo>
                <a:lnTo>
                  <a:pt x="211023" y="4665"/>
                </a:lnTo>
                <a:lnTo>
                  <a:pt x="211023" y="2089"/>
                </a:lnTo>
                <a:lnTo>
                  <a:pt x="249458" y="2089"/>
                </a:lnTo>
                <a:cubicBezTo>
                  <a:pt x="263570" y="2089"/>
                  <a:pt x="274305" y="3690"/>
                  <a:pt x="281662" y="6893"/>
                </a:cubicBezTo>
                <a:cubicBezTo>
                  <a:pt x="289020" y="10096"/>
                  <a:pt x="294938" y="15435"/>
                  <a:pt x="299418" y="22908"/>
                </a:cubicBezTo>
                <a:cubicBezTo>
                  <a:pt x="303897" y="30382"/>
                  <a:pt x="306137" y="39016"/>
                  <a:pt x="306137" y="48810"/>
                </a:cubicBezTo>
                <a:cubicBezTo>
                  <a:pt x="306137" y="61947"/>
                  <a:pt x="302145" y="72925"/>
                  <a:pt x="294161" y="81745"/>
                </a:cubicBezTo>
                <a:cubicBezTo>
                  <a:pt x="285202" y="91586"/>
                  <a:pt x="271554" y="96507"/>
                  <a:pt x="253218" y="96507"/>
                </a:cubicBezTo>
                <a:lnTo>
                  <a:pt x="211023" y="96507"/>
                </a:lnTo>
                <a:moveTo>
                  <a:pt x="237970" y="89752"/>
                </a:moveTo>
                <a:cubicBezTo>
                  <a:pt x="243865" y="91006"/>
                  <a:pt x="248809" y="91632"/>
                  <a:pt x="252801" y="91632"/>
                </a:cubicBezTo>
                <a:cubicBezTo>
                  <a:pt x="263570" y="91632"/>
                  <a:pt x="272506" y="87849"/>
                  <a:pt x="279608" y="80283"/>
                </a:cubicBezTo>
                <a:cubicBezTo>
                  <a:pt x="286710" y="72716"/>
                  <a:pt x="290261" y="62458"/>
                  <a:pt x="290261" y="49507"/>
                </a:cubicBezTo>
                <a:cubicBezTo>
                  <a:pt x="290261" y="36463"/>
                  <a:pt x="286710" y="26181"/>
                  <a:pt x="279608" y="18661"/>
                </a:cubicBezTo>
                <a:cubicBezTo>
                  <a:pt x="272506" y="11141"/>
                  <a:pt x="263384" y="7381"/>
                  <a:pt x="252244" y="7381"/>
                </a:cubicBezTo>
                <a:cubicBezTo>
                  <a:pt x="248066" y="7381"/>
                  <a:pt x="243308" y="8054"/>
                  <a:pt x="237970" y="9400"/>
                </a:cubicBezTo>
                <a:lnTo>
                  <a:pt x="237970" y="89752"/>
                </a:lnTo>
                <a:close/>
                <a:moveTo>
                  <a:pt x="313981" y="96507"/>
                </a:moveTo>
                <a:lnTo>
                  <a:pt x="313981" y="93930"/>
                </a:lnTo>
                <a:lnTo>
                  <a:pt x="317532" y="93930"/>
                </a:lnTo>
                <a:cubicBezTo>
                  <a:pt x="321524" y="93930"/>
                  <a:pt x="324356" y="92654"/>
                  <a:pt x="326027" y="90101"/>
                </a:cubicBezTo>
                <a:cubicBezTo>
                  <a:pt x="327048" y="88569"/>
                  <a:pt x="327559" y="85134"/>
                  <a:pt x="327559" y="79795"/>
                </a:cubicBezTo>
                <a:lnTo>
                  <a:pt x="327559" y="18800"/>
                </a:lnTo>
                <a:cubicBezTo>
                  <a:pt x="327559" y="12905"/>
                  <a:pt x="326909" y="9214"/>
                  <a:pt x="325609" y="7729"/>
                </a:cubicBezTo>
                <a:cubicBezTo>
                  <a:pt x="323799" y="5686"/>
                  <a:pt x="321107" y="4665"/>
                  <a:pt x="317532" y="4665"/>
                </a:cubicBezTo>
                <a:lnTo>
                  <a:pt x="313981" y="4665"/>
                </a:lnTo>
                <a:lnTo>
                  <a:pt x="313981" y="2089"/>
                </a:lnTo>
                <a:lnTo>
                  <a:pt x="352417" y="2089"/>
                </a:lnTo>
                <a:cubicBezTo>
                  <a:pt x="366528" y="2089"/>
                  <a:pt x="377263" y="3690"/>
                  <a:pt x="384620" y="6893"/>
                </a:cubicBezTo>
                <a:cubicBezTo>
                  <a:pt x="391978" y="10096"/>
                  <a:pt x="397896" y="15435"/>
                  <a:pt x="402376" y="22908"/>
                </a:cubicBezTo>
                <a:cubicBezTo>
                  <a:pt x="406855" y="30382"/>
                  <a:pt x="409095" y="39016"/>
                  <a:pt x="409095" y="48810"/>
                </a:cubicBezTo>
                <a:cubicBezTo>
                  <a:pt x="409095" y="61947"/>
                  <a:pt x="405103" y="72925"/>
                  <a:pt x="397119" y="81745"/>
                </a:cubicBezTo>
                <a:cubicBezTo>
                  <a:pt x="388160" y="91586"/>
                  <a:pt x="374512" y="96507"/>
                  <a:pt x="356177" y="96507"/>
                </a:cubicBezTo>
                <a:lnTo>
                  <a:pt x="313981" y="96507"/>
                </a:lnTo>
                <a:moveTo>
                  <a:pt x="340928" y="89752"/>
                </a:moveTo>
                <a:cubicBezTo>
                  <a:pt x="346823" y="91006"/>
                  <a:pt x="351767" y="91632"/>
                  <a:pt x="355759" y="91632"/>
                </a:cubicBezTo>
                <a:cubicBezTo>
                  <a:pt x="366528" y="91632"/>
                  <a:pt x="375464" y="87849"/>
                  <a:pt x="382566" y="80283"/>
                </a:cubicBezTo>
                <a:cubicBezTo>
                  <a:pt x="389669" y="72716"/>
                  <a:pt x="393220" y="62458"/>
                  <a:pt x="393220" y="49507"/>
                </a:cubicBezTo>
                <a:cubicBezTo>
                  <a:pt x="393220" y="36463"/>
                  <a:pt x="389669" y="26181"/>
                  <a:pt x="382566" y="18661"/>
                </a:cubicBezTo>
                <a:cubicBezTo>
                  <a:pt x="375464" y="11141"/>
                  <a:pt x="366343" y="7381"/>
                  <a:pt x="355202" y="7381"/>
                </a:cubicBezTo>
                <a:cubicBezTo>
                  <a:pt x="351024" y="7381"/>
                  <a:pt x="346266" y="8054"/>
                  <a:pt x="340928" y="9400"/>
                </a:cubicBezTo>
                <a:lnTo>
                  <a:pt x="340928" y="8975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Text SP,SP,#0x34">
            <a:extLst xmlns:a="http://schemas.openxmlformats.org/drawingml/2006/main">
              <a:ext uri="{FF2B5EF4-FFF2-40B4-BE49-F238E27FC236}">
                <a16:creationId xmlns:a16="http://schemas.microsoft.com/office/drawing/2014/main" id="{109A03EA-9BFB-414E-B495-9BE64D81A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3721" y="4880937"/>
            <a:ext cx="770940" cy="120320"/>
          </a:xfrm>
          <a:custGeom xmlns:a="http://schemas.openxmlformats.org/drawingml/2006/main">
            <a:pathLst>
              <a:path w="770940" h="120320">
                <a:moveTo>
                  <a:pt x="56470" y="0"/>
                </a:moveTo>
                <a:lnTo>
                  <a:pt x="56470" y="32587"/>
                </a:lnTo>
                <a:lnTo>
                  <a:pt x="53893" y="32587"/>
                </a:lnTo>
                <a:cubicBezTo>
                  <a:pt x="53058" y="26320"/>
                  <a:pt x="51561" y="21330"/>
                  <a:pt x="49402" y="17616"/>
                </a:cubicBezTo>
                <a:cubicBezTo>
                  <a:pt x="47244" y="13903"/>
                  <a:pt x="44168" y="10955"/>
                  <a:pt x="40176" y="8773"/>
                </a:cubicBezTo>
                <a:cubicBezTo>
                  <a:pt x="36184" y="6592"/>
                  <a:pt x="32053" y="5501"/>
                  <a:pt x="27782" y="5501"/>
                </a:cubicBezTo>
                <a:cubicBezTo>
                  <a:pt x="22955" y="5501"/>
                  <a:pt x="18962" y="6974"/>
                  <a:pt x="15806" y="9920"/>
                </a:cubicBezTo>
                <a:cubicBezTo>
                  <a:pt x="12649" y="12865"/>
                  <a:pt x="11071" y="16216"/>
                  <a:pt x="11071" y="19973"/>
                </a:cubicBezTo>
                <a:cubicBezTo>
                  <a:pt x="11071" y="22849"/>
                  <a:pt x="12069" y="25470"/>
                  <a:pt x="14065" y="27834"/>
                </a:cubicBezTo>
                <a:cubicBezTo>
                  <a:pt x="16943" y="31314"/>
                  <a:pt x="23790" y="35953"/>
                  <a:pt x="34606" y="41752"/>
                </a:cubicBezTo>
                <a:cubicBezTo>
                  <a:pt x="43426" y="46482"/>
                  <a:pt x="49449" y="50112"/>
                  <a:pt x="52675" y="52640"/>
                </a:cubicBezTo>
                <a:cubicBezTo>
                  <a:pt x="55901" y="55167"/>
                  <a:pt x="58384" y="58147"/>
                  <a:pt x="60125" y="61581"/>
                </a:cubicBezTo>
                <a:cubicBezTo>
                  <a:pt x="61866" y="65013"/>
                  <a:pt x="62736" y="68608"/>
                  <a:pt x="62736" y="72365"/>
                </a:cubicBezTo>
                <a:cubicBezTo>
                  <a:pt x="62736" y="79507"/>
                  <a:pt x="59963" y="85665"/>
                  <a:pt x="54415" y="90838"/>
                </a:cubicBezTo>
                <a:cubicBezTo>
                  <a:pt x="48868" y="96010"/>
                  <a:pt x="41731" y="98595"/>
                  <a:pt x="33004" y="98595"/>
                </a:cubicBezTo>
                <a:cubicBezTo>
                  <a:pt x="30266" y="98595"/>
                  <a:pt x="27689" y="98389"/>
                  <a:pt x="25276" y="97977"/>
                </a:cubicBezTo>
                <a:cubicBezTo>
                  <a:pt x="23837" y="97748"/>
                  <a:pt x="20854" y="96912"/>
                  <a:pt x="16328" y="95469"/>
                </a:cubicBezTo>
                <a:cubicBezTo>
                  <a:pt x="11802" y="94025"/>
                  <a:pt x="8936" y="93304"/>
                  <a:pt x="7729" y="93304"/>
                </a:cubicBezTo>
                <a:cubicBezTo>
                  <a:pt x="6568" y="93304"/>
                  <a:pt x="5652" y="93647"/>
                  <a:pt x="4979" y="94335"/>
                </a:cubicBezTo>
                <a:cubicBezTo>
                  <a:pt x="4305" y="95023"/>
                  <a:pt x="3806" y="96443"/>
                  <a:pt x="3481" y="98595"/>
                </a:cubicBezTo>
                <a:lnTo>
                  <a:pt x="905" y="98595"/>
                </a:lnTo>
                <a:lnTo>
                  <a:pt x="905" y="66287"/>
                </a:lnTo>
                <a:lnTo>
                  <a:pt x="3481" y="66287"/>
                </a:lnTo>
                <a:cubicBezTo>
                  <a:pt x="4688" y="73065"/>
                  <a:pt x="6313" y="78136"/>
                  <a:pt x="8356" y="81501"/>
                </a:cubicBezTo>
                <a:cubicBezTo>
                  <a:pt x="10398" y="84867"/>
                  <a:pt x="13520" y="87664"/>
                  <a:pt x="17721" y="89892"/>
                </a:cubicBezTo>
                <a:cubicBezTo>
                  <a:pt x="21922" y="92120"/>
                  <a:pt x="26529" y="93234"/>
                  <a:pt x="31542" y="93234"/>
                </a:cubicBezTo>
                <a:cubicBezTo>
                  <a:pt x="37345" y="93234"/>
                  <a:pt x="41929" y="91704"/>
                  <a:pt x="45294" y="88643"/>
                </a:cubicBezTo>
                <a:cubicBezTo>
                  <a:pt x="48659" y="85580"/>
                  <a:pt x="50342" y="81962"/>
                  <a:pt x="50342" y="77787"/>
                </a:cubicBezTo>
                <a:cubicBezTo>
                  <a:pt x="50342" y="75468"/>
                  <a:pt x="49704" y="73126"/>
                  <a:pt x="48427" y="70761"/>
                </a:cubicBezTo>
                <a:cubicBezTo>
                  <a:pt x="47151" y="68395"/>
                  <a:pt x="45166" y="66192"/>
                  <a:pt x="42474" y="64151"/>
                </a:cubicBezTo>
                <a:cubicBezTo>
                  <a:pt x="40664" y="62759"/>
                  <a:pt x="35720" y="59802"/>
                  <a:pt x="27643" y="55279"/>
                </a:cubicBezTo>
                <a:cubicBezTo>
                  <a:pt x="19566" y="50756"/>
                  <a:pt x="13821" y="47150"/>
                  <a:pt x="10410" y="44461"/>
                </a:cubicBezTo>
                <a:cubicBezTo>
                  <a:pt x="6998" y="41770"/>
                  <a:pt x="4410" y="38801"/>
                  <a:pt x="2646" y="35555"/>
                </a:cubicBezTo>
                <a:cubicBezTo>
                  <a:pt x="882" y="32307"/>
                  <a:pt x="0" y="28735"/>
                  <a:pt x="0" y="24838"/>
                </a:cubicBezTo>
                <a:cubicBezTo>
                  <a:pt x="0" y="18067"/>
                  <a:pt x="2600" y="12234"/>
                  <a:pt x="7799" y="7342"/>
                </a:cubicBezTo>
                <a:cubicBezTo>
                  <a:pt x="12998" y="2447"/>
                  <a:pt x="19612" y="0"/>
                  <a:pt x="27643" y="0"/>
                </a:cubicBezTo>
                <a:cubicBezTo>
                  <a:pt x="32656" y="0"/>
                  <a:pt x="37971" y="1230"/>
                  <a:pt x="43588" y="3690"/>
                </a:cubicBezTo>
                <a:cubicBezTo>
                  <a:pt x="46188" y="4851"/>
                  <a:pt x="48021" y="5431"/>
                  <a:pt x="49089" y="5431"/>
                </a:cubicBezTo>
                <a:cubicBezTo>
                  <a:pt x="50296" y="5431"/>
                  <a:pt x="51282" y="5071"/>
                  <a:pt x="52048" y="4352"/>
                </a:cubicBezTo>
                <a:cubicBezTo>
                  <a:pt x="52814" y="3632"/>
                  <a:pt x="53429" y="2182"/>
                  <a:pt x="53893" y="0"/>
                </a:cubicBezTo>
                <a:lnTo>
                  <a:pt x="56470" y="0"/>
                </a:lnTo>
                <a:close/>
                <a:moveTo>
                  <a:pt x="99618" y="52222"/>
                </a:moveTo>
                <a:lnTo>
                  <a:pt x="99618" y="79772"/>
                </a:lnTo>
                <a:cubicBezTo>
                  <a:pt x="99618" y="85723"/>
                  <a:pt x="100268" y="89420"/>
                  <a:pt x="101568" y="90862"/>
                </a:cubicBezTo>
                <a:cubicBezTo>
                  <a:pt x="103332" y="92908"/>
                  <a:pt x="106001" y="93930"/>
                  <a:pt x="109575" y="93930"/>
                </a:cubicBezTo>
                <a:lnTo>
                  <a:pt x="113196" y="93930"/>
                </a:lnTo>
                <a:lnTo>
                  <a:pt x="113196" y="96507"/>
                </a:lnTo>
                <a:lnTo>
                  <a:pt x="72741" y="96507"/>
                </a:lnTo>
                <a:lnTo>
                  <a:pt x="72741" y="93930"/>
                </a:lnTo>
                <a:lnTo>
                  <a:pt x="76292" y="93930"/>
                </a:lnTo>
                <a:cubicBezTo>
                  <a:pt x="80285" y="93930"/>
                  <a:pt x="83139" y="92630"/>
                  <a:pt x="84857" y="90031"/>
                </a:cubicBezTo>
                <a:cubicBezTo>
                  <a:pt x="85785" y="88592"/>
                  <a:pt x="86249" y="85180"/>
                  <a:pt x="86249" y="79795"/>
                </a:cubicBezTo>
                <a:lnTo>
                  <a:pt x="86249" y="18800"/>
                </a:lnTo>
                <a:cubicBezTo>
                  <a:pt x="86249" y="12858"/>
                  <a:pt x="85623" y="9168"/>
                  <a:pt x="84369" y="7729"/>
                </a:cubicBezTo>
                <a:cubicBezTo>
                  <a:pt x="82559" y="5686"/>
                  <a:pt x="79867" y="4665"/>
                  <a:pt x="76292" y="4665"/>
                </a:cubicBezTo>
                <a:lnTo>
                  <a:pt x="72741" y="4665"/>
                </a:lnTo>
                <a:lnTo>
                  <a:pt x="72741" y="2089"/>
                </a:lnTo>
                <a:lnTo>
                  <a:pt x="107347" y="2089"/>
                </a:lnTo>
                <a:cubicBezTo>
                  <a:pt x="115796" y="2089"/>
                  <a:pt x="122457" y="2959"/>
                  <a:pt x="127331" y="4698"/>
                </a:cubicBezTo>
                <a:cubicBezTo>
                  <a:pt x="132205" y="6436"/>
                  <a:pt x="136313" y="9367"/>
                  <a:pt x="139655" y="13493"/>
                </a:cubicBezTo>
                <a:cubicBezTo>
                  <a:pt x="142998" y="17618"/>
                  <a:pt x="144669" y="22509"/>
                  <a:pt x="144669" y="28165"/>
                </a:cubicBezTo>
                <a:cubicBezTo>
                  <a:pt x="144669" y="35861"/>
                  <a:pt x="142127" y="42119"/>
                  <a:pt x="137044" y="46941"/>
                </a:cubicBezTo>
                <a:cubicBezTo>
                  <a:pt x="131961" y="51762"/>
                  <a:pt x="124778" y="54172"/>
                  <a:pt x="115494" y="54172"/>
                </a:cubicBezTo>
                <a:cubicBezTo>
                  <a:pt x="113219" y="54172"/>
                  <a:pt x="110759" y="54009"/>
                  <a:pt x="108113" y="53684"/>
                </a:cubicBezTo>
                <a:cubicBezTo>
                  <a:pt x="105467" y="53359"/>
                  <a:pt x="102636" y="52872"/>
                  <a:pt x="99618" y="52222"/>
                </a:cubicBezTo>
                <a:moveTo>
                  <a:pt x="99618" y="48184"/>
                </a:moveTo>
                <a:cubicBezTo>
                  <a:pt x="102079" y="48648"/>
                  <a:pt x="104260" y="48996"/>
                  <a:pt x="106163" y="49228"/>
                </a:cubicBezTo>
                <a:cubicBezTo>
                  <a:pt x="108067" y="49460"/>
                  <a:pt x="109691" y="49576"/>
                  <a:pt x="111038" y="49576"/>
                </a:cubicBezTo>
                <a:cubicBezTo>
                  <a:pt x="115865" y="49576"/>
                  <a:pt x="120031" y="47708"/>
                  <a:pt x="123536" y="43971"/>
                </a:cubicBezTo>
                <a:cubicBezTo>
                  <a:pt x="127041" y="40234"/>
                  <a:pt x="128793" y="35395"/>
                  <a:pt x="128793" y="29453"/>
                </a:cubicBezTo>
                <a:cubicBezTo>
                  <a:pt x="128793" y="25368"/>
                  <a:pt x="127958" y="21574"/>
                  <a:pt x="126286" y="18069"/>
                </a:cubicBezTo>
                <a:cubicBezTo>
                  <a:pt x="124615" y="14564"/>
                  <a:pt x="122248" y="11941"/>
                  <a:pt x="119184" y="10201"/>
                </a:cubicBezTo>
                <a:cubicBezTo>
                  <a:pt x="116121" y="8460"/>
                  <a:pt x="112639" y="7590"/>
                  <a:pt x="108740" y="7590"/>
                </a:cubicBezTo>
                <a:cubicBezTo>
                  <a:pt x="106372" y="7590"/>
                  <a:pt x="103332" y="8031"/>
                  <a:pt x="99618" y="8913"/>
                </a:cubicBezTo>
                <a:lnTo>
                  <a:pt x="99618" y="48184"/>
                </a:lnTo>
                <a:close/>
                <a:moveTo>
                  <a:pt x="141629" y="120320"/>
                </a:moveTo>
                <a:lnTo>
                  <a:pt x="141629" y="117256"/>
                </a:lnTo>
                <a:cubicBezTo>
                  <a:pt x="146410" y="115672"/>
                  <a:pt x="150112" y="113214"/>
                  <a:pt x="152735" y="109882"/>
                </a:cubicBezTo>
                <a:cubicBezTo>
                  <a:pt x="155357" y="106551"/>
                  <a:pt x="156669" y="103022"/>
                  <a:pt x="156669" y="99294"/>
                </a:cubicBezTo>
                <a:cubicBezTo>
                  <a:pt x="156669" y="98410"/>
                  <a:pt x="156460" y="97667"/>
                  <a:pt x="156042" y="97064"/>
                </a:cubicBezTo>
                <a:cubicBezTo>
                  <a:pt x="155717" y="96646"/>
                  <a:pt x="155392" y="96437"/>
                  <a:pt x="155067" y="96437"/>
                </a:cubicBezTo>
                <a:cubicBezTo>
                  <a:pt x="154557" y="96437"/>
                  <a:pt x="153443" y="96901"/>
                  <a:pt x="151725" y="97829"/>
                </a:cubicBezTo>
                <a:cubicBezTo>
                  <a:pt x="150890" y="98247"/>
                  <a:pt x="150008" y="98456"/>
                  <a:pt x="149079" y="98456"/>
                </a:cubicBezTo>
                <a:cubicBezTo>
                  <a:pt x="146805" y="98456"/>
                  <a:pt x="144994" y="97783"/>
                  <a:pt x="143648" y="96437"/>
                </a:cubicBezTo>
                <a:cubicBezTo>
                  <a:pt x="142302" y="95091"/>
                  <a:pt x="141629" y="93234"/>
                  <a:pt x="141629" y="90867"/>
                </a:cubicBezTo>
                <a:cubicBezTo>
                  <a:pt x="141629" y="88592"/>
                  <a:pt x="142499" y="86642"/>
                  <a:pt x="144240" y="85018"/>
                </a:cubicBezTo>
                <a:cubicBezTo>
                  <a:pt x="145981" y="83393"/>
                  <a:pt x="148104" y="82581"/>
                  <a:pt x="150611" y="82581"/>
                </a:cubicBezTo>
                <a:cubicBezTo>
                  <a:pt x="153675" y="82581"/>
                  <a:pt x="156402" y="83918"/>
                  <a:pt x="158792" y="86593"/>
                </a:cubicBezTo>
                <a:cubicBezTo>
                  <a:pt x="161183" y="89267"/>
                  <a:pt x="162378" y="92812"/>
                  <a:pt x="162378" y="97229"/>
                </a:cubicBezTo>
                <a:cubicBezTo>
                  <a:pt x="162378" y="102020"/>
                  <a:pt x="160719" y="106474"/>
                  <a:pt x="157400" y="110589"/>
                </a:cubicBezTo>
                <a:cubicBezTo>
                  <a:pt x="154081" y="114704"/>
                  <a:pt x="148824" y="117948"/>
                  <a:pt x="141629" y="120320"/>
                </a:cubicBezTo>
                <a:close/>
                <a:moveTo>
                  <a:pt x="270652" y="0"/>
                </a:moveTo>
                <a:lnTo>
                  <a:pt x="270652" y="32587"/>
                </a:lnTo>
                <a:lnTo>
                  <a:pt x="268076" y="32587"/>
                </a:lnTo>
                <a:cubicBezTo>
                  <a:pt x="267240" y="26320"/>
                  <a:pt x="265743" y="21330"/>
                  <a:pt x="263585" y="17616"/>
                </a:cubicBezTo>
                <a:cubicBezTo>
                  <a:pt x="261426" y="13903"/>
                  <a:pt x="258351" y="10955"/>
                  <a:pt x="254359" y="8773"/>
                </a:cubicBezTo>
                <a:cubicBezTo>
                  <a:pt x="250367" y="6592"/>
                  <a:pt x="246236" y="5501"/>
                  <a:pt x="241965" y="5501"/>
                </a:cubicBezTo>
                <a:cubicBezTo>
                  <a:pt x="237137" y="5501"/>
                  <a:pt x="233145" y="6974"/>
                  <a:pt x="229989" y="9920"/>
                </a:cubicBezTo>
                <a:cubicBezTo>
                  <a:pt x="226832" y="12865"/>
                  <a:pt x="225254" y="16216"/>
                  <a:pt x="225254" y="19973"/>
                </a:cubicBezTo>
                <a:cubicBezTo>
                  <a:pt x="225254" y="22849"/>
                  <a:pt x="226252" y="25470"/>
                  <a:pt x="228248" y="27834"/>
                </a:cubicBezTo>
                <a:cubicBezTo>
                  <a:pt x="231126" y="31314"/>
                  <a:pt x="237973" y="35953"/>
                  <a:pt x="248789" y="41752"/>
                </a:cubicBezTo>
                <a:cubicBezTo>
                  <a:pt x="257608" y="46482"/>
                  <a:pt x="263631" y="50112"/>
                  <a:pt x="266857" y="52640"/>
                </a:cubicBezTo>
                <a:cubicBezTo>
                  <a:pt x="270084" y="55167"/>
                  <a:pt x="272567" y="58147"/>
                  <a:pt x="274308" y="61581"/>
                </a:cubicBezTo>
                <a:cubicBezTo>
                  <a:pt x="276049" y="65013"/>
                  <a:pt x="276919" y="68608"/>
                  <a:pt x="276919" y="72365"/>
                </a:cubicBezTo>
                <a:cubicBezTo>
                  <a:pt x="276919" y="79507"/>
                  <a:pt x="274145" y="85665"/>
                  <a:pt x="268598" y="90838"/>
                </a:cubicBezTo>
                <a:cubicBezTo>
                  <a:pt x="263051" y="96010"/>
                  <a:pt x="255914" y="98595"/>
                  <a:pt x="247187" y="98595"/>
                </a:cubicBezTo>
                <a:cubicBezTo>
                  <a:pt x="244448" y="98595"/>
                  <a:pt x="241872" y="98389"/>
                  <a:pt x="239458" y="97977"/>
                </a:cubicBezTo>
                <a:cubicBezTo>
                  <a:pt x="238019" y="97748"/>
                  <a:pt x="235037" y="96912"/>
                  <a:pt x="230511" y="95469"/>
                </a:cubicBezTo>
                <a:cubicBezTo>
                  <a:pt x="225985" y="94025"/>
                  <a:pt x="223119" y="93304"/>
                  <a:pt x="221912" y="93304"/>
                </a:cubicBezTo>
                <a:cubicBezTo>
                  <a:pt x="220751" y="93304"/>
                  <a:pt x="219834" y="93647"/>
                  <a:pt x="219161" y="94335"/>
                </a:cubicBezTo>
                <a:cubicBezTo>
                  <a:pt x="218488" y="95023"/>
                  <a:pt x="217989" y="96443"/>
                  <a:pt x="217664" y="98595"/>
                </a:cubicBezTo>
                <a:lnTo>
                  <a:pt x="215088" y="98595"/>
                </a:lnTo>
                <a:lnTo>
                  <a:pt x="215088" y="66287"/>
                </a:lnTo>
                <a:lnTo>
                  <a:pt x="217664" y="66287"/>
                </a:lnTo>
                <a:cubicBezTo>
                  <a:pt x="218871" y="73065"/>
                  <a:pt x="220496" y="78136"/>
                  <a:pt x="222538" y="81501"/>
                </a:cubicBezTo>
                <a:cubicBezTo>
                  <a:pt x="224581" y="84867"/>
                  <a:pt x="227702" y="87664"/>
                  <a:pt x="231903" y="89892"/>
                </a:cubicBezTo>
                <a:cubicBezTo>
                  <a:pt x="236104" y="92120"/>
                  <a:pt x="240712" y="93234"/>
                  <a:pt x="245725" y="93234"/>
                </a:cubicBezTo>
                <a:cubicBezTo>
                  <a:pt x="251527" y="93234"/>
                  <a:pt x="256111" y="91704"/>
                  <a:pt x="259477" y="88643"/>
                </a:cubicBezTo>
                <a:cubicBezTo>
                  <a:pt x="262842" y="85580"/>
                  <a:pt x="264525" y="81962"/>
                  <a:pt x="264525" y="77787"/>
                </a:cubicBezTo>
                <a:cubicBezTo>
                  <a:pt x="264525" y="75468"/>
                  <a:pt x="263887" y="73126"/>
                  <a:pt x="262610" y="70761"/>
                </a:cubicBezTo>
                <a:cubicBezTo>
                  <a:pt x="261334" y="68395"/>
                  <a:pt x="259349" y="66192"/>
                  <a:pt x="256657" y="64151"/>
                </a:cubicBezTo>
                <a:cubicBezTo>
                  <a:pt x="254846" y="62759"/>
                  <a:pt x="249903" y="59802"/>
                  <a:pt x="241826" y="55279"/>
                </a:cubicBezTo>
                <a:cubicBezTo>
                  <a:pt x="233749" y="50756"/>
                  <a:pt x="228004" y="47150"/>
                  <a:pt x="224592" y="44461"/>
                </a:cubicBezTo>
                <a:cubicBezTo>
                  <a:pt x="221181" y="41770"/>
                  <a:pt x="218593" y="38801"/>
                  <a:pt x="216829" y="35555"/>
                </a:cubicBezTo>
                <a:cubicBezTo>
                  <a:pt x="215065" y="32307"/>
                  <a:pt x="214183" y="28735"/>
                  <a:pt x="214183" y="24838"/>
                </a:cubicBezTo>
                <a:cubicBezTo>
                  <a:pt x="214183" y="18067"/>
                  <a:pt x="216782" y="12234"/>
                  <a:pt x="221981" y="7342"/>
                </a:cubicBezTo>
                <a:cubicBezTo>
                  <a:pt x="227180" y="2447"/>
                  <a:pt x="233795" y="0"/>
                  <a:pt x="241826" y="0"/>
                </a:cubicBezTo>
                <a:cubicBezTo>
                  <a:pt x="246839" y="0"/>
                  <a:pt x="252154" y="1230"/>
                  <a:pt x="257771" y="3690"/>
                </a:cubicBezTo>
                <a:cubicBezTo>
                  <a:pt x="260370" y="4851"/>
                  <a:pt x="262204" y="5431"/>
                  <a:pt x="263272" y="5431"/>
                </a:cubicBezTo>
                <a:cubicBezTo>
                  <a:pt x="264478" y="5431"/>
                  <a:pt x="265465" y="5071"/>
                  <a:pt x="266231" y="4352"/>
                </a:cubicBezTo>
                <a:cubicBezTo>
                  <a:pt x="266997" y="3632"/>
                  <a:pt x="267612" y="2182"/>
                  <a:pt x="268076" y="0"/>
                </a:cubicBezTo>
                <a:lnTo>
                  <a:pt x="270652" y="0"/>
                </a:lnTo>
                <a:close/>
                <a:moveTo>
                  <a:pt x="313801" y="52222"/>
                </a:moveTo>
                <a:lnTo>
                  <a:pt x="313801" y="79772"/>
                </a:lnTo>
                <a:cubicBezTo>
                  <a:pt x="313801" y="85723"/>
                  <a:pt x="314451" y="89420"/>
                  <a:pt x="315750" y="90862"/>
                </a:cubicBezTo>
                <a:cubicBezTo>
                  <a:pt x="317514" y="92908"/>
                  <a:pt x="320183" y="93930"/>
                  <a:pt x="323758" y="93930"/>
                </a:cubicBezTo>
                <a:lnTo>
                  <a:pt x="327379" y="93930"/>
                </a:lnTo>
                <a:lnTo>
                  <a:pt x="327379" y="96507"/>
                </a:lnTo>
                <a:lnTo>
                  <a:pt x="286924" y="96507"/>
                </a:lnTo>
                <a:lnTo>
                  <a:pt x="286924" y="93930"/>
                </a:lnTo>
                <a:lnTo>
                  <a:pt x="290475" y="93930"/>
                </a:lnTo>
                <a:cubicBezTo>
                  <a:pt x="294467" y="93930"/>
                  <a:pt x="297322" y="92630"/>
                  <a:pt x="299039" y="90031"/>
                </a:cubicBezTo>
                <a:cubicBezTo>
                  <a:pt x="299968" y="88592"/>
                  <a:pt x="300432" y="85180"/>
                  <a:pt x="300432" y="79795"/>
                </a:cubicBezTo>
                <a:lnTo>
                  <a:pt x="300432" y="18800"/>
                </a:lnTo>
                <a:cubicBezTo>
                  <a:pt x="300432" y="12858"/>
                  <a:pt x="299805" y="9168"/>
                  <a:pt x="298552" y="7729"/>
                </a:cubicBezTo>
                <a:cubicBezTo>
                  <a:pt x="296742" y="5686"/>
                  <a:pt x="294049" y="4665"/>
                  <a:pt x="290475" y="4665"/>
                </a:cubicBezTo>
                <a:lnTo>
                  <a:pt x="286924" y="4665"/>
                </a:lnTo>
                <a:lnTo>
                  <a:pt x="286924" y="2089"/>
                </a:lnTo>
                <a:lnTo>
                  <a:pt x="321530" y="2089"/>
                </a:lnTo>
                <a:cubicBezTo>
                  <a:pt x="329978" y="2089"/>
                  <a:pt x="336639" y="2959"/>
                  <a:pt x="341513" y="4698"/>
                </a:cubicBezTo>
                <a:cubicBezTo>
                  <a:pt x="346387" y="6436"/>
                  <a:pt x="350496" y="9367"/>
                  <a:pt x="353838" y="13493"/>
                </a:cubicBezTo>
                <a:cubicBezTo>
                  <a:pt x="357180" y="17618"/>
                  <a:pt x="358851" y="22509"/>
                  <a:pt x="358851" y="28165"/>
                </a:cubicBezTo>
                <a:cubicBezTo>
                  <a:pt x="358851" y="35861"/>
                  <a:pt x="356310" y="42119"/>
                  <a:pt x="351227" y="46941"/>
                </a:cubicBezTo>
                <a:cubicBezTo>
                  <a:pt x="346144" y="51762"/>
                  <a:pt x="338960" y="54172"/>
                  <a:pt x="329676" y="54172"/>
                </a:cubicBezTo>
                <a:cubicBezTo>
                  <a:pt x="327402" y="54172"/>
                  <a:pt x="324942" y="54009"/>
                  <a:pt x="322296" y="53684"/>
                </a:cubicBezTo>
                <a:cubicBezTo>
                  <a:pt x="319650" y="53359"/>
                  <a:pt x="316818" y="52872"/>
                  <a:pt x="313801" y="52222"/>
                </a:cubicBezTo>
                <a:moveTo>
                  <a:pt x="313801" y="48184"/>
                </a:moveTo>
                <a:cubicBezTo>
                  <a:pt x="316261" y="48648"/>
                  <a:pt x="318443" y="48996"/>
                  <a:pt x="320346" y="49228"/>
                </a:cubicBezTo>
                <a:cubicBezTo>
                  <a:pt x="322249" y="49460"/>
                  <a:pt x="323874" y="49576"/>
                  <a:pt x="325220" y="49576"/>
                </a:cubicBezTo>
                <a:cubicBezTo>
                  <a:pt x="330048" y="49576"/>
                  <a:pt x="334214" y="47708"/>
                  <a:pt x="337719" y="43971"/>
                </a:cubicBezTo>
                <a:cubicBezTo>
                  <a:pt x="341223" y="40234"/>
                  <a:pt x="342976" y="35395"/>
                  <a:pt x="342976" y="29453"/>
                </a:cubicBezTo>
                <a:cubicBezTo>
                  <a:pt x="342976" y="25368"/>
                  <a:pt x="342140" y="21574"/>
                  <a:pt x="340469" y="18069"/>
                </a:cubicBezTo>
                <a:cubicBezTo>
                  <a:pt x="338798" y="14564"/>
                  <a:pt x="336430" y="11941"/>
                  <a:pt x="333367" y="10201"/>
                </a:cubicBezTo>
                <a:cubicBezTo>
                  <a:pt x="330303" y="8460"/>
                  <a:pt x="326822" y="7590"/>
                  <a:pt x="322922" y="7590"/>
                </a:cubicBezTo>
                <a:cubicBezTo>
                  <a:pt x="320555" y="7590"/>
                  <a:pt x="317514" y="8031"/>
                  <a:pt x="313801" y="8913"/>
                </a:cubicBezTo>
                <a:lnTo>
                  <a:pt x="313801" y="48184"/>
                </a:lnTo>
                <a:close/>
                <a:moveTo>
                  <a:pt x="355739" y="120320"/>
                </a:moveTo>
                <a:lnTo>
                  <a:pt x="355739" y="117256"/>
                </a:lnTo>
                <a:cubicBezTo>
                  <a:pt x="360521" y="115672"/>
                  <a:pt x="364222" y="113214"/>
                  <a:pt x="366845" y="109882"/>
                </a:cubicBezTo>
                <a:cubicBezTo>
                  <a:pt x="369468" y="106551"/>
                  <a:pt x="370779" y="103022"/>
                  <a:pt x="370779" y="99294"/>
                </a:cubicBezTo>
                <a:cubicBezTo>
                  <a:pt x="370779" y="98410"/>
                  <a:pt x="370570" y="97667"/>
                  <a:pt x="370153" y="97064"/>
                </a:cubicBezTo>
                <a:cubicBezTo>
                  <a:pt x="369828" y="96646"/>
                  <a:pt x="369503" y="96437"/>
                  <a:pt x="369178" y="96437"/>
                </a:cubicBezTo>
                <a:cubicBezTo>
                  <a:pt x="368667" y="96437"/>
                  <a:pt x="367553" y="96901"/>
                  <a:pt x="365836" y="97829"/>
                </a:cubicBezTo>
                <a:cubicBezTo>
                  <a:pt x="365000" y="98247"/>
                  <a:pt x="364118" y="98456"/>
                  <a:pt x="363190" y="98456"/>
                </a:cubicBezTo>
                <a:cubicBezTo>
                  <a:pt x="360915" y="98456"/>
                  <a:pt x="359105" y="97783"/>
                  <a:pt x="357759" y="96437"/>
                </a:cubicBezTo>
                <a:cubicBezTo>
                  <a:pt x="356412" y="95091"/>
                  <a:pt x="355739" y="93234"/>
                  <a:pt x="355739" y="90867"/>
                </a:cubicBezTo>
                <a:cubicBezTo>
                  <a:pt x="355739" y="88592"/>
                  <a:pt x="356610" y="86642"/>
                  <a:pt x="358350" y="85018"/>
                </a:cubicBezTo>
                <a:cubicBezTo>
                  <a:pt x="360091" y="83393"/>
                  <a:pt x="362215" y="82581"/>
                  <a:pt x="364721" y="82581"/>
                </a:cubicBezTo>
                <a:cubicBezTo>
                  <a:pt x="367785" y="82581"/>
                  <a:pt x="370512" y="83918"/>
                  <a:pt x="372903" y="86593"/>
                </a:cubicBezTo>
                <a:cubicBezTo>
                  <a:pt x="375294" y="89267"/>
                  <a:pt x="376489" y="92812"/>
                  <a:pt x="376489" y="97229"/>
                </a:cubicBezTo>
                <a:cubicBezTo>
                  <a:pt x="376489" y="102020"/>
                  <a:pt x="374829" y="106474"/>
                  <a:pt x="371510" y="110589"/>
                </a:cubicBezTo>
                <a:cubicBezTo>
                  <a:pt x="368191" y="114704"/>
                  <a:pt x="362934" y="117948"/>
                  <a:pt x="355739" y="120320"/>
                </a:cubicBezTo>
                <a:close/>
                <a:moveTo>
                  <a:pt x="427388" y="98595"/>
                </a:moveTo>
                <a:lnTo>
                  <a:pt x="433864" y="66914"/>
                </a:lnTo>
                <a:lnTo>
                  <a:pt x="421957" y="66914"/>
                </a:lnTo>
                <a:lnTo>
                  <a:pt x="421957" y="61135"/>
                </a:lnTo>
                <a:lnTo>
                  <a:pt x="434978" y="61135"/>
                </a:lnTo>
                <a:lnTo>
                  <a:pt x="439782" y="37321"/>
                </a:lnTo>
                <a:lnTo>
                  <a:pt x="421957" y="37321"/>
                </a:lnTo>
                <a:lnTo>
                  <a:pt x="421957" y="31751"/>
                </a:lnTo>
                <a:lnTo>
                  <a:pt x="441105" y="31751"/>
                </a:lnTo>
                <a:lnTo>
                  <a:pt x="447441" y="0"/>
                </a:lnTo>
                <a:lnTo>
                  <a:pt x="453221" y="0"/>
                </a:lnTo>
                <a:lnTo>
                  <a:pt x="446884" y="31751"/>
                </a:lnTo>
                <a:lnTo>
                  <a:pt x="470349" y="31751"/>
                </a:lnTo>
                <a:lnTo>
                  <a:pt x="477104" y="0"/>
                </a:lnTo>
                <a:lnTo>
                  <a:pt x="482883" y="0"/>
                </a:lnTo>
                <a:lnTo>
                  <a:pt x="476268" y="31751"/>
                </a:lnTo>
                <a:lnTo>
                  <a:pt x="488105" y="31751"/>
                </a:lnTo>
                <a:lnTo>
                  <a:pt x="488105" y="37321"/>
                </a:lnTo>
                <a:lnTo>
                  <a:pt x="475224" y="37321"/>
                </a:lnTo>
                <a:lnTo>
                  <a:pt x="470349" y="61135"/>
                </a:lnTo>
                <a:lnTo>
                  <a:pt x="488105" y="61135"/>
                </a:lnTo>
                <a:lnTo>
                  <a:pt x="488105" y="66914"/>
                </a:lnTo>
                <a:lnTo>
                  <a:pt x="469166" y="66914"/>
                </a:lnTo>
                <a:lnTo>
                  <a:pt x="462690" y="98595"/>
                </a:lnTo>
                <a:lnTo>
                  <a:pt x="457050" y="98595"/>
                </a:lnTo>
                <a:lnTo>
                  <a:pt x="463387" y="66914"/>
                </a:lnTo>
                <a:lnTo>
                  <a:pt x="439782" y="66914"/>
                </a:lnTo>
                <a:lnTo>
                  <a:pt x="433167" y="98595"/>
                </a:lnTo>
                <a:lnTo>
                  <a:pt x="427388" y="98595"/>
                </a:lnTo>
                <a:moveTo>
                  <a:pt x="440827" y="61135"/>
                </a:moveTo>
                <a:lnTo>
                  <a:pt x="464431" y="61135"/>
                </a:lnTo>
                <a:lnTo>
                  <a:pt x="469444" y="37321"/>
                </a:lnTo>
                <a:lnTo>
                  <a:pt x="445701" y="37321"/>
                </a:lnTo>
                <a:lnTo>
                  <a:pt x="440827" y="61135"/>
                </a:lnTo>
                <a:close/>
                <a:moveTo>
                  <a:pt x="495834" y="49855"/>
                </a:moveTo>
                <a:cubicBezTo>
                  <a:pt x="495834" y="39085"/>
                  <a:pt x="497459" y="29813"/>
                  <a:pt x="500708" y="22038"/>
                </a:cubicBezTo>
                <a:cubicBezTo>
                  <a:pt x="503957" y="14262"/>
                  <a:pt x="508274" y="8472"/>
                  <a:pt x="513659" y="4665"/>
                </a:cubicBezTo>
                <a:cubicBezTo>
                  <a:pt x="517837" y="1648"/>
                  <a:pt x="522154" y="139"/>
                  <a:pt x="526610" y="139"/>
                </a:cubicBezTo>
                <a:cubicBezTo>
                  <a:pt x="533852" y="139"/>
                  <a:pt x="540350" y="3830"/>
                  <a:pt x="546106" y="11210"/>
                </a:cubicBezTo>
                <a:cubicBezTo>
                  <a:pt x="553301" y="20355"/>
                  <a:pt x="556899" y="32749"/>
                  <a:pt x="556899" y="48393"/>
                </a:cubicBezTo>
                <a:cubicBezTo>
                  <a:pt x="556899" y="59348"/>
                  <a:pt x="555321" y="68655"/>
                  <a:pt x="552164" y="76314"/>
                </a:cubicBezTo>
                <a:cubicBezTo>
                  <a:pt x="549008" y="83973"/>
                  <a:pt x="544981" y="89532"/>
                  <a:pt x="540083" y="92990"/>
                </a:cubicBezTo>
                <a:cubicBezTo>
                  <a:pt x="535186" y="96449"/>
                  <a:pt x="530463" y="98178"/>
                  <a:pt x="525914" y="98178"/>
                </a:cubicBezTo>
                <a:cubicBezTo>
                  <a:pt x="516908" y="98178"/>
                  <a:pt x="509412" y="92863"/>
                  <a:pt x="503423" y="82232"/>
                </a:cubicBezTo>
                <a:cubicBezTo>
                  <a:pt x="498364" y="73273"/>
                  <a:pt x="495834" y="62481"/>
                  <a:pt x="495834" y="49855"/>
                </a:cubicBezTo>
                <a:moveTo>
                  <a:pt x="509481" y="51632"/>
                </a:moveTo>
                <a:cubicBezTo>
                  <a:pt x="509481" y="64640"/>
                  <a:pt x="511083" y="75255"/>
                  <a:pt x="514286" y="83477"/>
                </a:cubicBezTo>
                <a:cubicBezTo>
                  <a:pt x="516932" y="90399"/>
                  <a:pt x="520877" y="93861"/>
                  <a:pt x="526123" y="93861"/>
                </a:cubicBezTo>
                <a:cubicBezTo>
                  <a:pt x="528629" y="93861"/>
                  <a:pt x="531229" y="92734"/>
                  <a:pt x="533921" y="90481"/>
                </a:cubicBezTo>
                <a:cubicBezTo>
                  <a:pt x="536614" y="88229"/>
                  <a:pt x="538656" y="84454"/>
                  <a:pt x="540049" y="79158"/>
                </a:cubicBezTo>
                <a:cubicBezTo>
                  <a:pt x="542184" y="71166"/>
                  <a:pt x="543252" y="59901"/>
                  <a:pt x="543252" y="45361"/>
                </a:cubicBezTo>
                <a:cubicBezTo>
                  <a:pt x="543252" y="34583"/>
                  <a:pt x="542138" y="25594"/>
                  <a:pt x="539909" y="18393"/>
                </a:cubicBezTo>
                <a:cubicBezTo>
                  <a:pt x="538238" y="13050"/>
                  <a:pt x="536080" y="9264"/>
                  <a:pt x="533434" y="7035"/>
                </a:cubicBezTo>
                <a:cubicBezTo>
                  <a:pt x="531531" y="5501"/>
                  <a:pt x="529233" y="4735"/>
                  <a:pt x="526540" y="4735"/>
                </a:cubicBezTo>
                <a:cubicBezTo>
                  <a:pt x="523384" y="4735"/>
                  <a:pt x="520576" y="6152"/>
                  <a:pt x="518115" y="8987"/>
                </a:cubicBezTo>
                <a:cubicBezTo>
                  <a:pt x="514773" y="12842"/>
                  <a:pt x="512499" y="18905"/>
                  <a:pt x="511292" y="27175"/>
                </a:cubicBezTo>
                <a:cubicBezTo>
                  <a:pt x="510085" y="35444"/>
                  <a:pt x="509481" y="43596"/>
                  <a:pt x="509481" y="51632"/>
                </a:cubicBezTo>
                <a:close/>
                <a:moveTo>
                  <a:pt x="563862" y="32726"/>
                </a:moveTo>
                <a:lnTo>
                  <a:pt x="593873" y="32726"/>
                </a:lnTo>
                <a:lnTo>
                  <a:pt x="593873" y="35302"/>
                </a:lnTo>
                <a:cubicBezTo>
                  <a:pt x="591969" y="35302"/>
                  <a:pt x="590635" y="35627"/>
                  <a:pt x="589869" y="36277"/>
                </a:cubicBezTo>
                <a:cubicBezTo>
                  <a:pt x="589103" y="36927"/>
                  <a:pt x="588720" y="37786"/>
                  <a:pt x="588720" y="38853"/>
                </a:cubicBezTo>
                <a:cubicBezTo>
                  <a:pt x="588720" y="39967"/>
                  <a:pt x="589532" y="41685"/>
                  <a:pt x="591157" y="44006"/>
                </a:cubicBezTo>
                <a:cubicBezTo>
                  <a:pt x="591668" y="44749"/>
                  <a:pt x="592434" y="45909"/>
                  <a:pt x="593455" y="47487"/>
                </a:cubicBezTo>
                <a:lnTo>
                  <a:pt x="597981" y="54729"/>
                </a:lnTo>
                <a:lnTo>
                  <a:pt x="603203" y="47487"/>
                </a:lnTo>
                <a:cubicBezTo>
                  <a:pt x="606545" y="42892"/>
                  <a:pt x="608216" y="39991"/>
                  <a:pt x="608216" y="38784"/>
                </a:cubicBezTo>
                <a:cubicBezTo>
                  <a:pt x="608216" y="37809"/>
                  <a:pt x="607822" y="36985"/>
                  <a:pt x="607033" y="36312"/>
                </a:cubicBezTo>
                <a:cubicBezTo>
                  <a:pt x="606243" y="35639"/>
                  <a:pt x="604967" y="35302"/>
                  <a:pt x="603203" y="35302"/>
                </a:cubicBezTo>
                <a:lnTo>
                  <a:pt x="603203" y="32726"/>
                </a:lnTo>
                <a:lnTo>
                  <a:pt x="624788" y="32726"/>
                </a:lnTo>
                <a:lnTo>
                  <a:pt x="624788" y="35302"/>
                </a:lnTo>
                <a:cubicBezTo>
                  <a:pt x="622513" y="35441"/>
                  <a:pt x="620541" y="36068"/>
                  <a:pt x="618870" y="37182"/>
                </a:cubicBezTo>
                <a:cubicBezTo>
                  <a:pt x="616595" y="38760"/>
                  <a:pt x="613485" y="42195"/>
                  <a:pt x="609539" y="47487"/>
                </a:cubicBezTo>
                <a:lnTo>
                  <a:pt x="600835" y="59115"/>
                </a:lnTo>
                <a:lnTo>
                  <a:pt x="616711" y="81908"/>
                </a:lnTo>
                <a:cubicBezTo>
                  <a:pt x="620610" y="87513"/>
                  <a:pt x="623395" y="90884"/>
                  <a:pt x="625067" y="92020"/>
                </a:cubicBezTo>
                <a:cubicBezTo>
                  <a:pt x="626738" y="93154"/>
                  <a:pt x="628896" y="93791"/>
                  <a:pt x="631542" y="93930"/>
                </a:cubicBezTo>
                <a:lnTo>
                  <a:pt x="631542" y="96507"/>
                </a:lnTo>
                <a:lnTo>
                  <a:pt x="601462" y="96507"/>
                </a:lnTo>
                <a:lnTo>
                  <a:pt x="601462" y="93930"/>
                </a:lnTo>
                <a:cubicBezTo>
                  <a:pt x="603551" y="93930"/>
                  <a:pt x="605176" y="93467"/>
                  <a:pt x="606336" y="92542"/>
                </a:cubicBezTo>
                <a:cubicBezTo>
                  <a:pt x="607218" y="91894"/>
                  <a:pt x="607659" y="91037"/>
                  <a:pt x="607659" y="89972"/>
                </a:cubicBezTo>
                <a:cubicBezTo>
                  <a:pt x="607659" y="88907"/>
                  <a:pt x="606174" y="86222"/>
                  <a:pt x="603203" y="81917"/>
                </a:cubicBezTo>
                <a:lnTo>
                  <a:pt x="593873" y="68307"/>
                </a:lnTo>
                <a:lnTo>
                  <a:pt x="583637" y="81917"/>
                </a:lnTo>
                <a:cubicBezTo>
                  <a:pt x="580480" y="86130"/>
                  <a:pt x="578902" y="88630"/>
                  <a:pt x="578902" y="89417"/>
                </a:cubicBezTo>
                <a:cubicBezTo>
                  <a:pt x="578902" y="90529"/>
                  <a:pt x="579424" y="91535"/>
                  <a:pt x="580469" y="92438"/>
                </a:cubicBezTo>
                <a:cubicBezTo>
                  <a:pt x="581513" y="93340"/>
                  <a:pt x="583080" y="93837"/>
                  <a:pt x="585169" y="93930"/>
                </a:cubicBezTo>
                <a:lnTo>
                  <a:pt x="585169" y="96507"/>
                </a:lnTo>
                <a:lnTo>
                  <a:pt x="564350" y="96507"/>
                </a:lnTo>
                <a:lnTo>
                  <a:pt x="564350" y="93930"/>
                </a:lnTo>
                <a:cubicBezTo>
                  <a:pt x="566021" y="93698"/>
                  <a:pt x="567483" y="93119"/>
                  <a:pt x="568736" y="92194"/>
                </a:cubicBezTo>
                <a:cubicBezTo>
                  <a:pt x="570500" y="90851"/>
                  <a:pt x="573471" y="87424"/>
                  <a:pt x="577649" y="81913"/>
                </a:cubicBezTo>
                <a:lnTo>
                  <a:pt x="591018" y="64198"/>
                </a:lnTo>
                <a:lnTo>
                  <a:pt x="578902" y="46652"/>
                </a:lnTo>
                <a:cubicBezTo>
                  <a:pt x="575467" y="41638"/>
                  <a:pt x="572810" y="38494"/>
                  <a:pt x="570930" y="37217"/>
                </a:cubicBezTo>
                <a:cubicBezTo>
                  <a:pt x="569050" y="35940"/>
                  <a:pt x="566694" y="35302"/>
                  <a:pt x="563862" y="35302"/>
                </a:cubicBezTo>
                <a:lnTo>
                  <a:pt x="563862" y="32726"/>
                </a:lnTo>
                <a:close/>
                <a:moveTo>
                  <a:pt x="640524" y="19984"/>
                </a:moveTo>
                <a:cubicBezTo>
                  <a:pt x="643217" y="13624"/>
                  <a:pt x="646617" y="8727"/>
                  <a:pt x="650725" y="5292"/>
                </a:cubicBezTo>
                <a:cubicBezTo>
                  <a:pt x="654833" y="1857"/>
                  <a:pt x="659951" y="139"/>
                  <a:pt x="666078" y="139"/>
                </a:cubicBezTo>
                <a:cubicBezTo>
                  <a:pt x="673645" y="139"/>
                  <a:pt x="679447" y="2596"/>
                  <a:pt x="683486" y="7509"/>
                </a:cubicBezTo>
                <a:cubicBezTo>
                  <a:pt x="686549" y="11172"/>
                  <a:pt x="688081" y="15089"/>
                  <a:pt x="688081" y="19261"/>
                </a:cubicBezTo>
                <a:cubicBezTo>
                  <a:pt x="688081" y="26121"/>
                  <a:pt x="683764" y="33213"/>
                  <a:pt x="675130" y="40537"/>
                </a:cubicBezTo>
                <a:cubicBezTo>
                  <a:pt x="680933" y="42815"/>
                  <a:pt x="685319" y="46068"/>
                  <a:pt x="688290" y="50296"/>
                </a:cubicBezTo>
                <a:cubicBezTo>
                  <a:pt x="691261" y="54524"/>
                  <a:pt x="692746" y="59495"/>
                  <a:pt x="692746" y="65210"/>
                </a:cubicBezTo>
                <a:cubicBezTo>
                  <a:pt x="692746" y="73389"/>
                  <a:pt x="690147" y="80475"/>
                  <a:pt x="684948" y="86469"/>
                </a:cubicBezTo>
                <a:cubicBezTo>
                  <a:pt x="678171" y="94275"/>
                  <a:pt x="668353" y="98178"/>
                  <a:pt x="655495" y="98178"/>
                </a:cubicBezTo>
                <a:cubicBezTo>
                  <a:pt x="649135" y="98178"/>
                  <a:pt x="644807" y="97389"/>
                  <a:pt x="642509" y="95810"/>
                </a:cubicBezTo>
                <a:cubicBezTo>
                  <a:pt x="640211" y="94232"/>
                  <a:pt x="639062" y="92538"/>
                  <a:pt x="639062" y="90727"/>
                </a:cubicBezTo>
                <a:cubicBezTo>
                  <a:pt x="639062" y="89381"/>
                  <a:pt x="639608" y="88197"/>
                  <a:pt x="640698" y="87176"/>
                </a:cubicBezTo>
                <a:cubicBezTo>
                  <a:pt x="641789" y="86155"/>
                  <a:pt x="643101" y="85644"/>
                  <a:pt x="644632" y="85644"/>
                </a:cubicBezTo>
                <a:cubicBezTo>
                  <a:pt x="645793" y="85644"/>
                  <a:pt x="646977" y="85830"/>
                  <a:pt x="648184" y="86201"/>
                </a:cubicBezTo>
                <a:cubicBezTo>
                  <a:pt x="648973" y="86433"/>
                  <a:pt x="650760" y="87281"/>
                  <a:pt x="653545" y="88743"/>
                </a:cubicBezTo>
                <a:cubicBezTo>
                  <a:pt x="656330" y="90205"/>
                  <a:pt x="658257" y="91075"/>
                  <a:pt x="659324" y="91354"/>
                </a:cubicBezTo>
                <a:cubicBezTo>
                  <a:pt x="661042" y="91865"/>
                  <a:pt x="662875" y="92120"/>
                  <a:pt x="664825" y="92120"/>
                </a:cubicBezTo>
                <a:cubicBezTo>
                  <a:pt x="669560" y="92120"/>
                  <a:pt x="673680" y="90283"/>
                  <a:pt x="677184" y="86610"/>
                </a:cubicBezTo>
                <a:cubicBezTo>
                  <a:pt x="680689" y="82937"/>
                  <a:pt x="682441" y="78590"/>
                  <a:pt x="682441" y="73568"/>
                </a:cubicBezTo>
                <a:cubicBezTo>
                  <a:pt x="682441" y="69895"/>
                  <a:pt x="681629" y="66315"/>
                  <a:pt x="680004" y="62828"/>
                </a:cubicBezTo>
                <a:cubicBezTo>
                  <a:pt x="678797" y="60224"/>
                  <a:pt x="677474" y="58248"/>
                  <a:pt x="676035" y="56900"/>
                </a:cubicBezTo>
                <a:cubicBezTo>
                  <a:pt x="674039" y="55039"/>
                  <a:pt x="671301" y="53354"/>
                  <a:pt x="667819" y="51844"/>
                </a:cubicBezTo>
                <a:cubicBezTo>
                  <a:pt x="664338" y="50332"/>
                  <a:pt x="660786" y="49576"/>
                  <a:pt x="657166" y="49576"/>
                </a:cubicBezTo>
                <a:lnTo>
                  <a:pt x="654938" y="49576"/>
                </a:lnTo>
                <a:lnTo>
                  <a:pt x="654938" y="47487"/>
                </a:lnTo>
                <a:cubicBezTo>
                  <a:pt x="658605" y="47023"/>
                  <a:pt x="662284" y="45700"/>
                  <a:pt x="665974" y="43518"/>
                </a:cubicBezTo>
                <a:cubicBezTo>
                  <a:pt x="669664" y="41337"/>
                  <a:pt x="672345" y="38714"/>
                  <a:pt x="674016" y="35650"/>
                </a:cubicBezTo>
                <a:cubicBezTo>
                  <a:pt x="675687" y="32587"/>
                  <a:pt x="676523" y="29221"/>
                  <a:pt x="676523" y="25554"/>
                </a:cubicBezTo>
                <a:cubicBezTo>
                  <a:pt x="676523" y="20773"/>
                  <a:pt x="675026" y="16908"/>
                  <a:pt x="672032" y="13961"/>
                </a:cubicBezTo>
                <a:cubicBezTo>
                  <a:pt x="669038" y="11013"/>
                  <a:pt x="665312" y="9539"/>
                  <a:pt x="660856" y="9539"/>
                </a:cubicBezTo>
                <a:cubicBezTo>
                  <a:pt x="653661" y="9539"/>
                  <a:pt x="647650" y="13392"/>
                  <a:pt x="642822" y="21098"/>
                </a:cubicBezTo>
                <a:lnTo>
                  <a:pt x="640524" y="19984"/>
                </a:lnTo>
                <a:close/>
                <a:moveTo>
                  <a:pt x="770940" y="61692"/>
                </a:moveTo>
                <a:lnTo>
                  <a:pt x="770940" y="71579"/>
                </a:lnTo>
                <a:lnTo>
                  <a:pt x="758268" y="71579"/>
                </a:lnTo>
                <a:lnTo>
                  <a:pt x="758268" y="96507"/>
                </a:lnTo>
                <a:lnTo>
                  <a:pt x="746779" y="96507"/>
                </a:lnTo>
                <a:lnTo>
                  <a:pt x="746779" y="71579"/>
                </a:lnTo>
                <a:lnTo>
                  <a:pt x="706812" y="71579"/>
                </a:lnTo>
                <a:lnTo>
                  <a:pt x="706812" y="62667"/>
                </a:lnTo>
                <a:lnTo>
                  <a:pt x="750609" y="139"/>
                </a:lnTo>
                <a:lnTo>
                  <a:pt x="758268" y="139"/>
                </a:lnTo>
                <a:lnTo>
                  <a:pt x="758268" y="61692"/>
                </a:lnTo>
                <a:lnTo>
                  <a:pt x="770940" y="61692"/>
                </a:lnTo>
                <a:moveTo>
                  <a:pt x="746779" y="61692"/>
                </a:moveTo>
                <a:lnTo>
                  <a:pt x="746779" y="14831"/>
                </a:lnTo>
                <a:lnTo>
                  <a:pt x="713635" y="61692"/>
                </a:lnTo>
                <a:lnTo>
                  <a:pt x="746779" y="6169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D4BDC2-96E0-42CD-8EDB-B29D513E2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3828" y="5022006"/>
            <a:ext cx="1390362" cy="151514"/>
          </a:xfrm>
          <a:custGeom xmlns:a="http://schemas.openxmlformats.org/drawingml/2006/main">
            <a:pathLst>
              <a:path w="1390362" h="151514">
                <a:moveTo>
                  <a:pt x="0" y="0"/>
                </a:moveTo>
                <a:lnTo>
                  <a:pt x="1390362" y="0"/>
                </a:lnTo>
                <a:lnTo>
                  <a:pt x="1390362" y="151514"/>
                </a:lnTo>
                <a:lnTo>
                  <a:pt x="0" y="15151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7D07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Text +POP.W{R4-R11,PC}">
            <a:extLst xmlns:a="http://schemas.openxmlformats.org/drawingml/2006/main">
              <a:ext uri="{FF2B5EF4-FFF2-40B4-BE49-F238E27FC236}">
                <a16:creationId xmlns:a16="http://schemas.microsoft.com/office/drawing/2014/main" id="{76561837-85C0-4419-96E8-5627096A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6404" y="5047769"/>
            <a:ext cx="1374257" cy="129789"/>
          </a:xfrm>
          <a:custGeom xmlns:a="http://schemas.openxmlformats.org/drawingml/2006/main">
            <a:pathLst>
              <a:path w="1374257" h="129789">
                <a:moveTo>
                  <a:pt x="34676" y="89265"/>
                </a:moveTo>
                <a:lnTo>
                  <a:pt x="34676" y="54520"/>
                </a:lnTo>
                <a:lnTo>
                  <a:pt x="0" y="54520"/>
                </a:lnTo>
                <a:lnTo>
                  <a:pt x="0" y="48741"/>
                </a:lnTo>
                <a:lnTo>
                  <a:pt x="34676" y="48741"/>
                </a:lnTo>
                <a:lnTo>
                  <a:pt x="34676" y="14135"/>
                </a:lnTo>
                <a:lnTo>
                  <a:pt x="40246" y="14135"/>
                </a:lnTo>
                <a:lnTo>
                  <a:pt x="40246" y="48741"/>
                </a:lnTo>
                <a:lnTo>
                  <a:pt x="75061" y="48741"/>
                </a:lnTo>
                <a:lnTo>
                  <a:pt x="75061" y="54520"/>
                </a:lnTo>
                <a:lnTo>
                  <a:pt x="40246" y="54520"/>
                </a:lnTo>
                <a:lnTo>
                  <a:pt x="40246" y="89265"/>
                </a:lnTo>
                <a:lnTo>
                  <a:pt x="34676" y="89265"/>
                </a:lnTo>
                <a:close/>
                <a:moveTo>
                  <a:pt x="142745" y="54729"/>
                </a:moveTo>
                <a:lnTo>
                  <a:pt x="142745" y="82278"/>
                </a:lnTo>
                <a:cubicBezTo>
                  <a:pt x="142745" y="88230"/>
                  <a:pt x="143395" y="91927"/>
                  <a:pt x="144695" y="93369"/>
                </a:cubicBezTo>
                <a:cubicBezTo>
                  <a:pt x="146459" y="95414"/>
                  <a:pt x="149128" y="96437"/>
                  <a:pt x="152702" y="96437"/>
                </a:cubicBezTo>
                <a:lnTo>
                  <a:pt x="156323" y="96437"/>
                </a:lnTo>
                <a:lnTo>
                  <a:pt x="156323" y="99013"/>
                </a:lnTo>
                <a:lnTo>
                  <a:pt x="115868" y="99013"/>
                </a:lnTo>
                <a:lnTo>
                  <a:pt x="115868" y="96437"/>
                </a:lnTo>
                <a:lnTo>
                  <a:pt x="119419" y="96437"/>
                </a:lnTo>
                <a:cubicBezTo>
                  <a:pt x="123411" y="96437"/>
                  <a:pt x="126266" y="95137"/>
                  <a:pt x="127984" y="92538"/>
                </a:cubicBezTo>
                <a:cubicBezTo>
                  <a:pt x="128912" y="91099"/>
                  <a:pt x="129376" y="87687"/>
                  <a:pt x="129376" y="82302"/>
                </a:cubicBezTo>
                <a:lnTo>
                  <a:pt x="129376" y="21307"/>
                </a:lnTo>
                <a:cubicBezTo>
                  <a:pt x="129376" y="15365"/>
                  <a:pt x="128750" y="11675"/>
                  <a:pt x="127496" y="10236"/>
                </a:cubicBezTo>
                <a:cubicBezTo>
                  <a:pt x="125686" y="8193"/>
                  <a:pt x="122994" y="7172"/>
                  <a:pt x="119419" y="7172"/>
                </a:cubicBezTo>
                <a:lnTo>
                  <a:pt x="115868" y="7172"/>
                </a:lnTo>
                <a:lnTo>
                  <a:pt x="115868" y="4596"/>
                </a:lnTo>
                <a:lnTo>
                  <a:pt x="150474" y="4596"/>
                </a:lnTo>
                <a:cubicBezTo>
                  <a:pt x="158923" y="4596"/>
                  <a:pt x="165584" y="5465"/>
                  <a:pt x="170458" y="7204"/>
                </a:cubicBezTo>
                <a:cubicBezTo>
                  <a:pt x="175332" y="8942"/>
                  <a:pt x="179440" y="11874"/>
                  <a:pt x="182782" y="16000"/>
                </a:cubicBezTo>
                <a:cubicBezTo>
                  <a:pt x="186124" y="20125"/>
                  <a:pt x="187796" y="25016"/>
                  <a:pt x="187796" y="30672"/>
                </a:cubicBezTo>
                <a:cubicBezTo>
                  <a:pt x="187796" y="38367"/>
                  <a:pt x="185254" y="44626"/>
                  <a:pt x="180171" y="49448"/>
                </a:cubicBezTo>
                <a:cubicBezTo>
                  <a:pt x="175088" y="54268"/>
                  <a:pt x="167905" y="56678"/>
                  <a:pt x="158621" y="56678"/>
                </a:cubicBezTo>
                <a:cubicBezTo>
                  <a:pt x="156346" y="56678"/>
                  <a:pt x="153886" y="56516"/>
                  <a:pt x="151240" y="56191"/>
                </a:cubicBezTo>
                <a:cubicBezTo>
                  <a:pt x="148594" y="55866"/>
                  <a:pt x="145763" y="55379"/>
                  <a:pt x="142745" y="54729"/>
                </a:cubicBezTo>
                <a:moveTo>
                  <a:pt x="142745" y="50690"/>
                </a:moveTo>
                <a:cubicBezTo>
                  <a:pt x="145205" y="51154"/>
                  <a:pt x="147387" y="51503"/>
                  <a:pt x="149290" y="51735"/>
                </a:cubicBezTo>
                <a:cubicBezTo>
                  <a:pt x="151194" y="51967"/>
                  <a:pt x="152818" y="52083"/>
                  <a:pt x="154164" y="52083"/>
                </a:cubicBezTo>
                <a:cubicBezTo>
                  <a:pt x="158992" y="52083"/>
                  <a:pt x="163158" y="50214"/>
                  <a:pt x="166663" y="46478"/>
                </a:cubicBezTo>
                <a:cubicBezTo>
                  <a:pt x="170168" y="42741"/>
                  <a:pt x="171920" y="37902"/>
                  <a:pt x="171920" y="31960"/>
                </a:cubicBezTo>
                <a:cubicBezTo>
                  <a:pt x="171920" y="27875"/>
                  <a:pt x="171084" y="24080"/>
                  <a:pt x="169413" y="20576"/>
                </a:cubicBezTo>
                <a:cubicBezTo>
                  <a:pt x="167742" y="17071"/>
                  <a:pt x="165375" y="14448"/>
                  <a:pt x="162311" y="12707"/>
                </a:cubicBezTo>
                <a:cubicBezTo>
                  <a:pt x="159247" y="10967"/>
                  <a:pt x="155766" y="10096"/>
                  <a:pt x="151867" y="10096"/>
                </a:cubicBezTo>
                <a:cubicBezTo>
                  <a:pt x="149499" y="10096"/>
                  <a:pt x="146459" y="10537"/>
                  <a:pt x="142745" y="11419"/>
                </a:cubicBezTo>
                <a:lnTo>
                  <a:pt x="142745" y="50690"/>
                </a:lnTo>
                <a:close/>
                <a:moveTo>
                  <a:pt x="244940" y="2507"/>
                </a:moveTo>
                <a:cubicBezTo>
                  <a:pt x="257194" y="2507"/>
                  <a:pt x="267813" y="7154"/>
                  <a:pt x="276795" y="16448"/>
                </a:cubicBezTo>
                <a:cubicBezTo>
                  <a:pt x="285777" y="25742"/>
                  <a:pt x="290268" y="37342"/>
                  <a:pt x="290268" y="51247"/>
                </a:cubicBezTo>
                <a:cubicBezTo>
                  <a:pt x="290268" y="65571"/>
                  <a:pt x="285742" y="77461"/>
                  <a:pt x="276691" y="86917"/>
                </a:cubicBezTo>
                <a:cubicBezTo>
                  <a:pt x="267639" y="96374"/>
                  <a:pt x="256684" y="101102"/>
                  <a:pt x="243825" y="101102"/>
                </a:cubicBezTo>
                <a:cubicBezTo>
                  <a:pt x="230828" y="101102"/>
                  <a:pt x="219908" y="96490"/>
                  <a:pt x="211065" y="87265"/>
                </a:cubicBezTo>
                <a:cubicBezTo>
                  <a:pt x="202222" y="78041"/>
                  <a:pt x="197800" y="66105"/>
                  <a:pt x="197800" y="51456"/>
                </a:cubicBezTo>
                <a:cubicBezTo>
                  <a:pt x="197800" y="36484"/>
                  <a:pt x="202907" y="24270"/>
                  <a:pt x="213119" y="14814"/>
                </a:cubicBezTo>
                <a:cubicBezTo>
                  <a:pt x="221985" y="6609"/>
                  <a:pt x="232592" y="2507"/>
                  <a:pt x="244940" y="2507"/>
                </a:cubicBezTo>
                <a:moveTo>
                  <a:pt x="243617" y="7659"/>
                </a:moveTo>
                <a:cubicBezTo>
                  <a:pt x="235168" y="7659"/>
                  <a:pt x="228391" y="10788"/>
                  <a:pt x="223285" y="17044"/>
                </a:cubicBezTo>
                <a:cubicBezTo>
                  <a:pt x="216925" y="24831"/>
                  <a:pt x="213746" y="36233"/>
                  <a:pt x="213746" y="51250"/>
                </a:cubicBezTo>
                <a:cubicBezTo>
                  <a:pt x="213746" y="66636"/>
                  <a:pt x="217041" y="78478"/>
                  <a:pt x="223633" y="86774"/>
                </a:cubicBezTo>
                <a:cubicBezTo>
                  <a:pt x="228693" y="93077"/>
                  <a:pt x="235377" y="96228"/>
                  <a:pt x="243686" y="96228"/>
                </a:cubicBezTo>
                <a:cubicBezTo>
                  <a:pt x="252552" y="96228"/>
                  <a:pt x="259875" y="92776"/>
                  <a:pt x="265654" y="85871"/>
                </a:cubicBezTo>
                <a:cubicBezTo>
                  <a:pt x="271434" y="78964"/>
                  <a:pt x="274323" y="68072"/>
                  <a:pt x="274323" y="53195"/>
                </a:cubicBezTo>
                <a:cubicBezTo>
                  <a:pt x="274323" y="37067"/>
                  <a:pt x="271143" y="25040"/>
                  <a:pt x="264784" y="17114"/>
                </a:cubicBezTo>
                <a:cubicBezTo>
                  <a:pt x="259678" y="10811"/>
                  <a:pt x="252622" y="7659"/>
                  <a:pt x="243617" y="7659"/>
                </a:cubicBezTo>
                <a:close/>
                <a:moveTo>
                  <a:pt x="324990" y="54729"/>
                </a:moveTo>
                <a:lnTo>
                  <a:pt x="324990" y="82278"/>
                </a:lnTo>
                <a:cubicBezTo>
                  <a:pt x="324990" y="88230"/>
                  <a:pt x="325640" y="91927"/>
                  <a:pt x="326939" y="93369"/>
                </a:cubicBezTo>
                <a:cubicBezTo>
                  <a:pt x="328703" y="95414"/>
                  <a:pt x="331372" y="96437"/>
                  <a:pt x="334947" y="96437"/>
                </a:cubicBezTo>
                <a:lnTo>
                  <a:pt x="338567" y="96437"/>
                </a:lnTo>
                <a:lnTo>
                  <a:pt x="338567" y="99013"/>
                </a:lnTo>
                <a:lnTo>
                  <a:pt x="298113" y="99013"/>
                </a:lnTo>
                <a:lnTo>
                  <a:pt x="298113" y="96437"/>
                </a:lnTo>
                <a:lnTo>
                  <a:pt x="301664" y="96437"/>
                </a:lnTo>
                <a:cubicBezTo>
                  <a:pt x="305656" y="96437"/>
                  <a:pt x="308511" y="95137"/>
                  <a:pt x="310228" y="92538"/>
                </a:cubicBezTo>
                <a:cubicBezTo>
                  <a:pt x="311157" y="91099"/>
                  <a:pt x="311621" y="87687"/>
                  <a:pt x="311621" y="82302"/>
                </a:cubicBezTo>
                <a:lnTo>
                  <a:pt x="311621" y="21307"/>
                </a:lnTo>
                <a:cubicBezTo>
                  <a:pt x="311621" y="15365"/>
                  <a:pt x="310994" y="11675"/>
                  <a:pt x="309741" y="10236"/>
                </a:cubicBezTo>
                <a:cubicBezTo>
                  <a:pt x="307931" y="8193"/>
                  <a:pt x="305238" y="7172"/>
                  <a:pt x="301664" y="7172"/>
                </a:cubicBezTo>
                <a:lnTo>
                  <a:pt x="298113" y="7172"/>
                </a:lnTo>
                <a:lnTo>
                  <a:pt x="298113" y="4596"/>
                </a:lnTo>
                <a:lnTo>
                  <a:pt x="332719" y="4596"/>
                </a:lnTo>
                <a:cubicBezTo>
                  <a:pt x="341167" y="4596"/>
                  <a:pt x="347828" y="5465"/>
                  <a:pt x="352702" y="7204"/>
                </a:cubicBezTo>
                <a:cubicBezTo>
                  <a:pt x="357576" y="8942"/>
                  <a:pt x="361685" y="11874"/>
                  <a:pt x="365027" y="16000"/>
                </a:cubicBezTo>
                <a:cubicBezTo>
                  <a:pt x="368369" y="20125"/>
                  <a:pt x="370040" y="25016"/>
                  <a:pt x="370040" y="30672"/>
                </a:cubicBezTo>
                <a:cubicBezTo>
                  <a:pt x="370040" y="38367"/>
                  <a:pt x="367499" y="44626"/>
                  <a:pt x="362416" y="49448"/>
                </a:cubicBezTo>
                <a:cubicBezTo>
                  <a:pt x="357333" y="54268"/>
                  <a:pt x="350149" y="56678"/>
                  <a:pt x="340865" y="56678"/>
                </a:cubicBezTo>
                <a:cubicBezTo>
                  <a:pt x="338591" y="56678"/>
                  <a:pt x="336130" y="56516"/>
                  <a:pt x="333485" y="56191"/>
                </a:cubicBezTo>
                <a:cubicBezTo>
                  <a:pt x="330839" y="55866"/>
                  <a:pt x="328007" y="55379"/>
                  <a:pt x="324990" y="54729"/>
                </a:cubicBezTo>
                <a:moveTo>
                  <a:pt x="324990" y="50690"/>
                </a:moveTo>
                <a:cubicBezTo>
                  <a:pt x="327450" y="51154"/>
                  <a:pt x="329632" y="51503"/>
                  <a:pt x="331535" y="51735"/>
                </a:cubicBezTo>
                <a:cubicBezTo>
                  <a:pt x="333438" y="51967"/>
                  <a:pt x="335063" y="52083"/>
                  <a:pt x="336409" y="52083"/>
                </a:cubicBezTo>
                <a:cubicBezTo>
                  <a:pt x="341237" y="52083"/>
                  <a:pt x="345403" y="50214"/>
                  <a:pt x="348907" y="46478"/>
                </a:cubicBezTo>
                <a:cubicBezTo>
                  <a:pt x="352412" y="42741"/>
                  <a:pt x="354165" y="37902"/>
                  <a:pt x="354165" y="31960"/>
                </a:cubicBezTo>
                <a:cubicBezTo>
                  <a:pt x="354165" y="27875"/>
                  <a:pt x="353329" y="24080"/>
                  <a:pt x="351658" y="20576"/>
                </a:cubicBezTo>
                <a:cubicBezTo>
                  <a:pt x="349987" y="17071"/>
                  <a:pt x="347619" y="14448"/>
                  <a:pt x="344556" y="12707"/>
                </a:cubicBezTo>
                <a:cubicBezTo>
                  <a:pt x="341492" y="10967"/>
                  <a:pt x="338010" y="10096"/>
                  <a:pt x="334111" y="10096"/>
                </a:cubicBezTo>
                <a:cubicBezTo>
                  <a:pt x="331744" y="10096"/>
                  <a:pt x="328703" y="10537"/>
                  <a:pt x="324990" y="11419"/>
                </a:cubicBezTo>
                <a:lnTo>
                  <a:pt x="324990" y="50690"/>
                </a:lnTo>
                <a:close/>
                <a:moveTo>
                  <a:pt x="377114" y="85505"/>
                </a:moveTo>
                <a:cubicBezTo>
                  <a:pt x="379295" y="85505"/>
                  <a:pt x="381129" y="86259"/>
                  <a:pt x="382614" y="87768"/>
                </a:cubicBezTo>
                <a:cubicBezTo>
                  <a:pt x="384100" y="89277"/>
                  <a:pt x="384842" y="91099"/>
                  <a:pt x="384842" y="93234"/>
                </a:cubicBezTo>
                <a:cubicBezTo>
                  <a:pt x="384842" y="95369"/>
                  <a:pt x="384088" y="97191"/>
                  <a:pt x="382579" y="98700"/>
                </a:cubicBezTo>
                <a:cubicBezTo>
                  <a:pt x="381071" y="100209"/>
                  <a:pt x="379249" y="100963"/>
                  <a:pt x="377114" y="100963"/>
                </a:cubicBezTo>
                <a:cubicBezTo>
                  <a:pt x="374978" y="100963"/>
                  <a:pt x="373156" y="100209"/>
                  <a:pt x="371648" y="98700"/>
                </a:cubicBezTo>
                <a:cubicBezTo>
                  <a:pt x="370139" y="97191"/>
                  <a:pt x="369385" y="95369"/>
                  <a:pt x="369385" y="93234"/>
                </a:cubicBezTo>
                <a:cubicBezTo>
                  <a:pt x="369385" y="91052"/>
                  <a:pt x="370139" y="89219"/>
                  <a:pt x="371648" y="87733"/>
                </a:cubicBezTo>
                <a:cubicBezTo>
                  <a:pt x="373156" y="86248"/>
                  <a:pt x="374978" y="85505"/>
                  <a:pt x="377114" y="85505"/>
                </a:cubicBezTo>
                <a:close/>
                <a:moveTo>
                  <a:pt x="528418" y="4596"/>
                </a:moveTo>
                <a:lnTo>
                  <a:pt x="528418" y="7172"/>
                </a:lnTo>
                <a:cubicBezTo>
                  <a:pt x="525958" y="7172"/>
                  <a:pt x="523962" y="7613"/>
                  <a:pt x="522430" y="8495"/>
                </a:cubicBezTo>
                <a:cubicBezTo>
                  <a:pt x="520898" y="9375"/>
                  <a:pt x="519436" y="11022"/>
                  <a:pt x="518044" y="13434"/>
                </a:cubicBezTo>
                <a:cubicBezTo>
                  <a:pt x="517115" y="15057"/>
                  <a:pt x="515653" y="18931"/>
                  <a:pt x="513657" y="25054"/>
                </a:cubicBezTo>
                <a:lnTo>
                  <a:pt x="487337" y="101102"/>
                </a:lnTo>
                <a:lnTo>
                  <a:pt x="484552" y="101102"/>
                </a:lnTo>
                <a:lnTo>
                  <a:pt x="463036" y="40777"/>
                </a:lnTo>
                <a:lnTo>
                  <a:pt x="441660" y="101102"/>
                </a:lnTo>
                <a:lnTo>
                  <a:pt x="439153" y="101102"/>
                </a:lnTo>
                <a:lnTo>
                  <a:pt x="411093" y="22758"/>
                </a:lnTo>
                <a:cubicBezTo>
                  <a:pt x="409004" y="16913"/>
                  <a:pt x="407681" y="13457"/>
                  <a:pt x="407124" y="12390"/>
                </a:cubicBezTo>
                <a:cubicBezTo>
                  <a:pt x="406195" y="10627"/>
                  <a:pt x="404930" y="9317"/>
                  <a:pt x="403329" y="8460"/>
                </a:cubicBezTo>
                <a:cubicBezTo>
                  <a:pt x="401727" y="7601"/>
                  <a:pt x="399557" y="7172"/>
                  <a:pt x="396819" y="7172"/>
                </a:cubicBezTo>
                <a:lnTo>
                  <a:pt x="396819" y="4596"/>
                </a:lnTo>
                <a:lnTo>
                  <a:pt x="431773" y="4596"/>
                </a:lnTo>
                <a:lnTo>
                  <a:pt x="431773" y="7172"/>
                </a:lnTo>
                <a:lnTo>
                  <a:pt x="430102" y="7172"/>
                </a:lnTo>
                <a:cubicBezTo>
                  <a:pt x="427641" y="7172"/>
                  <a:pt x="425761" y="7729"/>
                  <a:pt x="424462" y="8843"/>
                </a:cubicBezTo>
                <a:cubicBezTo>
                  <a:pt x="423162" y="9956"/>
                  <a:pt x="422512" y="11300"/>
                  <a:pt x="422512" y="12877"/>
                </a:cubicBezTo>
                <a:cubicBezTo>
                  <a:pt x="422512" y="14500"/>
                  <a:pt x="423533" y="18234"/>
                  <a:pt x="425576" y="24079"/>
                </a:cubicBezTo>
                <a:lnTo>
                  <a:pt x="444167" y="77028"/>
                </a:lnTo>
                <a:lnTo>
                  <a:pt x="459833" y="32010"/>
                </a:lnTo>
                <a:lnTo>
                  <a:pt x="457048" y="24079"/>
                </a:lnTo>
                <a:lnTo>
                  <a:pt x="454820" y="17747"/>
                </a:lnTo>
                <a:cubicBezTo>
                  <a:pt x="453845" y="15427"/>
                  <a:pt x="452754" y="13386"/>
                  <a:pt x="451547" y="11624"/>
                </a:cubicBezTo>
                <a:cubicBezTo>
                  <a:pt x="450944" y="10743"/>
                  <a:pt x="450201" y="10001"/>
                  <a:pt x="449319" y="9398"/>
                </a:cubicBezTo>
                <a:cubicBezTo>
                  <a:pt x="448159" y="8564"/>
                  <a:pt x="446998" y="7961"/>
                  <a:pt x="445838" y="7590"/>
                </a:cubicBezTo>
                <a:cubicBezTo>
                  <a:pt x="444956" y="7311"/>
                  <a:pt x="443563" y="7172"/>
                  <a:pt x="441660" y="7172"/>
                </a:cubicBezTo>
                <a:lnTo>
                  <a:pt x="441660" y="4596"/>
                </a:lnTo>
                <a:lnTo>
                  <a:pt x="478424" y="4596"/>
                </a:lnTo>
                <a:lnTo>
                  <a:pt x="478424" y="7172"/>
                </a:lnTo>
                <a:lnTo>
                  <a:pt x="475918" y="7172"/>
                </a:lnTo>
                <a:cubicBezTo>
                  <a:pt x="473318" y="7172"/>
                  <a:pt x="471415" y="7729"/>
                  <a:pt x="470208" y="8843"/>
                </a:cubicBezTo>
                <a:cubicBezTo>
                  <a:pt x="469001" y="9956"/>
                  <a:pt x="468398" y="11463"/>
                  <a:pt x="468398" y="13365"/>
                </a:cubicBezTo>
                <a:cubicBezTo>
                  <a:pt x="468398" y="15730"/>
                  <a:pt x="469442" y="19859"/>
                  <a:pt x="471531" y="25750"/>
                </a:cubicBezTo>
                <a:lnTo>
                  <a:pt x="489635" y="77028"/>
                </a:lnTo>
                <a:lnTo>
                  <a:pt x="507599" y="25054"/>
                </a:lnTo>
                <a:cubicBezTo>
                  <a:pt x="509642" y="19302"/>
                  <a:pt x="510663" y="15313"/>
                  <a:pt x="510663" y="13086"/>
                </a:cubicBezTo>
                <a:cubicBezTo>
                  <a:pt x="510663" y="12020"/>
                  <a:pt x="510326" y="11023"/>
                  <a:pt x="509653" y="10094"/>
                </a:cubicBezTo>
                <a:cubicBezTo>
                  <a:pt x="508980" y="9166"/>
                  <a:pt x="508133" y="8517"/>
                  <a:pt x="507112" y="8147"/>
                </a:cubicBezTo>
                <a:cubicBezTo>
                  <a:pt x="505348" y="7497"/>
                  <a:pt x="503050" y="7172"/>
                  <a:pt x="500218" y="7172"/>
                </a:cubicBezTo>
                <a:lnTo>
                  <a:pt x="500218" y="4596"/>
                </a:lnTo>
                <a:lnTo>
                  <a:pt x="528418" y="4596"/>
                </a:lnTo>
                <a:close/>
                <a:moveTo>
                  <a:pt x="656815" y="127352"/>
                </a:moveTo>
                <a:lnTo>
                  <a:pt x="656815" y="129789"/>
                </a:lnTo>
                <a:cubicBezTo>
                  <a:pt x="649063" y="128722"/>
                  <a:pt x="642762" y="125577"/>
                  <a:pt x="637911" y="120355"/>
                </a:cubicBezTo>
                <a:cubicBezTo>
                  <a:pt x="633060" y="115132"/>
                  <a:pt x="630635" y="109342"/>
                  <a:pt x="630635" y="102982"/>
                </a:cubicBezTo>
                <a:cubicBezTo>
                  <a:pt x="630635" y="99640"/>
                  <a:pt x="631168" y="95752"/>
                  <a:pt x="632236" y="91319"/>
                </a:cubicBezTo>
                <a:cubicBezTo>
                  <a:pt x="633304" y="86886"/>
                  <a:pt x="633838" y="83439"/>
                  <a:pt x="633838" y="80979"/>
                </a:cubicBezTo>
                <a:cubicBezTo>
                  <a:pt x="633838" y="77637"/>
                  <a:pt x="632433" y="74515"/>
                  <a:pt x="629625" y="71614"/>
                </a:cubicBezTo>
                <a:cubicBezTo>
                  <a:pt x="626817" y="68713"/>
                  <a:pt x="622929" y="66937"/>
                  <a:pt x="617962" y="66287"/>
                </a:cubicBezTo>
                <a:lnTo>
                  <a:pt x="617962" y="63433"/>
                </a:lnTo>
                <a:cubicBezTo>
                  <a:pt x="622929" y="62783"/>
                  <a:pt x="626817" y="61019"/>
                  <a:pt x="629625" y="58141"/>
                </a:cubicBezTo>
                <a:cubicBezTo>
                  <a:pt x="632433" y="55263"/>
                  <a:pt x="633838" y="52129"/>
                  <a:pt x="633838" y="48741"/>
                </a:cubicBezTo>
                <a:cubicBezTo>
                  <a:pt x="633838" y="46280"/>
                  <a:pt x="633304" y="42845"/>
                  <a:pt x="632236" y="38436"/>
                </a:cubicBezTo>
                <a:cubicBezTo>
                  <a:pt x="631168" y="34026"/>
                  <a:pt x="630635" y="30126"/>
                  <a:pt x="630635" y="26738"/>
                </a:cubicBezTo>
                <a:cubicBezTo>
                  <a:pt x="630635" y="20425"/>
                  <a:pt x="633060" y="14645"/>
                  <a:pt x="637911" y="9400"/>
                </a:cubicBezTo>
                <a:cubicBezTo>
                  <a:pt x="642762" y="4155"/>
                  <a:pt x="649063" y="1021"/>
                  <a:pt x="656815" y="0"/>
                </a:cubicBezTo>
                <a:lnTo>
                  <a:pt x="656815" y="2437"/>
                </a:lnTo>
                <a:cubicBezTo>
                  <a:pt x="651384" y="3737"/>
                  <a:pt x="647404" y="5860"/>
                  <a:pt x="644874" y="8808"/>
                </a:cubicBezTo>
                <a:cubicBezTo>
                  <a:pt x="642344" y="11756"/>
                  <a:pt x="641079" y="14994"/>
                  <a:pt x="641079" y="18521"/>
                </a:cubicBezTo>
                <a:cubicBezTo>
                  <a:pt x="641079" y="21260"/>
                  <a:pt x="641601" y="24869"/>
                  <a:pt x="642646" y="29349"/>
                </a:cubicBezTo>
                <a:cubicBezTo>
                  <a:pt x="643690" y="33828"/>
                  <a:pt x="644212" y="37646"/>
                  <a:pt x="644212" y="40803"/>
                </a:cubicBezTo>
                <a:cubicBezTo>
                  <a:pt x="644212" y="45491"/>
                  <a:pt x="642495" y="50040"/>
                  <a:pt x="639060" y="54450"/>
                </a:cubicBezTo>
                <a:cubicBezTo>
                  <a:pt x="635625" y="58860"/>
                  <a:pt x="630495" y="62272"/>
                  <a:pt x="623672" y="64686"/>
                </a:cubicBezTo>
                <a:cubicBezTo>
                  <a:pt x="630356" y="67146"/>
                  <a:pt x="635451" y="70628"/>
                  <a:pt x="638955" y="75130"/>
                </a:cubicBezTo>
                <a:cubicBezTo>
                  <a:pt x="642460" y="79633"/>
                  <a:pt x="644212" y="84229"/>
                  <a:pt x="644212" y="88917"/>
                </a:cubicBezTo>
                <a:cubicBezTo>
                  <a:pt x="644212" y="92073"/>
                  <a:pt x="643690" y="95891"/>
                  <a:pt x="642646" y="100371"/>
                </a:cubicBezTo>
                <a:cubicBezTo>
                  <a:pt x="641601" y="104850"/>
                  <a:pt x="641079" y="108460"/>
                  <a:pt x="641079" y="111198"/>
                </a:cubicBezTo>
                <a:cubicBezTo>
                  <a:pt x="641079" y="114726"/>
                  <a:pt x="642344" y="117964"/>
                  <a:pt x="644874" y="120912"/>
                </a:cubicBezTo>
                <a:cubicBezTo>
                  <a:pt x="647404" y="123859"/>
                  <a:pt x="651384" y="126006"/>
                  <a:pt x="656815" y="127352"/>
                </a:cubicBezTo>
                <a:close/>
                <a:moveTo>
                  <a:pt x="763073" y="99013"/>
                </a:moveTo>
                <a:lnTo>
                  <a:pt x="737867" y="99013"/>
                </a:lnTo>
                <a:lnTo>
                  <a:pt x="705907" y="54729"/>
                </a:lnTo>
                <a:cubicBezTo>
                  <a:pt x="703539" y="54822"/>
                  <a:pt x="701613" y="54868"/>
                  <a:pt x="700128" y="54868"/>
                </a:cubicBezTo>
                <a:cubicBezTo>
                  <a:pt x="699524" y="54868"/>
                  <a:pt x="698874" y="54856"/>
                  <a:pt x="698178" y="54833"/>
                </a:cubicBezTo>
                <a:cubicBezTo>
                  <a:pt x="697482" y="54810"/>
                  <a:pt x="696762" y="54775"/>
                  <a:pt x="696019" y="54729"/>
                </a:cubicBezTo>
                <a:lnTo>
                  <a:pt x="696019" y="82254"/>
                </a:lnTo>
                <a:cubicBezTo>
                  <a:pt x="696019" y="88216"/>
                  <a:pt x="696669" y="91919"/>
                  <a:pt x="697969" y="93362"/>
                </a:cubicBezTo>
                <a:cubicBezTo>
                  <a:pt x="699733" y="95412"/>
                  <a:pt x="702379" y="96437"/>
                  <a:pt x="705907" y="96437"/>
                </a:cubicBezTo>
                <a:lnTo>
                  <a:pt x="709597" y="96437"/>
                </a:lnTo>
                <a:lnTo>
                  <a:pt x="709597" y="99013"/>
                </a:lnTo>
                <a:lnTo>
                  <a:pt x="669142" y="99013"/>
                </a:lnTo>
                <a:lnTo>
                  <a:pt x="669142" y="96437"/>
                </a:lnTo>
                <a:lnTo>
                  <a:pt x="672694" y="96437"/>
                </a:lnTo>
                <a:cubicBezTo>
                  <a:pt x="676686" y="96437"/>
                  <a:pt x="679540" y="95137"/>
                  <a:pt x="681258" y="92538"/>
                </a:cubicBezTo>
                <a:cubicBezTo>
                  <a:pt x="682233" y="91099"/>
                  <a:pt x="682720" y="87687"/>
                  <a:pt x="682720" y="82302"/>
                </a:cubicBezTo>
                <a:lnTo>
                  <a:pt x="682720" y="21307"/>
                </a:lnTo>
                <a:cubicBezTo>
                  <a:pt x="682720" y="15365"/>
                  <a:pt x="682070" y="11675"/>
                  <a:pt x="680771" y="10236"/>
                </a:cubicBezTo>
                <a:cubicBezTo>
                  <a:pt x="678960" y="8193"/>
                  <a:pt x="676268" y="7172"/>
                  <a:pt x="672694" y="7172"/>
                </a:cubicBezTo>
                <a:lnTo>
                  <a:pt x="669142" y="7172"/>
                </a:lnTo>
                <a:lnTo>
                  <a:pt x="669142" y="4596"/>
                </a:lnTo>
                <a:lnTo>
                  <a:pt x="703539" y="4596"/>
                </a:lnTo>
                <a:cubicBezTo>
                  <a:pt x="713566" y="4596"/>
                  <a:pt x="720958" y="5324"/>
                  <a:pt x="725716" y="6782"/>
                </a:cubicBezTo>
                <a:cubicBezTo>
                  <a:pt x="730474" y="8240"/>
                  <a:pt x="734513" y="10925"/>
                  <a:pt x="737832" y="14838"/>
                </a:cubicBezTo>
                <a:cubicBezTo>
                  <a:pt x="741151" y="18748"/>
                  <a:pt x="742810" y="23411"/>
                  <a:pt x="742810" y="28827"/>
                </a:cubicBezTo>
                <a:cubicBezTo>
                  <a:pt x="742810" y="34612"/>
                  <a:pt x="740919" y="39634"/>
                  <a:pt x="737136" y="43893"/>
                </a:cubicBezTo>
                <a:cubicBezTo>
                  <a:pt x="733352" y="48150"/>
                  <a:pt x="727492" y="51159"/>
                  <a:pt x="719554" y="52918"/>
                </a:cubicBezTo>
                <a:lnTo>
                  <a:pt x="739050" y="80091"/>
                </a:lnTo>
                <a:cubicBezTo>
                  <a:pt x="743507" y="86332"/>
                  <a:pt x="747336" y="90477"/>
                  <a:pt x="750539" y="92527"/>
                </a:cubicBezTo>
                <a:cubicBezTo>
                  <a:pt x="753742" y="94575"/>
                  <a:pt x="757920" y="95878"/>
                  <a:pt x="763073" y="96437"/>
                </a:cubicBezTo>
                <a:lnTo>
                  <a:pt x="763073" y="99013"/>
                </a:lnTo>
                <a:moveTo>
                  <a:pt x="696019" y="50481"/>
                </a:moveTo>
                <a:cubicBezTo>
                  <a:pt x="696901" y="50481"/>
                  <a:pt x="697667" y="50493"/>
                  <a:pt x="698317" y="50516"/>
                </a:cubicBezTo>
                <a:cubicBezTo>
                  <a:pt x="698967" y="50539"/>
                  <a:pt x="699501" y="50551"/>
                  <a:pt x="699919" y="50551"/>
                </a:cubicBezTo>
                <a:cubicBezTo>
                  <a:pt x="708924" y="50551"/>
                  <a:pt x="715713" y="48601"/>
                  <a:pt x="720285" y="44702"/>
                </a:cubicBezTo>
                <a:cubicBezTo>
                  <a:pt x="724858" y="40803"/>
                  <a:pt x="727144" y="35836"/>
                  <a:pt x="727144" y="29801"/>
                </a:cubicBezTo>
                <a:cubicBezTo>
                  <a:pt x="727144" y="23906"/>
                  <a:pt x="725299" y="19113"/>
                  <a:pt x="721608" y="15423"/>
                </a:cubicBezTo>
                <a:cubicBezTo>
                  <a:pt x="717918" y="11733"/>
                  <a:pt x="713032" y="9887"/>
                  <a:pt x="706951" y="9887"/>
                </a:cubicBezTo>
                <a:cubicBezTo>
                  <a:pt x="704259" y="9887"/>
                  <a:pt x="700615" y="10328"/>
                  <a:pt x="696019" y="11210"/>
                </a:cubicBezTo>
                <a:lnTo>
                  <a:pt x="696019" y="50481"/>
                </a:lnTo>
                <a:close/>
                <a:moveTo>
                  <a:pt x="828177" y="64198"/>
                </a:moveTo>
                <a:lnTo>
                  <a:pt x="828177" y="74086"/>
                </a:lnTo>
                <a:lnTo>
                  <a:pt x="815505" y="74086"/>
                </a:lnTo>
                <a:lnTo>
                  <a:pt x="815505" y="99013"/>
                </a:lnTo>
                <a:lnTo>
                  <a:pt x="804016" y="99013"/>
                </a:lnTo>
                <a:lnTo>
                  <a:pt x="804016" y="74086"/>
                </a:lnTo>
                <a:lnTo>
                  <a:pt x="764048" y="74086"/>
                </a:lnTo>
                <a:lnTo>
                  <a:pt x="764048" y="65173"/>
                </a:lnTo>
                <a:lnTo>
                  <a:pt x="807845" y="2646"/>
                </a:lnTo>
                <a:lnTo>
                  <a:pt x="815505" y="2646"/>
                </a:lnTo>
                <a:lnTo>
                  <a:pt x="815505" y="64198"/>
                </a:lnTo>
                <a:lnTo>
                  <a:pt x="828177" y="64198"/>
                </a:lnTo>
                <a:moveTo>
                  <a:pt x="804016" y="64198"/>
                </a:moveTo>
                <a:lnTo>
                  <a:pt x="804016" y="17338"/>
                </a:lnTo>
                <a:lnTo>
                  <a:pt x="770872" y="64198"/>
                </a:lnTo>
                <a:lnTo>
                  <a:pt x="804016" y="64198"/>
                </a:lnTo>
                <a:close/>
                <a:moveTo>
                  <a:pt x="838900" y="61692"/>
                </a:moveTo>
                <a:lnTo>
                  <a:pt x="874899" y="61692"/>
                </a:lnTo>
                <a:lnTo>
                  <a:pt x="874899" y="72206"/>
                </a:lnTo>
                <a:lnTo>
                  <a:pt x="838900" y="72206"/>
                </a:lnTo>
                <a:lnTo>
                  <a:pt x="838900" y="61692"/>
                </a:lnTo>
                <a:close/>
                <a:moveTo>
                  <a:pt x="976975" y="99013"/>
                </a:moveTo>
                <a:lnTo>
                  <a:pt x="951769" y="99013"/>
                </a:lnTo>
                <a:lnTo>
                  <a:pt x="919809" y="54729"/>
                </a:lnTo>
                <a:cubicBezTo>
                  <a:pt x="917441" y="54822"/>
                  <a:pt x="915515" y="54868"/>
                  <a:pt x="914029" y="54868"/>
                </a:cubicBezTo>
                <a:cubicBezTo>
                  <a:pt x="913426" y="54868"/>
                  <a:pt x="912776" y="54856"/>
                  <a:pt x="912080" y="54833"/>
                </a:cubicBezTo>
                <a:cubicBezTo>
                  <a:pt x="911384" y="54810"/>
                  <a:pt x="910664" y="54775"/>
                  <a:pt x="909921" y="54729"/>
                </a:cubicBezTo>
                <a:lnTo>
                  <a:pt x="909921" y="82254"/>
                </a:lnTo>
                <a:cubicBezTo>
                  <a:pt x="909921" y="88216"/>
                  <a:pt x="910571" y="91919"/>
                  <a:pt x="911871" y="93362"/>
                </a:cubicBezTo>
                <a:cubicBezTo>
                  <a:pt x="913635" y="95412"/>
                  <a:pt x="916281" y="96437"/>
                  <a:pt x="919809" y="96437"/>
                </a:cubicBezTo>
                <a:lnTo>
                  <a:pt x="923499" y="96437"/>
                </a:lnTo>
                <a:lnTo>
                  <a:pt x="923499" y="99013"/>
                </a:lnTo>
                <a:lnTo>
                  <a:pt x="883044" y="99013"/>
                </a:lnTo>
                <a:lnTo>
                  <a:pt x="883044" y="96437"/>
                </a:lnTo>
                <a:lnTo>
                  <a:pt x="886595" y="96437"/>
                </a:lnTo>
                <a:cubicBezTo>
                  <a:pt x="890588" y="96437"/>
                  <a:pt x="893442" y="95137"/>
                  <a:pt x="895160" y="92538"/>
                </a:cubicBezTo>
                <a:cubicBezTo>
                  <a:pt x="896135" y="91099"/>
                  <a:pt x="896622" y="87687"/>
                  <a:pt x="896622" y="82302"/>
                </a:cubicBezTo>
                <a:lnTo>
                  <a:pt x="896622" y="21307"/>
                </a:lnTo>
                <a:cubicBezTo>
                  <a:pt x="896622" y="15365"/>
                  <a:pt x="895972" y="11675"/>
                  <a:pt x="894672" y="10236"/>
                </a:cubicBezTo>
                <a:cubicBezTo>
                  <a:pt x="892862" y="8193"/>
                  <a:pt x="890170" y="7172"/>
                  <a:pt x="886595" y="7172"/>
                </a:cubicBezTo>
                <a:lnTo>
                  <a:pt x="883044" y="7172"/>
                </a:lnTo>
                <a:lnTo>
                  <a:pt x="883044" y="4596"/>
                </a:lnTo>
                <a:lnTo>
                  <a:pt x="917441" y="4596"/>
                </a:lnTo>
                <a:cubicBezTo>
                  <a:pt x="927468" y="4596"/>
                  <a:pt x="934860" y="5324"/>
                  <a:pt x="939618" y="6782"/>
                </a:cubicBezTo>
                <a:cubicBezTo>
                  <a:pt x="944376" y="8240"/>
                  <a:pt x="948415" y="10925"/>
                  <a:pt x="951734" y="14838"/>
                </a:cubicBezTo>
                <a:cubicBezTo>
                  <a:pt x="955053" y="18748"/>
                  <a:pt x="956712" y="23411"/>
                  <a:pt x="956712" y="28827"/>
                </a:cubicBezTo>
                <a:cubicBezTo>
                  <a:pt x="956712" y="34612"/>
                  <a:pt x="954821" y="39634"/>
                  <a:pt x="951038" y="43893"/>
                </a:cubicBezTo>
                <a:cubicBezTo>
                  <a:pt x="947254" y="48150"/>
                  <a:pt x="941394" y="51159"/>
                  <a:pt x="933456" y="52918"/>
                </a:cubicBezTo>
                <a:lnTo>
                  <a:pt x="952952" y="80091"/>
                </a:lnTo>
                <a:cubicBezTo>
                  <a:pt x="957409" y="86332"/>
                  <a:pt x="961238" y="90477"/>
                  <a:pt x="964441" y="92527"/>
                </a:cubicBezTo>
                <a:cubicBezTo>
                  <a:pt x="967644" y="94575"/>
                  <a:pt x="971822" y="95878"/>
                  <a:pt x="976975" y="96437"/>
                </a:cubicBezTo>
                <a:lnTo>
                  <a:pt x="976975" y="99013"/>
                </a:lnTo>
                <a:moveTo>
                  <a:pt x="909921" y="50481"/>
                </a:moveTo>
                <a:cubicBezTo>
                  <a:pt x="910803" y="50481"/>
                  <a:pt x="911569" y="50493"/>
                  <a:pt x="912219" y="50516"/>
                </a:cubicBezTo>
                <a:cubicBezTo>
                  <a:pt x="912869" y="50539"/>
                  <a:pt x="913403" y="50551"/>
                  <a:pt x="913821" y="50551"/>
                </a:cubicBezTo>
                <a:cubicBezTo>
                  <a:pt x="922826" y="50551"/>
                  <a:pt x="929615" y="48601"/>
                  <a:pt x="934187" y="44702"/>
                </a:cubicBezTo>
                <a:cubicBezTo>
                  <a:pt x="938760" y="40803"/>
                  <a:pt x="941046" y="35836"/>
                  <a:pt x="941046" y="29801"/>
                </a:cubicBezTo>
                <a:cubicBezTo>
                  <a:pt x="941046" y="23906"/>
                  <a:pt x="939201" y="19113"/>
                  <a:pt x="935510" y="15423"/>
                </a:cubicBezTo>
                <a:cubicBezTo>
                  <a:pt x="931820" y="11733"/>
                  <a:pt x="926934" y="9887"/>
                  <a:pt x="920853" y="9887"/>
                </a:cubicBezTo>
                <a:cubicBezTo>
                  <a:pt x="918161" y="9887"/>
                  <a:pt x="914517" y="10328"/>
                  <a:pt x="909921" y="11210"/>
                </a:cubicBezTo>
                <a:lnTo>
                  <a:pt x="909921" y="50481"/>
                </a:lnTo>
                <a:close/>
                <a:moveTo>
                  <a:pt x="992433" y="13856"/>
                </a:moveTo>
                <a:lnTo>
                  <a:pt x="1015411" y="2646"/>
                </a:lnTo>
                <a:lnTo>
                  <a:pt x="1017709" y="2646"/>
                </a:lnTo>
                <a:lnTo>
                  <a:pt x="1017709" y="82372"/>
                </a:lnTo>
                <a:cubicBezTo>
                  <a:pt x="1017709" y="87664"/>
                  <a:pt x="1017929" y="90959"/>
                  <a:pt x="1018370" y="92259"/>
                </a:cubicBezTo>
                <a:cubicBezTo>
                  <a:pt x="1018811" y="93559"/>
                  <a:pt x="1019728" y="94557"/>
                  <a:pt x="1021121" y="95253"/>
                </a:cubicBezTo>
                <a:cubicBezTo>
                  <a:pt x="1022513" y="95949"/>
                  <a:pt x="1025345" y="96344"/>
                  <a:pt x="1029616" y="96437"/>
                </a:cubicBezTo>
                <a:lnTo>
                  <a:pt x="1029616" y="99013"/>
                </a:lnTo>
                <a:lnTo>
                  <a:pt x="994105" y="99013"/>
                </a:lnTo>
                <a:lnTo>
                  <a:pt x="994105" y="96437"/>
                </a:lnTo>
                <a:cubicBezTo>
                  <a:pt x="998561" y="96344"/>
                  <a:pt x="1001439" y="95961"/>
                  <a:pt x="1002739" y="95288"/>
                </a:cubicBezTo>
                <a:cubicBezTo>
                  <a:pt x="1004038" y="94615"/>
                  <a:pt x="1004944" y="93710"/>
                  <a:pt x="1005454" y="92572"/>
                </a:cubicBezTo>
                <a:cubicBezTo>
                  <a:pt x="1005965" y="91435"/>
                  <a:pt x="1006220" y="88035"/>
                  <a:pt x="1006220" y="82372"/>
                </a:cubicBezTo>
                <a:lnTo>
                  <a:pt x="1006220" y="31403"/>
                </a:lnTo>
                <a:cubicBezTo>
                  <a:pt x="1006220" y="24533"/>
                  <a:pt x="1005988" y="20123"/>
                  <a:pt x="1005524" y="18173"/>
                </a:cubicBezTo>
                <a:cubicBezTo>
                  <a:pt x="1005199" y="16688"/>
                  <a:pt x="1004607" y="15597"/>
                  <a:pt x="1003748" y="14901"/>
                </a:cubicBezTo>
                <a:cubicBezTo>
                  <a:pt x="1002889" y="14204"/>
                  <a:pt x="1001857" y="13856"/>
                  <a:pt x="1000650" y="13856"/>
                </a:cubicBezTo>
                <a:cubicBezTo>
                  <a:pt x="998932" y="13856"/>
                  <a:pt x="996542" y="14576"/>
                  <a:pt x="993478" y="16015"/>
                </a:cubicBezTo>
                <a:lnTo>
                  <a:pt x="992433" y="13856"/>
                </a:lnTo>
                <a:close/>
                <a:moveTo>
                  <a:pt x="1058438" y="13856"/>
                </a:moveTo>
                <a:lnTo>
                  <a:pt x="1081416" y="2646"/>
                </a:lnTo>
                <a:lnTo>
                  <a:pt x="1083714" y="2646"/>
                </a:lnTo>
                <a:lnTo>
                  <a:pt x="1083714" y="82372"/>
                </a:lnTo>
                <a:cubicBezTo>
                  <a:pt x="1083714" y="87664"/>
                  <a:pt x="1083934" y="90959"/>
                  <a:pt x="1084375" y="92259"/>
                </a:cubicBezTo>
                <a:cubicBezTo>
                  <a:pt x="1084816" y="93559"/>
                  <a:pt x="1085733" y="94557"/>
                  <a:pt x="1087126" y="95253"/>
                </a:cubicBezTo>
                <a:cubicBezTo>
                  <a:pt x="1088518" y="95949"/>
                  <a:pt x="1091350" y="96344"/>
                  <a:pt x="1095620" y="96437"/>
                </a:cubicBezTo>
                <a:lnTo>
                  <a:pt x="1095620" y="99013"/>
                </a:lnTo>
                <a:lnTo>
                  <a:pt x="1060109" y="99013"/>
                </a:lnTo>
                <a:lnTo>
                  <a:pt x="1060109" y="96437"/>
                </a:lnTo>
                <a:cubicBezTo>
                  <a:pt x="1064566" y="96344"/>
                  <a:pt x="1067444" y="95961"/>
                  <a:pt x="1068743" y="95288"/>
                </a:cubicBezTo>
                <a:cubicBezTo>
                  <a:pt x="1070043" y="94615"/>
                  <a:pt x="1070948" y="93710"/>
                  <a:pt x="1071459" y="92572"/>
                </a:cubicBezTo>
                <a:cubicBezTo>
                  <a:pt x="1071970" y="91435"/>
                  <a:pt x="1072225" y="88035"/>
                  <a:pt x="1072225" y="82372"/>
                </a:cubicBezTo>
                <a:lnTo>
                  <a:pt x="1072225" y="31403"/>
                </a:lnTo>
                <a:cubicBezTo>
                  <a:pt x="1072225" y="24533"/>
                  <a:pt x="1071993" y="20123"/>
                  <a:pt x="1071529" y="18173"/>
                </a:cubicBezTo>
                <a:cubicBezTo>
                  <a:pt x="1071204" y="16688"/>
                  <a:pt x="1070612" y="15597"/>
                  <a:pt x="1069753" y="14901"/>
                </a:cubicBezTo>
                <a:cubicBezTo>
                  <a:pt x="1068894" y="14204"/>
                  <a:pt x="1067861" y="13856"/>
                  <a:pt x="1066654" y="13856"/>
                </a:cubicBezTo>
                <a:cubicBezTo>
                  <a:pt x="1064937" y="13856"/>
                  <a:pt x="1062546" y="14576"/>
                  <a:pt x="1059483" y="16015"/>
                </a:cubicBezTo>
                <a:lnTo>
                  <a:pt x="1058438" y="13856"/>
                </a:lnTo>
                <a:close/>
                <a:moveTo>
                  <a:pt x="1120687" y="122826"/>
                </a:moveTo>
                <a:lnTo>
                  <a:pt x="1120687" y="119763"/>
                </a:lnTo>
                <a:cubicBezTo>
                  <a:pt x="1125468" y="118179"/>
                  <a:pt x="1129170" y="115721"/>
                  <a:pt x="1131793" y="112389"/>
                </a:cubicBezTo>
                <a:cubicBezTo>
                  <a:pt x="1134416" y="109058"/>
                  <a:pt x="1135727" y="105529"/>
                  <a:pt x="1135727" y="101801"/>
                </a:cubicBezTo>
                <a:cubicBezTo>
                  <a:pt x="1135727" y="100917"/>
                  <a:pt x="1135518" y="100174"/>
                  <a:pt x="1135100" y="99570"/>
                </a:cubicBezTo>
                <a:cubicBezTo>
                  <a:pt x="1134775" y="99152"/>
                  <a:pt x="1134450" y="98944"/>
                  <a:pt x="1134125" y="98944"/>
                </a:cubicBezTo>
                <a:cubicBezTo>
                  <a:pt x="1133615" y="98944"/>
                  <a:pt x="1132501" y="99408"/>
                  <a:pt x="1130783" y="100336"/>
                </a:cubicBezTo>
                <a:cubicBezTo>
                  <a:pt x="1129948" y="100754"/>
                  <a:pt x="1129066" y="100963"/>
                  <a:pt x="1128137" y="100963"/>
                </a:cubicBezTo>
                <a:cubicBezTo>
                  <a:pt x="1125863" y="100963"/>
                  <a:pt x="1124052" y="100290"/>
                  <a:pt x="1122706" y="98944"/>
                </a:cubicBezTo>
                <a:cubicBezTo>
                  <a:pt x="1121360" y="97597"/>
                  <a:pt x="1120687" y="95741"/>
                  <a:pt x="1120687" y="93373"/>
                </a:cubicBezTo>
                <a:cubicBezTo>
                  <a:pt x="1120687" y="91099"/>
                  <a:pt x="1121557" y="89149"/>
                  <a:pt x="1123298" y="87524"/>
                </a:cubicBezTo>
                <a:cubicBezTo>
                  <a:pt x="1125039" y="85900"/>
                  <a:pt x="1127163" y="85087"/>
                  <a:pt x="1129669" y="85087"/>
                </a:cubicBezTo>
                <a:cubicBezTo>
                  <a:pt x="1132733" y="85087"/>
                  <a:pt x="1135460" y="86425"/>
                  <a:pt x="1137851" y="89100"/>
                </a:cubicBezTo>
                <a:cubicBezTo>
                  <a:pt x="1140241" y="91773"/>
                  <a:pt x="1141437" y="95318"/>
                  <a:pt x="1141437" y="99736"/>
                </a:cubicBezTo>
                <a:cubicBezTo>
                  <a:pt x="1141437" y="104527"/>
                  <a:pt x="1139777" y="108980"/>
                  <a:pt x="1136458" y="113096"/>
                </a:cubicBezTo>
                <a:cubicBezTo>
                  <a:pt x="1133139" y="117211"/>
                  <a:pt x="1127882" y="120455"/>
                  <a:pt x="1120687" y="122826"/>
                </a:cubicBezTo>
                <a:close/>
                <a:moveTo>
                  <a:pt x="1177922" y="54729"/>
                </a:moveTo>
                <a:lnTo>
                  <a:pt x="1177922" y="82278"/>
                </a:lnTo>
                <a:cubicBezTo>
                  <a:pt x="1177922" y="88230"/>
                  <a:pt x="1178572" y="91927"/>
                  <a:pt x="1179872" y="93369"/>
                </a:cubicBezTo>
                <a:cubicBezTo>
                  <a:pt x="1181636" y="95414"/>
                  <a:pt x="1184305" y="96437"/>
                  <a:pt x="1187879" y="96437"/>
                </a:cubicBezTo>
                <a:lnTo>
                  <a:pt x="1191500" y="96437"/>
                </a:lnTo>
                <a:lnTo>
                  <a:pt x="1191500" y="99013"/>
                </a:lnTo>
                <a:lnTo>
                  <a:pt x="1151045" y="99013"/>
                </a:lnTo>
                <a:lnTo>
                  <a:pt x="1151045" y="96437"/>
                </a:lnTo>
                <a:lnTo>
                  <a:pt x="1154596" y="96437"/>
                </a:lnTo>
                <a:cubicBezTo>
                  <a:pt x="1158589" y="96437"/>
                  <a:pt x="1161443" y="95137"/>
                  <a:pt x="1163161" y="92538"/>
                </a:cubicBezTo>
                <a:cubicBezTo>
                  <a:pt x="1164089" y="91099"/>
                  <a:pt x="1164553" y="87687"/>
                  <a:pt x="1164553" y="82302"/>
                </a:cubicBezTo>
                <a:lnTo>
                  <a:pt x="1164553" y="21307"/>
                </a:lnTo>
                <a:cubicBezTo>
                  <a:pt x="1164553" y="15365"/>
                  <a:pt x="1163927" y="11675"/>
                  <a:pt x="1162673" y="10236"/>
                </a:cubicBezTo>
                <a:cubicBezTo>
                  <a:pt x="1160863" y="8193"/>
                  <a:pt x="1158171" y="7172"/>
                  <a:pt x="1154596" y="7172"/>
                </a:cubicBezTo>
                <a:lnTo>
                  <a:pt x="1151045" y="7172"/>
                </a:lnTo>
                <a:lnTo>
                  <a:pt x="1151045" y="4596"/>
                </a:lnTo>
                <a:lnTo>
                  <a:pt x="1185651" y="4596"/>
                </a:lnTo>
                <a:cubicBezTo>
                  <a:pt x="1194100" y="4596"/>
                  <a:pt x="1200761" y="5465"/>
                  <a:pt x="1205635" y="7204"/>
                </a:cubicBezTo>
                <a:cubicBezTo>
                  <a:pt x="1210509" y="8942"/>
                  <a:pt x="1214617" y="11874"/>
                  <a:pt x="1217959" y="16000"/>
                </a:cubicBezTo>
                <a:cubicBezTo>
                  <a:pt x="1221302" y="20125"/>
                  <a:pt x="1222973" y="25016"/>
                  <a:pt x="1222973" y="30672"/>
                </a:cubicBezTo>
                <a:cubicBezTo>
                  <a:pt x="1222973" y="38367"/>
                  <a:pt x="1220431" y="44626"/>
                  <a:pt x="1215348" y="49448"/>
                </a:cubicBezTo>
                <a:cubicBezTo>
                  <a:pt x="1210265" y="54268"/>
                  <a:pt x="1203082" y="56678"/>
                  <a:pt x="1193798" y="56678"/>
                </a:cubicBezTo>
                <a:cubicBezTo>
                  <a:pt x="1191523" y="56678"/>
                  <a:pt x="1189063" y="56516"/>
                  <a:pt x="1186417" y="56191"/>
                </a:cubicBezTo>
                <a:cubicBezTo>
                  <a:pt x="1183771" y="55866"/>
                  <a:pt x="1180940" y="55379"/>
                  <a:pt x="1177922" y="54729"/>
                </a:cubicBezTo>
                <a:moveTo>
                  <a:pt x="1177922" y="50690"/>
                </a:moveTo>
                <a:cubicBezTo>
                  <a:pt x="1180383" y="51154"/>
                  <a:pt x="1182564" y="51503"/>
                  <a:pt x="1184468" y="51735"/>
                </a:cubicBezTo>
                <a:cubicBezTo>
                  <a:pt x="1186371" y="51967"/>
                  <a:pt x="1187995" y="52083"/>
                  <a:pt x="1189342" y="52083"/>
                </a:cubicBezTo>
                <a:cubicBezTo>
                  <a:pt x="1194169" y="52083"/>
                  <a:pt x="1198335" y="50214"/>
                  <a:pt x="1201840" y="46478"/>
                </a:cubicBezTo>
                <a:cubicBezTo>
                  <a:pt x="1205345" y="42741"/>
                  <a:pt x="1207097" y="37902"/>
                  <a:pt x="1207097" y="31960"/>
                </a:cubicBezTo>
                <a:cubicBezTo>
                  <a:pt x="1207097" y="27875"/>
                  <a:pt x="1206262" y="24080"/>
                  <a:pt x="1204590" y="20576"/>
                </a:cubicBezTo>
                <a:cubicBezTo>
                  <a:pt x="1202919" y="17071"/>
                  <a:pt x="1200552" y="14448"/>
                  <a:pt x="1197488" y="12707"/>
                </a:cubicBezTo>
                <a:cubicBezTo>
                  <a:pt x="1194425" y="10967"/>
                  <a:pt x="1190943" y="10096"/>
                  <a:pt x="1187044" y="10096"/>
                </a:cubicBezTo>
                <a:cubicBezTo>
                  <a:pt x="1184676" y="10096"/>
                  <a:pt x="1181636" y="10537"/>
                  <a:pt x="1177922" y="11419"/>
                </a:cubicBezTo>
                <a:lnTo>
                  <a:pt x="1177922" y="50690"/>
                </a:lnTo>
                <a:close/>
                <a:moveTo>
                  <a:pt x="1313817" y="2507"/>
                </a:moveTo>
                <a:lnTo>
                  <a:pt x="1315976" y="34536"/>
                </a:lnTo>
                <a:lnTo>
                  <a:pt x="1313817" y="34536"/>
                </a:lnTo>
                <a:cubicBezTo>
                  <a:pt x="1310939" y="24903"/>
                  <a:pt x="1306831" y="17969"/>
                  <a:pt x="1301493" y="13734"/>
                </a:cubicBezTo>
                <a:cubicBezTo>
                  <a:pt x="1296155" y="9499"/>
                  <a:pt x="1289749" y="7381"/>
                  <a:pt x="1282275" y="7381"/>
                </a:cubicBezTo>
                <a:cubicBezTo>
                  <a:pt x="1276009" y="7381"/>
                  <a:pt x="1270345" y="8972"/>
                  <a:pt x="1265286" y="12155"/>
                </a:cubicBezTo>
                <a:cubicBezTo>
                  <a:pt x="1260226" y="15336"/>
                  <a:pt x="1256245" y="20411"/>
                  <a:pt x="1253344" y="27380"/>
                </a:cubicBezTo>
                <a:cubicBezTo>
                  <a:pt x="1250443" y="34348"/>
                  <a:pt x="1248992" y="43013"/>
                  <a:pt x="1248992" y="53373"/>
                </a:cubicBezTo>
                <a:cubicBezTo>
                  <a:pt x="1248992" y="61920"/>
                  <a:pt x="1250362" y="69330"/>
                  <a:pt x="1253100" y="75602"/>
                </a:cubicBezTo>
                <a:cubicBezTo>
                  <a:pt x="1255839" y="81873"/>
                  <a:pt x="1259959" y="86682"/>
                  <a:pt x="1265460" y="90027"/>
                </a:cubicBezTo>
                <a:cubicBezTo>
                  <a:pt x="1270960" y="93372"/>
                  <a:pt x="1277239" y="95044"/>
                  <a:pt x="1284294" y="95044"/>
                </a:cubicBezTo>
                <a:cubicBezTo>
                  <a:pt x="1290422" y="95044"/>
                  <a:pt x="1295830" y="93733"/>
                  <a:pt x="1300518" y="91110"/>
                </a:cubicBezTo>
                <a:cubicBezTo>
                  <a:pt x="1305206" y="88488"/>
                  <a:pt x="1310359" y="83277"/>
                  <a:pt x="1315976" y="75478"/>
                </a:cubicBezTo>
                <a:lnTo>
                  <a:pt x="1318134" y="76867"/>
                </a:lnTo>
                <a:cubicBezTo>
                  <a:pt x="1313400" y="85247"/>
                  <a:pt x="1307876" y="91382"/>
                  <a:pt x="1301563" y="95271"/>
                </a:cubicBezTo>
                <a:cubicBezTo>
                  <a:pt x="1295249" y="99158"/>
                  <a:pt x="1287753" y="101102"/>
                  <a:pt x="1279072" y="101102"/>
                </a:cubicBezTo>
                <a:cubicBezTo>
                  <a:pt x="1263429" y="101102"/>
                  <a:pt x="1251313" y="95308"/>
                  <a:pt x="1242726" y="83719"/>
                </a:cubicBezTo>
                <a:cubicBezTo>
                  <a:pt x="1236320" y="75098"/>
                  <a:pt x="1233117" y="64946"/>
                  <a:pt x="1233117" y="53264"/>
                </a:cubicBezTo>
                <a:cubicBezTo>
                  <a:pt x="1233117" y="43854"/>
                  <a:pt x="1235229" y="35209"/>
                  <a:pt x="1239453" y="27330"/>
                </a:cubicBezTo>
                <a:cubicBezTo>
                  <a:pt x="1243677" y="19450"/>
                  <a:pt x="1249491" y="13343"/>
                  <a:pt x="1256895" y="9008"/>
                </a:cubicBezTo>
                <a:cubicBezTo>
                  <a:pt x="1264299" y="4674"/>
                  <a:pt x="1272388" y="2507"/>
                  <a:pt x="1281161" y="2507"/>
                </a:cubicBezTo>
                <a:cubicBezTo>
                  <a:pt x="1287985" y="2507"/>
                  <a:pt x="1294716" y="4178"/>
                  <a:pt x="1301354" y="7520"/>
                </a:cubicBezTo>
                <a:cubicBezTo>
                  <a:pt x="1303303" y="8541"/>
                  <a:pt x="1304696" y="9052"/>
                  <a:pt x="1305531" y="9052"/>
                </a:cubicBezTo>
                <a:cubicBezTo>
                  <a:pt x="1306785" y="9052"/>
                  <a:pt x="1307876" y="8611"/>
                  <a:pt x="1308804" y="7729"/>
                </a:cubicBezTo>
                <a:cubicBezTo>
                  <a:pt x="1310011" y="6476"/>
                  <a:pt x="1310870" y="4735"/>
                  <a:pt x="1311380" y="2507"/>
                </a:cubicBezTo>
                <a:lnTo>
                  <a:pt x="1313817" y="2507"/>
                </a:lnTo>
                <a:close/>
                <a:moveTo>
                  <a:pt x="1335404" y="2437"/>
                </a:moveTo>
                <a:lnTo>
                  <a:pt x="1335404" y="0"/>
                </a:lnTo>
                <a:cubicBezTo>
                  <a:pt x="1343156" y="1021"/>
                  <a:pt x="1349457" y="4143"/>
                  <a:pt x="1354308" y="9365"/>
                </a:cubicBezTo>
                <a:cubicBezTo>
                  <a:pt x="1359159" y="14587"/>
                  <a:pt x="1361585" y="20401"/>
                  <a:pt x="1361585" y="26807"/>
                </a:cubicBezTo>
                <a:cubicBezTo>
                  <a:pt x="1361585" y="30150"/>
                  <a:pt x="1361051" y="34026"/>
                  <a:pt x="1359983" y="38436"/>
                </a:cubicBezTo>
                <a:cubicBezTo>
                  <a:pt x="1358915" y="42845"/>
                  <a:pt x="1358382" y="46280"/>
                  <a:pt x="1358382" y="48741"/>
                </a:cubicBezTo>
                <a:cubicBezTo>
                  <a:pt x="1358382" y="52083"/>
                  <a:pt x="1359786" y="55205"/>
                  <a:pt x="1362594" y="58106"/>
                </a:cubicBezTo>
                <a:cubicBezTo>
                  <a:pt x="1365403" y="61007"/>
                  <a:pt x="1369290" y="62783"/>
                  <a:pt x="1374257" y="63433"/>
                </a:cubicBezTo>
                <a:lnTo>
                  <a:pt x="1374257" y="66287"/>
                </a:lnTo>
                <a:cubicBezTo>
                  <a:pt x="1369290" y="66937"/>
                  <a:pt x="1365403" y="68713"/>
                  <a:pt x="1362594" y="71614"/>
                </a:cubicBezTo>
                <a:cubicBezTo>
                  <a:pt x="1359786" y="74515"/>
                  <a:pt x="1358382" y="77637"/>
                  <a:pt x="1358382" y="80979"/>
                </a:cubicBezTo>
                <a:cubicBezTo>
                  <a:pt x="1358382" y="83439"/>
                  <a:pt x="1358915" y="86886"/>
                  <a:pt x="1359983" y="91319"/>
                </a:cubicBezTo>
                <a:cubicBezTo>
                  <a:pt x="1361051" y="95752"/>
                  <a:pt x="1361585" y="99640"/>
                  <a:pt x="1361585" y="102982"/>
                </a:cubicBezTo>
                <a:cubicBezTo>
                  <a:pt x="1361585" y="109295"/>
                  <a:pt x="1359159" y="115074"/>
                  <a:pt x="1354308" y="120320"/>
                </a:cubicBezTo>
                <a:cubicBezTo>
                  <a:pt x="1349457" y="125565"/>
                  <a:pt x="1343156" y="128722"/>
                  <a:pt x="1335404" y="129789"/>
                </a:cubicBezTo>
                <a:lnTo>
                  <a:pt x="1335404" y="127352"/>
                </a:lnTo>
                <a:cubicBezTo>
                  <a:pt x="1340835" y="126006"/>
                  <a:pt x="1344815" y="123871"/>
                  <a:pt x="1347345" y="120946"/>
                </a:cubicBezTo>
                <a:cubicBezTo>
                  <a:pt x="1349875" y="118022"/>
                  <a:pt x="1351140" y="114773"/>
                  <a:pt x="1351140" y="111198"/>
                </a:cubicBezTo>
                <a:cubicBezTo>
                  <a:pt x="1351140" y="108460"/>
                  <a:pt x="1350606" y="104850"/>
                  <a:pt x="1349539" y="100371"/>
                </a:cubicBezTo>
                <a:cubicBezTo>
                  <a:pt x="1348471" y="95891"/>
                  <a:pt x="1347937" y="92097"/>
                  <a:pt x="1347937" y="88987"/>
                </a:cubicBezTo>
                <a:cubicBezTo>
                  <a:pt x="1347937" y="84252"/>
                  <a:pt x="1349666" y="79679"/>
                  <a:pt x="1353125" y="75270"/>
                </a:cubicBezTo>
                <a:cubicBezTo>
                  <a:pt x="1356583" y="70860"/>
                  <a:pt x="1361724" y="67448"/>
                  <a:pt x="1368548" y="65034"/>
                </a:cubicBezTo>
                <a:cubicBezTo>
                  <a:pt x="1361863" y="62574"/>
                  <a:pt x="1356757" y="59092"/>
                  <a:pt x="1353229" y="54590"/>
                </a:cubicBezTo>
                <a:cubicBezTo>
                  <a:pt x="1349701" y="50087"/>
                  <a:pt x="1347937" y="45491"/>
                  <a:pt x="1347937" y="40803"/>
                </a:cubicBezTo>
                <a:cubicBezTo>
                  <a:pt x="1347937" y="37646"/>
                  <a:pt x="1348471" y="33828"/>
                  <a:pt x="1349539" y="29349"/>
                </a:cubicBezTo>
                <a:cubicBezTo>
                  <a:pt x="1350606" y="24869"/>
                  <a:pt x="1351140" y="21260"/>
                  <a:pt x="1351140" y="18521"/>
                </a:cubicBezTo>
                <a:cubicBezTo>
                  <a:pt x="1351140" y="14994"/>
                  <a:pt x="1349875" y="11756"/>
                  <a:pt x="1347345" y="8808"/>
                </a:cubicBezTo>
                <a:cubicBezTo>
                  <a:pt x="1344815" y="5860"/>
                  <a:pt x="1340835" y="3737"/>
                  <a:pt x="1335404" y="243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BD6FEF-32D9-4ABE-8CD6-8438598AF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6024" y="4750172"/>
            <a:ext cx="1631002" cy="704094"/>
          </a:xfrm>
          <a:custGeom xmlns:a="http://schemas.openxmlformats.org/drawingml/2006/main">
            <a:pathLst>
              <a:path w="1631002" h="704094" fill="none">
                <a:moveTo>
                  <a:pt x="0" y="663987"/>
                </a:moveTo>
                <a:lnTo>
                  <a:pt x="0" y="40107"/>
                </a:lnTo>
                <a:cubicBezTo>
                  <a:pt x="0" y="34788"/>
                  <a:pt x="1018" y="29672"/>
                  <a:pt x="3053" y="24758"/>
                </a:cubicBezTo>
                <a:cubicBezTo>
                  <a:pt x="5088" y="19845"/>
                  <a:pt x="7986" y="15507"/>
                  <a:pt x="11747" y="11747"/>
                </a:cubicBezTo>
                <a:cubicBezTo>
                  <a:pt x="15508" y="7986"/>
                  <a:pt x="19845" y="5088"/>
                  <a:pt x="24758" y="3053"/>
                </a:cubicBezTo>
                <a:cubicBezTo>
                  <a:pt x="29672" y="1018"/>
                  <a:pt x="34788" y="0"/>
                  <a:pt x="40107" y="0"/>
                </a:cubicBezTo>
                <a:lnTo>
                  <a:pt x="1590896" y="0"/>
                </a:lnTo>
                <a:cubicBezTo>
                  <a:pt x="1596214" y="0"/>
                  <a:pt x="1601329" y="1018"/>
                  <a:pt x="1606243" y="3053"/>
                </a:cubicBezTo>
                <a:cubicBezTo>
                  <a:pt x="1611157" y="5088"/>
                  <a:pt x="1615494" y="7986"/>
                  <a:pt x="1619255" y="11747"/>
                </a:cubicBezTo>
                <a:cubicBezTo>
                  <a:pt x="1623016" y="15507"/>
                  <a:pt x="1625913" y="19845"/>
                  <a:pt x="1627949" y="24758"/>
                </a:cubicBezTo>
                <a:cubicBezTo>
                  <a:pt x="1629984" y="29672"/>
                  <a:pt x="1631002" y="34788"/>
                  <a:pt x="1631002" y="40107"/>
                </a:cubicBezTo>
                <a:lnTo>
                  <a:pt x="1631002" y="663987"/>
                </a:lnTo>
                <a:cubicBezTo>
                  <a:pt x="1631002" y="669305"/>
                  <a:pt x="1629984" y="674421"/>
                  <a:pt x="1627949" y="679335"/>
                </a:cubicBezTo>
                <a:cubicBezTo>
                  <a:pt x="1625913" y="684248"/>
                  <a:pt x="1623016" y="688586"/>
                  <a:pt x="1619255" y="692346"/>
                </a:cubicBezTo>
                <a:cubicBezTo>
                  <a:pt x="1615494" y="696106"/>
                  <a:pt x="1611157" y="699005"/>
                  <a:pt x="1606243" y="701039"/>
                </a:cubicBezTo>
                <a:cubicBezTo>
                  <a:pt x="1601329" y="703076"/>
                  <a:pt x="1596214" y="704093"/>
                  <a:pt x="1590896" y="704094"/>
                </a:cubicBezTo>
                <a:lnTo>
                  <a:pt x="40107" y="704094"/>
                </a:lnTo>
                <a:cubicBezTo>
                  <a:pt x="34788" y="704093"/>
                  <a:pt x="29672" y="703076"/>
                  <a:pt x="24758" y="701039"/>
                </a:cubicBezTo>
                <a:cubicBezTo>
                  <a:pt x="19845" y="699005"/>
                  <a:pt x="15508" y="696106"/>
                  <a:pt x="11747" y="692346"/>
                </a:cubicBezTo>
                <a:cubicBezTo>
                  <a:pt x="7986" y="688586"/>
                  <a:pt x="5088" y="684248"/>
                  <a:pt x="3053" y="679335"/>
                </a:cubicBezTo>
                <a:cubicBezTo>
                  <a:pt x="1018" y="674421"/>
                  <a:pt x="0" y="669305"/>
                  <a:pt x="0" y="66398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8913" cap="flat">
            <a:solidFill>
              <a:srgbClr val="CCCCCC"/>
            </a:solidFill>
            <a:miter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A12C14-4211-4280-9000-12E2040D5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9606" y="4852667"/>
            <a:ext cx="668443" cy="151514"/>
          </a:xfrm>
          <a:custGeom xmlns:a="http://schemas.openxmlformats.org/drawingml/2006/main">
            <a:pathLst>
              <a:path w="668443" h="151514">
                <a:moveTo>
                  <a:pt x="0" y="0"/>
                </a:moveTo>
                <a:lnTo>
                  <a:pt x="668443" y="0"/>
                </a:lnTo>
                <a:lnTo>
                  <a:pt x="668443" y="151514"/>
                </a:lnTo>
                <a:lnTo>
                  <a:pt x="0" y="15151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7D07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Text loc_A17A2">
            <a:extLst xmlns:a="http://schemas.openxmlformats.org/drawingml/2006/main">
              <a:ext uri="{FF2B5EF4-FFF2-40B4-BE49-F238E27FC236}">
                <a16:creationId xmlns:a16="http://schemas.microsoft.com/office/drawing/2014/main" id="{63BB40F3-A511-42FC-A614-1CD25F24B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3853" y="4878430"/>
            <a:ext cx="655212" cy="129789"/>
          </a:xfrm>
          <a:custGeom xmlns:a="http://schemas.openxmlformats.org/drawingml/2006/main">
            <a:pathLst>
              <a:path w="655212" h="129789">
                <a:moveTo>
                  <a:pt x="22142" y="0"/>
                </a:moveTo>
                <a:lnTo>
                  <a:pt x="22142" y="84539"/>
                </a:lnTo>
                <a:cubicBezTo>
                  <a:pt x="22142" y="88528"/>
                  <a:pt x="22432" y="91173"/>
                  <a:pt x="23013" y="92472"/>
                </a:cubicBezTo>
                <a:cubicBezTo>
                  <a:pt x="23593" y="93771"/>
                  <a:pt x="24486" y="94756"/>
                  <a:pt x="25693" y="95429"/>
                </a:cubicBezTo>
                <a:cubicBezTo>
                  <a:pt x="26900" y="96101"/>
                  <a:pt x="29152" y="96437"/>
                  <a:pt x="32447" y="96437"/>
                </a:cubicBezTo>
                <a:lnTo>
                  <a:pt x="32447" y="99013"/>
                </a:lnTo>
                <a:lnTo>
                  <a:pt x="1184" y="99013"/>
                </a:lnTo>
                <a:lnTo>
                  <a:pt x="1184" y="96437"/>
                </a:lnTo>
                <a:cubicBezTo>
                  <a:pt x="4108" y="96437"/>
                  <a:pt x="6104" y="96136"/>
                  <a:pt x="7172" y="95534"/>
                </a:cubicBezTo>
                <a:cubicBezTo>
                  <a:pt x="8239" y="94930"/>
                  <a:pt x="9075" y="93933"/>
                  <a:pt x="9679" y="92542"/>
                </a:cubicBezTo>
                <a:cubicBezTo>
                  <a:pt x="10282" y="91149"/>
                  <a:pt x="10584" y="88482"/>
                  <a:pt x="10584" y="84539"/>
                </a:cubicBezTo>
                <a:lnTo>
                  <a:pt x="10584" y="26649"/>
                </a:lnTo>
                <a:cubicBezTo>
                  <a:pt x="10584" y="19459"/>
                  <a:pt x="10421" y="15041"/>
                  <a:pt x="10096" y="13395"/>
                </a:cubicBezTo>
                <a:cubicBezTo>
                  <a:pt x="9771" y="11747"/>
                  <a:pt x="9249" y="10622"/>
                  <a:pt x="8530" y="10020"/>
                </a:cubicBezTo>
                <a:cubicBezTo>
                  <a:pt x="7810" y="9417"/>
                  <a:pt x="6893" y="9115"/>
                  <a:pt x="5779" y="9115"/>
                </a:cubicBezTo>
                <a:cubicBezTo>
                  <a:pt x="4572" y="9115"/>
                  <a:pt x="3040" y="9486"/>
                  <a:pt x="1184" y="10229"/>
                </a:cubicBezTo>
                <a:lnTo>
                  <a:pt x="0" y="7792"/>
                </a:lnTo>
                <a:lnTo>
                  <a:pt x="19009" y="0"/>
                </a:lnTo>
                <a:lnTo>
                  <a:pt x="22142" y="0"/>
                </a:lnTo>
                <a:close/>
                <a:moveTo>
                  <a:pt x="71046" y="33422"/>
                </a:moveTo>
                <a:cubicBezTo>
                  <a:pt x="80702" y="33422"/>
                  <a:pt x="88454" y="37086"/>
                  <a:pt x="94303" y="44413"/>
                </a:cubicBezTo>
                <a:cubicBezTo>
                  <a:pt x="99270" y="50672"/>
                  <a:pt x="101753" y="57860"/>
                  <a:pt x="101753" y="65976"/>
                </a:cubicBezTo>
                <a:cubicBezTo>
                  <a:pt x="101753" y="71680"/>
                  <a:pt x="100384" y="77453"/>
                  <a:pt x="97645" y="83297"/>
                </a:cubicBezTo>
                <a:cubicBezTo>
                  <a:pt x="94906" y="89138"/>
                  <a:pt x="91135" y="93543"/>
                  <a:pt x="86330" y="96511"/>
                </a:cubicBezTo>
                <a:cubicBezTo>
                  <a:pt x="81526" y="99479"/>
                  <a:pt x="76176" y="100963"/>
                  <a:pt x="70281" y="100963"/>
                </a:cubicBezTo>
                <a:cubicBezTo>
                  <a:pt x="60672" y="100963"/>
                  <a:pt x="53036" y="97137"/>
                  <a:pt x="47372" y="89485"/>
                </a:cubicBezTo>
                <a:cubicBezTo>
                  <a:pt x="42591" y="83040"/>
                  <a:pt x="40201" y="75806"/>
                  <a:pt x="40201" y="67784"/>
                </a:cubicBezTo>
                <a:cubicBezTo>
                  <a:pt x="40201" y="61941"/>
                  <a:pt x="41651" y="56133"/>
                  <a:pt x="44552" y="50360"/>
                </a:cubicBezTo>
                <a:cubicBezTo>
                  <a:pt x="47454" y="44586"/>
                  <a:pt x="51272" y="40320"/>
                  <a:pt x="56006" y="37561"/>
                </a:cubicBezTo>
                <a:cubicBezTo>
                  <a:pt x="60741" y="34802"/>
                  <a:pt x="65755" y="33422"/>
                  <a:pt x="71046" y="33422"/>
                </a:cubicBezTo>
                <a:moveTo>
                  <a:pt x="68888" y="38018"/>
                </a:moveTo>
                <a:cubicBezTo>
                  <a:pt x="66428" y="38018"/>
                  <a:pt x="63956" y="38748"/>
                  <a:pt x="61472" y="40209"/>
                </a:cubicBezTo>
                <a:cubicBezTo>
                  <a:pt x="58989" y="41670"/>
                  <a:pt x="56981" y="44231"/>
                  <a:pt x="55449" y="47894"/>
                </a:cubicBezTo>
                <a:cubicBezTo>
                  <a:pt x="53918" y="51557"/>
                  <a:pt x="53152" y="56263"/>
                  <a:pt x="53152" y="62012"/>
                </a:cubicBezTo>
                <a:cubicBezTo>
                  <a:pt x="53152" y="71284"/>
                  <a:pt x="54997" y="79282"/>
                  <a:pt x="58687" y="86006"/>
                </a:cubicBezTo>
                <a:cubicBezTo>
                  <a:pt x="62378" y="92728"/>
                  <a:pt x="67240" y="96089"/>
                  <a:pt x="73275" y="96089"/>
                </a:cubicBezTo>
                <a:cubicBezTo>
                  <a:pt x="77777" y="96089"/>
                  <a:pt x="81491" y="94234"/>
                  <a:pt x="84415" y="90525"/>
                </a:cubicBezTo>
                <a:cubicBezTo>
                  <a:pt x="87340" y="86816"/>
                  <a:pt x="88802" y="80441"/>
                  <a:pt x="88802" y="71401"/>
                </a:cubicBezTo>
                <a:cubicBezTo>
                  <a:pt x="88802" y="60087"/>
                  <a:pt x="86365" y="51185"/>
                  <a:pt x="81491" y="44693"/>
                </a:cubicBezTo>
                <a:cubicBezTo>
                  <a:pt x="78195" y="40243"/>
                  <a:pt x="73994" y="38018"/>
                  <a:pt x="68888" y="38018"/>
                </a:cubicBezTo>
                <a:close/>
                <a:moveTo>
                  <a:pt x="165325" y="74782"/>
                </a:moveTo>
                <a:cubicBezTo>
                  <a:pt x="163607" y="83184"/>
                  <a:pt x="160242" y="89648"/>
                  <a:pt x="155229" y="94174"/>
                </a:cubicBezTo>
                <a:cubicBezTo>
                  <a:pt x="150215" y="98700"/>
                  <a:pt x="144668" y="100963"/>
                  <a:pt x="138587" y="100963"/>
                </a:cubicBezTo>
                <a:cubicBezTo>
                  <a:pt x="131346" y="100963"/>
                  <a:pt x="125033" y="97926"/>
                  <a:pt x="119648" y="91852"/>
                </a:cubicBezTo>
                <a:cubicBezTo>
                  <a:pt x="114263" y="85777"/>
                  <a:pt x="111571" y="77569"/>
                  <a:pt x="111571" y="67227"/>
                </a:cubicBezTo>
                <a:cubicBezTo>
                  <a:pt x="111571" y="57211"/>
                  <a:pt x="114553" y="49073"/>
                  <a:pt x="120518" y="42813"/>
                </a:cubicBezTo>
                <a:cubicBezTo>
                  <a:pt x="126483" y="36553"/>
                  <a:pt x="133643" y="33422"/>
                  <a:pt x="141999" y="33422"/>
                </a:cubicBezTo>
                <a:cubicBezTo>
                  <a:pt x="148266" y="33422"/>
                  <a:pt x="153418" y="35077"/>
                  <a:pt x="157457" y="38385"/>
                </a:cubicBezTo>
                <a:cubicBezTo>
                  <a:pt x="161495" y="41693"/>
                  <a:pt x="163514" y="45128"/>
                  <a:pt x="163514" y="48691"/>
                </a:cubicBezTo>
                <a:cubicBezTo>
                  <a:pt x="163514" y="50449"/>
                  <a:pt x="162946" y="51872"/>
                  <a:pt x="161809" y="52960"/>
                </a:cubicBezTo>
                <a:cubicBezTo>
                  <a:pt x="160671" y="54046"/>
                  <a:pt x="159081" y="54590"/>
                  <a:pt x="157039" y="54590"/>
                </a:cubicBezTo>
                <a:cubicBezTo>
                  <a:pt x="154300" y="54590"/>
                  <a:pt x="152234" y="53708"/>
                  <a:pt x="150842" y="51944"/>
                </a:cubicBezTo>
                <a:cubicBezTo>
                  <a:pt x="150053" y="50969"/>
                  <a:pt x="149531" y="49112"/>
                  <a:pt x="149275" y="46373"/>
                </a:cubicBezTo>
                <a:cubicBezTo>
                  <a:pt x="149020" y="43635"/>
                  <a:pt x="148080" y="41546"/>
                  <a:pt x="146455" y="40107"/>
                </a:cubicBezTo>
                <a:cubicBezTo>
                  <a:pt x="144831" y="38714"/>
                  <a:pt x="142579" y="38018"/>
                  <a:pt x="139701" y="38018"/>
                </a:cubicBezTo>
                <a:cubicBezTo>
                  <a:pt x="135059" y="38018"/>
                  <a:pt x="131322" y="39735"/>
                  <a:pt x="128491" y="43170"/>
                </a:cubicBezTo>
                <a:cubicBezTo>
                  <a:pt x="124731" y="47719"/>
                  <a:pt x="122851" y="53731"/>
                  <a:pt x="122851" y="61204"/>
                </a:cubicBezTo>
                <a:cubicBezTo>
                  <a:pt x="122851" y="68817"/>
                  <a:pt x="124719" y="75536"/>
                  <a:pt x="128456" y="81362"/>
                </a:cubicBezTo>
                <a:cubicBezTo>
                  <a:pt x="132193" y="87188"/>
                  <a:pt x="137241" y="90101"/>
                  <a:pt x="143600" y="90101"/>
                </a:cubicBezTo>
                <a:cubicBezTo>
                  <a:pt x="148150" y="90101"/>
                  <a:pt x="152234" y="88546"/>
                  <a:pt x="155855" y="85435"/>
                </a:cubicBezTo>
                <a:cubicBezTo>
                  <a:pt x="158408" y="83300"/>
                  <a:pt x="160892" y="79424"/>
                  <a:pt x="163306" y="73807"/>
                </a:cubicBezTo>
                <a:lnTo>
                  <a:pt x="165325" y="74782"/>
                </a:lnTo>
                <a:close/>
                <a:moveTo>
                  <a:pt x="242565" y="129789"/>
                </a:moveTo>
                <a:lnTo>
                  <a:pt x="168828" y="129789"/>
                </a:lnTo>
                <a:lnTo>
                  <a:pt x="168828" y="124010"/>
                </a:lnTo>
                <a:lnTo>
                  <a:pt x="242565" y="124010"/>
                </a:lnTo>
                <a:lnTo>
                  <a:pt x="242565" y="129789"/>
                </a:lnTo>
                <a:close/>
                <a:moveTo>
                  <a:pt x="306555" y="67401"/>
                </a:moveTo>
                <a:lnTo>
                  <a:pt x="270000" y="67401"/>
                </a:lnTo>
                <a:lnTo>
                  <a:pt x="263594" y="82302"/>
                </a:lnTo>
                <a:cubicBezTo>
                  <a:pt x="262015" y="85969"/>
                  <a:pt x="261226" y="88708"/>
                  <a:pt x="261226" y="90518"/>
                </a:cubicBezTo>
                <a:cubicBezTo>
                  <a:pt x="261226" y="91957"/>
                  <a:pt x="261911" y="93222"/>
                  <a:pt x="263280" y="94313"/>
                </a:cubicBezTo>
                <a:cubicBezTo>
                  <a:pt x="264650" y="95404"/>
                  <a:pt x="267609" y="96112"/>
                  <a:pt x="272158" y="96437"/>
                </a:cubicBezTo>
                <a:lnTo>
                  <a:pt x="272158" y="99013"/>
                </a:lnTo>
                <a:lnTo>
                  <a:pt x="242426" y="99013"/>
                </a:lnTo>
                <a:lnTo>
                  <a:pt x="242426" y="96437"/>
                </a:lnTo>
                <a:cubicBezTo>
                  <a:pt x="246372" y="95741"/>
                  <a:pt x="248925" y="94836"/>
                  <a:pt x="250085" y="93724"/>
                </a:cubicBezTo>
                <a:cubicBezTo>
                  <a:pt x="252453" y="91497"/>
                  <a:pt x="255076" y="86975"/>
                  <a:pt x="257954" y="80157"/>
                </a:cubicBezTo>
                <a:lnTo>
                  <a:pt x="291167" y="2507"/>
                </a:lnTo>
                <a:lnTo>
                  <a:pt x="293604" y="2507"/>
                </a:lnTo>
                <a:lnTo>
                  <a:pt x="326469" y="80990"/>
                </a:lnTo>
                <a:cubicBezTo>
                  <a:pt x="329115" y="87299"/>
                  <a:pt x="331517" y="91392"/>
                  <a:pt x="333676" y="93271"/>
                </a:cubicBezTo>
                <a:cubicBezTo>
                  <a:pt x="335834" y="95149"/>
                  <a:pt x="338840" y="96205"/>
                  <a:pt x="342693" y="96437"/>
                </a:cubicBezTo>
                <a:lnTo>
                  <a:pt x="342693" y="99013"/>
                </a:lnTo>
                <a:lnTo>
                  <a:pt x="305441" y="99013"/>
                </a:lnTo>
                <a:lnTo>
                  <a:pt x="305441" y="96437"/>
                </a:lnTo>
                <a:cubicBezTo>
                  <a:pt x="309201" y="96251"/>
                  <a:pt x="311742" y="95625"/>
                  <a:pt x="313065" y="94557"/>
                </a:cubicBezTo>
                <a:cubicBezTo>
                  <a:pt x="314388" y="93489"/>
                  <a:pt x="315050" y="92190"/>
                  <a:pt x="315050" y="90658"/>
                </a:cubicBezTo>
                <a:cubicBezTo>
                  <a:pt x="315050" y="88615"/>
                  <a:pt x="314121" y="85389"/>
                  <a:pt x="312265" y="80979"/>
                </a:cubicBezTo>
                <a:lnTo>
                  <a:pt x="306555" y="67401"/>
                </a:lnTo>
                <a:moveTo>
                  <a:pt x="304605" y="62249"/>
                </a:moveTo>
                <a:lnTo>
                  <a:pt x="288591" y="24146"/>
                </a:lnTo>
                <a:lnTo>
                  <a:pt x="272158" y="62249"/>
                </a:lnTo>
                <a:lnTo>
                  <a:pt x="304605" y="62249"/>
                </a:lnTo>
                <a:close/>
                <a:moveTo>
                  <a:pt x="360982" y="13856"/>
                </a:moveTo>
                <a:lnTo>
                  <a:pt x="383959" y="2646"/>
                </a:lnTo>
                <a:lnTo>
                  <a:pt x="386257" y="2646"/>
                </a:lnTo>
                <a:lnTo>
                  <a:pt x="386257" y="82372"/>
                </a:lnTo>
                <a:cubicBezTo>
                  <a:pt x="386257" y="87664"/>
                  <a:pt x="386478" y="90959"/>
                  <a:pt x="386919" y="92259"/>
                </a:cubicBezTo>
                <a:cubicBezTo>
                  <a:pt x="387360" y="93559"/>
                  <a:pt x="388276" y="94557"/>
                  <a:pt x="389669" y="95253"/>
                </a:cubicBezTo>
                <a:cubicBezTo>
                  <a:pt x="391061" y="95949"/>
                  <a:pt x="393893" y="96344"/>
                  <a:pt x="398164" y="96437"/>
                </a:cubicBezTo>
                <a:lnTo>
                  <a:pt x="398164" y="99013"/>
                </a:lnTo>
                <a:lnTo>
                  <a:pt x="362653" y="99013"/>
                </a:lnTo>
                <a:lnTo>
                  <a:pt x="362653" y="96437"/>
                </a:lnTo>
                <a:cubicBezTo>
                  <a:pt x="367109" y="96344"/>
                  <a:pt x="369987" y="95961"/>
                  <a:pt x="371287" y="95288"/>
                </a:cubicBezTo>
                <a:cubicBezTo>
                  <a:pt x="372586" y="94615"/>
                  <a:pt x="373492" y="93710"/>
                  <a:pt x="374002" y="92572"/>
                </a:cubicBezTo>
                <a:cubicBezTo>
                  <a:pt x="374513" y="91435"/>
                  <a:pt x="374768" y="88035"/>
                  <a:pt x="374768" y="82372"/>
                </a:cubicBezTo>
                <a:lnTo>
                  <a:pt x="374768" y="31403"/>
                </a:lnTo>
                <a:cubicBezTo>
                  <a:pt x="374768" y="24533"/>
                  <a:pt x="374536" y="20123"/>
                  <a:pt x="374072" y="18173"/>
                </a:cubicBezTo>
                <a:cubicBezTo>
                  <a:pt x="373747" y="16688"/>
                  <a:pt x="373155" y="15597"/>
                  <a:pt x="372296" y="14901"/>
                </a:cubicBezTo>
                <a:cubicBezTo>
                  <a:pt x="371438" y="14204"/>
                  <a:pt x="370405" y="13856"/>
                  <a:pt x="369198" y="13856"/>
                </a:cubicBezTo>
                <a:cubicBezTo>
                  <a:pt x="367480" y="13856"/>
                  <a:pt x="365090" y="14576"/>
                  <a:pt x="362026" y="16015"/>
                </a:cubicBezTo>
                <a:lnTo>
                  <a:pt x="360982" y="13856"/>
                </a:lnTo>
                <a:close/>
                <a:moveTo>
                  <a:pt x="429914" y="4596"/>
                </a:moveTo>
                <a:lnTo>
                  <a:pt x="480535" y="4596"/>
                </a:lnTo>
                <a:lnTo>
                  <a:pt x="480535" y="7241"/>
                </a:lnTo>
                <a:lnTo>
                  <a:pt x="449063" y="100963"/>
                </a:lnTo>
                <a:lnTo>
                  <a:pt x="441264" y="100963"/>
                </a:lnTo>
                <a:lnTo>
                  <a:pt x="469464" y="15945"/>
                </a:lnTo>
                <a:lnTo>
                  <a:pt x="443492" y="15945"/>
                </a:lnTo>
                <a:cubicBezTo>
                  <a:pt x="438247" y="15945"/>
                  <a:pt x="434510" y="16572"/>
                  <a:pt x="432282" y="17825"/>
                </a:cubicBezTo>
                <a:cubicBezTo>
                  <a:pt x="428383" y="19960"/>
                  <a:pt x="425249" y="23256"/>
                  <a:pt x="422882" y="27713"/>
                </a:cubicBezTo>
                <a:lnTo>
                  <a:pt x="420863" y="26947"/>
                </a:lnTo>
                <a:lnTo>
                  <a:pt x="429914" y="4596"/>
                </a:lnTo>
                <a:close/>
                <a:moveTo>
                  <a:pt x="552115" y="67401"/>
                </a:moveTo>
                <a:lnTo>
                  <a:pt x="515559" y="67401"/>
                </a:lnTo>
                <a:lnTo>
                  <a:pt x="509153" y="82302"/>
                </a:lnTo>
                <a:cubicBezTo>
                  <a:pt x="507575" y="85969"/>
                  <a:pt x="506786" y="88708"/>
                  <a:pt x="506786" y="90518"/>
                </a:cubicBezTo>
                <a:cubicBezTo>
                  <a:pt x="506786" y="91957"/>
                  <a:pt x="507470" y="93222"/>
                  <a:pt x="508840" y="94313"/>
                </a:cubicBezTo>
                <a:cubicBezTo>
                  <a:pt x="510209" y="95404"/>
                  <a:pt x="513168" y="96112"/>
                  <a:pt x="517718" y="96437"/>
                </a:cubicBezTo>
                <a:lnTo>
                  <a:pt x="517718" y="99013"/>
                </a:lnTo>
                <a:lnTo>
                  <a:pt x="487986" y="99013"/>
                </a:lnTo>
                <a:lnTo>
                  <a:pt x="487986" y="96437"/>
                </a:lnTo>
                <a:cubicBezTo>
                  <a:pt x="491931" y="95741"/>
                  <a:pt x="494485" y="94836"/>
                  <a:pt x="495645" y="93724"/>
                </a:cubicBezTo>
                <a:cubicBezTo>
                  <a:pt x="498012" y="91497"/>
                  <a:pt x="500635" y="86975"/>
                  <a:pt x="503513" y="80157"/>
                </a:cubicBezTo>
                <a:lnTo>
                  <a:pt x="536726" y="2507"/>
                </a:lnTo>
                <a:lnTo>
                  <a:pt x="539163" y="2507"/>
                </a:lnTo>
                <a:lnTo>
                  <a:pt x="572029" y="80990"/>
                </a:lnTo>
                <a:cubicBezTo>
                  <a:pt x="574675" y="87299"/>
                  <a:pt x="577077" y="91392"/>
                  <a:pt x="579235" y="93271"/>
                </a:cubicBezTo>
                <a:cubicBezTo>
                  <a:pt x="581394" y="95149"/>
                  <a:pt x="584399" y="96205"/>
                  <a:pt x="588252" y="96437"/>
                </a:cubicBezTo>
                <a:lnTo>
                  <a:pt x="588252" y="99013"/>
                </a:lnTo>
                <a:lnTo>
                  <a:pt x="551000" y="99013"/>
                </a:lnTo>
                <a:lnTo>
                  <a:pt x="551000" y="96437"/>
                </a:lnTo>
                <a:cubicBezTo>
                  <a:pt x="554760" y="96251"/>
                  <a:pt x="557302" y="95625"/>
                  <a:pt x="558625" y="94557"/>
                </a:cubicBezTo>
                <a:cubicBezTo>
                  <a:pt x="559948" y="93489"/>
                  <a:pt x="560609" y="92190"/>
                  <a:pt x="560609" y="90658"/>
                </a:cubicBezTo>
                <a:cubicBezTo>
                  <a:pt x="560609" y="88615"/>
                  <a:pt x="559681" y="85389"/>
                  <a:pt x="557824" y="80979"/>
                </a:cubicBezTo>
                <a:lnTo>
                  <a:pt x="552115" y="67401"/>
                </a:lnTo>
                <a:moveTo>
                  <a:pt x="550165" y="62249"/>
                </a:moveTo>
                <a:lnTo>
                  <a:pt x="534150" y="24146"/>
                </a:lnTo>
                <a:lnTo>
                  <a:pt x="517718" y="62249"/>
                </a:lnTo>
                <a:lnTo>
                  <a:pt x="550165" y="62249"/>
                </a:lnTo>
                <a:close/>
                <a:moveTo>
                  <a:pt x="655212" y="80770"/>
                </a:moveTo>
                <a:lnTo>
                  <a:pt x="648597" y="99013"/>
                </a:lnTo>
                <a:lnTo>
                  <a:pt x="592893" y="99013"/>
                </a:lnTo>
                <a:lnTo>
                  <a:pt x="592893" y="96433"/>
                </a:lnTo>
                <a:cubicBezTo>
                  <a:pt x="609280" y="81461"/>
                  <a:pt x="620815" y="69233"/>
                  <a:pt x="627499" y="59749"/>
                </a:cubicBezTo>
                <a:cubicBezTo>
                  <a:pt x="634184" y="50263"/>
                  <a:pt x="637526" y="41591"/>
                  <a:pt x="637526" y="33733"/>
                </a:cubicBezTo>
                <a:cubicBezTo>
                  <a:pt x="637526" y="27736"/>
                  <a:pt x="635692" y="22809"/>
                  <a:pt x="632025" y="18950"/>
                </a:cubicBezTo>
                <a:cubicBezTo>
                  <a:pt x="628358" y="15090"/>
                  <a:pt x="623971" y="13160"/>
                  <a:pt x="618865" y="13160"/>
                </a:cubicBezTo>
                <a:cubicBezTo>
                  <a:pt x="614223" y="13160"/>
                  <a:pt x="610057" y="14524"/>
                  <a:pt x="606367" y="17251"/>
                </a:cubicBezTo>
                <a:cubicBezTo>
                  <a:pt x="602676" y="19978"/>
                  <a:pt x="599949" y="23976"/>
                  <a:pt x="598185" y="29244"/>
                </a:cubicBezTo>
                <a:lnTo>
                  <a:pt x="595609" y="29244"/>
                </a:lnTo>
                <a:cubicBezTo>
                  <a:pt x="596769" y="20679"/>
                  <a:pt x="599752" y="14104"/>
                  <a:pt x="604556" y="9522"/>
                </a:cubicBezTo>
                <a:cubicBezTo>
                  <a:pt x="609361" y="4938"/>
                  <a:pt x="615361" y="2646"/>
                  <a:pt x="622556" y="2646"/>
                </a:cubicBezTo>
                <a:cubicBezTo>
                  <a:pt x="630215" y="2646"/>
                  <a:pt x="636609" y="5106"/>
                  <a:pt x="641739" y="10027"/>
                </a:cubicBezTo>
                <a:cubicBezTo>
                  <a:pt x="646868" y="14947"/>
                  <a:pt x="649433" y="20750"/>
                  <a:pt x="649433" y="27434"/>
                </a:cubicBezTo>
                <a:cubicBezTo>
                  <a:pt x="649433" y="32215"/>
                  <a:pt x="648319" y="36996"/>
                  <a:pt x="646090" y="41778"/>
                </a:cubicBezTo>
                <a:cubicBezTo>
                  <a:pt x="642655" y="49298"/>
                  <a:pt x="637085" y="57259"/>
                  <a:pt x="629379" y="65661"/>
                </a:cubicBezTo>
                <a:cubicBezTo>
                  <a:pt x="617821" y="78287"/>
                  <a:pt x="610603" y="85900"/>
                  <a:pt x="607724" y="88499"/>
                </a:cubicBezTo>
                <a:lnTo>
                  <a:pt x="632373" y="88499"/>
                </a:lnTo>
                <a:cubicBezTo>
                  <a:pt x="637387" y="88499"/>
                  <a:pt x="640903" y="88312"/>
                  <a:pt x="642922" y="87938"/>
                </a:cubicBezTo>
                <a:cubicBezTo>
                  <a:pt x="644941" y="87562"/>
                  <a:pt x="646763" y="86800"/>
                  <a:pt x="648388" y="85653"/>
                </a:cubicBezTo>
                <a:cubicBezTo>
                  <a:pt x="650013" y="84506"/>
                  <a:pt x="651429" y="82878"/>
                  <a:pt x="652636" y="80770"/>
                </a:cubicBezTo>
                <a:lnTo>
                  <a:pt x="655212" y="8077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BBD182-ED90-4FBE-99C2-E9379651D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9606" y="5022006"/>
            <a:ext cx="1122985" cy="151514"/>
          </a:xfrm>
          <a:custGeom xmlns:a="http://schemas.openxmlformats.org/drawingml/2006/main">
            <a:pathLst>
              <a:path w="1122985" h="151514">
                <a:moveTo>
                  <a:pt x="0" y="0"/>
                </a:moveTo>
                <a:lnTo>
                  <a:pt x="1122985" y="0"/>
                </a:lnTo>
                <a:lnTo>
                  <a:pt x="1122985" y="151514"/>
                </a:lnTo>
                <a:lnTo>
                  <a:pt x="0" y="15151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7D07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Text +ret=R0">
            <a:extLst xmlns:a="http://schemas.openxmlformats.org/drawingml/2006/main">
              <a:ext uri="{FF2B5EF4-FFF2-40B4-BE49-F238E27FC236}">
                <a16:creationId xmlns:a16="http://schemas.microsoft.com/office/drawing/2014/main" id="{6A93B9F0-BB18-4531-AF46-FDBA6B05E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2182" y="5050415"/>
            <a:ext cx="577006" cy="98317"/>
          </a:xfrm>
          <a:custGeom xmlns:a="http://schemas.openxmlformats.org/drawingml/2006/main">
            <a:pathLst>
              <a:path w="577006" h="98317">
                <a:moveTo>
                  <a:pt x="34676" y="86619"/>
                </a:moveTo>
                <a:lnTo>
                  <a:pt x="34676" y="51874"/>
                </a:lnTo>
                <a:lnTo>
                  <a:pt x="0" y="51874"/>
                </a:lnTo>
                <a:lnTo>
                  <a:pt x="0" y="46095"/>
                </a:lnTo>
                <a:lnTo>
                  <a:pt x="34676" y="46095"/>
                </a:lnTo>
                <a:lnTo>
                  <a:pt x="34676" y="11489"/>
                </a:lnTo>
                <a:lnTo>
                  <a:pt x="40246" y="11489"/>
                </a:lnTo>
                <a:lnTo>
                  <a:pt x="40246" y="46095"/>
                </a:lnTo>
                <a:lnTo>
                  <a:pt x="75061" y="46095"/>
                </a:lnTo>
                <a:lnTo>
                  <a:pt x="75061" y="51874"/>
                </a:lnTo>
                <a:lnTo>
                  <a:pt x="40246" y="51874"/>
                </a:lnTo>
                <a:lnTo>
                  <a:pt x="40246" y="86619"/>
                </a:lnTo>
                <a:lnTo>
                  <a:pt x="34676" y="86619"/>
                </a:lnTo>
                <a:close/>
                <a:moveTo>
                  <a:pt x="136618" y="30776"/>
                </a:moveTo>
                <a:lnTo>
                  <a:pt x="136618" y="45120"/>
                </a:lnTo>
                <a:cubicBezTo>
                  <a:pt x="141956" y="35557"/>
                  <a:pt x="147434" y="30776"/>
                  <a:pt x="153051" y="30776"/>
                </a:cubicBezTo>
                <a:cubicBezTo>
                  <a:pt x="155604" y="30776"/>
                  <a:pt x="157716" y="31554"/>
                  <a:pt x="159387" y="33109"/>
                </a:cubicBezTo>
                <a:cubicBezTo>
                  <a:pt x="161058" y="34664"/>
                  <a:pt x="161894" y="36463"/>
                  <a:pt x="161894" y="38505"/>
                </a:cubicBezTo>
                <a:cubicBezTo>
                  <a:pt x="161894" y="40316"/>
                  <a:pt x="161290" y="41847"/>
                  <a:pt x="160083" y="43101"/>
                </a:cubicBezTo>
                <a:cubicBezTo>
                  <a:pt x="158876" y="44354"/>
                  <a:pt x="157437" y="44981"/>
                  <a:pt x="155766" y="44981"/>
                </a:cubicBezTo>
                <a:cubicBezTo>
                  <a:pt x="154142" y="44981"/>
                  <a:pt x="152320" y="44180"/>
                  <a:pt x="150300" y="42578"/>
                </a:cubicBezTo>
                <a:cubicBezTo>
                  <a:pt x="148281" y="40977"/>
                  <a:pt x="146784" y="40176"/>
                  <a:pt x="145809" y="40176"/>
                </a:cubicBezTo>
                <a:cubicBezTo>
                  <a:pt x="144974" y="40176"/>
                  <a:pt x="144068" y="40639"/>
                  <a:pt x="143094" y="41564"/>
                </a:cubicBezTo>
                <a:cubicBezTo>
                  <a:pt x="141005" y="43463"/>
                  <a:pt x="138846" y="46589"/>
                  <a:pt x="136618" y="50941"/>
                </a:cubicBezTo>
                <a:lnTo>
                  <a:pt x="136618" y="81430"/>
                </a:lnTo>
                <a:cubicBezTo>
                  <a:pt x="136618" y="84947"/>
                  <a:pt x="137059" y="87609"/>
                  <a:pt x="137941" y="89415"/>
                </a:cubicBezTo>
                <a:cubicBezTo>
                  <a:pt x="138544" y="90666"/>
                  <a:pt x="139612" y="91708"/>
                  <a:pt x="141144" y="92542"/>
                </a:cubicBezTo>
                <a:cubicBezTo>
                  <a:pt x="142676" y="93375"/>
                  <a:pt x="144881" y="93791"/>
                  <a:pt x="147759" y="93791"/>
                </a:cubicBezTo>
                <a:lnTo>
                  <a:pt x="147759" y="96367"/>
                </a:lnTo>
                <a:lnTo>
                  <a:pt x="115103" y="96367"/>
                </a:lnTo>
                <a:lnTo>
                  <a:pt x="115103" y="93791"/>
                </a:lnTo>
                <a:cubicBezTo>
                  <a:pt x="118352" y="93791"/>
                  <a:pt x="120766" y="93282"/>
                  <a:pt x="122344" y="92263"/>
                </a:cubicBezTo>
                <a:cubicBezTo>
                  <a:pt x="123505" y="91522"/>
                  <a:pt x="124317" y="90341"/>
                  <a:pt x="124781" y="88719"/>
                </a:cubicBezTo>
                <a:cubicBezTo>
                  <a:pt x="125013" y="87931"/>
                  <a:pt x="125129" y="85685"/>
                  <a:pt x="125129" y="81980"/>
                </a:cubicBezTo>
                <a:lnTo>
                  <a:pt x="125129" y="57316"/>
                </a:lnTo>
                <a:cubicBezTo>
                  <a:pt x="125129" y="49905"/>
                  <a:pt x="124978" y="45493"/>
                  <a:pt x="124677" y="44082"/>
                </a:cubicBezTo>
                <a:cubicBezTo>
                  <a:pt x="124375" y="42669"/>
                  <a:pt x="123818" y="41638"/>
                  <a:pt x="123006" y="40990"/>
                </a:cubicBezTo>
                <a:cubicBezTo>
                  <a:pt x="122193" y="40342"/>
                  <a:pt x="121184" y="40017"/>
                  <a:pt x="119977" y="40017"/>
                </a:cubicBezTo>
                <a:cubicBezTo>
                  <a:pt x="118538" y="40017"/>
                  <a:pt x="116913" y="40365"/>
                  <a:pt x="115103" y="41060"/>
                </a:cubicBezTo>
                <a:lnTo>
                  <a:pt x="114406" y="38557"/>
                </a:lnTo>
                <a:lnTo>
                  <a:pt x="133694" y="30776"/>
                </a:lnTo>
                <a:lnTo>
                  <a:pt x="136618" y="30776"/>
                </a:lnTo>
                <a:close/>
                <a:moveTo>
                  <a:pt x="176167" y="56678"/>
                </a:moveTo>
                <a:cubicBezTo>
                  <a:pt x="176120" y="66126"/>
                  <a:pt x="178418" y="73537"/>
                  <a:pt x="183060" y="78910"/>
                </a:cubicBezTo>
                <a:cubicBezTo>
                  <a:pt x="187702" y="84281"/>
                  <a:pt x="193156" y="86967"/>
                  <a:pt x="199423" y="86967"/>
                </a:cubicBezTo>
                <a:cubicBezTo>
                  <a:pt x="203601" y="86967"/>
                  <a:pt x="207233" y="85818"/>
                  <a:pt x="210320" y="83521"/>
                </a:cubicBezTo>
                <a:cubicBezTo>
                  <a:pt x="213407" y="81223"/>
                  <a:pt x="215995" y="77289"/>
                  <a:pt x="218084" y="71718"/>
                </a:cubicBezTo>
                <a:lnTo>
                  <a:pt x="220242" y="73111"/>
                </a:lnTo>
                <a:cubicBezTo>
                  <a:pt x="219267" y="79471"/>
                  <a:pt x="216436" y="85261"/>
                  <a:pt x="211748" y="90484"/>
                </a:cubicBezTo>
                <a:cubicBezTo>
                  <a:pt x="207059" y="95706"/>
                  <a:pt x="201187" y="98317"/>
                  <a:pt x="194131" y="98317"/>
                </a:cubicBezTo>
                <a:cubicBezTo>
                  <a:pt x="186472" y="98317"/>
                  <a:pt x="179915" y="95341"/>
                  <a:pt x="174461" y="89389"/>
                </a:cubicBezTo>
                <a:cubicBezTo>
                  <a:pt x="169007" y="83436"/>
                  <a:pt x="166279" y="75433"/>
                  <a:pt x="166279" y="65380"/>
                </a:cubicBezTo>
                <a:cubicBezTo>
                  <a:pt x="166279" y="54495"/>
                  <a:pt x="169076" y="46006"/>
                  <a:pt x="174670" y="39915"/>
                </a:cubicBezTo>
                <a:cubicBezTo>
                  <a:pt x="180263" y="33823"/>
                  <a:pt x="187284" y="30776"/>
                  <a:pt x="195733" y="30776"/>
                </a:cubicBezTo>
                <a:cubicBezTo>
                  <a:pt x="202881" y="30776"/>
                  <a:pt x="208753" y="33126"/>
                  <a:pt x="213349" y="37826"/>
                </a:cubicBezTo>
                <a:cubicBezTo>
                  <a:pt x="217945" y="42525"/>
                  <a:pt x="220242" y="48809"/>
                  <a:pt x="220242" y="56678"/>
                </a:cubicBezTo>
                <a:lnTo>
                  <a:pt x="176167" y="56678"/>
                </a:lnTo>
                <a:moveTo>
                  <a:pt x="176167" y="52640"/>
                </a:moveTo>
                <a:lnTo>
                  <a:pt x="205690" y="52640"/>
                </a:lnTo>
                <a:cubicBezTo>
                  <a:pt x="205458" y="48555"/>
                  <a:pt x="204970" y="45677"/>
                  <a:pt x="204228" y="44006"/>
                </a:cubicBezTo>
                <a:cubicBezTo>
                  <a:pt x="203067" y="41406"/>
                  <a:pt x="201338" y="39364"/>
                  <a:pt x="199040" y="37878"/>
                </a:cubicBezTo>
                <a:cubicBezTo>
                  <a:pt x="196742" y="36393"/>
                  <a:pt x="194340" y="35650"/>
                  <a:pt x="191833" y="35650"/>
                </a:cubicBezTo>
                <a:cubicBezTo>
                  <a:pt x="187981" y="35650"/>
                  <a:pt x="184534" y="37147"/>
                  <a:pt x="181493" y="40141"/>
                </a:cubicBezTo>
                <a:cubicBezTo>
                  <a:pt x="178453" y="43135"/>
                  <a:pt x="176677" y="47302"/>
                  <a:pt x="176167" y="52640"/>
                </a:cubicBezTo>
                <a:close/>
                <a:moveTo>
                  <a:pt x="247280" y="11559"/>
                </a:moveTo>
                <a:lnTo>
                  <a:pt x="247280" y="32587"/>
                </a:lnTo>
                <a:lnTo>
                  <a:pt x="262181" y="32587"/>
                </a:lnTo>
                <a:lnTo>
                  <a:pt x="262181" y="37461"/>
                </a:lnTo>
                <a:lnTo>
                  <a:pt x="247280" y="37461"/>
                </a:lnTo>
                <a:lnTo>
                  <a:pt x="247280" y="78764"/>
                </a:lnTo>
                <a:cubicBezTo>
                  <a:pt x="247280" y="82891"/>
                  <a:pt x="247872" y="85673"/>
                  <a:pt x="249056" y="87111"/>
                </a:cubicBezTo>
                <a:cubicBezTo>
                  <a:pt x="250240" y="88547"/>
                  <a:pt x="251760" y="89265"/>
                  <a:pt x="253617" y="89265"/>
                </a:cubicBezTo>
                <a:cubicBezTo>
                  <a:pt x="255149" y="89265"/>
                  <a:pt x="256634" y="88789"/>
                  <a:pt x="258073" y="87838"/>
                </a:cubicBezTo>
                <a:cubicBezTo>
                  <a:pt x="259512" y="86886"/>
                  <a:pt x="260626" y="85482"/>
                  <a:pt x="261415" y="83625"/>
                </a:cubicBezTo>
                <a:lnTo>
                  <a:pt x="264131" y="83625"/>
                </a:lnTo>
                <a:cubicBezTo>
                  <a:pt x="262506" y="88187"/>
                  <a:pt x="260208" y="91638"/>
                  <a:pt x="257237" y="93976"/>
                </a:cubicBezTo>
                <a:cubicBezTo>
                  <a:pt x="254267" y="96313"/>
                  <a:pt x="251203" y="97481"/>
                  <a:pt x="248046" y="97481"/>
                </a:cubicBezTo>
                <a:cubicBezTo>
                  <a:pt x="245911" y="97481"/>
                  <a:pt x="243822" y="96889"/>
                  <a:pt x="241780" y="95704"/>
                </a:cubicBezTo>
                <a:cubicBezTo>
                  <a:pt x="239737" y="94518"/>
                  <a:pt x="238229" y="92823"/>
                  <a:pt x="237254" y="90616"/>
                </a:cubicBezTo>
                <a:cubicBezTo>
                  <a:pt x="236279" y="88408"/>
                  <a:pt x="235792" y="85004"/>
                  <a:pt x="235792" y="80403"/>
                </a:cubicBezTo>
                <a:lnTo>
                  <a:pt x="235792" y="37461"/>
                </a:lnTo>
                <a:lnTo>
                  <a:pt x="225695" y="37461"/>
                </a:lnTo>
                <a:lnTo>
                  <a:pt x="225695" y="35163"/>
                </a:lnTo>
                <a:cubicBezTo>
                  <a:pt x="228248" y="34139"/>
                  <a:pt x="230859" y="32405"/>
                  <a:pt x="233529" y="29960"/>
                </a:cubicBezTo>
                <a:cubicBezTo>
                  <a:pt x="236198" y="27516"/>
                  <a:pt x="238577" y="24618"/>
                  <a:pt x="240666" y="21265"/>
                </a:cubicBezTo>
                <a:cubicBezTo>
                  <a:pt x="241733" y="19497"/>
                  <a:pt x="243219" y="16261"/>
                  <a:pt x="245122" y="11559"/>
                </a:cubicBezTo>
                <a:lnTo>
                  <a:pt x="247280" y="11559"/>
                </a:lnTo>
                <a:close/>
                <a:moveTo>
                  <a:pt x="302172" y="34815"/>
                </a:moveTo>
                <a:lnTo>
                  <a:pt x="377303" y="34815"/>
                </a:lnTo>
                <a:lnTo>
                  <a:pt x="377303" y="40594"/>
                </a:lnTo>
                <a:lnTo>
                  <a:pt x="302172" y="40594"/>
                </a:lnTo>
                <a:lnTo>
                  <a:pt x="302172" y="34815"/>
                </a:lnTo>
                <a:moveTo>
                  <a:pt x="302172" y="57444"/>
                </a:moveTo>
                <a:lnTo>
                  <a:pt x="377303" y="57444"/>
                </a:lnTo>
                <a:lnTo>
                  <a:pt x="377303" y="63224"/>
                </a:lnTo>
                <a:lnTo>
                  <a:pt x="302172" y="63224"/>
                </a:lnTo>
                <a:lnTo>
                  <a:pt x="302172" y="57444"/>
                </a:lnTo>
                <a:close/>
                <a:moveTo>
                  <a:pt x="512040" y="96367"/>
                </a:moveTo>
                <a:lnTo>
                  <a:pt x="486835" y="96367"/>
                </a:lnTo>
                <a:lnTo>
                  <a:pt x="454875" y="52083"/>
                </a:lnTo>
                <a:cubicBezTo>
                  <a:pt x="452507" y="52176"/>
                  <a:pt x="450581" y="52222"/>
                  <a:pt x="449095" y="52222"/>
                </a:cubicBezTo>
                <a:cubicBezTo>
                  <a:pt x="448492" y="52222"/>
                  <a:pt x="447842" y="52211"/>
                  <a:pt x="447146" y="52187"/>
                </a:cubicBezTo>
                <a:cubicBezTo>
                  <a:pt x="446449" y="52164"/>
                  <a:pt x="445730" y="52129"/>
                  <a:pt x="444987" y="52083"/>
                </a:cubicBezTo>
                <a:lnTo>
                  <a:pt x="444987" y="79608"/>
                </a:lnTo>
                <a:cubicBezTo>
                  <a:pt x="444987" y="85570"/>
                  <a:pt x="445637" y="89273"/>
                  <a:pt x="446937" y="90716"/>
                </a:cubicBezTo>
                <a:cubicBezTo>
                  <a:pt x="448701" y="92766"/>
                  <a:pt x="451347" y="93791"/>
                  <a:pt x="454875" y="93791"/>
                </a:cubicBezTo>
                <a:lnTo>
                  <a:pt x="458565" y="93791"/>
                </a:lnTo>
                <a:lnTo>
                  <a:pt x="458565" y="96367"/>
                </a:lnTo>
                <a:lnTo>
                  <a:pt x="418110" y="96367"/>
                </a:lnTo>
                <a:lnTo>
                  <a:pt x="418110" y="93791"/>
                </a:lnTo>
                <a:lnTo>
                  <a:pt x="421661" y="93791"/>
                </a:lnTo>
                <a:cubicBezTo>
                  <a:pt x="425653" y="93791"/>
                  <a:pt x="428508" y="92491"/>
                  <a:pt x="430226" y="89892"/>
                </a:cubicBezTo>
                <a:cubicBezTo>
                  <a:pt x="431201" y="88453"/>
                  <a:pt x="431688" y="85041"/>
                  <a:pt x="431688" y="79656"/>
                </a:cubicBezTo>
                <a:lnTo>
                  <a:pt x="431688" y="18661"/>
                </a:lnTo>
                <a:cubicBezTo>
                  <a:pt x="431688" y="12719"/>
                  <a:pt x="431038" y="9029"/>
                  <a:pt x="429738" y="7590"/>
                </a:cubicBezTo>
                <a:cubicBezTo>
                  <a:pt x="427928" y="5547"/>
                  <a:pt x="425236" y="4526"/>
                  <a:pt x="421661" y="4526"/>
                </a:cubicBezTo>
                <a:lnTo>
                  <a:pt x="418110" y="4526"/>
                </a:lnTo>
                <a:lnTo>
                  <a:pt x="418110" y="1950"/>
                </a:lnTo>
                <a:lnTo>
                  <a:pt x="452507" y="1950"/>
                </a:lnTo>
                <a:cubicBezTo>
                  <a:pt x="462534" y="1950"/>
                  <a:pt x="469926" y="2679"/>
                  <a:pt x="474684" y="4136"/>
                </a:cubicBezTo>
                <a:cubicBezTo>
                  <a:pt x="479442" y="5594"/>
                  <a:pt x="483481" y="8279"/>
                  <a:pt x="486800" y="12192"/>
                </a:cubicBezTo>
                <a:cubicBezTo>
                  <a:pt x="490119" y="16103"/>
                  <a:pt x="491778" y="20766"/>
                  <a:pt x="491778" y="26181"/>
                </a:cubicBezTo>
                <a:cubicBezTo>
                  <a:pt x="491778" y="31966"/>
                  <a:pt x="489887" y="36988"/>
                  <a:pt x="486103" y="41247"/>
                </a:cubicBezTo>
                <a:cubicBezTo>
                  <a:pt x="482320" y="45504"/>
                  <a:pt x="476460" y="48513"/>
                  <a:pt x="468522" y="50273"/>
                </a:cubicBezTo>
                <a:lnTo>
                  <a:pt x="488018" y="77445"/>
                </a:lnTo>
                <a:cubicBezTo>
                  <a:pt x="492474" y="83686"/>
                  <a:pt x="496304" y="87831"/>
                  <a:pt x="499507" y="89881"/>
                </a:cubicBezTo>
                <a:cubicBezTo>
                  <a:pt x="502710" y="91929"/>
                  <a:pt x="506888" y="93232"/>
                  <a:pt x="512040" y="93791"/>
                </a:cubicBezTo>
                <a:lnTo>
                  <a:pt x="512040" y="96367"/>
                </a:lnTo>
                <a:moveTo>
                  <a:pt x="444987" y="47835"/>
                </a:moveTo>
                <a:cubicBezTo>
                  <a:pt x="445869" y="47835"/>
                  <a:pt x="446635" y="47847"/>
                  <a:pt x="447285" y="47870"/>
                </a:cubicBezTo>
                <a:cubicBezTo>
                  <a:pt x="447935" y="47894"/>
                  <a:pt x="448469" y="47905"/>
                  <a:pt x="448886" y="47905"/>
                </a:cubicBezTo>
                <a:cubicBezTo>
                  <a:pt x="457892" y="47905"/>
                  <a:pt x="464681" y="45955"/>
                  <a:pt x="469253" y="42056"/>
                </a:cubicBezTo>
                <a:cubicBezTo>
                  <a:pt x="473825" y="38157"/>
                  <a:pt x="476112" y="33190"/>
                  <a:pt x="476112" y="27156"/>
                </a:cubicBezTo>
                <a:cubicBezTo>
                  <a:pt x="476112" y="21260"/>
                  <a:pt x="474266" y="16467"/>
                  <a:pt x="470576" y="12777"/>
                </a:cubicBezTo>
                <a:cubicBezTo>
                  <a:pt x="466886" y="9087"/>
                  <a:pt x="462000" y="7241"/>
                  <a:pt x="455919" y="7241"/>
                </a:cubicBezTo>
                <a:cubicBezTo>
                  <a:pt x="453227" y="7241"/>
                  <a:pt x="449583" y="7682"/>
                  <a:pt x="444987" y="8564"/>
                </a:cubicBezTo>
                <a:lnTo>
                  <a:pt x="444987" y="47835"/>
                </a:lnTo>
                <a:close/>
                <a:moveTo>
                  <a:pt x="515941" y="49715"/>
                </a:moveTo>
                <a:cubicBezTo>
                  <a:pt x="515941" y="38946"/>
                  <a:pt x="517566" y="29674"/>
                  <a:pt x="520815" y="21898"/>
                </a:cubicBezTo>
                <a:cubicBezTo>
                  <a:pt x="524064" y="14123"/>
                  <a:pt x="528382" y="8332"/>
                  <a:pt x="533766" y="4526"/>
                </a:cubicBezTo>
                <a:cubicBezTo>
                  <a:pt x="537944" y="1509"/>
                  <a:pt x="542261" y="0"/>
                  <a:pt x="546717" y="0"/>
                </a:cubicBezTo>
                <a:cubicBezTo>
                  <a:pt x="553959" y="0"/>
                  <a:pt x="560458" y="3690"/>
                  <a:pt x="566214" y="11071"/>
                </a:cubicBezTo>
                <a:cubicBezTo>
                  <a:pt x="573409" y="20216"/>
                  <a:pt x="577006" y="32610"/>
                  <a:pt x="577006" y="48253"/>
                </a:cubicBezTo>
                <a:cubicBezTo>
                  <a:pt x="577006" y="59208"/>
                  <a:pt x="575428" y="68515"/>
                  <a:pt x="572271" y="76175"/>
                </a:cubicBezTo>
                <a:cubicBezTo>
                  <a:pt x="569115" y="83834"/>
                  <a:pt x="565088" y="89393"/>
                  <a:pt x="560191" y="92851"/>
                </a:cubicBezTo>
                <a:cubicBezTo>
                  <a:pt x="555293" y="96309"/>
                  <a:pt x="550570" y="98038"/>
                  <a:pt x="546021" y="98038"/>
                </a:cubicBezTo>
                <a:cubicBezTo>
                  <a:pt x="537016" y="98038"/>
                  <a:pt x="529519" y="92723"/>
                  <a:pt x="523531" y="82093"/>
                </a:cubicBezTo>
                <a:cubicBezTo>
                  <a:pt x="518471" y="73134"/>
                  <a:pt x="515941" y="62342"/>
                  <a:pt x="515941" y="49715"/>
                </a:cubicBezTo>
                <a:moveTo>
                  <a:pt x="529588" y="51493"/>
                </a:moveTo>
                <a:cubicBezTo>
                  <a:pt x="529588" y="64501"/>
                  <a:pt x="531190" y="75116"/>
                  <a:pt x="534393" y="83338"/>
                </a:cubicBezTo>
                <a:cubicBezTo>
                  <a:pt x="537039" y="90260"/>
                  <a:pt x="540984" y="93721"/>
                  <a:pt x="546230" y="93721"/>
                </a:cubicBezTo>
                <a:cubicBezTo>
                  <a:pt x="548737" y="93721"/>
                  <a:pt x="551336" y="92595"/>
                  <a:pt x="554028" y="90342"/>
                </a:cubicBezTo>
                <a:cubicBezTo>
                  <a:pt x="556721" y="88089"/>
                  <a:pt x="558763" y="84315"/>
                  <a:pt x="560156" y="79019"/>
                </a:cubicBezTo>
                <a:cubicBezTo>
                  <a:pt x="562291" y="71027"/>
                  <a:pt x="563359" y="59762"/>
                  <a:pt x="563359" y="45222"/>
                </a:cubicBezTo>
                <a:cubicBezTo>
                  <a:pt x="563359" y="34444"/>
                  <a:pt x="562245" y="25455"/>
                  <a:pt x="560017" y="18254"/>
                </a:cubicBezTo>
                <a:cubicBezTo>
                  <a:pt x="558345" y="12911"/>
                  <a:pt x="556187" y="9125"/>
                  <a:pt x="553541" y="6895"/>
                </a:cubicBezTo>
                <a:cubicBezTo>
                  <a:pt x="551638" y="5362"/>
                  <a:pt x="549340" y="4596"/>
                  <a:pt x="546648" y="4596"/>
                </a:cubicBezTo>
                <a:cubicBezTo>
                  <a:pt x="543491" y="4596"/>
                  <a:pt x="540683" y="6013"/>
                  <a:pt x="538222" y="8847"/>
                </a:cubicBezTo>
                <a:cubicBezTo>
                  <a:pt x="534880" y="12703"/>
                  <a:pt x="532606" y="18766"/>
                  <a:pt x="531399" y="27036"/>
                </a:cubicBezTo>
                <a:cubicBezTo>
                  <a:pt x="530192" y="35304"/>
                  <a:pt x="529588" y="43457"/>
                  <a:pt x="529588" y="5149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AD6290-BF45-4BD5-B6FA-B9EDF02A4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9606" y="5191345"/>
            <a:ext cx="1443838" cy="151514"/>
          </a:xfrm>
          <a:custGeom xmlns:a="http://schemas.openxmlformats.org/drawingml/2006/main">
            <a:pathLst>
              <a:path w="1443838" h="151514">
                <a:moveTo>
                  <a:pt x="0" y="0"/>
                </a:moveTo>
                <a:lnTo>
                  <a:pt x="1443838" y="0"/>
                </a:lnTo>
                <a:lnTo>
                  <a:pt x="1443838" y="151514"/>
                </a:lnTo>
                <a:lnTo>
                  <a:pt x="0" y="15151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7D07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Text +BLX__stack_chk_f">
            <a:extLst xmlns:a="http://schemas.openxmlformats.org/drawingml/2006/main">
              <a:ext uri="{FF2B5EF4-FFF2-40B4-BE49-F238E27FC236}">
                <a16:creationId xmlns:a16="http://schemas.microsoft.com/office/drawing/2014/main" id="{B81CF1F2-446F-4CEC-B538-D7F57BC55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2182" y="5217108"/>
            <a:ext cx="1351790" cy="129789"/>
          </a:xfrm>
          <a:custGeom xmlns:a="http://schemas.openxmlformats.org/drawingml/2006/main">
            <a:pathLst>
              <a:path w="1351790" h="129789">
                <a:moveTo>
                  <a:pt x="75061" y="48741"/>
                </a:moveTo>
                <a:lnTo>
                  <a:pt x="40246" y="48741"/>
                </a:lnTo>
                <a:lnTo>
                  <a:pt x="40246" y="14135"/>
                </a:lnTo>
                <a:lnTo>
                  <a:pt x="34676" y="14135"/>
                </a:lnTo>
                <a:lnTo>
                  <a:pt x="34676" y="48741"/>
                </a:lnTo>
                <a:lnTo>
                  <a:pt x="0" y="48741"/>
                </a:lnTo>
                <a:lnTo>
                  <a:pt x="0" y="54520"/>
                </a:lnTo>
                <a:lnTo>
                  <a:pt x="34676" y="54520"/>
                </a:lnTo>
                <a:lnTo>
                  <a:pt x="34676" y="89265"/>
                </a:lnTo>
                <a:lnTo>
                  <a:pt x="40246" y="89265"/>
                </a:lnTo>
                <a:lnTo>
                  <a:pt x="40246" y="54520"/>
                </a:lnTo>
                <a:lnTo>
                  <a:pt x="75061" y="54520"/>
                </a:lnTo>
                <a:lnTo>
                  <a:pt x="75061" y="48741"/>
                </a:lnTo>
                <a:close/>
                <a:moveTo>
                  <a:pt x="182065" y="49885"/>
                </a:moveTo>
                <a:lnTo>
                  <a:pt x="182703" y="49613"/>
                </a:lnTo>
                <a:lnTo>
                  <a:pt x="183326" y="49331"/>
                </a:lnTo>
                <a:lnTo>
                  <a:pt x="183936" y="49040"/>
                </a:lnTo>
                <a:lnTo>
                  <a:pt x="184531" y="48738"/>
                </a:lnTo>
                <a:lnTo>
                  <a:pt x="185112" y="48426"/>
                </a:lnTo>
                <a:lnTo>
                  <a:pt x="185678" y="48104"/>
                </a:lnTo>
                <a:lnTo>
                  <a:pt x="186231" y="47772"/>
                </a:lnTo>
                <a:lnTo>
                  <a:pt x="186769" y="47430"/>
                </a:lnTo>
                <a:lnTo>
                  <a:pt x="187293" y="47078"/>
                </a:lnTo>
                <a:lnTo>
                  <a:pt x="187802" y="46716"/>
                </a:lnTo>
                <a:lnTo>
                  <a:pt x="188297" y="46344"/>
                </a:lnTo>
                <a:lnTo>
                  <a:pt x="188778" y="45962"/>
                </a:lnTo>
                <a:lnTo>
                  <a:pt x="189245" y="45570"/>
                </a:lnTo>
                <a:lnTo>
                  <a:pt x="189698" y="45168"/>
                </a:lnTo>
                <a:lnTo>
                  <a:pt x="190136" y="44755"/>
                </a:lnTo>
                <a:lnTo>
                  <a:pt x="190560" y="44333"/>
                </a:lnTo>
                <a:lnTo>
                  <a:pt x="190969" y="43901"/>
                </a:lnTo>
                <a:lnTo>
                  <a:pt x="191365" y="43458"/>
                </a:lnTo>
                <a:lnTo>
                  <a:pt x="191746" y="43006"/>
                </a:lnTo>
                <a:lnTo>
                  <a:pt x="192113" y="42544"/>
                </a:lnTo>
                <a:lnTo>
                  <a:pt x="192465" y="42073"/>
                </a:lnTo>
                <a:lnTo>
                  <a:pt x="192802" y="41598"/>
                </a:lnTo>
                <a:lnTo>
                  <a:pt x="193125" y="41117"/>
                </a:lnTo>
                <a:lnTo>
                  <a:pt x="193432" y="40631"/>
                </a:lnTo>
                <a:lnTo>
                  <a:pt x="193724" y="40140"/>
                </a:lnTo>
                <a:lnTo>
                  <a:pt x="194002" y="39644"/>
                </a:lnTo>
                <a:lnTo>
                  <a:pt x="194264" y="39143"/>
                </a:lnTo>
                <a:lnTo>
                  <a:pt x="194511" y="38636"/>
                </a:lnTo>
                <a:lnTo>
                  <a:pt x="194744" y="38124"/>
                </a:lnTo>
                <a:lnTo>
                  <a:pt x="194961" y="37607"/>
                </a:lnTo>
                <a:lnTo>
                  <a:pt x="195163" y="37085"/>
                </a:lnTo>
                <a:lnTo>
                  <a:pt x="195351" y="36558"/>
                </a:lnTo>
                <a:lnTo>
                  <a:pt x="195523" y="36025"/>
                </a:lnTo>
                <a:lnTo>
                  <a:pt x="195680" y="35487"/>
                </a:lnTo>
                <a:lnTo>
                  <a:pt x="195823" y="34944"/>
                </a:lnTo>
                <a:lnTo>
                  <a:pt x="195950" y="34396"/>
                </a:lnTo>
                <a:lnTo>
                  <a:pt x="196063" y="33843"/>
                </a:lnTo>
                <a:lnTo>
                  <a:pt x="196160" y="33284"/>
                </a:lnTo>
                <a:lnTo>
                  <a:pt x="196242" y="32720"/>
                </a:lnTo>
                <a:lnTo>
                  <a:pt x="196310" y="32151"/>
                </a:lnTo>
                <a:lnTo>
                  <a:pt x="196362" y="31577"/>
                </a:lnTo>
                <a:lnTo>
                  <a:pt x="196400" y="30998"/>
                </a:lnTo>
                <a:lnTo>
                  <a:pt x="196422" y="30413"/>
                </a:lnTo>
                <a:lnTo>
                  <a:pt x="196430" y="29823"/>
                </a:lnTo>
                <a:lnTo>
                  <a:pt x="196420" y="29135"/>
                </a:lnTo>
                <a:lnTo>
                  <a:pt x="196392" y="28454"/>
                </a:lnTo>
                <a:lnTo>
                  <a:pt x="196344" y="27780"/>
                </a:lnTo>
                <a:lnTo>
                  <a:pt x="196277" y="27112"/>
                </a:lnTo>
                <a:lnTo>
                  <a:pt x="196191" y="26451"/>
                </a:lnTo>
                <a:lnTo>
                  <a:pt x="196086" y="25797"/>
                </a:lnTo>
                <a:lnTo>
                  <a:pt x="195962" y="25149"/>
                </a:lnTo>
                <a:lnTo>
                  <a:pt x="195819" y="24508"/>
                </a:lnTo>
                <a:lnTo>
                  <a:pt x="195656" y="23873"/>
                </a:lnTo>
                <a:lnTo>
                  <a:pt x="195475" y="23246"/>
                </a:lnTo>
                <a:lnTo>
                  <a:pt x="195274" y="22624"/>
                </a:lnTo>
                <a:lnTo>
                  <a:pt x="195055" y="22010"/>
                </a:lnTo>
                <a:lnTo>
                  <a:pt x="194816" y="21402"/>
                </a:lnTo>
                <a:lnTo>
                  <a:pt x="194558" y="20801"/>
                </a:lnTo>
                <a:lnTo>
                  <a:pt x="194281" y="20206"/>
                </a:lnTo>
                <a:lnTo>
                  <a:pt x="193985" y="19619"/>
                </a:lnTo>
                <a:lnTo>
                  <a:pt x="193670" y="19037"/>
                </a:lnTo>
                <a:lnTo>
                  <a:pt x="193336" y="18463"/>
                </a:lnTo>
                <a:lnTo>
                  <a:pt x="192982" y="17895"/>
                </a:lnTo>
                <a:lnTo>
                  <a:pt x="192610" y="17334"/>
                </a:lnTo>
                <a:lnTo>
                  <a:pt x="192218" y="16779"/>
                </a:lnTo>
                <a:lnTo>
                  <a:pt x="191808" y="16231"/>
                </a:lnTo>
                <a:lnTo>
                  <a:pt x="191378" y="15690"/>
                </a:lnTo>
                <a:lnTo>
                  <a:pt x="190929" y="15155"/>
                </a:lnTo>
                <a:lnTo>
                  <a:pt x="190462" y="14631"/>
                </a:lnTo>
                <a:lnTo>
                  <a:pt x="189978" y="14119"/>
                </a:lnTo>
                <a:lnTo>
                  <a:pt x="189477" y="13621"/>
                </a:lnTo>
                <a:lnTo>
                  <a:pt x="188958" y="13137"/>
                </a:lnTo>
                <a:lnTo>
                  <a:pt x="188423" y="12666"/>
                </a:lnTo>
                <a:lnTo>
                  <a:pt x="187870" y="12208"/>
                </a:lnTo>
                <a:lnTo>
                  <a:pt x="187300" y="11764"/>
                </a:lnTo>
                <a:lnTo>
                  <a:pt x="186713" y="11333"/>
                </a:lnTo>
                <a:lnTo>
                  <a:pt x="186108" y="10916"/>
                </a:lnTo>
                <a:lnTo>
                  <a:pt x="185487" y="10512"/>
                </a:lnTo>
                <a:lnTo>
                  <a:pt x="184848" y="10122"/>
                </a:lnTo>
                <a:lnTo>
                  <a:pt x="184192" y="9745"/>
                </a:lnTo>
                <a:lnTo>
                  <a:pt x="183519" y="9381"/>
                </a:lnTo>
                <a:lnTo>
                  <a:pt x="182829" y="9031"/>
                </a:lnTo>
                <a:lnTo>
                  <a:pt x="182122" y="8695"/>
                </a:lnTo>
                <a:lnTo>
                  <a:pt x="181398" y="8371"/>
                </a:lnTo>
                <a:lnTo>
                  <a:pt x="180656" y="8061"/>
                </a:lnTo>
                <a:lnTo>
                  <a:pt x="179897" y="7765"/>
                </a:lnTo>
                <a:lnTo>
                  <a:pt x="179121" y="7482"/>
                </a:lnTo>
                <a:lnTo>
                  <a:pt x="178328" y="7213"/>
                </a:lnTo>
                <a:lnTo>
                  <a:pt x="177518" y="6956"/>
                </a:lnTo>
                <a:lnTo>
                  <a:pt x="176690" y="6714"/>
                </a:lnTo>
                <a:lnTo>
                  <a:pt x="175846" y="6485"/>
                </a:lnTo>
                <a:lnTo>
                  <a:pt x="174984" y="6269"/>
                </a:lnTo>
                <a:lnTo>
                  <a:pt x="174402" y="6132"/>
                </a:lnTo>
                <a:lnTo>
                  <a:pt x="173804" y="6002"/>
                </a:lnTo>
                <a:lnTo>
                  <a:pt x="173190" y="5877"/>
                </a:lnTo>
                <a:lnTo>
                  <a:pt x="172560" y="5758"/>
                </a:lnTo>
                <a:lnTo>
                  <a:pt x="171915" y="5644"/>
                </a:lnTo>
                <a:lnTo>
                  <a:pt x="171254" y="5537"/>
                </a:lnTo>
                <a:lnTo>
                  <a:pt x="170578" y="5435"/>
                </a:lnTo>
                <a:lnTo>
                  <a:pt x="169886" y="5339"/>
                </a:lnTo>
                <a:lnTo>
                  <a:pt x="169177" y="5249"/>
                </a:lnTo>
                <a:lnTo>
                  <a:pt x="168454" y="5165"/>
                </a:lnTo>
                <a:lnTo>
                  <a:pt x="167714" y="5086"/>
                </a:lnTo>
                <a:lnTo>
                  <a:pt x="166959" y="5014"/>
                </a:lnTo>
                <a:lnTo>
                  <a:pt x="166188" y="4947"/>
                </a:lnTo>
                <a:lnTo>
                  <a:pt x="165402" y="4886"/>
                </a:lnTo>
                <a:lnTo>
                  <a:pt x="164599" y="4831"/>
                </a:lnTo>
                <a:lnTo>
                  <a:pt x="163781" y="4781"/>
                </a:lnTo>
                <a:lnTo>
                  <a:pt x="162948" y="4738"/>
                </a:lnTo>
                <a:lnTo>
                  <a:pt x="162098" y="4700"/>
                </a:lnTo>
                <a:lnTo>
                  <a:pt x="161233" y="4668"/>
                </a:lnTo>
                <a:lnTo>
                  <a:pt x="160352" y="4642"/>
                </a:lnTo>
                <a:lnTo>
                  <a:pt x="159455" y="4622"/>
                </a:lnTo>
                <a:lnTo>
                  <a:pt x="158543" y="4607"/>
                </a:lnTo>
                <a:lnTo>
                  <a:pt x="157615" y="4598"/>
                </a:lnTo>
                <a:lnTo>
                  <a:pt x="156671" y="4596"/>
                </a:lnTo>
                <a:lnTo>
                  <a:pt x="115868" y="4596"/>
                </a:lnTo>
                <a:lnTo>
                  <a:pt x="115868" y="7172"/>
                </a:lnTo>
                <a:lnTo>
                  <a:pt x="119420" y="7172"/>
                </a:lnTo>
                <a:lnTo>
                  <a:pt x="119862" y="7177"/>
                </a:lnTo>
                <a:lnTo>
                  <a:pt x="120295" y="7193"/>
                </a:lnTo>
                <a:lnTo>
                  <a:pt x="120719" y="7220"/>
                </a:lnTo>
                <a:lnTo>
                  <a:pt x="121133" y="7257"/>
                </a:lnTo>
                <a:lnTo>
                  <a:pt x="121539" y="7305"/>
                </a:lnTo>
                <a:lnTo>
                  <a:pt x="121935" y="7363"/>
                </a:lnTo>
                <a:lnTo>
                  <a:pt x="122322" y="7432"/>
                </a:lnTo>
                <a:lnTo>
                  <a:pt x="122700" y="7512"/>
                </a:lnTo>
                <a:lnTo>
                  <a:pt x="123069" y="7603"/>
                </a:lnTo>
                <a:lnTo>
                  <a:pt x="123428" y="7704"/>
                </a:lnTo>
                <a:lnTo>
                  <a:pt x="123778" y="7815"/>
                </a:lnTo>
                <a:lnTo>
                  <a:pt x="124120" y="7938"/>
                </a:lnTo>
                <a:lnTo>
                  <a:pt x="124452" y="8071"/>
                </a:lnTo>
                <a:lnTo>
                  <a:pt x="124774" y="8214"/>
                </a:lnTo>
                <a:lnTo>
                  <a:pt x="125088" y="8369"/>
                </a:lnTo>
                <a:lnTo>
                  <a:pt x="125392" y="8533"/>
                </a:lnTo>
                <a:lnTo>
                  <a:pt x="125687" y="8709"/>
                </a:lnTo>
                <a:lnTo>
                  <a:pt x="125973" y="8895"/>
                </a:lnTo>
                <a:lnTo>
                  <a:pt x="126250" y="9092"/>
                </a:lnTo>
                <a:lnTo>
                  <a:pt x="126518" y="9299"/>
                </a:lnTo>
                <a:lnTo>
                  <a:pt x="126776" y="9517"/>
                </a:lnTo>
                <a:lnTo>
                  <a:pt x="127026" y="9746"/>
                </a:lnTo>
                <a:lnTo>
                  <a:pt x="127266" y="9986"/>
                </a:lnTo>
                <a:lnTo>
                  <a:pt x="127497" y="10236"/>
                </a:lnTo>
                <a:lnTo>
                  <a:pt x="127661" y="10438"/>
                </a:lnTo>
                <a:lnTo>
                  <a:pt x="127819" y="10663"/>
                </a:lnTo>
                <a:lnTo>
                  <a:pt x="127970" y="10911"/>
                </a:lnTo>
                <a:lnTo>
                  <a:pt x="128114" y="11181"/>
                </a:lnTo>
                <a:lnTo>
                  <a:pt x="128250" y="11474"/>
                </a:lnTo>
                <a:lnTo>
                  <a:pt x="128380" y="11789"/>
                </a:lnTo>
                <a:lnTo>
                  <a:pt x="128503" y="12127"/>
                </a:lnTo>
                <a:lnTo>
                  <a:pt x="128618" y="12487"/>
                </a:lnTo>
                <a:lnTo>
                  <a:pt x="128727" y="12869"/>
                </a:lnTo>
                <a:lnTo>
                  <a:pt x="128829" y="13275"/>
                </a:lnTo>
                <a:lnTo>
                  <a:pt x="128923" y="13702"/>
                </a:lnTo>
                <a:lnTo>
                  <a:pt x="129011" y="14152"/>
                </a:lnTo>
                <a:lnTo>
                  <a:pt x="129092" y="14625"/>
                </a:lnTo>
                <a:lnTo>
                  <a:pt x="129165" y="15120"/>
                </a:lnTo>
                <a:lnTo>
                  <a:pt x="129232" y="15637"/>
                </a:lnTo>
                <a:lnTo>
                  <a:pt x="129292" y="16177"/>
                </a:lnTo>
                <a:lnTo>
                  <a:pt x="129344" y="16740"/>
                </a:lnTo>
                <a:lnTo>
                  <a:pt x="129390" y="17325"/>
                </a:lnTo>
                <a:lnTo>
                  <a:pt x="129428" y="17932"/>
                </a:lnTo>
                <a:lnTo>
                  <a:pt x="129460" y="18562"/>
                </a:lnTo>
                <a:lnTo>
                  <a:pt x="129484" y="19214"/>
                </a:lnTo>
                <a:lnTo>
                  <a:pt x="129502" y="19889"/>
                </a:lnTo>
                <a:lnTo>
                  <a:pt x="129512" y="20587"/>
                </a:lnTo>
                <a:lnTo>
                  <a:pt x="129516" y="21307"/>
                </a:lnTo>
                <a:lnTo>
                  <a:pt x="129516" y="82302"/>
                </a:lnTo>
                <a:lnTo>
                  <a:pt x="129513" y="82954"/>
                </a:lnTo>
                <a:lnTo>
                  <a:pt x="129505" y="83587"/>
                </a:lnTo>
                <a:lnTo>
                  <a:pt x="129491" y="84201"/>
                </a:lnTo>
                <a:lnTo>
                  <a:pt x="129471" y="84795"/>
                </a:lnTo>
                <a:lnTo>
                  <a:pt x="129446" y="85371"/>
                </a:lnTo>
                <a:lnTo>
                  <a:pt x="129416" y="85927"/>
                </a:lnTo>
                <a:lnTo>
                  <a:pt x="129380" y="86465"/>
                </a:lnTo>
                <a:lnTo>
                  <a:pt x="129338" y="86983"/>
                </a:lnTo>
                <a:lnTo>
                  <a:pt x="129291" y="87482"/>
                </a:lnTo>
                <a:lnTo>
                  <a:pt x="129238" y="87962"/>
                </a:lnTo>
                <a:lnTo>
                  <a:pt x="129179" y="88423"/>
                </a:lnTo>
                <a:lnTo>
                  <a:pt x="129115" y="88865"/>
                </a:lnTo>
                <a:lnTo>
                  <a:pt x="129046" y="89287"/>
                </a:lnTo>
                <a:lnTo>
                  <a:pt x="128971" y="89691"/>
                </a:lnTo>
                <a:lnTo>
                  <a:pt x="128890" y="90076"/>
                </a:lnTo>
                <a:lnTo>
                  <a:pt x="128804" y="90441"/>
                </a:lnTo>
                <a:lnTo>
                  <a:pt x="128712" y="90787"/>
                </a:lnTo>
                <a:lnTo>
                  <a:pt x="128615" y="91115"/>
                </a:lnTo>
                <a:lnTo>
                  <a:pt x="128512" y="91423"/>
                </a:lnTo>
                <a:lnTo>
                  <a:pt x="128404" y="91712"/>
                </a:lnTo>
                <a:lnTo>
                  <a:pt x="128290" y="91982"/>
                </a:lnTo>
                <a:lnTo>
                  <a:pt x="128170" y="92233"/>
                </a:lnTo>
                <a:lnTo>
                  <a:pt x="128045" y="92464"/>
                </a:lnTo>
                <a:lnTo>
                  <a:pt x="127914" y="92677"/>
                </a:lnTo>
                <a:lnTo>
                  <a:pt x="127694" y="92984"/>
                </a:lnTo>
                <a:lnTo>
                  <a:pt x="127462" y="93277"/>
                </a:lnTo>
                <a:lnTo>
                  <a:pt x="127218" y="93558"/>
                </a:lnTo>
                <a:lnTo>
                  <a:pt x="126963" y="93826"/>
                </a:lnTo>
                <a:lnTo>
                  <a:pt x="126696" y="94080"/>
                </a:lnTo>
                <a:lnTo>
                  <a:pt x="126417" y="94322"/>
                </a:lnTo>
                <a:lnTo>
                  <a:pt x="126127" y="94550"/>
                </a:lnTo>
                <a:lnTo>
                  <a:pt x="125825" y="94766"/>
                </a:lnTo>
                <a:lnTo>
                  <a:pt x="125512" y="94968"/>
                </a:lnTo>
                <a:lnTo>
                  <a:pt x="125187" y="95157"/>
                </a:lnTo>
                <a:lnTo>
                  <a:pt x="124851" y="95334"/>
                </a:lnTo>
                <a:lnTo>
                  <a:pt x="124503" y="95497"/>
                </a:lnTo>
                <a:lnTo>
                  <a:pt x="124143" y="95647"/>
                </a:lnTo>
                <a:lnTo>
                  <a:pt x="123771" y="95784"/>
                </a:lnTo>
                <a:lnTo>
                  <a:pt x="123388" y="95908"/>
                </a:lnTo>
                <a:lnTo>
                  <a:pt x="122994" y="96019"/>
                </a:lnTo>
                <a:lnTo>
                  <a:pt x="122588" y="96117"/>
                </a:lnTo>
                <a:lnTo>
                  <a:pt x="122170" y="96202"/>
                </a:lnTo>
                <a:lnTo>
                  <a:pt x="121741" y="96274"/>
                </a:lnTo>
                <a:lnTo>
                  <a:pt x="121300" y="96332"/>
                </a:lnTo>
                <a:lnTo>
                  <a:pt x="120847" y="96378"/>
                </a:lnTo>
                <a:lnTo>
                  <a:pt x="120383" y="96411"/>
                </a:lnTo>
                <a:lnTo>
                  <a:pt x="119907" y="96430"/>
                </a:lnTo>
                <a:lnTo>
                  <a:pt x="119420" y="96437"/>
                </a:lnTo>
                <a:lnTo>
                  <a:pt x="115868" y="96437"/>
                </a:lnTo>
                <a:lnTo>
                  <a:pt x="115868" y="99013"/>
                </a:lnTo>
                <a:lnTo>
                  <a:pt x="160431" y="99013"/>
                </a:lnTo>
                <a:lnTo>
                  <a:pt x="161746" y="99008"/>
                </a:lnTo>
                <a:lnTo>
                  <a:pt x="163032" y="98993"/>
                </a:lnTo>
                <a:lnTo>
                  <a:pt x="164290" y="98967"/>
                </a:lnTo>
                <a:lnTo>
                  <a:pt x="165519" y="98931"/>
                </a:lnTo>
                <a:lnTo>
                  <a:pt x="166720" y="98885"/>
                </a:lnTo>
                <a:lnTo>
                  <a:pt x="167893" y="98828"/>
                </a:lnTo>
                <a:lnTo>
                  <a:pt x="169037" y="98762"/>
                </a:lnTo>
                <a:lnTo>
                  <a:pt x="170152" y="98685"/>
                </a:lnTo>
                <a:lnTo>
                  <a:pt x="171240" y="98597"/>
                </a:lnTo>
                <a:lnTo>
                  <a:pt x="172299" y="98500"/>
                </a:lnTo>
                <a:lnTo>
                  <a:pt x="173329" y="98392"/>
                </a:lnTo>
                <a:lnTo>
                  <a:pt x="174331" y="98274"/>
                </a:lnTo>
                <a:lnTo>
                  <a:pt x="175305" y="98146"/>
                </a:lnTo>
                <a:lnTo>
                  <a:pt x="176250" y="98007"/>
                </a:lnTo>
                <a:lnTo>
                  <a:pt x="177167" y="97858"/>
                </a:lnTo>
                <a:lnTo>
                  <a:pt x="178055" y="97699"/>
                </a:lnTo>
                <a:lnTo>
                  <a:pt x="178915" y="97530"/>
                </a:lnTo>
                <a:lnTo>
                  <a:pt x="179747" y="97350"/>
                </a:lnTo>
                <a:lnTo>
                  <a:pt x="180550" y="97160"/>
                </a:lnTo>
                <a:lnTo>
                  <a:pt x="181325" y="96960"/>
                </a:lnTo>
                <a:lnTo>
                  <a:pt x="182071" y="96749"/>
                </a:lnTo>
                <a:lnTo>
                  <a:pt x="182789" y="96528"/>
                </a:lnTo>
                <a:lnTo>
                  <a:pt x="183479" y="96297"/>
                </a:lnTo>
                <a:lnTo>
                  <a:pt x="184140" y="96056"/>
                </a:lnTo>
                <a:lnTo>
                  <a:pt x="184781" y="95804"/>
                </a:lnTo>
                <a:lnTo>
                  <a:pt x="185411" y="95539"/>
                </a:lnTo>
                <a:lnTo>
                  <a:pt x="186029" y="95263"/>
                </a:lnTo>
                <a:lnTo>
                  <a:pt x="186636" y="94974"/>
                </a:lnTo>
                <a:lnTo>
                  <a:pt x="187232" y="94673"/>
                </a:lnTo>
                <a:lnTo>
                  <a:pt x="187815" y="94360"/>
                </a:lnTo>
                <a:lnTo>
                  <a:pt x="188388" y="94035"/>
                </a:lnTo>
                <a:lnTo>
                  <a:pt x="188949" y="93698"/>
                </a:lnTo>
                <a:lnTo>
                  <a:pt x="189498" y="93349"/>
                </a:lnTo>
                <a:lnTo>
                  <a:pt x="190036" y="92988"/>
                </a:lnTo>
                <a:lnTo>
                  <a:pt x="190562" y="92615"/>
                </a:lnTo>
                <a:lnTo>
                  <a:pt x="191077" y="92230"/>
                </a:lnTo>
                <a:lnTo>
                  <a:pt x="191581" y="91832"/>
                </a:lnTo>
                <a:lnTo>
                  <a:pt x="192072" y="91423"/>
                </a:lnTo>
                <a:lnTo>
                  <a:pt x="192553" y="91002"/>
                </a:lnTo>
                <a:lnTo>
                  <a:pt x="193022" y="90568"/>
                </a:lnTo>
                <a:lnTo>
                  <a:pt x="193479" y="90122"/>
                </a:lnTo>
                <a:lnTo>
                  <a:pt x="193925" y="89665"/>
                </a:lnTo>
                <a:lnTo>
                  <a:pt x="194360" y="89195"/>
                </a:lnTo>
                <a:lnTo>
                  <a:pt x="194783" y="88713"/>
                </a:lnTo>
                <a:lnTo>
                  <a:pt x="195194" y="88219"/>
                </a:lnTo>
                <a:lnTo>
                  <a:pt x="195595" y="87713"/>
                </a:lnTo>
                <a:lnTo>
                  <a:pt x="195983" y="87195"/>
                </a:lnTo>
                <a:lnTo>
                  <a:pt x="196360" y="86665"/>
                </a:lnTo>
                <a:lnTo>
                  <a:pt x="196724" y="86127"/>
                </a:lnTo>
                <a:lnTo>
                  <a:pt x="197072" y="85588"/>
                </a:lnTo>
                <a:lnTo>
                  <a:pt x="197405" y="85047"/>
                </a:lnTo>
                <a:lnTo>
                  <a:pt x="197722" y="84503"/>
                </a:lnTo>
                <a:lnTo>
                  <a:pt x="198024" y="83957"/>
                </a:lnTo>
                <a:lnTo>
                  <a:pt x="198310" y="83410"/>
                </a:lnTo>
                <a:lnTo>
                  <a:pt x="198581" y="82860"/>
                </a:lnTo>
                <a:lnTo>
                  <a:pt x="198836" y="82308"/>
                </a:lnTo>
                <a:lnTo>
                  <a:pt x="199076" y="81755"/>
                </a:lnTo>
                <a:lnTo>
                  <a:pt x="199300" y="81199"/>
                </a:lnTo>
                <a:lnTo>
                  <a:pt x="199509" y="80641"/>
                </a:lnTo>
                <a:lnTo>
                  <a:pt x="199702" y="80081"/>
                </a:lnTo>
                <a:lnTo>
                  <a:pt x="199880" y="79519"/>
                </a:lnTo>
                <a:lnTo>
                  <a:pt x="200043" y="78955"/>
                </a:lnTo>
                <a:lnTo>
                  <a:pt x="200190" y="78389"/>
                </a:lnTo>
                <a:lnTo>
                  <a:pt x="200321" y="77821"/>
                </a:lnTo>
                <a:lnTo>
                  <a:pt x="200437" y="77251"/>
                </a:lnTo>
                <a:lnTo>
                  <a:pt x="200538" y="76679"/>
                </a:lnTo>
                <a:lnTo>
                  <a:pt x="200623" y="76104"/>
                </a:lnTo>
                <a:lnTo>
                  <a:pt x="200693" y="75528"/>
                </a:lnTo>
                <a:lnTo>
                  <a:pt x="200747" y="74950"/>
                </a:lnTo>
                <a:lnTo>
                  <a:pt x="200786" y="74369"/>
                </a:lnTo>
                <a:lnTo>
                  <a:pt x="200809" y="73787"/>
                </a:lnTo>
                <a:lnTo>
                  <a:pt x="200817" y="73202"/>
                </a:lnTo>
                <a:lnTo>
                  <a:pt x="200805" y="72436"/>
                </a:lnTo>
                <a:lnTo>
                  <a:pt x="200770" y="71680"/>
                </a:lnTo>
                <a:lnTo>
                  <a:pt x="200711" y="70934"/>
                </a:lnTo>
                <a:lnTo>
                  <a:pt x="200629" y="70198"/>
                </a:lnTo>
                <a:lnTo>
                  <a:pt x="200523" y="69471"/>
                </a:lnTo>
                <a:lnTo>
                  <a:pt x="200394" y="68755"/>
                </a:lnTo>
                <a:lnTo>
                  <a:pt x="200242" y="68048"/>
                </a:lnTo>
                <a:lnTo>
                  <a:pt x="200066" y="67351"/>
                </a:lnTo>
                <a:lnTo>
                  <a:pt x="199867" y="66664"/>
                </a:lnTo>
                <a:lnTo>
                  <a:pt x="199644" y="65987"/>
                </a:lnTo>
                <a:lnTo>
                  <a:pt x="199398" y="65320"/>
                </a:lnTo>
                <a:lnTo>
                  <a:pt x="199128" y="64663"/>
                </a:lnTo>
                <a:lnTo>
                  <a:pt x="198835" y="64016"/>
                </a:lnTo>
                <a:lnTo>
                  <a:pt x="198518" y="63378"/>
                </a:lnTo>
                <a:lnTo>
                  <a:pt x="198178" y="62751"/>
                </a:lnTo>
                <a:lnTo>
                  <a:pt x="197815" y="62133"/>
                </a:lnTo>
                <a:lnTo>
                  <a:pt x="197428" y="61526"/>
                </a:lnTo>
                <a:lnTo>
                  <a:pt x="197017" y="60928"/>
                </a:lnTo>
                <a:lnTo>
                  <a:pt x="196583" y="60340"/>
                </a:lnTo>
                <a:lnTo>
                  <a:pt x="196126" y="59762"/>
                </a:lnTo>
                <a:lnTo>
                  <a:pt x="195645" y="59194"/>
                </a:lnTo>
                <a:lnTo>
                  <a:pt x="195141" y="58636"/>
                </a:lnTo>
                <a:lnTo>
                  <a:pt x="194614" y="58087"/>
                </a:lnTo>
                <a:lnTo>
                  <a:pt x="194062" y="57549"/>
                </a:lnTo>
                <a:lnTo>
                  <a:pt x="193648" y="57171"/>
                </a:lnTo>
                <a:lnTo>
                  <a:pt x="193216" y="56801"/>
                </a:lnTo>
                <a:lnTo>
                  <a:pt x="192767" y="56440"/>
                </a:lnTo>
                <a:lnTo>
                  <a:pt x="192300" y="56088"/>
                </a:lnTo>
                <a:lnTo>
                  <a:pt x="191817" y="55745"/>
                </a:lnTo>
                <a:lnTo>
                  <a:pt x="191316" y="55410"/>
                </a:lnTo>
                <a:lnTo>
                  <a:pt x="190799" y="55084"/>
                </a:lnTo>
                <a:lnTo>
                  <a:pt x="190264" y="54766"/>
                </a:lnTo>
                <a:lnTo>
                  <a:pt x="189712" y="54458"/>
                </a:lnTo>
                <a:lnTo>
                  <a:pt x="189142" y="54158"/>
                </a:lnTo>
                <a:lnTo>
                  <a:pt x="188556" y="53866"/>
                </a:lnTo>
                <a:lnTo>
                  <a:pt x="187952" y="53584"/>
                </a:lnTo>
                <a:lnTo>
                  <a:pt x="187332" y="53310"/>
                </a:lnTo>
                <a:lnTo>
                  <a:pt x="186694" y="53045"/>
                </a:lnTo>
                <a:lnTo>
                  <a:pt x="186039" y="52788"/>
                </a:lnTo>
                <a:lnTo>
                  <a:pt x="185366" y="52540"/>
                </a:lnTo>
                <a:lnTo>
                  <a:pt x="184677" y="52301"/>
                </a:lnTo>
                <a:lnTo>
                  <a:pt x="183971" y="52071"/>
                </a:lnTo>
                <a:lnTo>
                  <a:pt x="183247" y="51849"/>
                </a:lnTo>
                <a:lnTo>
                  <a:pt x="182506" y="51636"/>
                </a:lnTo>
                <a:lnTo>
                  <a:pt x="181748" y="51432"/>
                </a:lnTo>
                <a:lnTo>
                  <a:pt x="180973" y="51236"/>
                </a:lnTo>
                <a:lnTo>
                  <a:pt x="180180" y="51049"/>
                </a:lnTo>
                <a:lnTo>
                  <a:pt x="179371" y="50871"/>
                </a:lnTo>
                <a:lnTo>
                  <a:pt x="180066" y="50639"/>
                </a:lnTo>
                <a:lnTo>
                  <a:pt x="180746" y="50398"/>
                </a:lnTo>
                <a:lnTo>
                  <a:pt x="181413" y="50146"/>
                </a:lnTo>
                <a:lnTo>
                  <a:pt x="182065" y="49885"/>
                </a:lnTo>
                <a:close/>
                <a:moveTo>
                  <a:pt x="144299" y="10417"/>
                </a:moveTo>
                <a:lnTo>
                  <a:pt x="144780" y="10303"/>
                </a:lnTo>
                <a:lnTo>
                  <a:pt x="145266" y="10195"/>
                </a:lnTo>
                <a:lnTo>
                  <a:pt x="145757" y="10092"/>
                </a:lnTo>
                <a:lnTo>
                  <a:pt x="146253" y="9995"/>
                </a:lnTo>
                <a:lnTo>
                  <a:pt x="146753" y="9903"/>
                </a:lnTo>
                <a:lnTo>
                  <a:pt x="147258" y="9817"/>
                </a:lnTo>
                <a:lnTo>
                  <a:pt x="147768" y="9736"/>
                </a:lnTo>
                <a:lnTo>
                  <a:pt x="148283" y="9661"/>
                </a:lnTo>
                <a:lnTo>
                  <a:pt x="148803" y="9591"/>
                </a:lnTo>
                <a:lnTo>
                  <a:pt x="149328" y="9528"/>
                </a:lnTo>
                <a:lnTo>
                  <a:pt x="149857" y="9469"/>
                </a:lnTo>
                <a:lnTo>
                  <a:pt x="150392" y="9416"/>
                </a:lnTo>
                <a:lnTo>
                  <a:pt x="150931" y="9369"/>
                </a:lnTo>
                <a:lnTo>
                  <a:pt x="151475" y="9327"/>
                </a:lnTo>
                <a:lnTo>
                  <a:pt x="152024" y="9291"/>
                </a:lnTo>
                <a:lnTo>
                  <a:pt x="152577" y="9261"/>
                </a:lnTo>
                <a:lnTo>
                  <a:pt x="153136" y="9236"/>
                </a:lnTo>
                <a:lnTo>
                  <a:pt x="153699" y="9216"/>
                </a:lnTo>
                <a:lnTo>
                  <a:pt x="154267" y="9202"/>
                </a:lnTo>
                <a:lnTo>
                  <a:pt x="154840" y="9194"/>
                </a:lnTo>
                <a:lnTo>
                  <a:pt x="155418" y="9191"/>
                </a:lnTo>
                <a:lnTo>
                  <a:pt x="156487" y="9201"/>
                </a:lnTo>
                <a:lnTo>
                  <a:pt x="157534" y="9232"/>
                </a:lnTo>
                <a:lnTo>
                  <a:pt x="158559" y="9283"/>
                </a:lnTo>
                <a:lnTo>
                  <a:pt x="159563" y="9354"/>
                </a:lnTo>
                <a:lnTo>
                  <a:pt x="160545" y="9445"/>
                </a:lnTo>
                <a:lnTo>
                  <a:pt x="161506" y="9557"/>
                </a:lnTo>
                <a:lnTo>
                  <a:pt x="162446" y="9690"/>
                </a:lnTo>
                <a:lnTo>
                  <a:pt x="163364" y="9842"/>
                </a:lnTo>
                <a:lnTo>
                  <a:pt x="164260" y="10015"/>
                </a:lnTo>
                <a:lnTo>
                  <a:pt x="165135" y="10208"/>
                </a:lnTo>
                <a:lnTo>
                  <a:pt x="165988" y="10422"/>
                </a:lnTo>
                <a:lnTo>
                  <a:pt x="166820" y="10656"/>
                </a:lnTo>
                <a:lnTo>
                  <a:pt x="167630" y="10910"/>
                </a:lnTo>
                <a:lnTo>
                  <a:pt x="168419" y="11185"/>
                </a:lnTo>
                <a:lnTo>
                  <a:pt x="169186" y="11480"/>
                </a:lnTo>
                <a:lnTo>
                  <a:pt x="169932" y="11795"/>
                </a:lnTo>
                <a:lnTo>
                  <a:pt x="170656" y="12131"/>
                </a:lnTo>
                <a:lnTo>
                  <a:pt x="171359" y="12487"/>
                </a:lnTo>
                <a:lnTo>
                  <a:pt x="172040" y="12864"/>
                </a:lnTo>
                <a:lnTo>
                  <a:pt x="172700" y="13260"/>
                </a:lnTo>
                <a:lnTo>
                  <a:pt x="173338" y="13677"/>
                </a:lnTo>
                <a:lnTo>
                  <a:pt x="173954" y="14115"/>
                </a:lnTo>
                <a:lnTo>
                  <a:pt x="174550" y="14573"/>
                </a:lnTo>
                <a:lnTo>
                  <a:pt x="175123" y="15051"/>
                </a:lnTo>
                <a:lnTo>
                  <a:pt x="175674" y="15543"/>
                </a:lnTo>
                <a:lnTo>
                  <a:pt x="176202" y="16044"/>
                </a:lnTo>
                <a:lnTo>
                  <a:pt x="176706" y="16554"/>
                </a:lnTo>
                <a:lnTo>
                  <a:pt x="177187" y="17072"/>
                </a:lnTo>
                <a:lnTo>
                  <a:pt x="177644" y="17598"/>
                </a:lnTo>
                <a:lnTo>
                  <a:pt x="178078" y="18133"/>
                </a:lnTo>
                <a:lnTo>
                  <a:pt x="178489" y="18677"/>
                </a:lnTo>
                <a:lnTo>
                  <a:pt x="178875" y="19228"/>
                </a:lnTo>
                <a:lnTo>
                  <a:pt x="179239" y="19789"/>
                </a:lnTo>
                <a:lnTo>
                  <a:pt x="179579" y="20357"/>
                </a:lnTo>
                <a:lnTo>
                  <a:pt x="179896" y="20935"/>
                </a:lnTo>
                <a:lnTo>
                  <a:pt x="180189" y="21520"/>
                </a:lnTo>
                <a:lnTo>
                  <a:pt x="180458" y="22115"/>
                </a:lnTo>
                <a:lnTo>
                  <a:pt x="180705" y="22717"/>
                </a:lnTo>
                <a:lnTo>
                  <a:pt x="180927" y="23328"/>
                </a:lnTo>
                <a:lnTo>
                  <a:pt x="181127" y="23948"/>
                </a:lnTo>
                <a:lnTo>
                  <a:pt x="181303" y="24576"/>
                </a:lnTo>
                <a:lnTo>
                  <a:pt x="181455" y="25213"/>
                </a:lnTo>
                <a:lnTo>
                  <a:pt x="181584" y="25858"/>
                </a:lnTo>
                <a:lnTo>
                  <a:pt x="181690" y="26511"/>
                </a:lnTo>
                <a:lnTo>
                  <a:pt x="181772" y="27173"/>
                </a:lnTo>
                <a:lnTo>
                  <a:pt x="181830" y="27843"/>
                </a:lnTo>
                <a:lnTo>
                  <a:pt x="181866" y="28522"/>
                </a:lnTo>
                <a:lnTo>
                  <a:pt x="181877" y="29210"/>
                </a:lnTo>
                <a:lnTo>
                  <a:pt x="181873" y="29656"/>
                </a:lnTo>
                <a:lnTo>
                  <a:pt x="181858" y="30099"/>
                </a:lnTo>
                <a:lnTo>
                  <a:pt x="181835" y="30540"/>
                </a:lnTo>
                <a:lnTo>
                  <a:pt x="181802" y="30977"/>
                </a:lnTo>
                <a:lnTo>
                  <a:pt x="181759" y="31412"/>
                </a:lnTo>
                <a:lnTo>
                  <a:pt x="181708" y="31843"/>
                </a:lnTo>
                <a:lnTo>
                  <a:pt x="181646" y="32272"/>
                </a:lnTo>
                <a:lnTo>
                  <a:pt x="181576" y="32698"/>
                </a:lnTo>
                <a:lnTo>
                  <a:pt x="181495" y="33121"/>
                </a:lnTo>
                <a:lnTo>
                  <a:pt x="181406" y="33541"/>
                </a:lnTo>
                <a:lnTo>
                  <a:pt x="181307" y="33958"/>
                </a:lnTo>
                <a:lnTo>
                  <a:pt x="181198" y="34373"/>
                </a:lnTo>
                <a:lnTo>
                  <a:pt x="181081" y="34784"/>
                </a:lnTo>
                <a:lnTo>
                  <a:pt x="180953" y="35192"/>
                </a:lnTo>
                <a:lnTo>
                  <a:pt x="180817" y="35598"/>
                </a:lnTo>
                <a:lnTo>
                  <a:pt x="180670" y="36000"/>
                </a:lnTo>
                <a:lnTo>
                  <a:pt x="180515" y="36400"/>
                </a:lnTo>
                <a:lnTo>
                  <a:pt x="180350" y="36797"/>
                </a:lnTo>
                <a:lnTo>
                  <a:pt x="180175" y="37191"/>
                </a:lnTo>
                <a:lnTo>
                  <a:pt x="179991" y="37582"/>
                </a:lnTo>
                <a:lnTo>
                  <a:pt x="179798" y="37970"/>
                </a:lnTo>
                <a:lnTo>
                  <a:pt x="179595" y="38355"/>
                </a:lnTo>
                <a:lnTo>
                  <a:pt x="179383" y="38737"/>
                </a:lnTo>
                <a:lnTo>
                  <a:pt x="179162" y="39117"/>
                </a:lnTo>
                <a:lnTo>
                  <a:pt x="178931" y="39490"/>
                </a:lnTo>
                <a:lnTo>
                  <a:pt x="178692" y="39856"/>
                </a:lnTo>
                <a:lnTo>
                  <a:pt x="178445" y="40213"/>
                </a:lnTo>
                <a:lnTo>
                  <a:pt x="178190" y="40563"/>
                </a:lnTo>
                <a:lnTo>
                  <a:pt x="177926" y="40904"/>
                </a:lnTo>
                <a:lnTo>
                  <a:pt x="177654" y="41237"/>
                </a:lnTo>
                <a:lnTo>
                  <a:pt x="177373" y="41562"/>
                </a:lnTo>
                <a:lnTo>
                  <a:pt x="177084" y="41879"/>
                </a:lnTo>
                <a:lnTo>
                  <a:pt x="176787" y="42188"/>
                </a:lnTo>
                <a:lnTo>
                  <a:pt x="176482" y="42488"/>
                </a:lnTo>
                <a:lnTo>
                  <a:pt x="176168" y="42781"/>
                </a:lnTo>
                <a:lnTo>
                  <a:pt x="175846" y="43065"/>
                </a:lnTo>
                <a:lnTo>
                  <a:pt x="175515" y="43342"/>
                </a:lnTo>
                <a:lnTo>
                  <a:pt x="175176" y="43610"/>
                </a:lnTo>
                <a:lnTo>
                  <a:pt x="174829" y="43870"/>
                </a:lnTo>
                <a:lnTo>
                  <a:pt x="174473" y="44122"/>
                </a:lnTo>
                <a:lnTo>
                  <a:pt x="174109" y="44366"/>
                </a:lnTo>
                <a:lnTo>
                  <a:pt x="173737" y="44602"/>
                </a:lnTo>
                <a:lnTo>
                  <a:pt x="173357" y="44830"/>
                </a:lnTo>
                <a:lnTo>
                  <a:pt x="172968" y="45049"/>
                </a:lnTo>
                <a:lnTo>
                  <a:pt x="172570" y="45261"/>
                </a:lnTo>
                <a:lnTo>
                  <a:pt x="172165" y="45464"/>
                </a:lnTo>
                <a:lnTo>
                  <a:pt x="171751" y="45660"/>
                </a:lnTo>
                <a:lnTo>
                  <a:pt x="171328" y="45847"/>
                </a:lnTo>
                <a:lnTo>
                  <a:pt x="170893" y="46026"/>
                </a:lnTo>
                <a:lnTo>
                  <a:pt x="170440" y="46198"/>
                </a:lnTo>
                <a:lnTo>
                  <a:pt x="169970" y="46362"/>
                </a:lnTo>
                <a:lnTo>
                  <a:pt x="169482" y="46518"/>
                </a:lnTo>
                <a:lnTo>
                  <a:pt x="168977" y="46667"/>
                </a:lnTo>
                <a:lnTo>
                  <a:pt x="168454" y="46808"/>
                </a:lnTo>
                <a:lnTo>
                  <a:pt x="167914" y="46942"/>
                </a:lnTo>
                <a:lnTo>
                  <a:pt x="167356" y="47068"/>
                </a:lnTo>
                <a:lnTo>
                  <a:pt x="166780" y="47186"/>
                </a:lnTo>
                <a:lnTo>
                  <a:pt x="166187" y="47297"/>
                </a:lnTo>
                <a:lnTo>
                  <a:pt x="165577" y="47400"/>
                </a:lnTo>
                <a:lnTo>
                  <a:pt x="164949" y="47495"/>
                </a:lnTo>
                <a:lnTo>
                  <a:pt x="164303" y="47583"/>
                </a:lnTo>
                <a:lnTo>
                  <a:pt x="163640" y="47663"/>
                </a:lnTo>
                <a:lnTo>
                  <a:pt x="162959" y="47735"/>
                </a:lnTo>
                <a:lnTo>
                  <a:pt x="162261" y="47800"/>
                </a:lnTo>
                <a:lnTo>
                  <a:pt x="161545" y="47857"/>
                </a:lnTo>
                <a:lnTo>
                  <a:pt x="160812" y="47907"/>
                </a:lnTo>
                <a:lnTo>
                  <a:pt x="160061" y="47949"/>
                </a:lnTo>
                <a:lnTo>
                  <a:pt x="159293" y="47983"/>
                </a:lnTo>
                <a:lnTo>
                  <a:pt x="158507" y="48010"/>
                </a:lnTo>
                <a:lnTo>
                  <a:pt x="157704" y="48029"/>
                </a:lnTo>
                <a:lnTo>
                  <a:pt x="156883" y="48041"/>
                </a:lnTo>
                <a:lnTo>
                  <a:pt x="156045" y="48044"/>
                </a:lnTo>
                <a:lnTo>
                  <a:pt x="155715" y="48044"/>
                </a:lnTo>
                <a:lnTo>
                  <a:pt x="155388" y="48043"/>
                </a:lnTo>
                <a:lnTo>
                  <a:pt x="155063" y="48041"/>
                </a:lnTo>
                <a:lnTo>
                  <a:pt x="154740" y="48038"/>
                </a:lnTo>
                <a:lnTo>
                  <a:pt x="154420" y="48034"/>
                </a:lnTo>
                <a:lnTo>
                  <a:pt x="154102" y="48029"/>
                </a:lnTo>
                <a:lnTo>
                  <a:pt x="153786" y="48024"/>
                </a:lnTo>
                <a:lnTo>
                  <a:pt x="153472" y="48017"/>
                </a:lnTo>
                <a:lnTo>
                  <a:pt x="153161" y="48010"/>
                </a:lnTo>
                <a:lnTo>
                  <a:pt x="152852" y="48002"/>
                </a:lnTo>
                <a:lnTo>
                  <a:pt x="152546" y="47993"/>
                </a:lnTo>
                <a:lnTo>
                  <a:pt x="152241" y="47983"/>
                </a:lnTo>
                <a:lnTo>
                  <a:pt x="151939" y="47973"/>
                </a:lnTo>
                <a:lnTo>
                  <a:pt x="151639" y="47961"/>
                </a:lnTo>
                <a:lnTo>
                  <a:pt x="151342" y="47949"/>
                </a:lnTo>
                <a:lnTo>
                  <a:pt x="151047" y="47936"/>
                </a:lnTo>
                <a:lnTo>
                  <a:pt x="150754" y="47922"/>
                </a:lnTo>
                <a:lnTo>
                  <a:pt x="150463" y="47907"/>
                </a:lnTo>
                <a:lnTo>
                  <a:pt x="150175" y="47892"/>
                </a:lnTo>
                <a:lnTo>
                  <a:pt x="149889" y="47875"/>
                </a:lnTo>
                <a:lnTo>
                  <a:pt x="149606" y="47858"/>
                </a:lnTo>
                <a:lnTo>
                  <a:pt x="149324" y="47840"/>
                </a:lnTo>
                <a:lnTo>
                  <a:pt x="149045" y="47821"/>
                </a:lnTo>
                <a:lnTo>
                  <a:pt x="148768" y="47801"/>
                </a:lnTo>
                <a:lnTo>
                  <a:pt x="148494" y="47780"/>
                </a:lnTo>
                <a:lnTo>
                  <a:pt x="148222" y="47758"/>
                </a:lnTo>
                <a:lnTo>
                  <a:pt x="147953" y="47736"/>
                </a:lnTo>
                <a:lnTo>
                  <a:pt x="147686" y="47713"/>
                </a:lnTo>
                <a:lnTo>
                  <a:pt x="147422" y="47689"/>
                </a:lnTo>
                <a:lnTo>
                  <a:pt x="147160" y="47664"/>
                </a:lnTo>
                <a:lnTo>
                  <a:pt x="146901" y="47638"/>
                </a:lnTo>
                <a:lnTo>
                  <a:pt x="146645" y="47611"/>
                </a:lnTo>
                <a:lnTo>
                  <a:pt x="146391" y="47584"/>
                </a:lnTo>
                <a:lnTo>
                  <a:pt x="146139" y="47555"/>
                </a:lnTo>
                <a:lnTo>
                  <a:pt x="145890" y="47526"/>
                </a:lnTo>
                <a:lnTo>
                  <a:pt x="145644" y="47496"/>
                </a:lnTo>
                <a:lnTo>
                  <a:pt x="145400" y="47465"/>
                </a:lnTo>
                <a:lnTo>
                  <a:pt x="145159" y="47433"/>
                </a:lnTo>
                <a:lnTo>
                  <a:pt x="144920" y="47401"/>
                </a:lnTo>
                <a:lnTo>
                  <a:pt x="144683" y="47367"/>
                </a:lnTo>
                <a:lnTo>
                  <a:pt x="144450" y="47333"/>
                </a:lnTo>
                <a:lnTo>
                  <a:pt x="144219" y="47298"/>
                </a:lnTo>
                <a:lnTo>
                  <a:pt x="143990" y="47262"/>
                </a:lnTo>
                <a:lnTo>
                  <a:pt x="143764" y="47225"/>
                </a:lnTo>
                <a:lnTo>
                  <a:pt x="143540" y="47188"/>
                </a:lnTo>
                <a:lnTo>
                  <a:pt x="143319" y="47149"/>
                </a:lnTo>
                <a:lnTo>
                  <a:pt x="143101" y="47110"/>
                </a:lnTo>
                <a:lnTo>
                  <a:pt x="142885" y="47070"/>
                </a:lnTo>
                <a:lnTo>
                  <a:pt x="142885" y="10793"/>
                </a:lnTo>
                <a:lnTo>
                  <a:pt x="143351" y="10662"/>
                </a:lnTo>
                <a:lnTo>
                  <a:pt x="143823" y="10537"/>
                </a:lnTo>
                <a:lnTo>
                  <a:pt x="144299" y="10417"/>
                </a:lnTo>
                <a:close/>
                <a:moveTo>
                  <a:pt x="143373" y="53461"/>
                </a:moveTo>
                <a:lnTo>
                  <a:pt x="143544" y="53435"/>
                </a:lnTo>
                <a:lnTo>
                  <a:pt x="143719" y="53409"/>
                </a:lnTo>
                <a:lnTo>
                  <a:pt x="143899" y="53384"/>
                </a:lnTo>
                <a:lnTo>
                  <a:pt x="144082" y="53360"/>
                </a:lnTo>
                <a:lnTo>
                  <a:pt x="144270" y="53336"/>
                </a:lnTo>
                <a:lnTo>
                  <a:pt x="144461" y="53313"/>
                </a:lnTo>
                <a:lnTo>
                  <a:pt x="144657" y="53291"/>
                </a:lnTo>
                <a:lnTo>
                  <a:pt x="144857" y="53270"/>
                </a:lnTo>
                <a:lnTo>
                  <a:pt x="145061" y="53249"/>
                </a:lnTo>
                <a:lnTo>
                  <a:pt x="145269" y="53229"/>
                </a:lnTo>
                <a:lnTo>
                  <a:pt x="145481" y="53210"/>
                </a:lnTo>
                <a:lnTo>
                  <a:pt x="145697" y="53192"/>
                </a:lnTo>
                <a:lnTo>
                  <a:pt x="145917" y="53174"/>
                </a:lnTo>
                <a:lnTo>
                  <a:pt x="146142" y="53157"/>
                </a:lnTo>
                <a:lnTo>
                  <a:pt x="146371" y="53140"/>
                </a:lnTo>
                <a:lnTo>
                  <a:pt x="146603" y="53125"/>
                </a:lnTo>
                <a:lnTo>
                  <a:pt x="146840" y="53110"/>
                </a:lnTo>
                <a:lnTo>
                  <a:pt x="147081" y="53096"/>
                </a:lnTo>
                <a:lnTo>
                  <a:pt x="147326" y="53082"/>
                </a:lnTo>
                <a:lnTo>
                  <a:pt x="147575" y="53070"/>
                </a:lnTo>
                <a:lnTo>
                  <a:pt x="147828" y="53058"/>
                </a:lnTo>
                <a:lnTo>
                  <a:pt x="148086" y="53046"/>
                </a:lnTo>
                <a:lnTo>
                  <a:pt x="148348" y="53035"/>
                </a:lnTo>
                <a:lnTo>
                  <a:pt x="148614" y="53025"/>
                </a:lnTo>
                <a:lnTo>
                  <a:pt x="148884" y="53015"/>
                </a:lnTo>
                <a:lnTo>
                  <a:pt x="149159" y="53006"/>
                </a:lnTo>
                <a:lnTo>
                  <a:pt x="149439" y="52997"/>
                </a:lnTo>
                <a:lnTo>
                  <a:pt x="149722" y="52988"/>
                </a:lnTo>
                <a:lnTo>
                  <a:pt x="150010" y="52980"/>
                </a:lnTo>
                <a:lnTo>
                  <a:pt x="150302" y="52973"/>
                </a:lnTo>
                <a:lnTo>
                  <a:pt x="150599" y="52966"/>
                </a:lnTo>
                <a:lnTo>
                  <a:pt x="150900" y="52959"/>
                </a:lnTo>
                <a:lnTo>
                  <a:pt x="151205" y="52953"/>
                </a:lnTo>
                <a:lnTo>
                  <a:pt x="151515" y="52948"/>
                </a:lnTo>
                <a:lnTo>
                  <a:pt x="151829" y="52943"/>
                </a:lnTo>
                <a:lnTo>
                  <a:pt x="152148" y="52938"/>
                </a:lnTo>
                <a:lnTo>
                  <a:pt x="152470" y="52934"/>
                </a:lnTo>
                <a:lnTo>
                  <a:pt x="152798" y="52930"/>
                </a:lnTo>
                <a:lnTo>
                  <a:pt x="153129" y="52927"/>
                </a:lnTo>
                <a:lnTo>
                  <a:pt x="153465" y="52924"/>
                </a:lnTo>
                <a:lnTo>
                  <a:pt x="153805" y="52922"/>
                </a:lnTo>
                <a:lnTo>
                  <a:pt x="154149" y="52921"/>
                </a:lnTo>
                <a:lnTo>
                  <a:pt x="154498" y="52919"/>
                </a:lnTo>
                <a:lnTo>
                  <a:pt x="154852" y="52919"/>
                </a:lnTo>
                <a:lnTo>
                  <a:pt x="155209" y="52918"/>
                </a:lnTo>
                <a:lnTo>
                  <a:pt x="156033" y="52924"/>
                </a:lnTo>
                <a:lnTo>
                  <a:pt x="156846" y="52939"/>
                </a:lnTo>
                <a:lnTo>
                  <a:pt x="157648" y="52964"/>
                </a:lnTo>
                <a:lnTo>
                  <a:pt x="158439" y="53000"/>
                </a:lnTo>
                <a:lnTo>
                  <a:pt x="159219" y="53045"/>
                </a:lnTo>
                <a:lnTo>
                  <a:pt x="159987" y="53101"/>
                </a:lnTo>
                <a:lnTo>
                  <a:pt x="160745" y="53167"/>
                </a:lnTo>
                <a:lnTo>
                  <a:pt x="161491" y="53243"/>
                </a:lnTo>
                <a:lnTo>
                  <a:pt x="162227" y="53330"/>
                </a:lnTo>
                <a:lnTo>
                  <a:pt x="162951" y="53426"/>
                </a:lnTo>
                <a:lnTo>
                  <a:pt x="163664" y="53533"/>
                </a:lnTo>
                <a:lnTo>
                  <a:pt x="164365" y="53650"/>
                </a:lnTo>
                <a:lnTo>
                  <a:pt x="165056" y="53776"/>
                </a:lnTo>
                <a:lnTo>
                  <a:pt x="165736" y="53914"/>
                </a:lnTo>
                <a:lnTo>
                  <a:pt x="166404" y="54061"/>
                </a:lnTo>
                <a:lnTo>
                  <a:pt x="167062" y="54218"/>
                </a:lnTo>
                <a:lnTo>
                  <a:pt x="167708" y="54386"/>
                </a:lnTo>
                <a:lnTo>
                  <a:pt x="168343" y="54563"/>
                </a:lnTo>
                <a:lnTo>
                  <a:pt x="168967" y="54751"/>
                </a:lnTo>
                <a:lnTo>
                  <a:pt x="169580" y="54949"/>
                </a:lnTo>
                <a:lnTo>
                  <a:pt x="170182" y="55157"/>
                </a:lnTo>
                <a:lnTo>
                  <a:pt x="170772" y="55376"/>
                </a:lnTo>
                <a:lnTo>
                  <a:pt x="171352" y="55604"/>
                </a:lnTo>
                <a:lnTo>
                  <a:pt x="171920" y="55843"/>
                </a:lnTo>
                <a:lnTo>
                  <a:pt x="172477" y="56090"/>
                </a:lnTo>
                <a:lnTo>
                  <a:pt x="173020" y="56345"/>
                </a:lnTo>
                <a:lnTo>
                  <a:pt x="173550" y="56608"/>
                </a:lnTo>
                <a:lnTo>
                  <a:pt x="174067" y="56878"/>
                </a:lnTo>
                <a:lnTo>
                  <a:pt x="174571" y="57155"/>
                </a:lnTo>
                <a:lnTo>
                  <a:pt x="175062" y="57440"/>
                </a:lnTo>
                <a:lnTo>
                  <a:pt x="175540" y="57732"/>
                </a:lnTo>
                <a:lnTo>
                  <a:pt x="176005" y="58032"/>
                </a:lnTo>
                <a:lnTo>
                  <a:pt x="176457" y="58340"/>
                </a:lnTo>
                <a:lnTo>
                  <a:pt x="176896" y="58655"/>
                </a:lnTo>
                <a:lnTo>
                  <a:pt x="177322" y="58977"/>
                </a:lnTo>
                <a:lnTo>
                  <a:pt x="177734" y="59307"/>
                </a:lnTo>
                <a:lnTo>
                  <a:pt x="178134" y="59644"/>
                </a:lnTo>
                <a:lnTo>
                  <a:pt x="178521" y="59989"/>
                </a:lnTo>
                <a:lnTo>
                  <a:pt x="178894" y="60342"/>
                </a:lnTo>
                <a:lnTo>
                  <a:pt x="179255" y="60701"/>
                </a:lnTo>
                <a:lnTo>
                  <a:pt x="179602" y="61069"/>
                </a:lnTo>
                <a:lnTo>
                  <a:pt x="179936" y="61444"/>
                </a:lnTo>
                <a:lnTo>
                  <a:pt x="180258" y="61826"/>
                </a:lnTo>
                <a:lnTo>
                  <a:pt x="180566" y="62216"/>
                </a:lnTo>
                <a:lnTo>
                  <a:pt x="180861" y="62613"/>
                </a:lnTo>
                <a:lnTo>
                  <a:pt x="181143" y="63018"/>
                </a:lnTo>
                <a:lnTo>
                  <a:pt x="181412" y="63430"/>
                </a:lnTo>
                <a:lnTo>
                  <a:pt x="181668" y="63850"/>
                </a:lnTo>
                <a:lnTo>
                  <a:pt x="181913" y="64275"/>
                </a:lnTo>
                <a:lnTo>
                  <a:pt x="182147" y="64700"/>
                </a:lnTo>
                <a:lnTo>
                  <a:pt x="182370" y="65128"/>
                </a:lnTo>
                <a:lnTo>
                  <a:pt x="182583" y="65556"/>
                </a:lnTo>
                <a:lnTo>
                  <a:pt x="182786" y="65986"/>
                </a:lnTo>
                <a:lnTo>
                  <a:pt x="182978" y="66418"/>
                </a:lnTo>
                <a:lnTo>
                  <a:pt x="183160" y="66851"/>
                </a:lnTo>
                <a:lnTo>
                  <a:pt x="183332" y="67285"/>
                </a:lnTo>
                <a:lnTo>
                  <a:pt x="183493" y="67721"/>
                </a:lnTo>
                <a:lnTo>
                  <a:pt x="183644" y="68159"/>
                </a:lnTo>
                <a:lnTo>
                  <a:pt x="183784" y="68597"/>
                </a:lnTo>
                <a:lnTo>
                  <a:pt x="183914" y="69038"/>
                </a:lnTo>
                <a:lnTo>
                  <a:pt x="184033" y="69479"/>
                </a:lnTo>
                <a:lnTo>
                  <a:pt x="184143" y="69923"/>
                </a:lnTo>
                <a:lnTo>
                  <a:pt x="184241" y="70367"/>
                </a:lnTo>
                <a:lnTo>
                  <a:pt x="184330" y="70813"/>
                </a:lnTo>
                <a:lnTo>
                  <a:pt x="184408" y="71261"/>
                </a:lnTo>
                <a:lnTo>
                  <a:pt x="184475" y="71710"/>
                </a:lnTo>
                <a:lnTo>
                  <a:pt x="184533" y="72160"/>
                </a:lnTo>
                <a:lnTo>
                  <a:pt x="184579" y="72612"/>
                </a:lnTo>
                <a:lnTo>
                  <a:pt x="184616" y="73065"/>
                </a:lnTo>
                <a:lnTo>
                  <a:pt x="184642" y="73520"/>
                </a:lnTo>
                <a:lnTo>
                  <a:pt x="184657" y="73976"/>
                </a:lnTo>
                <a:lnTo>
                  <a:pt x="184662" y="74434"/>
                </a:lnTo>
                <a:lnTo>
                  <a:pt x="184651" y="75126"/>
                </a:lnTo>
                <a:lnTo>
                  <a:pt x="184617" y="75808"/>
                </a:lnTo>
                <a:lnTo>
                  <a:pt x="184559" y="76481"/>
                </a:lnTo>
                <a:lnTo>
                  <a:pt x="184479" y="77145"/>
                </a:lnTo>
                <a:lnTo>
                  <a:pt x="184375" y="77799"/>
                </a:lnTo>
                <a:lnTo>
                  <a:pt x="184249" y="78444"/>
                </a:lnTo>
                <a:lnTo>
                  <a:pt x="184100" y="79080"/>
                </a:lnTo>
                <a:lnTo>
                  <a:pt x="183927" y="79706"/>
                </a:lnTo>
                <a:lnTo>
                  <a:pt x="183732" y="80324"/>
                </a:lnTo>
                <a:lnTo>
                  <a:pt x="183514" y="80932"/>
                </a:lnTo>
                <a:lnTo>
                  <a:pt x="183273" y="81530"/>
                </a:lnTo>
                <a:lnTo>
                  <a:pt x="183009" y="82119"/>
                </a:lnTo>
                <a:lnTo>
                  <a:pt x="182722" y="82699"/>
                </a:lnTo>
                <a:lnTo>
                  <a:pt x="182412" y="83270"/>
                </a:lnTo>
                <a:lnTo>
                  <a:pt x="182079" y="83831"/>
                </a:lnTo>
                <a:lnTo>
                  <a:pt x="181723" y="84383"/>
                </a:lnTo>
                <a:lnTo>
                  <a:pt x="181344" y="84926"/>
                </a:lnTo>
                <a:lnTo>
                  <a:pt x="180942" y="85459"/>
                </a:lnTo>
                <a:lnTo>
                  <a:pt x="180517" y="85983"/>
                </a:lnTo>
                <a:lnTo>
                  <a:pt x="180069" y="86498"/>
                </a:lnTo>
                <a:lnTo>
                  <a:pt x="179598" y="87004"/>
                </a:lnTo>
                <a:lnTo>
                  <a:pt x="179104" y="87500"/>
                </a:lnTo>
                <a:lnTo>
                  <a:pt x="178587" y="87987"/>
                </a:lnTo>
                <a:lnTo>
                  <a:pt x="178048" y="88464"/>
                </a:lnTo>
                <a:lnTo>
                  <a:pt x="177486" y="88927"/>
                </a:lnTo>
                <a:lnTo>
                  <a:pt x="176904" y="89371"/>
                </a:lnTo>
                <a:lnTo>
                  <a:pt x="176300" y="89794"/>
                </a:lnTo>
                <a:lnTo>
                  <a:pt x="175676" y="90198"/>
                </a:lnTo>
                <a:lnTo>
                  <a:pt x="175032" y="90583"/>
                </a:lnTo>
                <a:lnTo>
                  <a:pt x="174366" y="90947"/>
                </a:lnTo>
                <a:lnTo>
                  <a:pt x="173680" y="91292"/>
                </a:lnTo>
                <a:lnTo>
                  <a:pt x="172972" y="91617"/>
                </a:lnTo>
                <a:lnTo>
                  <a:pt x="172244" y="91922"/>
                </a:lnTo>
                <a:lnTo>
                  <a:pt x="171496" y="92208"/>
                </a:lnTo>
                <a:lnTo>
                  <a:pt x="170726" y="92474"/>
                </a:lnTo>
                <a:lnTo>
                  <a:pt x="169936" y="92720"/>
                </a:lnTo>
                <a:lnTo>
                  <a:pt x="169125" y="92947"/>
                </a:lnTo>
                <a:lnTo>
                  <a:pt x="168293" y="93154"/>
                </a:lnTo>
                <a:lnTo>
                  <a:pt x="167440" y="93341"/>
                </a:lnTo>
                <a:lnTo>
                  <a:pt x="166567" y="93509"/>
                </a:lnTo>
                <a:lnTo>
                  <a:pt x="165672" y="93656"/>
                </a:lnTo>
                <a:lnTo>
                  <a:pt x="164757" y="93784"/>
                </a:lnTo>
                <a:lnTo>
                  <a:pt x="163821" y="93893"/>
                </a:lnTo>
                <a:lnTo>
                  <a:pt x="162865" y="93981"/>
                </a:lnTo>
                <a:lnTo>
                  <a:pt x="161887" y="94050"/>
                </a:lnTo>
                <a:lnTo>
                  <a:pt x="160889" y="94100"/>
                </a:lnTo>
                <a:lnTo>
                  <a:pt x="159870" y="94129"/>
                </a:lnTo>
                <a:lnTo>
                  <a:pt x="158830" y="94139"/>
                </a:lnTo>
                <a:lnTo>
                  <a:pt x="158174" y="94136"/>
                </a:lnTo>
                <a:lnTo>
                  <a:pt x="157517" y="94126"/>
                </a:lnTo>
                <a:lnTo>
                  <a:pt x="156860" y="94110"/>
                </a:lnTo>
                <a:lnTo>
                  <a:pt x="156201" y="94087"/>
                </a:lnTo>
                <a:lnTo>
                  <a:pt x="155542" y="94058"/>
                </a:lnTo>
                <a:lnTo>
                  <a:pt x="154883" y="94022"/>
                </a:lnTo>
                <a:lnTo>
                  <a:pt x="154222" y="93979"/>
                </a:lnTo>
                <a:lnTo>
                  <a:pt x="153561" y="93930"/>
                </a:lnTo>
                <a:lnTo>
                  <a:pt x="152899" y="93875"/>
                </a:lnTo>
                <a:lnTo>
                  <a:pt x="152237" y="93813"/>
                </a:lnTo>
                <a:lnTo>
                  <a:pt x="151574" y="93744"/>
                </a:lnTo>
                <a:lnTo>
                  <a:pt x="150910" y="93669"/>
                </a:lnTo>
                <a:lnTo>
                  <a:pt x="150245" y="93588"/>
                </a:lnTo>
                <a:lnTo>
                  <a:pt x="149579" y="93499"/>
                </a:lnTo>
                <a:lnTo>
                  <a:pt x="148913" y="93405"/>
                </a:lnTo>
                <a:lnTo>
                  <a:pt x="148246" y="93304"/>
                </a:lnTo>
                <a:lnTo>
                  <a:pt x="147579" y="93196"/>
                </a:lnTo>
                <a:lnTo>
                  <a:pt x="146910" y="93082"/>
                </a:lnTo>
                <a:lnTo>
                  <a:pt x="146241" y="92961"/>
                </a:lnTo>
                <a:lnTo>
                  <a:pt x="145571" y="92834"/>
                </a:lnTo>
                <a:lnTo>
                  <a:pt x="144901" y="92700"/>
                </a:lnTo>
                <a:lnTo>
                  <a:pt x="144229" y="92559"/>
                </a:lnTo>
                <a:lnTo>
                  <a:pt x="143557" y="92413"/>
                </a:lnTo>
                <a:lnTo>
                  <a:pt x="142885" y="92259"/>
                </a:lnTo>
                <a:lnTo>
                  <a:pt x="142885" y="53545"/>
                </a:lnTo>
                <a:lnTo>
                  <a:pt x="143043" y="53516"/>
                </a:lnTo>
                <a:lnTo>
                  <a:pt x="143206" y="53489"/>
                </a:lnTo>
                <a:lnTo>
                  <a:pt x="143373" y="53461"/>
                </a:lnTo>
                <a:close/>
                <a:moveTo>
                  <a:pt x="289154" y="75646"/>
                </a:moveTo>
                <a:lnTo>
                  <a:pt x="288853" y="76308"/>
                </a:lnTo>
                <a:lnTo>
                  <a:pt x="288551" y="76954"/>
                </a:lnTo>
                <a:lnTo>
                  <a:pt x="288249" y="77583"/>
                </a:lnTo>
                <a:lnTo>
                  <a:pt x="287947" y="78196"/>
                </a:lnTo>
                <a:lnTo>
                  <a:pt x="287646" y="78793"/>
                </a:lnTo>
                <a:lnTo>
                  <a:pt x="287344" y="79373"/>
                </a:lnTo>
                <a:lnTo>
                  <a:pt x="287042" y="79936"/>
                </a:lnTo>
                <a:lnTo>
                  <a:pt x="286740" y="80484"/>
                </a:lnTo>
                <a:lnTo>
                  <a:pt x="286439" y="81014"/>
                </a:lnTo>
                <a:lnTo>
                  <a:pt x="286137" y="81529"/>
                </a:lnTo>
                <a:lnTo>
                  <a:pt x="285835" y="82027"/>
                </a:lnTo>
                <a:lnTo>
                  <a:pt x="285534" y="82508"/>
                </a:lnTo>
                <a:lnTo>
                  <a:pt x="285232" y="82973"/>
                </a:lnTo>
                <a:lnTo>
                  <a:pt x="284930" y="83422"/>
                </a:lnTo>
                <a:lnTo>
                  <a:pt x="284628" y="83854"/>
                </a:lnTo>
                <a:lnTo>
                  <a:pt x="284327" y="84270"/>
                </a:lnTo>
                <a:lnTo>
                  <a:pt x="284025" y="84669"/>
                </a:lnTo>
                <a:lnTo>
                  <a:pt x="283723" y="85052"/>
                </a:lnTo>
                <a:lnTo>
                  <a:pt x="283421" y="85418"/>
                </a:lnTo>
                <a:lnTo>
                  <a:pt x="283120" y="85768"/>
                </a:lnTo>
                <a:lnTo>
                  <a:pt x="282817" y="86106"/>
                </a:lnTo>
                <a:lnTo>
                  <a:pt x="282511" y="86435"/>
                </a:lnTo>
                <a:lnTo>
                  <a:pt x="282203" y="86755"/>
                </a:lnTo>
                <a:lnTo>
                  <a:pt x="281892" y="87066"/>
                </a:lnTo>
                <a:lnTo>
                  <a:pt x="281578" y="87369"/>
                </a:lnTo>
                <a:lnTo>
                  <a:pt x="281261" y="87664"/>
                </a:lnTo>
                <a:lnTo>
                  <a:pt x="280942" y="87949"/>
                </a:lnTo>
                <a:lnTo>
                  <a:pt x="280621" y="88226"/>
                </a:lnTo>
                <a:lnTo>
                  <a:pt x="280296" y="88495"/>
                </a:lnTo>
                <a:lnTo>
                  <a:pt x="279969" y="88754"/>
                </a:lnTo>
                <a:lnTo>
                  <a:pt x="279640" y="89005"/>
                </a:lnTo>
                <a:lnTo>
                  <a:pt x="279307" y="89248"/>
                </a:lnTo>
                <a:lnTo>
                  <a:pt x="278973" y="89481"/>
                </a:lnTo>
                <a:lnTo>
                  <a:pt x="278635" y="89707"/>
                </a:lnTo>
                <a:lnTo>
                  <a:pt x="278295" y="89923"/>
                </a:lnTo>
                <a:lnTo>
                  <a:pt x="277952" y="90131"/>
                </a:lnTo>
                <a:lnTo>
                  <a:pt x="277606" y="90330"/>
                </a:lnTo>
                <a:lnTo>
                  <a:pt x="277258" y="90521"/>
                </a:lnTo>
                <a:lnTo>
                  <a:pt x="276907" y="90702"/>
                </a:lnTo>
                <a:lnTo>
                  <a:pt x="276553" y="90876"/>
                </a:lnTo>
                <a:lnTo>
                  <a:pt x="276197" y="91040"/>
                </a:lnTo>
                <a:lnTo>
                  <a:pt x="275838" y="91196"/>
                </a:lnTo>
                <a:lnTo>
                  <a:pt x="275477" y="91344"/>
                </a:lnTo>
                <a:lnTo>
                  <a:pt x="275112" y="91482"/>
                </a:lnTo>
                <a:lnTo>
                  <a:pt x="274736" y="91614"/>
                </a:lnTo>
                <a:lnTo>
                  <a:pt x="274336" y="91740"/>
                </a:lnTo>
                <a:lnTo>
                  <a:pt x="273914" y="91860"/>
                </a:lnTo>
                <a:lnTo>
                  <a:pt x="273470" y="91975"/>
                </a:lnTo>
                <a:lnTo>
                  <a:pt x="273003" y="92084"/>
                </a:lnTo>
                <a:lnTo>
                  <a:pt x="272514" y="92188"/>
                </a:lnTo>
                <a:lnTo>
                  <a:pt x="272003" y="92286"/>
                </a:lnTo>
                <a:lnTo>
                  <a:pt x="271468" y="92378"/>
                </a:lnTo>
                <a:lnTo>
                  <a:pt x="270912" y="92465"/>
                </a:lnTo>
                <a:lnTo>
                  <a:pt x="270333" y="92546"/>
                </a:lnTo>
                <a:lnTo>
                  <a:pt x="269731" y="92622"/>
                </a:lnTo>
                <a:lnTo>
                  <a:pt x="269107" y="92692"/>
                </a:lnTo>
                <a:lnTo>
                  <a:pt x="268460" y="92756"/>
                </a:lnTo>
                <a:lnTo>
                  <a:pt x="267791" y="92815"/>
                </a:lnTo>
                <a:lnTo>
                  <a:pt x="267099" y="92868"/>
                </a:lnTo>
                <a:lnTo>
                  <a:pt x="266385" y="92916"/>
                </a:lnTo>
                <a:lnTo>
                  <a:pt x="265649" y="92958"/>
                </a:lnTo>
                <a:lnTo>
                  <a:pt x="264890" y="92994"/>
                </a:lnTo>
                <a:lnTo>
                  <a:pt x="264108" y="93025"/>
                </a:lnTo>
                <a:lnTo>
                  <a:pt x="263304" y="93050"/>
                </a:lnTo>
                <a:lnTo>
                  <a:pt x="262478" y="93069"/>
                </a:lnTo>
                <a:lnTo>
                  <a:pt x="261629" y="93083"/>
                </a:lnTo>
                <a:lnTo>
                  <a:pt x="260757" y="93092"/>
                </a:lnTo>
                <a:lnTo>
                  <a:pt x="259863" y="93095"/>
                </a:lnTo>
                <a:lnTo>
                  <a:pt x="252970" y="93095"/>
                </a:lnTo>
                <a:lnTo>
                  <a:pt x="252223" y="93093"/>
                </a:lnTo>
                <a:lnTo>
                  <a:pt x="251501" y="93090"/>
                </a:lnTo>
                <a:lnTo>
                  <a:pt x="250805" y="93084"/>
                </a:lnTo>
                <a:lnTo>
                  <a:pt x="250135" y="93075"/>
                </a:lnTo>
                <a:lnTo>
                  <a:pt x="249490" y="93064"/>
                </a:lnTo>
                <a:lnTo>
                  <a:pt x="248871" y="93051"/>
                </a:lnTo>
                <a:lnTo>
                  <a:pt x="248277" y="93035"/>
                </a:lnTo>
                <a:lnTo>
                  <a:pt x="247709" y="93017"/>
                </a:lnTo>
                <a:lnTo>
                  <a:pt x="247167" y="92997"/>
                </a:lnTo>
                <a:lnTo>
                  <a:pt x="246650" y="92974"/>
                </a:lnTo>
                <a:lnTo>
                  <a:pt x="246159" y="92948"/>
                </a:lnTo>
                <a:lnTo>
                  <a:pt x="245694" y="92921"/>
                </a:lnTo>
                <a:lnTo>
                  <a:pt x="245254" y="92890"/>
                </a:lnTo>
                <a:lnTo>
                  <a:pt x="244840" y="92858"/>
                </a:lnTo>
                <a:lnTo>
                  <a:pt x="244451" y="92823"/>
                </a:lnTo>
                <a:lnTo>
                  <a:pt x="244088" y="92785"/>
                </a:lnTo>
                <a:lnTo>
                  <a:pt x="243751" y="92745"/>
                </a:lnTo>
                <a:lnTo>
                  <a:pt x="243440" y="92703"/>
                </a:lnTo>
                <a:lnTo>
                  <a:pt x="243154" y="92658"/>
                </a:lnTo>
                <a:lnTo>
                  <a:pt x="242893" y="92611"/>
                </a:lnTo>
                <a:lnTo>
                  <a:pt x="242658" y="92562"/>
                </a:lnTo>
                <a:lnTo>
                  <a:pt x="242449" y="92510"/>
                </a:lnTo>
                <a:lnTo>
                  <a:pt x="242266" y="92455"/>
                </a:lnTo>
                <a:lnTo>
                  <a:pt x="242108" y="92398"/>
                </a:lnTo>
                <a:lnTo>
                  <a:pt x="241964" y="92339"/>
                </a:lnTo>
                <a:lnTo>
                  <a:pt x="241824" y="92277"/>
                </a:lnTo>
                <a:lnTo>
                  <a:pt x="241687" y="92212"/>
                </a:lnTo>
                <a:lnTo>
                  <a:pt x="241553" y="92144"/>
                </a:lnTo>
                <a:lnTo>
                  <a:pt x="241422" y="92074"/>
                </a:lnTo>
                <a:lnTo>
                  <a:pt x="241294" y="92001"/>
                </a:lnTo>
                <a:lnTo>
                  <a:pt x="241169" y="91926"/>
                </a:lnTo>
                <a:lnTo>
                  <a:pt x="241048" y="91848"/>
                </a:lnTo>
                <a:lnTo>
                  <a:pt x="240930" y="91767"/>
                </a:lnTo>
                <a:lnTo>
                  <a:pt x="240814" y="91684"/>
                </a:lnTo>
                <a:lnTo>
                  <a:pt x="240702" y="91598"/>
                </a:lnTo>
                <a:lnTo>
                  <a:pt x="240593" y="91509"/>
                </a:lnTo>
                <a:lnTo>
                  <a:pt x="240488" y="91418"/>
                </a:lnTo>
                <a:lnTo>
                  <a:pt x="240385" y="91324"/>
                </a:lnTo>
                <a:lnTo>
                  <a:pt x="240286" y="91227"/>
                </a:lnTo>
                <a:lnTo>
                  <a:pt x="240189" y="91128"/>
                </a:lnTo>
                <a:lnTo>
                  <a:pt x="240096" y="91026"/>
                </a:lnTo>
                <a:lnTo>
                  <a:pt x="240006" y="90921"/>
                </a:lnTo>
                <a:lnTo>
                  <a:pt x="239919" y="90814"/>
                </a:lnTo>
                <a:lnTo>
                  <a:pt x="239835" y="90704"/>
                </a:lnTo>
                <a:lnTo>
                  <a:pt x="239755" y="90591"/>
                </a:lnTo>
                <a:lnTo>
                  <a:pt x="239677" y="90476"/>
                </a:lnTo>
                <a:lnTo>
                  <a:pt x="239603" y="90358"/>
                </a:lnTo>
                <a:lnTo>
                  <a:pt x="239532" y="90238"/>
                </a:lnTo>
                <a:lnTo>
                  <a:pt x="239441" y="90051"/>
                </a:lnTo>
                <a:lnTo>
                  <a:pt x="239354" y="89852"/>
                </a:lnTo>
                <a:lnTo>
                  <a:pt x="239271" y="89641"/>
                </a:lnTo>
                <a:lnTo>
                  <a:pt x="239191" y="89417"/>
                </a:lnTo>
                <a:lnTo>
                  <a:pt x="239116" y="89180"/>
                </a:lnTo>
                <a:lnTo>
                  <a:pt x="239044" y="88931"/>
                </a:lnTo>
                <a:lnTo>
                  <a:pt x="238977" y="88669"/>
                </a:lnTo>
                <a:lnTo>
                  <a:pt x="238913" y="88395"/>
                </a:lnTo>
                <a:lnTo>
                  <a:pt x="238853" y="88108"/>
                </a:lnTo>
                <a:lnTo>
                  <a:pt x="238797" y="87808"/>
                </a:lnTo>
                <a:lnTo>
                  <a:pt x="238744" y="87496"/>
                </a:lnTo>
                <a:lnTo>
                  <a:pt x="238696" y="87171"/>
                </a:lnTo>
                <a:lnTo>
                  <a:pt x="238652" y="86834"/>
                </a:lnTo>
                <a:lnTo>
                  <a:pt x="238611" y="86484"/>
                </a:lnTo>
                <a:lnTo>
                  <a:pt x="238574" y="86122"/>
                </a:lnTo>
                <a:lnTo>
                  <a:pt x="238541" y="85747"/>
                </a:lnTo>
                <a:lnTo>
                  <a:pt x="238512" y="85359"/>
                </a:lnTo>
                <a:lnTo>
                  <a:pt x="238487" y="84959"/>
                </a:lnTo>
                <a:lnTo>
                  <a:pt x="238466" y="84546"/>
                </a:lnTo>
                <a:lnTo>
                  <a:pt x="238448" y="84121"/>
                </a:lnTo>
                <a:lnTo>
                  <a:pt x="238435" y="83683"/>
                </a:lnTo>
                <a:lnTo>
                  <a:pt x="238425" y="83232"/>
                </a:lnTo>
                <a:lnTo>
                  <a:pt x="238419" y="82769"/>
                </a:lnTo>
                <a:lnTo>
                  <a:pt x="238418" y="82293"/>
                </a:lnTo>
                <a:lnTo>
                  <a:pt x="238418" y="22921"/>
                </a:lnTo>
                <a:lnTo>
                  <a:pt x="238419" y="22229"/>
                </a:lnTo>
                <a:lnTo>
                  <a:pt x="238425" y="21559"/>
                </a:lnTo>
                <a:lnTo>
                  <a:pt x="238435" y="20910"/>
                </a:lnTo>
                <a:lnTo>
                  <a:pt x="238448" y="20283"/>
                </a:lnTo>
                <a:lnTo>
                  <a:pt x="238466" y="19677"/>
                </a:lnTo>
                <a:lnTo>
                  <a:pt x="238487" y="19093"/>
                </a:lnTo>
                <a:lnTo>
                  <a:pt x="238512" y="18530"/>
                </a:lnTo>
                <a:lnTo>
                  <a:pt x="238541" y="17989"/>
                </a:lnTo>
                <a:lnTo>
                  <a:pt x="238574" y="17469"/>
                </a:lnTo>
                <a:lnTo>
                  <a:pt x="238611" y="16971"/>
                </a:lnTo>
                <a:lnTo>
                  <a:pt x="238652" y="16495"/>
                </a:lnTo>
                <a:lnTo>
                  <a:pt x="238696" y="16040"/>
                </a:lnTo>
                <a:lnTo>
                  <a:pt x="238744" y="15606"/>
                </a:lnTo>
                <a:lnTo>
                  <a:pt x="238797" y="15194"/>
                </a:lnTo>
                <a:lnTo>
                  <a:pt x="238853" y="14804"/>
                </a:lnTo>
                <a:lnTo>
                  <a:pt x="238913" y="14435"/>
                </a:lnTo>
                <a:lnTo>
                  <a:pt x="238977" y="14088"/>
                </a:lnTo>
                <a:lnTo>
                  <a:pt x="239044" y="13762"/>
                </a:lnTo>
                <a:lnTo>
                  <a:pt x="239116" y="13458"/>
                </a:lnTo>
                <a:lnTo>
                  <a:pt x="239191" y="13175"/>
                </a:lnTo>
                <a:lnTo>
                  <a:pt x="239271" y="12914"/>
                </a:lnTo>
                <a:lnTo>
                  <a:pt x="239354" y="12674"/>
                </a:lnTo>
                <a:lnTo>
                  <a:pt x="239441" y="12456"/>
                </a:lnTo>
                <a:lnTo>
                  <a:pt x="239532" y="12259"/>
                </a:lnTo>
                <a:lnTo>
                  <a:pt x="239628" y="12075"/>
                </a:lnTo>
                <a:lnTo>
                  <a:pt x="239731" y="11893"/>
                </a:lnTo>
                <a:lnTo>
                  <a:pt x="239840" y="11714"/>
                </a:lnTo>
                <a:lnTo>
                  <a:pt x="239956" y="11537"/>
                </a:lnTo>
                <a:lnTo>
                  <a:pt x="240079" y="11363"/>
                </a:lnTo>
                <a:lnTo>
                  <a:pt x="240208" y="11192"/>
                </a:lnTo>
                <a:lnTo>
                  <a:pt x="240344" y="11023"/>
                </a:lnTo>
                <a:lnTo>
                  <a:pt x="240487" y="10858"/>
                </a:lnTo>
                <a:lnTo>
                  <a:pt x="240636" y="10694"/>
                </a:lnTo>
                <a:lnTo>
                  <a:pt x="240792" y="10534"/>
                </a:lnTo>
                <a:lnTo>
                  <a:pt x="240955" y="10376"/>
                </a:lnTo>
                <a:lnTo>
                  <a:pt x="241124" y="10221"/>
                </a:lnTo>
                <a:lnTo>
                  <a:pt x="241300" y="10068"/>
                </a:lnTo>
                <a:lnTo>
                  <a:pt x="241483" y="9918"/>
                </a:lnTo>
                <a:lnTo>
                  <a:pt x="241672" y="9771"/>
                </a:lnTo>
                <a:lnTo>
                  <a:pt x="241868" y="9627"/>
                </a:lnTo>
                <a:lnTo>
                  <a:pt x="242071" y="9485"/>
                </a:lnTo>
                <a:lnTo>
                  <a:pt x="242280" y="9346"/>
                </a:lnTo>
                <a:lnTo>
                  <a:pt x="242496" y="9209"/>
                </a:lnTo>
                <a:lnTo>
                  <a:pt x="242718" y="9075"/>
                </a:lnTo>
                <a:lnTo>
                  <a:pt x="242947" y="8944"/>
                </a:lnTo>
                <a:lnTo>
                  <a:pt x="243183" y="8816"/>
                </a:lnTo>
                <a:lnTo>
                  <a:pt x="243425" y="8690"/>
                </a:lnTo>
                <a:lnTo>
                  <a:pt x="243675" y="8567"/>
                </a:lnTo>
                <a:lnTo>
                  <a:pt x="243935" y="8447"/>
                </a:lnTo>
                <a:lnTo>
                  <a:pt x="244211" y="8333"/>
                </a:lnTo>
                <a:lnTo>
                  <a:pt x="244502" y="8224"/>
                </a:lnTo>
                <a:lnTo>
                  <a:pt x="244809" y="8121"/>
                </a:lnTo>
                <a:lnTo>
                  <a:pt x="245132" y="8023"/>
                </a:lnTo>
                <a:lnTo>
                  <a:pt x="245470" y="7930"/>
                </a:lnTo>
                <a:lnTo>
                  <a:pt x="245823" y="7843"/>
                </a:lnTo>
                <a:lnTo>
                  <a:pt x="246193" y="7761"/>
                </a:lnTo>
                <a:lnTo>
                  <a:pt x="246578" y="7684"/>
                </a:lnTo>
                <a:lnTo>
                  <a:pt x="246978" y="7613"/>
                </a:lnTo>
                <a:lnTo>
                  <a:pt x="247394" y="7546"/>
                </a:lnTo>
                <a:lnTo>
                  <a:pt x="247826" y="7486"/>
                </a:lnTo>
                <a:lnTo>
                  <a:pt x="248274" y="7430"/>
                </a:lnTo>
                <a:lnTo>
                  <a:pt x="248736" y="7380"/>
                </a:lnTo>
                <a:lnTo>
                  <a:pt x="249215" y="7335"/>
                </a:lnTo>
                <a:lnTo>
                  <a:pt x="249709" y="7296"/>
                </a:lnTo>
                <a:lnTo>
                  <a:pt x="250219" y="7262"/>
                </a:lnTo>
                <a:lnTo>
                  <a:pt x="250744" y="7233"/>
                </a:lnTo>
                <a:lnTo>
                  <a:pt x="251285" y="7209"/>
                </a:lnTo>
                <a:lnTo>
                  <a:pt x="251842" y="7191"/>
                </a:lnTo>
                <a:lnTo>
                  <a:pt x="252414" y="7178"/>
                </a:lnTo>
                <a:lnTo>
                  <a:pt x="253001" y="7171"/>
                </a:lnTo>
                <a:lnTo>
                  <a:pt x="253605" y="7169"/>
                </a:lnTo>
                <a:lnTo>
                  <a:pt x="254223" y="7172"/>
                </a:lnTo>
                <a:lnTo>
                  <a:pt x="254223" y="4596"/>
                </a:lnTo>
                <a:lnTo>
                  <a:pt x="211471" y="4596"/>
                </a:lnTo>
                <a:lnTo>
                  <a:pt x="211471" y="7172"/>
                </a:lnTo>
                <a:lnTo>
                  <a:pt x="215022" y="7172"/>
                </a:lnTo>
                <a:lnTo>
                  <a:pt x="215464" y="7177"/>
                </a:lnTo>
                <a:lnTo>
                  <a:pt x="215897" y="7193"/>
                </a:lnTo>
                <a:lnTo>
                  <a:pt x="216321" y="7220"/>
                </a:lnTo>
                <a:lnTo>
                  <a:pt x="216736" y="7257"/>
                </a:lnTo>
                <a:lnTo>
                  <a:pt x="217141" y="7305"/>
                </a:lnTo>
                <a:lnTo>
                  <a:pt x="217537" y="7363"/>
                </a:lnTo>
                <a:lnTo>
                  <a:pt x="217924" y="7432"/>
                </a:lnTo>
                <a:lnTo>
                  <a:pt x="218302" y="7512"/>
                </a:lnTo>
                <a:lnTo>
                  <a:pt x="218671" y="7603"/>
                </a:lnTo>
                <a:lnTo>
                  <a:pt x="219031" y="7704"/>
                </a:lnTo>
                <a:lnTo>
                  <a:pt x="219381" y="7815"/>
                </a:lnTo>
                <a:lnTo>
                  <a:pt x="219722" y="7938"/>
                </a:lnTo>
                <a:lnTo>
                  <a:pt x="220054" y="8071"/>
                </a:lnTo>
                <a:lnTo>
                  <a:pt x="220377" y="8214"/>
                </a:lnTo>
                <a:lnTo>
                  <a:pt x="220690" y="8369"/>
                </a:lnTo>
                <a:lnTo>
                  <a:pt x="220995" y="8533"/>
                </a:lnTo>
                <a:lnTo>
                  <a:pt x="221290" y="8709"/>
                </a:lnTo>
                <a:lnTo>
                  <a:pt x="221576" y="8895"/>
                </a:lnTo>
                <a:lnTo>
                  <a:pt x="221853" y="9092"/>
                </a:lnTo>
                <a:lnTo>
                  <a:pt x="222120" y="9299"/>
                </a:lnTo>
                <a:lnTo>
                  <a:pt x="222379" y="9517"/>
                </a:lnTo>
                <a:lnTo>
                  <a:pt x="222628" y="9746"/>
                </a:lnTo>
                <a:lnTo>
                  <a:pt x="222868" y="9986"/>
                </a:lnTo>
                <a:lnTo>
                  <a:pt x="223099" y="10236"/>
                </a:lnTo>
                <a:lnTo>
                  <a:pt x="223258" y="10433"/>
                </a:lnTo>
                <a:lnTo>
                  <a:pt x="223410" y="10653"/>
                </a:lnTo>
                <a:lnTo>
                  <a:pt x="223556" y="10896"/>
                </a:lnTo>
                <a:lnTo>
                  <a:pt x="223695" y="11162"/>
                </a:lnTo>
                <a:lnTo>
                  <a:pt x="223827" y="11451"/>
                </a:lnTo>
                <a:lnTo>
                  <a:pt x="223952" y="11763"/>
                </a:lnTo>
                <a:lnTo>
                  <a:pt x="224070" y="12098"/>
                </a:lnTo>
                <a:lnTo>
                  <a:pt x="224182" y="12456"/>
                </a:lnTo>
                <a:lnTo>
                  <a:pt x="224287" y="12837"/>
                </a:lnTo>
                <a:lnTo>
                  <a:pt x="224385" y="13241"/>
                </a:lnTo>
                <a:lnTo>
                  <a:pt x="224477" y="13668"/>
                </a:lnTo>
                <a:lnTo>
                  <a:pt x="224561" y="14117"/>
                </a:lnTo>
                <a:lnTo>
                  <a:pt x="224639" y="14590"/>
                </a:lnTo>
                <a:lnTo>
                  <a:pt x="224710" y="15086"/>
                </a:lnTo>
                <a:lnTo>
                  <a:pt x="224775" y="15605"/>
                </a:lnTo>
                <a:lnTo>
                  <a:pt x="224832" y="16146"/>
                </a:lnTo>
                <a:lnTo>
                  <a:pt x="224883" y="16711"/>
                </a:lnTo>
                <a:lnTo>
                  <a:pt x="224927" y="17299"/>
                </a:lnTo>
                <a:lnTo>
                  <a:pt x="224964" y="17909"/>
                </a:lnTo>
                <a:lnTo>
                  <a:pt x="224995" y="18543"/>
                </a:lnTo>
                <a:lnTo>
                  <a:pt x="225018" y="19199"/>
                </a:lnTo>
                <a:lnTo>
                  <a:pt x="225035" y="19879"/>
                </a:lnTo>
                <a:lnTo>
                  <a:pt x="225045" y="20581"/>
                </a:lnTo>
                <a:lnTo>
                  <a:pt x="225049" y="21307"/>
                </a:lnTo>
                <a:lnTo>
                  <a:pt x="225049" y="82232"/>
                </a:lnTo>
                <a:lnTo>
                  <a:pt x="225046" y="82895"/>
                </a:lnTo>
                <a:lnTo>
                  <a:pt x="225039" y="83538"/>
                </a:lnTo>
                <a:lnTo>
                  <a:pt x="225026" y="84160"/>
                </a:lnTo>
                <a:lnTo>
                  <a:pt x="225008" y="84762"/>
                </a:lnTo>
                <a:lnTo>
                  <a:pt x="224985" y="85344"/>
                </a:lnTo>
                <a:lnTo>
                  <a:pt x="224957" y="85905"/>
                </a:lnTo>
                <a:lnTo>
                  <a:pt x="224924" y="86447"/>
                </a:lnTo>
                <a:lnTo>
                  <a:pt x="224886" y="86967"/>
                </a:lnTo>
                <a:lnTo>
                  <a:pt x="224843" y="87468"/>
                </a:lnTo>
                <a:lnTo>
                  <a:pt x="224795" y="87948"/>
                </a:lnTo>
                <a:lnTo>
                  <a:pt x="224742" y="88408"/>
                </a:lnTo>
                <a:lnTo>
                  <a:pt x="224683" y="88847"/>
                </a:lnTo>
                <a:lnTo>
                  <a:pt x="224620" y="89267"/>
                </a:lnTo>
                <a:lnTo>
                  <a:pt x="224551" y="89665"/>
                </a:lnTo>
                <a:lnTo>
                  <a:pt x="224477" y="90044"/>
                </a:lnTo>
                <a:lnTo>
                  <a:pt x="224399" y="90402"/>
                </a:lnTo>
                <a:lnTo>
                  <a:pt x="224315" y="90740"/>
                </a:lnTo>
                <a:lnTo>
                  <a:pt x="224226" y="91058"/>
                </a:lnTo>
                <a:lnTo>
                  <a:pt x="224132" y="91355"/>
                </a:lnTo>
                <a:lnTo>
                  <a:pt x="224033" y="91632"/>
                </a:lnTo>
                <a:lnTo>
                  <a:pt x="223929" y="91889"/>
                </a:lnTo>
                <a:lnTo>
                  <a:pt x="223820" y="92126"/>
                </a:lnTo>
                <a:lnTo>
                  <a:pt x="223706" y="92342"/>
                </a:lnTo>
                <a:lnTo>
                  <a:pt x="223586" y="92538"/>
                </a:lnTo>
                <a:lnTo>
                  <a:pt x="223366" y="92856"/>
                </a:lnTo>
                <a:lnTo>
                  <a:pt x="223133" y="93160"/>
                </a:lnTo>
                <a:lnTo>
                  <a:pt x="222889" y="93452"/>
                </a:lnTo>
                <a:lnTo>
                  <a:pt x="222633" y="93729"/>
                </a:lnTo>
                <a:lnTo>
                  <a:pt x="222365" y="93993"/>
                </a:lnTo>
                <a:lnTo>
                  <a:pt x="222085" y="94244"/>
                </a:lnTo>
                <a:lnTo>
                  <a:pt x="221793" y="94481"/>
                </a:lnTo>
                <a:lnTo>
                  <a:pt x="221490" y="94704"/>
                </a:lnTo>
                <a:lnTo>
                  <a:pt x="221174" y="94914"/>
                </a:lnTo>
                <a:lnTo>
                  <a:pt x="220847" y="95110"/>
                </a:lnTo>
                <a:lnTo>
                  <a:pt x="220508" y="95293"/>
                </a:lnTo>
                <a:lnTo>
                  <a:pt x="220157" y="95462"/>
                </a:lnTo>
                <a:lnTo>
                  <a:pt x="219794" y="95618"/>
                </a:lnTo>
                <a:lnTo>
                  <a:pt x="219420" y="95760"/>
                </a:lnTo>
                <a:lnTo>
                  <a:pt x="219033" y="95889"/>
                </a:lnTo>
                <a:lnTo>
                  <a:pt x="218635" y="96004"/>
                </a:lnTo>
                <a:lnTo>
                  <a:pt x="218225" y="96105"/>
                </a:lnTo>
                <a:lnTo>
                  <a:pt x="217803" y="96193"/>
                </a:lnTo>
                <a:lnTo>
                  <a:pt x="217369" y="96268"/>
                </a:lnTo>
                <a:lnTo>
                  <a:pt x="216923" y="96329"/>
                </a:lnTo>
                <a:lnTo>
                  <a:pt x="216466" y="96376"/>
                </a:lnTo>
                <a:lnTo>
                  <a:pt x="215996" y="96410"/>
                </a:lnTo>
                <a:lnTo>
                  <a:pt x="215515" y="96430"/>
                </a:lnTo>
                <a:lnTo>
                  <a:pt x="215022" y="96437"/>
                </a:lnTo>
                <a:lnTo>
                  <a:pt x="211471" y="96437"/>
                </a:lnTo>
                <a:lnTo>
                  <a:pt x="211471" y="99013"/>
                </a:lnTo>
                <a:lnTo>
                  <a:pt x="284582" y="99013"/>
                </a:lnTo>
                <a:lnTo>
                  <a:pt x="292659" y="73322"/>
                </a:lnTo>
                <a:lnTo>
                  <a:pt x="290361" y="72832"/>
                </a:lnTo>
                <a:lnTo>
                  <a:pt x="290059" y="73560"/>
                </a:lnTo>
                <a:lnTo>
                  <a:pt x="289758" y="74272"/>
                </a:lnTo>
                <a:lnTo>
                  <a:pt x="289456" y="74967"/>
                </a:lnTo>
                <a:lnTo>
                  <a:pt x="289154" y="75646"/>
                </a:lnTo>
                <a:close/>
                <a:moveTo>
                  <a:pt x="374073" y="21013"/>
                </a:moveTo>
                <a:lnTo>
                  <a:pt x="374518" y="20459"/>
                </a:lnTo>
                <a:lnTo>
                  <a:pt x="374953" y="19922"/>
                </a:lnTo>
                <a:lnTo>
                  <a:pt x="375380" y="19401"/>
                </a:lnTo>
                <a:lnTo>
                  <a:pt x="375798" y="18895"/>
                </a:lnTo>
                <a:lnTo>
                  <a:pt x="376206" y="18405"/>
                </a:lnTo>
                <a:lnTo>
                  <a:pt x="376606" y="17932"/>
                </a:lnTo>
                <a:lnTo>
                  <a:pt x="376997" y="17474"/>
                </a:lnTo>
                <a:lnTo>
                  <a:pt x="377379" y="17032"/>
                </a:lnTo>
                <a:lnTo>
                  <a:pt x="377752" y="16607"/>
                </a:lnTo>
                <a:lnTo>
                  <a:pt x="378116" y="16197"/>
                </a:lnTo>
                <a:lnTo>
                  <a:pt x="378471" y="15803"/>
                </a:lnTo>
                <a:lnTo>
                  <a:pt x="378817" y="15425"/>
                </a:lnTo>
                <a:lnTo>
                  <a:pt x="379154" y="15063"/>
                </a:lnTo>
                <a:lnTo>
                  <a:pt x="379482" y="14717"/>
                </a:lnTo>
                <a:lnTo>
                  <a:pt x="379801" y="14387"/>
                </a:lnTo>
                <a:lnTo>
                  <a:pt x="380112" y="14073"/>
                </a:lnTo>
                <a:lnTo>
                  <a:pt x="380413" y="13775"/>
                </a:lnTo>
                <a:lnTo>
                  <a:pt x="380706" y="13493"/>
                </a:lnTo>
                <a:lnTo>
                  <a:pt x="380989" y="13227"/>
                </a:lnTo>
                <a:lnTo>
                  <a:pt x="381264" y="12976"/>
                </a:lnTo>
                <a:lnTo>
                  <a:pt x="381529" y="12742"/>
                </a:lnTo>
                <a:lnTo>
                  <a:pt x="381791" y="12518"/>
                </a:lnTo>
                <a:lnTo>
                  <a:pt x="382056" y="12297"/>
                </a:lnTo>
                <a:lnTo>
                  <a:pt x="382322" y="12081"/>
                </a:lnTo>
                <a:lnTo>
                  <a:pt x="382591" y="11868"/>
                </a:lnTo>
                <a:lnTo>
                  <a:pt x="382862" y="11659"/>
                </a:lnTo>
                <a:lnTo>
                  <a:pt x="383135" y="11454"/>
                </a:lnTo>
                <a:lnTo>
                  <a:pt x="383410" y="11253"/>
                </a:lnTo>
                <a:lnTo>
                  <a:pt x="383688" y="11056"/>
                </a:lnTo>
                <a:lnTo>
                  <a:pt x="383967" y="10862"/>
                </a:lnTo>
                <a:lnTo>
                  <a:pt x="384249" y="10673"/>
                </a:lnTo>
                <a:lnTo>
                  <a:pt x="384533" y="10487"/>
                </a:lnTo>
                <a:lnTo>
                  <a:pt x="384819" y="10305"/>
                </a:lnTo>
                <a:lnTo>
                  <a:pt x="385107" y="10127"/>
                </a:lnTo>
                <a:lnTo>
                  <a:pt x="385398" y="9953"/>
                </a:lnTo>
                <a:lnTo>
                  <a:pt x="385691" y="9783"/>
                </a:lnTo>
                <a:lnTo>
                  <a:pt x="385985" y="9617"/>
                </a:lnTo>
                <a:lnTo>
                  <a:pt x="386282" y="9454"/>
                </a:lnTo>
                <a:lnTo>
                  <a:pt x="386582" y="9296"/>
                </a:lnTo>
                <a:lnTo>
                  <a:pt x="386883" y="9141"/>
                </a:lnTo>
                <a:lnTo>
                  <a:pt x="387187" y="8990"/>
                </a:lnTo>
                <a:lnTo>
                  <a:pt x="387492" y="8843"/>
                </a:lnTo>
                <a:lnTo>
                  <a:pt x="387800" y="8700"/>
                </a:lnTo>
                <a:lnTo>
                  <a:pt x="388110" y="8561"/>
                </a:lnTo>
                <a:lnTo>
                  <a:pt x="388422" y="8425"/>
                </a:lnTo>
                <a:lnTo>
                  <a:pt x="388634" y="8340"/>
                </a:lnTo>
                <a:lnTo>
                  <a:pt x="388850" y="8257"/>
                </a:lnTo>
                <a:lnTo>
                  <a:pt x="389072" y="8177"/>
                </a:lnTo>
                <a:lnTo>
                  <a:pt x="389299" y="8100"/>
                </a:lnTo>
                <a:lnTo>
                  <a:pt x="389530" y="8026"/>
                </a:lnTo>
                <a:lnTo>
                  <a:pt x="389767" y="7955"/>
                </a:lnTo>
                <a:lnTo>
                  <a:pt x="390009" y="7887"/>
                </a:lnTo>
                <a:lnTo>
                  <a:pt x="390256" y="7822"/>
                </a:lnTo>
                <a:lnTo>
                  <a:pt x="390508" y="7759"/>
                </a:lnTo>
                <a:lnTo>
                  <a:pt x="390765" y="7700"/>
                </a:lnTo>
                <a:lnTo>
                  <a:pt x="391027" y="7643"/>
                </a:lnTo>
                <a:lnTo>
                  <a:pt x="391295" y="7590"/>
                </a:lnTo>
                <a:lnTo>
                  <a:pt x="391567" y="7539"/>
                </a:lnTo>
                <a:lnTo>
                  <a:pt x="391844" y="7491"/>
                </a:lnTo>
                <a:lnTo>
                  <a:pt x="392127" y="7446"/>
                </a:lnTo>
                <a:lnTo>
                  <a:pt x="392415" y="7404"/>
                </a:lnTo>
                <a:lnTo>
                  <a:pt x="392707" y="7365"/>
                </a:lnTo>
                <a:lnTo>
                  <a:pt x="393005" y="7329"/>
                </a:lnTo>
                <a:lnTo>
                  <a:pt x="393308" y="7295"/>
                </a:lnTo>
                <a:lnTo>
                  <a:pt x="393616" y="7265"/>
                </a:lnTo>
                <a:lnTo>
                  <a:pt x="393929" y="7237"/>
                </a:lnTo>
                <a:lnTo>
                  <a:pt x="394247" y="7212"/>
                </a:lnTo>
                <a:lnTo>
                  <a:pt x="394570" y="7191"/>
                </a:lnTo>
                <a:lnTo>
                  <a:pt x="394898" y="7172"/>
                </a:lnTo>
                <a:lnTo>
                  <a:pt x="394898" y="4596"/>
                </a:lnTo>
                <a:lnTo>
                  <a:pt x="361406" y="4596"/>
                </a:lnTo>
                <a:lnTo>
                  <a:pt x="361406" y="7172"/>
                </a:lnTo>
                <a:lnTo>
                  <a:pt x="361818" y="7179"/>
                </a:lnTo>
                <a:lnTo>
                  <a:pt x="362218" y="7187"/>
                </a:lnTo>
                <a:lnTo>
                  <a:pt x="362606" y="7197"/>
                </a:lnTo>
                <a:lnTo>
                  <a:pt x="362983" y="7210"/>
                </a:lnTo>
                <a:lnTo>
                  <a:pt x="363347" y="7224"/>
                </a:lnTo>
                <a:lnTo>
                  <a:pt x="363700" y="7239"/>
                </a:lnTo>
                <a:lnTo>
                  <a:pt x="364040" y="7257"/>
                </a:lnTo>
                <a:lnTo>
                  <a:pt x="364369" y="7276"/>
                </a:lnTo>
                <a:lnTo>
                  <a:pt x="364686" y="7298"/>
                </a:lnTo>
                <a:lnTo>
                  <a:pt x="364992" y="7321"/>
                </a:lnTo>
                <a:lnTo>
                  <a:pt x="365285" y="7345"/>
                </a:lnTo>
                <a:lnTo>
                  <a:pt x="365567" y="7372"/>
                </a:lnTo>
                <a:lnTo>
                  <a:pt x="365836" y="7400"/>
                </a:lnTo>
                <a:lnTo>
                  <a:pt x="366094" y="7431"/>
                </a:lnTo>
                <a:lnTo>
                  <a:pt x="366340" y="7463"/>
                </a:lnTo>
                <a:lnTo>
                  <a:pt x="366574" y="7497"/>
                </a:lnTo>
                <a:lnTo>
                  <a:pt x="366797" y="7533"/>
                </a:lnTo>
                <a:lnTo>
                  <a:pt x="367007" y="7570"/>
                </a:lnTo>
                <a:lnTo>
                  <a:pt x="367206" y="7609"/>
                </a:lnTo>
                <a:lnTo>
                  <a:pt x="367392" y="7651"/>
                </a:lnTo>
                <a:lnTo>
                  <a:pt x="367567" y="7694"/>
                </a:lnTo>
                <a:lnTo>
                  <a:pt x="367730" y="7738"/>
                </a:lnTo>
                <a:lnTo>
                  <a:pt x="367882" y="7785"/>
                </a:lnTo>
                <a:lnTo>
                  <a:pt x="368021" y="7833"/>
                </a:lnTo>
                <a:lnTo>
                  <a:pt x="368154" y="7884"/>
                </a:lnTo>
                <a:lnTo>
                  <a:pt x="368284" y="7938"/>
                </a:lnTo>
                <a:lnTo>
                  <a:pt x="368413" y="7995"/>
                </a:lnTo>
                <a:lnTo>
                  <a:pt x="368539" y="8055"/>
                </a:lnTo>
                <a:lnTo>
                  <a:pt x="368664" y="8118"/>
                </a:lnTo>
                <a:lnTo>
                  <a:pt x="368787" y="8184"/>
                </a:lnTo>
                <a:lnTo>
                  <a:pt x="368908" y="8253"/>
                </a:lnTo>
                <a:lnTo>
                  <a:pt x="369027" y="8325"/>
                </a:lnTo>
                <a:lnTo>
                  <a:pt x="369144" y="8400"/>
                </a:lnTo>
                <a:lnTo>
                  <a:pt x="369259" y="8478"/>
                </a:lnTo>
                <a:lnTo>
                  <a:pt x="369372" y="8559"/>
                </a:lnTo>
                <a:lnTo>
                  <a:pt x="369483" y="8643"/>
                </a:lnTo>
                <a:lnTo>
                  <a:pt x="369593" y="8730"/>
                </a:lnTo>
                <a:lnTo>
                  <a:pt x="369700" y="8820"/>
                </a:lnTo>
                <a:lnTo>
                  <a:pt x="369805" y="8913"/>
                </a:lnTo>
                <a:lnTo>
                  <a:pt x="369909" y="9009"/>
                </a:lnTo>
                <a:lnTo>
                  <a:pt x="370010" y="9108"/>
                </a:lnTo>
                <a:lnTo>
                  <a:pt x="370110" y="9211"/>
                </a:lnTo>
                <a:lnTo>
                  <a:pt x="370208" y="9316"/>
                </a:lnTo>
                <a:lnTo>
                  <a:pt x="370303" y="9424"/>
                </a:lnTo>
                <a:lnTo>
                  <a:pt x="370397" y="9535"/>
                </a:lnTo>
                <a:lnTo>
                  <a:pt x="370489" y="9650"/>
                </a:lnTo>
                <a:lnTo>
                  <a:pt x="370579" y="9767"/>
                </a:lnTo>
                <a:lnTo>
                  <a:pt x="370667" y="9887"/>
                </a:lnTo>
                <a:lnTo>
                  <a:pt x="370735" y="9981"/>
                </a:lnTo>
                <a:lnTo>
                  <a:pt x="370800" y="10075"/>
                </a:lnTo>
                <a:lnTo>
                  <a:pt x="370863" y="10171"/>
                </a:lnTo>
                <a:lnTo>
                  <a:pt x="370922" y="10268"/>
                </a:lnTo>
                <a:lnTo>
                  <a:pt x="370979" y="10367"/>
                </a:lnTo>
                <a:lnTo>
                  <a:pt x="371032" y="10466"/>
                </a:lnTo>
                <a:lnTo>
                  <a:pt x="371083" y="10567"/>
                </a:lnTo>
                <a:lnTo>
                  <a:pt x="371131" y="10669"/>
                </a:lnTo>
                <a:lnTo>
                  <a:pt x="371176" y="10772"/>
                </a:lnTo>
                <a:lnTo>
                  <a:pt x="371218" y="10876"/>
                </a:lnTo>
                <a:lnTo>
                  <a:pt x="371257" y="10982"/>
                </a:lnTo>
                <a:lnTo>
                  <a:pt x="371294" y="11089"/>
                </a:lnTo>
                <a:lnTo>
                  <a:pt x="371327" y="11196"/>
                </a:lnTo>
                <a:lnTo>
                  <a:pt x="371357" y="11306"/>
                </a:lnTo>
                <a:lnTo>
                  <a:pt x="371385" y="11416"/>
                </a:lnTo>
                <a:lnTo>
                  <a:pt x="371410" y="11528"/>
                </a:lnTo>
                <a:lnTo>
                  <a:pt x="371431" y="11640"/>
                </a:lnTo>
                <a:lnTo>
                  <a:pt x="371450" y="11754"/>
                </a:lnTo>
                <a:lnTo>
                  <a:pt x="371466" y="11870"/>
                </a:lnTo>
                <a:lnTo>
                  <a:pt x="371479" y="11986"/>
                </a:lnTo>
                <a:lnTo>
                  <a:pt x="371489" y="12104"/>
                </a:lnTo>
                <a:lnTo>
                  <a:pt x="371497" y="12222"/>
                </a:lnTo>
                <a:lnTo>
                  <a:pt x="371501" y="12342"/>
                </a:lnTo>
                <a:lnTo>
                  <a:pt x="371502" y="12464"/>
                </a:lnTo>
                <a:lnTo>
                  <a:pt x="371501" y="12585"/>
                </a:lnTo>
                <a:lnTo>
                  <a:pt x="371498" y="12707"/>
                </a:lnTo>
                <a:lnTo>
                  <a:pt x="371492" y="12828"/>
                </a:lnTo>
                <a:lnTo>
                  <a:pt x="371484" y="12949"/>
                </a:lnTo>
                <a:lnTo>
                  <a:pt x="371474" y="13070"/>
                </a:lnTo>
                <a:lnTo>
                  <a:pt x="371461" y="13190"/>
                </a:lnTo>
                <a:lnTo>
                  <a:pt x="371446" y="13311"/>
                </a:lnTo>
                <a:lnTo>
                  <a:pt x="371429" y="13431"/>
                </a:lnTo>
                <a:lnTo>
                  <a:pt x="371409" y="13551"/>
                </a:lnTo>
                <a:lnTo>
                  <a:pt x="371388" y="13670"/>
                </a:lnTo>
                <a:lnTo>
                  <a:pt x="371364" y="13789"/>
                </a:lnTo>
                <a:lnTo>
                  <a:pt x="371337" y="13908"/>
                </a:lnTo>
                <a:lnTo>
                  <a:pt x="371308" y="14027"/>
                </a:lnTo>
                <a:lnTo>
                  <a:pt x="371277" y="14146"/>
                </a:lnTo>
                <a:lnTo>
                  <a:pt x="371244" y="14264"/>
                </a:lnTo>
                <a:lnTo>
                  <a:pt x="371209" y="14382"/>
                </a:lnTo>
                <a:lnTo>
                  <a:pt x="371171" y="14500"/>
                </a:lnTo>
                <a:lnTo>
                  <a:pt x="371130" y="14618"/>
                </a:lnTo>
                <a:lnTo>
                  <a:pt x="371088" y="14735"/>
                </a:lnTo>
                <a:lnTo>
                  <a:pt x="371043" y="14852"/>
                </a:lnTo>
                <a:lnTo>
                  <a:pt x="370996" y="14969"/>
                </a:lnTo>
                <a:lnTo>
                  <a:pt x="370947" y="15086"/>
                </a:lnTo>
                <a:lnTo>
                  <a:pt x="370895" y="15202"/>
                </a:lnTo>
                <a:lnTo>
                  <a:pt x="370841" y="15318"/>
                </a:lnTo>
                <a:lnTo>
                  <a:pt x="370782" y="15439"/>
                </a:lnTo>
                <a:lnTo>
                  <a:pt x="370715" y="15567"/>
                </a:lnTo>
                <a:lnTo>
                  <a:pt x="370640" y="15704"/>
                </a:lnTo>
                <a:lnTo>
                  <a:pt x="370558" y="15848"/>
                </a:lnTo>
                <a:lnTo>
                  <a:pt x="370467" y="16001"/>
                </a:lnTo>
                <a:lnTo>
                  <a:pt x="370369" y="16163"/>
                </a:lnTo>
                <a:lnTo>
                  <a:pt x="370263" y="16332"/>
                </a:lnTo>
                <a:lnTo>
                  <a:pt x="370149" y="16510"/>
                </a:lnTo>
                <a:lnTo>
                  <a:pt x="370027" y="16696"/>
                </a:lnTo>
                <a:lnTo>
                  <a:pt x="369897" y="16890"/>
                </a:lnTo>
                <a:lnTo>
                  <a:pt x="369759" y="17092"/>
                </a:lnTo>
                <a:lnTo>
                  <a:pt x="369614" y="17303"/>
                </a:lnTo>
                <a:lnTo>
                  <a:pt x="369460" y="17522"/>
                </a:lnTo>
                <a:lnTo>
                  <a:pt x="369299" y="17749"/>
                </a:lnTo>
                <a:lnTo>
                  <a:pt x="369130" y="17984"/>
                </a:lnTo>
                <a:lnTo>
                  <a:pt x="368953" y="18227"/>
                </a:lnTo>
                <a:lnTo>
                  <a:pt x="368769" y="18479"/>
                </a:lnTo>
                <a:lnTo>
                  <a:pt x="368576" y="18739"/>
                </a:lnTo>
                <a:lnTo>
                  <a:pt x="368375" y="19007"/>
                </a:lnTo>
                <a:lnTo>
                  <a:pt x="368167" y="19284"/>
                </a:lnTo>
                <a:lnTo>
                  <a:pt x="367951" y="19568"/>
                </a:lnTo>
                <a:lnTo>
                  <a:pt x="367727" y="19861"/>
                </a:lnTo>
                <a:lnTo>
                  <a:pt x="367495" y="20162"/>
                </a:lnTo>
                <a:lnTo>
                  <a:pt x="367255" y="20471"/>
                </a:lnTo>
                <a:lnTo>
                  <a:pt x="350474" y="41708"/>
                </a:lnTo>
                <a:lnTo>
                  <a:pt x="335991" y="20053"/>
                </a:lnTo>
                <a:lnTo>
                  <a:pt x="335719" y="19645"/>
                </a:lnTo>
                <a:lnTo>
                  <a:pt x="335458" y="19246"/>
                </a:lnTo>
                <a:lnTo>
                  <a:pt x="335208" y="18854"/>
                </a:lnTo>
                <a:lnTo>
                  <a:pt x="334970" y="18471"/>
                </a:lnTo>
                <a:lnTo>
                  <a:pt x="334744" y="18096"/>
                </a:lnTo>
                <a:lnTo>
                  <a:pt x="334529" y="17729"/>
                </a:lnTo>
                <a:lnTo>
                  <a:pt x="334326" y="17371"/>
                </a:lnTo>
                <a:lnTo>
                  <a:pt x="334135" y="17021"/>
                </a:lnTo>
                <a:lnTo>
                  <a:pt x="333955" y="16678"/>
                </a:lnTo>
                <a:lnTo>
                  <a:pt x="333786" y="16345"/>
                </a:lnTo>
                <a:lnTo>
                  <a:pt x="333630" y="16019"/>
                </a:lnTo>
                <a:lnTo>
                  <a:pt x="333485" y="15701"/>
                </a:lnTo>
                <a:lnTo>
                  <a:pt x="333351" y="15392"/>
                </a:lnTo>
                <a:lnTo>
                  <a:pt x="333229" y="15091"/>
                </a:lnTo>
                <a:lnTo>
                  <a:pt x="333119" y="14798"/>
                </a:lnTo>
                <a:lnTo>
                  <a:pt x="333021" y="14514"/>
                </a:lnTo>
                <a:lnTo>
                  <a:pt x="332934" y="14238"/>
                </a:lnTo>
                <a:lnTo>
                  <a:pt x="332858" y="13969"/>
                </a:lnTo>
                <a:lnTo>
                  <a:pt x="332794" y="13710"/>
                </a:lnTo>
                <a:lnTo>
                  <a:pt x="332742" y="13458"/>
                </a:lnTo>
                <a:lnTo>
                  <a:pt x="332701" y="13214"/>
                </a:lnTo>
                <a:lnTo>
                  <a:pt x="332672" y="12979"/>
                </a:lnTo>
                <a:lnTo>
                  <a:pt x="332655" y="12752"/>
                </a:lnTo>
                <a:lnTo>
                  <a:pt x="332649" y="12533"/>
                </a:lnTo>
                <a:lnTo>
                  <a:pt x="332653" y="12371"/>
                </a:lnTo>
                <a:lnTo>
                  <a:pt x="332663" y="12211"/>
                </a:lnTo>
                <a:lnTo>
                  <a:pt x="332681" y="12051"/>
                </a:lnTo>
                <a:lnTo>
                  <a:pt x="332706" y="11893"/>
                </a:lnTo>
                <a:lnTo>
                  <a:pt x="332738" y="11736"/>
                </a:lnTo>
                <a:lnTo>
                  <a:pt x="332778" y="11580"/>
                </a:lnTo>
                <a:lnTo>
                  <a:pt x="332824" y="11426"/>
                </a:lnTo>
                <a:lnTo>
                  <a:pt x="332877" y="11272"/>
                </a:lnTo>
                <a:lnTo>
                  <a:pt x="332938" y="11120"/>
                </a:lnTo>
                <a:lnTo>
                  <a:pt x="333006" y="10969"/>
                </a:lnTo>
                <a:lnTo>
                  <a:pt x="333081" y="10819"/>
                </a:lnTo>
                <a:lnTo>
                  <a:pt x="333163" y="10671"/>
                </a:lnTo>
                <a:lnTo>
                  <a:pt x="333252" y="10523"/>
                </a:lnTo>
                <a:lnTo>
                  <a:pt x="333348" y="10377"/>
                </a:lnTo>
                <a:lnTo>
                  <a:pt x="333452" y="10232"/>
                </a:lnTo>
                <a:lnTo>
                  <a:pt x="333562" y="10089"/>
                </a:lnTo>
                <a:lnTo>
                  <a:pt x="333680" y="9946"/>
                </a:lnTo>
                <a:lnTo>
                  <a:pt x="333805" y="9805"/>
                </a:lnTo>
                <a:lnTo>
                  <a:pt x="333937" y="9665"/>
                </a:lnTo>
                <a:lnTo>
                  <a:pt x="334076" y="9526"/>
                </a:lnTo>
                <a:lnTo>
                  <a:pt x="334222" y="9388"/>
                </a:lnTo>
                <a:lnTo>
                  <a:pt x="334375" y="9252"/>
                </a:lnTo>
                <a:lnTo>
                  <a:pt x="334536" y="9116"/>
                </a:lnTo>
                <a:lnTo>
                  <a:pt x="334703" y="8982"/>
                </a:lnTo>
                <a:lnTo>
                  <a:pt x="334881" y="8851"/>
                </a:lnTo>
                <a:lnTo>
                  <a:pt x="335070" y="8725"/>
                </a:lnTo>
                <a:lnTo>
                  <a:pt x="335272" y="8604"/>
                </a:lnTo>
                <a:lnTo>
                  <a:pt x="335486" y="8487"/>
                </a:lnTo>
                <a:lnTo>
                  <a:pt x="335712" y="8375"/>
                </a:lnTo>
                <a:lnTo>
                  <a:pt x="335950" y="8269"/>
                </a:lnTo>
                <a:lnTo>
                  <a:pt x="336201" y="8166"/>
                </a:lnTo>
                <a:lnTo>
                  <a:pt x="336463" y="8069"/>
                </a:lnTo>
                <a:lnTo>
                  <a:pt x="336738" y="7977"/>
                </a:lnTo>
                <a:lnTo>
                  <a:pt x="337025" y="7889"/>
                </a:lnTo>
                <a:lnTo>
                  <a:pt x="337325" y="7807"/>
                </a:lnTo>
                <a:lnTo>
                  <a:pt x="337636" y="7729"/>
                </a:lnTo>
                <a:lnTo>
                  <a:pt x="337960" y="7656"/>
                </a:lnTo>
                <a:lnTo>
                  <a:pt x="338296" y="7588"/>
                </a:lnTo>
                <a:lnTo>
                  <a:pt x="338644" y="7524"/>
                </a:lnTo>
                <a:lnTo>
                  <a:pt x="339005" y="7466"/>
                </a:lnTo>
                <a:lnTo>
                  <a:pt x="339377" y="7412"/>
                </a:lnTo>
                <a:lnTo>
                  <a:pt x="339762" y="7363"/>
                </a:lnTo>
                <a:lnTo>
                  <a:pt x="340159" y="7319"/>
                </a:lnTo>
                <a:lnTo>
                  <a:pt x="340569" y="7280"/>
                </a:lnTo>
                <a:lnTo>
                  <a:pt x="340990" y="7246"/>
                </a:lnTo>
                <a:lnTo>
                  <a:pt x="341424" y="7216"/>
                </a:lnTo>
                <a:lnTo>
                  <a:pt x="341870" y="7192"/>
                </a:lnTo>
                <a:lnTo>
                  <a:pt x="342328" y="7172"/>
                </a:lnTo>
                <a:lnTo>
                  <a:pt x="342328" y="4596"/>
                </a:lnTo>
                <a:lnTo>
                  <a:pt x="298670" y="4596"/>
                </a:lnTo>
                <a:lnTo>
                  <a:pt x="298670" y="7172"/>
                </a:lnTo>
                <a:lnTo>
                  <a:pt x="299242" y="7195"/>
                </a:lnTo>
                <a:lnTo>
                  <a:pt x="299808" y="7229"/>
                </a:lnTo>
                <a:lnTo>
                  <a:pt x="300368" y="7275"/>
                </a:lnTo>
                <a:lnTo>
                  <a:pt x="300923" y="7331"/>
                </a:lnTo>
                <a:lnTo>
                  <a:pt x="301473" y="7399"/>
                </a:lnTo>
                <a:lnTo>
                  <a:pt x="302017" y="7479"/>
                </a:lnTo>
                <a:lnTo>
                  <a:pt x="302555" y="7569"/>
                </a:lnTo>
                <a:lnTo>
                  <a:pt x="303088" y="7671"/>
                </a:lnTo>
                <a:lnTo>
                  <a:pt x="303615" y="7784"/>
                </a:lnTo>
                <a:lnTo>
                  <a:pt x="304136" y="7908"/>
                </a:lnTo>
                <a:lnTo>
                  <a:pt x="304652" y="8043"/>
                </a:lnTo>
                <a:lnTo>
                  <a:pt x="305163" y="8190"/>
                </a:lnTo>
                <a:lnTo>
                  <a:pt x="305668" y="8348"/>
                </a:lnTo>
                <a:lnTo>
                  <a:pt x="306167" y="8517"/>
                </a:lnTo>
                <a:lnTo>
                  <a:pt x="306661" y="8698"/>
                </a:lnTo>
                <a:lnTo>
                  <a:pt x="307149" y="8889"/>
                </a:lnTo>
                <a:lnTo>
                  <a:pt x="307632" y="9092"/>
                </a:lnTo>
                <a:lnTo>
                  <a:pt x="308109" y="9306"/>
                </a:lnTo>
                <a:lnTo>
                  <a:pt x="308581" y="9532"/>
                </a:lnTo>
                <a:lnTo>
                  <a:pt x="309047" y="9768"/>
                </a:lnTo>
                <a:lnTo>
                  <a:pt x="309507" y="10016"/>
                </a:lnTo>
                <a:lnTo>
                  <a:pt x="309962" y="10275"/>
                </a:lnTo>
                <a:lnTo>
                  <a:pt x="310411" y="10546"/>
                </a:lnTo>
                <a:lnTo>
                  <a:pt x="310855" y="10827"/>
                </a:lnTo>
                <a:lnTo>
                  <a:pt x="311300" y="11128"/>
                </a:lnTo>
                <a:lnTo>
                  <a:pt x="311753" y="11455"/>
                </a:lnTo>
                <a:lnTo>
                  <a:pt x="312214" y="11808"/>
                </a:lnTo>
                <a:lnTo>
                  <a:pt x="312683" y="12188"/>
                </a:lnTo>
                <a:lnTo>
                  <a:pt x="313160" y="12594"/>
                </a:lnTo>
                <a:lnTo>
                  <a:pt x="313645" y="13027"/>
                </a:lnTo>
                <a:lnTo>
                  <a:pt x="314138" y="13487"/>
                </a:lnTo>
                <a:lnTo>
                  <a:pt x="314638" y="13972"/>
                </a:lnTo>
                <a:lnTo>
                  <a:pt x="315147" y="14485"/>
                </a:lnTo>
                <a:lnTo>
                  <a:pt x="315664" y="15023"/>
                </a:lnTo>
                <a:lnTo>
                  <a:pt x="316189" y="15588"/>
                </a:lnTo>
                <a:lnTo>
                  <a:pt x="316721" y="16180"/>
                </a:lnTo>
                <a:lnTo>
                  <a:pt x="317262" y="16798"/>
                </a:lnTo>
                <a:lnTo>
                  <a:pt x="317811" y="17443"/>
                </a:lnTo>
                <a:lnTo>
                  <a:pt x="318368" y="18114"/>
                </a:lnTo>
                <a:lnTo>
                  <a:pt x="318932" y="18812"/>
                </a:lnTo>
                <a:lnTo>
                  <a:pt x="319505" y="19536"/>
                </a:lnTo>
                <a:lnTo>
                  <a:pt x="320085" y="20286"/>
                </a:lnTo>
                <a:lnTo>
                  <a:pt x="320674" y="21063"/>
                </a:lnTo>
                <a:lnTo>
                  <a:pt x="321271" y="21867"/>
                </a:lnTo>
                <a:lnTo>
                  <a:pt x="321875" y="22697"/>
                </a:lnTo>
                <a:lnTo>
                  <a:pt x="322488" y="23553"/>
                </a:lnTo>
                <a:lnTo>
                  <a:pt x="323108" y="24436"/>
                </a:lnTo>
                <a:lnTo>
                  <a:pt x="323737" y="25345"/>
                </a:lnTo>
                <a:lnTo>
                  <a:pt x="342328" y="52570"/>
                </a:lnTo>
                <a:lnTo>
                  <a:pt x="320046" y="80701"/>
                </a:lnTo>
                <a:lnTo>
                  <a:pt x="319630" y="81223"/>
                </a:lnTo>
                <a:lnTo>
                  <a:pt x="319218" y="81734"/>
                </a:lnTo>
                <a:lnTo>
                  <a:pt x="318810" y="82234"/>
                </a:lnTo>
                <a:lnTo>
                  <a:pt x="318406" y="82722"/>
                </a:lnTo>
                <a:lnTo>
                  <a:pt x="318006" y="83199"/>
                </a:lnTo>
                <a:lnTo>
                  <a:pt x="317609" y="83664"/>
                </a:lnTo>
                <a:lnTo>
                  <a:pt x="317217" y="84118"/>
                </a:lnTo>
                <a:lnTo>
                  <a:pt x="316828" y="84561"/>
                </a:lnTo>
                <a:lnTo>
                  <a:pt x="316443" y="84993"/>
                </a:lnTo>
                <a:lnTo>
                  <a:pt x="316062" y="85413"/>
                </a:lnTo>
                <a:lnTo>
                  <a:pt x="315685" y="85821"/>
                </a:lnTo>
                <a:lnTo>
                  <a:pt x="315311" y="86219"/>
                </a:lnTo>
                <a:lnTo>
                  <a:pt x="314942" y="86605"/>
                </a:lnTo>
                <a:lnTo>
                  <a:pt x="314576" y="86979"/>
                </a:lnTo>
                <a:lnTo>
                  <a:pt x="314215" y="87343"/>
                </a:lnTo>
                <a:lnTo>
                  <a:pt x="313857" y="87695"/>
                </a:lnTo>
                <a:lnTo>
                  <a:pt x="313503" y="88035"/>
                </a:lnTo>
                <a:lnTo>
                  <a:pt x="313153" y="88364"/>
                </a:lnTo>
                <a:lnTo>
                  <a:pt x="312807" y="88682"/>
                </a:lnTo>
                <a:lnTo>
                  <a:pt x="312464" y="88988"/>
                </a:lnTo>
                <a:lnTo>
                  <a:pt x="312126" y="89284"/>
                </a:lnTo>
                <a:lnTo>
                  <a:pt x="311791" y="89567"/>
                </a:lnTo>
                <a:lnTo>
                  <a:pt x="311461" y="89840"/>
                </a:lnTo>
                <a:lnTo>
                  <a:pt x="311134" y="90101"/>
                </a:lnTo>
                <a:lnTo>
                  <a:pt x="310808" y="90354"/>
                </a:lnTo>
                <a:lnTo>
                  <a:pt x="310481" y="90603"/>
                </a:lnTo>
                <a:lnTo>
                  <a:pt x="310152" y="90847"/>
                </a:lnTo>
                <a:lnTo>
                  <a:pt x="309822" y="91087"/>
                </a:lnTo>
                <a:lnTo>
                  <a:pt x="309491" y="91323"/>
                </a:lnTo>
                <a:lnTo>
                  <a:pt x="309158" y="91554"/>
                </a:lnTo>
                <a:lnTo>
                  <a:pt x="308824" y="91781"/>
                </a:lnTo>
                <a:lnTo>
                  <a:pt x="308488" y="92004"/>
                </a:lnTo>
                <a:lnTo>
                  <a:pt x="308151" y="92222"/>
                </a:lnTo>
                <a:lnTo>
                  <a:pt x="307812" y="92436"/>
                </a:lnTo>
                <a:lnTo>
                  <a:pt x="307472" y="92646"/>
                </a:lnTo>
                <a:lnTo>
                  <a:pt x="307130" y="92851"/>
                </a:lnTo>
                <a:lnTo>
                  <a:pt x="306787" y="93052"/>
                </a:lnTo>
                <a:lnTo>
                  <a:pt x="306442" y="93248"/>
                </a:lnTo>
                <a:lnTo>
                  <a:pt x="306096" y="93441"/>
                </a:lnTo>
                <a:lnTo>
                  <a:pt x="305749" y="93629"/>
                </a:lnTo>
                <a:lnTo>
                  <a:pt x="305400" y="93812"/>
                </a:lnTo>
                <a:lnTo>
                  <a:pt x="305050" y="93991"/>
                </a:lnTo>
                <a:lnTo>
                  <a:pt x="304698" y="94166"/>
                </a:lnTo>
                <a:lnTo>
                  <a:pt x="304345" y="94336"/>
                </a:lnTo>
                <a:lnTo>
                  <a:pt x="303990" y="94503"/>
                </a:lnTo>
                <a:lnTo>
                  <a:pt x="303634" y="94664"/>
                </a:lnTo>
                <a:lnTo>
                  <a:pt x="303276" y="94822"/>
                </a:lnTo>
                <a:lnTo>
                  <a:pt x="302917" y="94975"/>
                </a:lnTo>
                <a:lnTo>
                  <a:pt x="302701" y="95066"/>
                </a:lnTo>
                <a:lnTo>
                  <a:pt x="302481" y="95155"/>
                </a:lnTo>
                <a:lnTo>
                  <a:pt x="302258" y="95241"/>
                </a:lnTo>
                <a:lnTo>
                  <a:pt x="302032" y="95325"/>
                </a:lnTo>
                <a:lnTo>
                  <a:pt x="301802" y="95406"/>
                </a:lnTo>
                <a:lnTo>
                  <a:pt x="301568" y="95484"/>
                </a:lnTo>
                <a:lnTo>
                  <a:pt x="301332" y="95559"/>
                </a:lnTo>
                <a:lnTo>
                  <a:pt x="301092" y="95632"/>
                </a:lnTo>
                <a:lnTo>
                  <a:pt x="300848" y="95703"/>
                </a:lnTo>
                <a:lnTo>
                  <a:pt x="300601" y="95770"/>
                </a:lnTo>
                <a:lnTo>
                  <a:pt x="300351" y="95835"/>
                </a:lnTo>
                <a:lnTo>
                  <a:pt x="300097" y="95897"/>
                </a:lnTo>
                <a:lnTo>
                  <a:pt x="299840" y="95957"/>
                </a:lnTo>
                <a:lnTo>
                  <a:pt x="299580" y="96014"/>
                </a:lnTo>
                <a:lnTo>
                  <a:pt x="299316" y="96068"/>
                </a:lnTo>
                <a:lnTo>
                  <a:pt x="299049" y="96120"/>
                </a:lnTo>
                <a:lnTo>
                  <a:pt x="298779" y="96169"/>
                </a:lnTo>
                <a:lnTo>
                  <a:pt x="298505" y="96215"/>
                </a:lnTo>
                <a:lnTo>
                  <a:pt x="298227" y="96259"/>
                </a:lnTo>
                <a:lnTo>
                  <a:pt x="297947" y="96300"/>
                </a:lnTo>
                <a:lnTo>
                  <a:pt x="297663" y="96338"/>
                </a:lnTo>
                <a:lnTo>
                  <a:pt x="297375" y="96374"/>
                </a:lnTo>
                <a:lnTo>
                  <a:pt x="297084" y="96407"/>
                </a:lnTo>
                <a:lnTo>
                  <a:pt x="296790" y="96437"/>
                </a:lnTo>
                <a:lnTo>
                  <a:pt x="296790" y="99013"/>
                </a:lnTo>
                <a:lnTo>
                  <a:pt x="330282" y="99013"/>
                </a:lnTo>
                <a:lnTo>
                  <a:pt x="330282" y="96437"/>
                </a:lnTo>
                <a:lnTo>
                  <a:pt x="329847" y="96417"/>
                </a:lnTo>
                <a:lnTo>
                  <a:pt x="329424" y="96393"/>
                </a:lnTo>
                <a:lnTo>
                  <a:pt x="329012" y="96365"/>
                </a:lnTo>
                <a:lnTo>
                  <a:pt x="328613" y="96332"/>
                </a:lnTo>
                <a:lnTo>
                  <a:pt x="328225" y="96295"/>
                </a:lnTo>
                <a:lnTo>
                  <a:pt x="327849" y="96254"/>
                </a:lnTo>
                <a:lnTo>
                  <a:pt x="327485" y="96208"/>
                </a:lnTo>
                <a:lnTo>
                  <a:pt x="327133" y="96158"/>
                </a:lnTo>
                <a:lnTo>
                  <a:pt x="326793" y="96104"/>
                </a:lnTo>
                <a:lnTo>
                  <a:pt x="326464" y="96045"/>
                </a:lnTo>
                <a:lnTo>
                  <a:pt x="326148" y="95982"/>
                </a:lnTo>
                <a:lnTo>
                  <a:pt x="325843" y="95915"/>
                </a:lnTo>
                <a:lnTo>
                  <a:pt x="325550" y="95843"/>
                </a:lnTo>
                <a:lnTo>
                  <a:pt x="325269" y="95767"/>
                </a:lnTo>
                <a:lnTo>
                  <a:pt x="325000" y="95686"/>
                </a:lnTo>
                <a:lnTo>
                  <a:pt x="324742" y="95601"/>
                </a:lnTo>
                <a:lnTo>
                  <a:pt x="324497" y="95512"/>
                </a:lnTo>
                <a:lnTo>
                  <a:pt x="324263" y="95419"/>
                </a:lnTo>
                <a:lnTo>
                  <a:pt x="324041" y="95321"/>
                </a:lnTo>
                <a:lnTo>
                  <a:pt x="323831" y="95218"/>
                </a:lnTo>
                <a:lnTo>
                  <a:pt x="323633" y="95112"/>
                </a:lnTo>
                <a:lnTo>
                  <a:pt x="323447" y="95001"/>
                </a:lnTo>
                <a:lnTo>
                  <a:pt x="323273" y="94885"/>
                </a:lnTo>
                <a:lnTo>
                  <a:pt x="323110" y="94766"/>
                </a:lnTo>
                <a:lnTo>
                  <a:pt x="322957" y="94643"/>
                </a:lnTo>
                <a:lnTo>
                  <a:pt x="322810" y="94517"/>
                </a:lnTo>
                <a:lnTo>
                  <a:pt x="322669" y="94388"/>
                </a:lnTo>
                <a:lnTo>
                  <a:pt x="322536" y="94257"/>
                </a:lnTo>
                <a:lnTo>
                  <a:pt x="322408" y="94123"/>
                </a:lnTo>
                <a:lnTo>
                  <a:pt x="322287" y="93987"/>
                </a:lnTo>
                <a:lnTo>
                  <a:pt x="322173" y="93848"/>
                </a:lnTo>
                <a:lnTo>
                  <a:pt x="322066" y="93706"/>
                </a:lnTo>
                <a:lnTo>
                  <a:pt x="321964" y="93561"/>
                </a:lnTo>
                <a:lnTo>
                  <a:pt x="321870" y="93414"/>
                </a:lnTo>
                <a:lnTo>
                  <a:pt x="321782" y="93265"/>
                </a:lnTo>
                <a:lnTo>
                  <a:pt x="321700" y="93112"/>
                </a:lnTo>
                <a:lnTo>
                  <a:pt x="321625" y="92957"/>
                </a:lnTo>
                <a:lnTo>
                  <a:pt x="321556" y="92799"/>
                </a:lnTo>
                <a:lnTo>
                  <a:pt x="321494" y="92639"/>
                </a:lnTo>
                <a:lnTo>
                  <a:pt x="321439" y="92476"/>
                </a:lnTo>
                <a:lnTo>
                  <a:pt x="321390" y="92310"/>
                </a:lnTo>
                <a:lnTo>
                  <a:pt x="321347" y="92142"/>
                </a:lnTo>
                <a:lnTo>
                  <a:pt x="321312" y="91971"/>
                </a:lnTo>
                <a:lnTo>
                  <a:pt x="321282" y="91797"/>
                </a:lnTo>
                <a:lnTo>
                  <a:pt x="321259" y="91620"/>
                </a:lnTo>
                <a:lnTo>
                  <a:pt x="321243" y="91441"/>
                </a:lnTo>
                <a:lnTo>
                  <a:pt x="321233" y="91260"/>
                </a:lnTo>
                <a:lnTo>
                  <a:pt x="321230" y="91075"/>
                </a:lnTo>
                <a:lnTo>
                  <a:pt x="321231" y="90954"/>
                </a:lnTo>
                <a:lnTo>
                  <a:pt x="321234" y="90832"/>
                </a:lnTo>
                <a:lnTo>
                  <a:pt x="321240" y="90712"/>
                </a:lnTo>
                <a:lnTo>
                  <a:pt x="321247" y="90591"/>
                </a:lnTo>
                <a:lnTo>
                  <a:pt x="321257" y="90471"/>
                </a:lnTo>
                <a:lnTo>
                  <a:pt x="321269" y="90351"/>
                </a:lnTo>
                <a:lnTo>
                  <a:pt x="321283" y="90231"/>
                </a:lnTo>
                <a:lnTo>
                  <a:pt x="321300" y="90112"/>
                </a:lnTo>
                <a:lnTo>
                  <a:pt x="321318" y="89993"/>
                </a:lnTo>
                <a:lnTo>
                  <a:pt x="321339" y="89875"/>
                </a:lnTo>
                <a:lnTo>
                  <a:pt x="321362" y="89757"/>
                </a:lnTo>
                <a:lnTo>
                  <a:pt x="321387" y="89639"/>
                </a:lnTo>
                <a:lnTo>
                  <a:pt x="321414" y="89522"/>
                </a:lnTo>
                <a:lnTo>
                  <a:pt x="321443" y="89405"/>
                </a:lnTo>
                <a:lnTo>
                  <a:pt x="321475" y="89288"/>
                </a:lnTo>
                <a:lnTo>
                  <a:pt x="321508" y="89172"/>
                </a:lnTo>
                <a:lnTo>
                  <a:pt x="321544" y="89056"/>
                </a:lnTo>
                <a:lnTo>
                  <a:pt x="321582" y="88941"/>
                </a:lnTo>
                <a:lnTo>
                  <a:pt x="321623" y="88826"/>
                </a:lnTo>
                <a:lnTo>
                  <a:pt x="321665" y="88711"/>
                </a:lnTo>
                <a:lnTo>
                  <a:pt x="321710" y="88597"/>
                </a:lnTo>
                <a:lnTo>
                  <a:pt x="321757" y="88482"/>
                </a:lnTo>
                <a:lnTo>
                  <a:pt x="321806" y="88369"/>
                </a:lnTo>
                <a:lnTo>
                  <a:pt x="321857" y="88255"/>
                </a:lnTo>
                <a:lnTo>
                  <a:pt x="321913" y="88138"/>
                </a:lnTo>
                <a:lnTo>
                  <a:pt x="321978" y="88011"/>
                </a:lnTo>
                <a:lnTo>
                  <a:pt x="322052" y="87874"/>
                </a:lnTo>
                <a:lnTo>
                  <a:pt x="322135" y="87728"/>
                </a:lnTo>
                <a:lnTo>
                  <a:pt x="322227" y="87573"/>
                </a:lnTo>
                <a:lnTo>
                  <a:pt x="322327" y="87409"/>
                </a:lnTo>
                <a:lnTo>
                  <a:pt x="322435" y="87235"/>
                </a:lnTo>
                <a:lnTo>
                  <a:pt x="322553" y="87052"/>
                </a:lnTo>
                <a:lnTo>
                  <a:pt x="322679" y="86860"/>
                </a:lnTo>
                <a:lnTo>
                  <a:pt x="322814" y="86659"/>
                </a:lnTo>
                <a:lnTo>
                  <a:pt x="322958" y="86448"/>
                </a:lnTo>
                <a:lnTo>
                  <a:pt x="323110" y="86227"/>
                </a:lnTo>
                <a:lnTo>
                  <a:pt x="323271" y="85998"/>
                </a:lnTo>
                <a:lnTo>
                  <a:pt x="323441" y="85759"/>
                </a:lnTo>
                <a:lnTo>
                  <a:pt x="323619" y="85511"/>
                </a:lnTo>
                <a:lnTo>
                  <a:pt x="323806" y="85254"/>
                </a:lnTo>
                <a:lnTo>
                  <a:pt x="324002" y="84987"/>
                </a:lnTo>
                <a:lnTo>
                  <a:pt x="324207" y="84711"/>
                </a:lnTo>
                <a:lnTo>
                  <a:pt x="324420" y="84426"/>
                </a:lnTo>
                <a:lnTo>
                  <a:pt x="324642" y="84131"/>
                </a:lnTo>
                <a:lnTo>
                  <a:pt x="324872" y="83827"/>
                </a:lnTo>
                <a:lnTo>
                  <a:pt x="325112" y="83514"/>
                </a:lnTo>
                <a:lnTo>
                  <a:pt x="325360" y="83191"/>
                </a:lnTo>
                <a:lnTo>
                  <a:pt x="325617" y="82859"/>
                </a:lnTo>
                <a:lnTo>
                  <a:pt x="345391" y="57514"/>
                </a:lnTo>
                <a:lnTo>
                  <a:pt x="361406" y="81745"/>
                </a:lnTo>
                <a:lnTo>
                  <a:pt x="361680" y="82151"/>
                </a:lnTo>
                <a:lnTo>
                  <a:pt x="361943" y="82543"/>
                </a:lnTo>
                <a:lnTo>
                  <a:pt x="362197" y="82922"/>
                </a:lnTo>
                <a:lnTo>
                  <a:pt x="362441" y="83289"/>
                </a:lnTo>
                <a:lnTo>
                  <a:pt x="362675" y="83642"/>
                </a:lnTo>
                <a:lnTo>
                  <a:pt x="362899" y="83982"/>
                </a:lnTo>
                <a:lnTo>
                  <a:pt x="363113" y="84309"/>
                </a:lnTo>
                <a:lnTo>
                  <a:pt x="363317" y="84623"/>
                </a:lnTo>
                <a:lnTo>
                  <a:pt x="363511" y="84924"/>
                </a:lnTo>
                <a:lnTo>
                  <a:pt x="363696" y="85212"/>
                </a:lnTo>
                <a:lnTo>
                  <a:pt x="363870" y="85487"/>
                </a:lnTo>
                <a:lnTo>
                  <a:pt x="364035" y="85749"/>
                </a:lnTo>
                <a:lnTo>
                  <a:pt x="364189" y="85998"/>
                </a:lnTo>
                <a:lnTo>
                  <a:pt x="364334" y="86233"/>
                </a:lnTo>
                <a:lnTo>
                  <a:pt x="364469" y="86456"/>
                </a:lnTo>
                <a:lnTo>
                  <a:pt x="364594" y="86666"/>
                </a:lnTo>
                <a:lnTo>
                  <a:pt x="364709" y="86862"/>
                </a:lnTo>
                <a:lnTo>
                  <a:pt x="364814" y="87046"/>
                </a:lnTo>
                <a:lnTo>
                  <a:pt x="364909" y="87216"/>
                </a:lnTo>
                <a:lnTo>
                  <a:pt x="364994" y="87373"/>
                </a:lnTo>
                <a:lnTo>
                  <a:pt x="365069" y="87518"/>
                </a:lnTo>
                <a:lnTo>
                  <a:pt x="365135" y="87649"/>
                </a:lnTo>
                <a:lnTo>
                  <a:pt x="365190" y="87767"/>
                </a:lnTo>
                <a:lnTo>
                  <a:pt x="365236" y="87872"/>
                </a:lnTo>
                <a:lnTo>
                  <a:pt x="365287" y="88006"/>
                </a:lnTo>
                <a:lnTo>
                  <a:pt x="365336" y="88139"/>
                </a:lnTo>
                <a:lnTo>
                  <a:pt x="365383" y="88273"/>
                </a:lnTo>
                <a:lnTo>
                  <a:pt x="365427" y="88406"/>
                </a:lnTo>
                <a:lnTo>
                  <a:pt x="365470" y="88540"/>
                </a:lnTo>
                <a:lnTo>
                  <a:pt x="365510" y="88673"/>
                </a:lnTo>
                <a:lnTo>
                  <a:pt x="365548" y="88807"/>
                </a:lnTo>
                <a:lnTo>
                  <a:pt x="365584" y="88940"/>
                </a:lnTo>
                <a:lnTo>
                  <a:pt x="365618" y="89074"/>
                </a:lnTo>
                <a:lnTo>
                  <a:pt x="365649" y="89207"/>
                </a:lnTo>
                <a:lnTo>
                  <a:pt x="365679" y="89340"/>
                </a:lnTo>
                <a:lnTo>
                  <a:pt x="365706" y="89474"/>
                </a:lnTo>
                <a:lnTo>
                  <a:pt x="365731" y="89607"/>
                </a:lnTo>
                <a:lnTo>
                  <a:pt x="365754" y="89741"/>
                </a:lnTo>
                <a:lnTo>
                  <a:pt x="365774" y="89874"/>
                </a:lnTo>
                <a:lnTo>
                  <a:pt x="365793" y="90008"/>
                </a:lnTo>
                <a:lnTo>
                  <a:pt x="365809" y="90141"/>
                </a:lnTo>
                <a:lnTo>
                  <a:pt x="365823" y="90275"/>
                </a:lnTo>
                <a:lnTo>
                  <a:pt x="365835" y="90408"/>
                </a:lnTo>
                <a:lnTo>
                  <a:pt x="365845" y="90542"/>
                </a:lnTo>
                <a:lnTo>
                  <a:pt x="365853" y="90675"/>
                </a:lnTo>
                <a:lnTo>
                  <a:pt x="365858" y="90809"/>
                </a:lnTo>
                <a:lnTo>
                  <a:pt x="365861" y="90942"/>
                </a:lnTo>
                <a:lnTo>
                  <a:pt x="365863" y="91075"/>
                </a:lnTo>
                <a:lnTo>
                  <a:pt x="365861" y="91186"/>
                </a:lnTo>
                <a:lnTo>
                  <a:pt x="365856" y="91296"/>
                </a:lnTo>
                <a:lnTo>
                  <a:pt x="365848" y="91406"/>
                </a:lnTo>
                <a:lnTo>
                  <a:pt x="365836" y="91515"/>
                </a:lnTo>
                <a:lnTo>
                  <a:pt x="365822" y="91625"/>
                </a:lnTo>
                <a:lnTo>
                  <a:pt x="365804" y="91735"/>
                </a:lnTo>
                <a:lnTo>
                  <a:pt x="365783" y="91844"/>
                </a:lnTo>
                <a:lnTo>
                  <a:pt x="365758" y="91954"/>
                </a:lnTo>
                <a:lnTo>
                  <a:pt x="365730" y="92063"/>
                </a:lnTo>
                <a:lnTo>
                  <a:pt x="365699" y="92172"/>
                </a:lnTo>
                <a:lnTo>
                  <a:pt x="365665" y="92281"/>
                </a:lnTo>
                <a:lnTo>
                  <a:pt x="365628" y="92390"/>
                </a:lnTo>
                <a:lnTo>
                  <a:pt x="365587" y="92498"/>
                </a:lnTo>
                <a:lnTo>
                  <a:pt x="365543" y="92607"/>
                </a:lnTo>
                <a:lnTo>
                  <a:pt x="365495" y="92716"/>
                </a:lnTo>
                <a:lnTo>
                  <a:pt x="365445" y="92824"/>
                </a:lnTo>
                <a:lnTo>
                  <a:pt x="365391" y="92932"/>
                </a:lnTo>
                <a:lnTo>
                  <a:pt x="365334" y="93040"/>
                </a:lnTo>
                <a:lnTo>
                  <a:pt x="365273" y="93148"/>
                </a:lnTo>
                <a:lnTo>
                  <a:pt x="365210" y="93256"/>
                </a:lnTo>
                <a:lnTo>
                  <a:pt x="365143" y="93364"/>
                </a:lnTo>
                <a:lnTo>
                  <a:pt x="365073" y="93472"/>
                </a:lnTo>
                <a:lnTo>
                  <a:pt x="364999" y="93579"/>
                </a:lnTo>
                <a:lnTo>
                  <a:pt x="364923" y="93687"/>
                </a:lnTo>
                <a:lnTo>
                  <a:pt x="364843" y="93793"/>
                </a:lnTo>
                <a:lnTo>
                  <a:pt x="364762" y="93897"/>
                </a:lnTo>
                <a:lnTo>
                  <a:pt x="364679" y="93998"/>
                </a:lnTo>
                <a:lnTo>
                  <a:pt x="364595" y="94098"/>
                </a:lnTo>
                <a:lnTo>
                  <a:pt x="364508" y="94195"/>
                </a:lnTo>
                <a:lnTo>
                  <a:pt x="364420" y="94289"/>
                </a:lnTo>
                <a:lnTo>
                  <a:pt x="364330" y="94382"/>
                </a:lnTo>
                <a:lnTo>
                  <a:pt x="364238" y="94472"/>
                </a:lnTo>
                <a:lnTo>
                  <a:pt x="364144" y="94560"/>
                </a:lnTo>
                <a:lnTo>
                  <a:pt x="364049" y="94645"/>
                </a:lnTo>
                <a:lnTo>
                  <a:pt x="363951" y="94728"/>
                </a:lnTo>
                <a:lnTo>
                  <a:pt x="363852" y="94809"/>
                </a:lnTo>
                <a:lnTo>
                  <a:pt x="363751" y="94888"/>
                </a:lnTo>
                <a:lnTo>
                  <a:pt x="363648" y="94964"/>
                </a:lnTo>
                <a:lnTo>
                  <a:pt x="363544" y="95038"/>
                </a:lnTo>
                <a:lnTo>
                  <a:pt x="363437" y="95110"/>
                </a:lnTo>
                <a:lnTo>
                  <a:pt x="363329" y="95180"/>
                </a:lnTo>
                <a:lnTo>
                  <a:pt x="363219" y="95247"/>
                </a:lnTo>
                <a:lnTo>
                  <a:pt x="363107" y="95312"/>
                </a:lnTo>
                <a:lnTo>
                  <a:pt x="362993" y="95374"/>
                </a:lnTo>
                <a:lnTo>
                  <a:pt x="362878" y="95434"/>
                </a:lnTo>
                <a:lnTo>
                  <a:pt x="362760" y="95492"/>
                </a:lnTo>
                <a:lnTo>
                  <a:pt x="362641" y="95548"/>
                </a:lnTo>
                <a:lnTo>
                  <a:pt x="362520" y="95601"/>
                </a:lnTo>
                <a:lnTo>
                  <a:pt x="362354" y="95664"/>
                </a:lnTo>
                <a:lnTo>
                  <a:pt x="362181" y="95724"/>
                </a:lnTo>
                <a:lnTo>
                  <a:pt x="362000" y="95782"/>
                </a:lnTo>
                <a:lnTo>
                  <a:pt x="361812" y="95837"/>
                </a:lnTo>
                <a:lnTo>
                  <a:pt x="361617" y="95890"/>
                </a:lnTo>
                <a:lnTo>
                  <a:pt x="361415" y="95941"/>
                </a:lnTo>
                <a:lnTo>
                  <a:pt x="361205" y="95989"/>
                </a:lnTo>
                <a:lnTo>
                  <a:pt x="360988" y="96035"/>
                </a:lnTo>
                <a:lnTo>
                  <a:pt x="360764" y="96078"/>
                </a:lnTo>
                <a:lnTo>
                  <a:pt x="360533" y="96119"/>
                </a:lnTo>
                <a:lnTo>
                  <a:pt x="360294" y="96157"/>
                </a:lnTo>
                <a:lnTo>
                  <a:pt x="360048" y="96193"/>
                </a:lnTo>
                <a:lnTo>
                  <a:pt x="359795" y="96227"/>
                </a:lnTo>
                <a:lnTo>
                  <a:pt x="359535" y="96258"/>
                </a:lnTo>
                <a:lnTo>
                  <a:pt x="359267" y="96287"/>
                </a:lnTo>
                <a:lnTo>
                  <a:pt x="358992" y="96313"/>
                </a:lnTo>
                <a:lnTo>
                  <a:pt x="358710" y="96337"/>
                </a:lnTo>
                <a:lnTo>
                  <a:pt x="358421" y="96359"/>
                </a:lnTo>
                <a:lnTo>
                  <a:pt x="358124" y="96378"/>
                </a:lnTo>
                <a:lnTo>
                  <a:pt x="357820" y="96394"/>
                </a:lnTo>
                <a:lnTo>
                  <a:pt x="357509" y="96409"/>
                </a:lnTo>
                <a:lnTo>
                  <a:pt x="357191" y="96420"/>
                </a:lnTo>
                <a:lnTo>
                  <a:pt x="356865" y="96430"/>
                </a:lnTo>
                <a:lnTo>
                  <a:pt x="356532" y="96437"/>
                </a:lnTo>
                <a:lnTo>
                  <a:pt x="356532" y="99013"/>
                </a:lnTo>
                <a:lnTo>
                  <a:pt x="397057" y="99013"/>
                </a:lnTo>
                <a:lnTo>
                  <a:pt x="397057" y="96437"/>
                </a:lnTo>
                <a:lnTo>
                  <a:pt x="396538" y="96403"/>
                </a:lnTo>
                <a:lnTo>
                  <a:pt x="396027" y="96358"/>
                </a:lnTo>
                <a:lnTo>
                  <a:pt x="395524" y="96304"/>
                </a:lnTo>
                <a:lnTo>
                  <a:pt x="395029" y="96239"/>
                </a:lnTo>
                <a:lnTo>
                  <a:pt x="394541" y="96163"/>
                </a:lnTo>
                <a:lnTo>
                  <a:pt x="394060" y="96078"/>
                </a:lnTo>
                <a:lnTo>
                  <a:pt x="393588" y="95982"/>
                </a:lnTo>
                <a:lnTo>
                  <a:pt x="393122" y="95876"/>
                </a:lnTo>
                <a:lnTo>
                  <a:pt x="392665" y="95760"/>
                </a:lnTo>
                <a:lnTo>
                  <a:pt x="392215" y="95633"/>
                </a:lnTo>
                <a:lnTo>
                  <a:pt x="391773" y="95496"/>
                </a:lnTo>
                <a:lnTo>
                  <a:pt x="391338" y="95349"/>
                </a:lnTo>
                <a:lnTo>
                  <a:pt x="390911" y="95191"/>
                </a:lnTo>
                <a:lnTo>
                  <a:pt x="390492" y="95024"/>
                </a:lnTo>
                <a:lnTo>
                  <a:pt x="390080" y="94846"/>
                </a:lnTo>
                <a:lnTo>
                  <a:pt x="389676" y="94657"/>
                </a:lnTo>
                <a:lnTo>
                  <a:pt x="389279" y="94459"/>
                </a:lnTo>
                <a:lnTo>
                  <a:pt x="388890" y="94250"/>
                </a:lnTo>
                <a:lnTo>
                  <a:pt x="388509" y="94031"/>
                </a:lnTo>
                <a:lnTo>
                  <a:pt x="388135" y="93802"/>
                </a:lnTo>
                <a:lnTo>
                  <a:pt x="387769" y="93562"/>
                </a:lnTo>
                <a:lnTo>
                  <a:pt x="387411" y="93312"/>
                </a:lnTo>
                <a:lnTo>
                  <a:pt x="387060" y="93052"/>
                </a:lnTo>
                <a:lnTo>
                  <a:pt x="386717" y="92781"/>
                </a:lnTo>
                <a:lnTo>
                  <a:pt x="386370" y="92490"/>
                </a:lnTo>
                <a:lnTo>
                  <a:pt x="386007" y="92166"/>
                </a:lnTo>
                <a:lnTo>
                  <a:pt x="385630" y="91810"/>
                </a:lnTo>
                <a:lnTo>
                  <a:pt x="385238" y="91423"/>
                </a:lnTo>
                <a:lnTo>
                  <a:pt x="384830" y="91003"/>
                </a:lnTo>
                <a:lnTo>
                  <a:pt x="384408" y="90551"/>
                </a:lnTo>
                <a:lnTo>
                  <a:pt x="383970" y="90067"/>
                </a:lnTo>
                <a:lnTo>
                  <a:pt x="383517" y="89551"/>
                </a:lnTo>
                <a:lnTo>
                  <a:pt x="383050" y="89003"/>
                </a:lnTo>
                <a:lnTo>
                  <a:pt x="382567" y="88423"/>
                </a:lnTo>
                <a:lnTo>
                  <a:pt x="382068" y="87811"/>
                </a:lnTo>
                <a:lnTo>
                  <a:pt x="381555" y="87167"/>
                </a:lnTo>
                <a:lnTo>
                  <a:pt x="381027" y="86491"/>
                </a:lnTo>
                <a:lnTo>
                  <a:pt x="380483" y="85783"/>
                </a:lnTo>
                <a:lnTo>
                  <a:pt x="379925" y="85043"/>
                </a:lnTo>
                <a:lnTo>
                  <a:pt x="379351" y="84271"/>
                </a:lnTo>
                <a:lnTo>
                  <a:pt x="378763" y="83467"/>
                </a:lnTo>
                <a:lnTo>
                  <a:pt x="378159" y="82631"/>
                </a:lnTo>
                <a:lnTo>
                  <a:pt x="377540" y="81762"/>
                </a:lnTo>
                <a:lnTo>
                  <a:pt x="376906" y="80862"/>
                </a:lnTo>
                <a:lnTo>
                  <a:pt x="376256" y="79930"/>
                </a:lnTo>
                <a:lnTo>
                  <a:pt x="375592" y="78965"/>
                </a:lnTo>
                <a:lnTo>
                  <a:pt x="374913" y="77969"/>
                </a:lnTo>
                <a:lnTo>
                  <a:pt x="374218" y="76941"/>
                </a:lnTo>
                <a:lnTo>
                  <a:pt x="353956" y="46721"/>
                </a:lnTo>
                <a:lnTo>
                  <a:pt x="372686" y="22769"/>
                </a:lnTo>
                <a:lnTo>
                  <a:pt x="373158" y="22168"/>
                </a:lnTo>
                <a:lnTo>
                  <a:pt x="373620" y="21582"/>
                </a:lnTo>
                <a:lnTo>
                  <a:pt x="374073" y="21013"/>
                </a:lnTo>
                <a:close/>
                <a:moveTo>
                  <a:pt x="723853" y="15899"/>
                </a:moveTo>
                <a:lnTo>
                  <a:pt x="723630" y="16434"/>
                </a:lnTo>
                <a:lnTo>
                  <a:pt x="723412" y="16953"/>
                </a:lnTo>
                <a:lnTo>
                  <a:pt x="723198" y="17456"/>
                </a:lnTo>
                <a:lnTo>
                  <a:pt x="722988" y="17945"/>
                </a:lnTo>
                <a:lnTo>
                  <a:pt x="722783" y="18418"/>
                </a:lnTo>
                <a:lnTo>
                  <a:pt x="722582" y="18876"/>
                </a:lnTo>
                <a:lnTo>
                  <a:pt x="722386" y="19319"/>
                </a:lnTo>
                <a:lnTo>
                  <a:pt x="722193" y="19746"/>
                </a:lnTo>
                <a:lnTo>
                  <a:pt x="722005" y="20158"/>
                </a:lnTo>
                <a:lnTo>
                  <a:pt x="721822" y="20555"/>
                </a:lnTo>
                <a:lnTo>
                  <a:pt x="721643" y="20937"/>
                </a:lnTo>
                <a:lnTo>
                  <a:pt x="721468" y="21303"/>
                </a:lnTo>
                <a:lnTo>
                  <a:pt x="721298" y="21654"/>
                </a:lnTo>
                <a:lnTo>
                  <a:pt x="721131" y="21989"/>
                </a:lnTo>
                <a:lnTo>
                  <a:pt x="720970" y="22310"/>
                </a:lnTo>
                <a:lnTo>
                  <a:pt x="720812" y="22615"/>
                </a:lnTo>
                <a:lnTo>
                  <a:pt x="720659" y="22905"/>
                </a:lnTo>
                <a:lnTo>
                  <a:pt x="720511" y="23179"/>
                </a:lnTo>
                <a:lnTo>
                  <a:pt x="720366" y="23439"/>
                </a:lnTo>
                <a:lnTo>
                  <a:pt x="720226" y="23683"/>
                </a:lnTo>
                <a:lnTo>
                  <a:pt x="720091" y="23911"/>
                </a:lnTo>
                <a:lnTo>
                  <a:pt x="719828" y="24328"/>
                </a:lnTo>
                <a:lnTo>
                  <a:pt x="719562" y="24740"/>
                </a:lnTo>
                <a:lnTo>
                  <a:pt x="719294" y="25147"/>
                </a:lnTo>
                <a:lnTo>
                  <a:pt x="719022" y="25550"/>
                </a:lnTo>
                <a:lnTo>
                  <a:pt x="718747" y="25947"/>
                </a:lnTo>
                <a:lnTo>
                  <a:pt x="718470" y="26340"/>
                </a:lnTo>
                <a:lnTo>
                  <a:pt x="718189" y="26729"/>
                </a:lnTo>
                <a:lnTo>
                  <a:pt x="717905" y="27112"/>
                </a:lnTo>
                <a:lnTo>
                  <a:pt x="717618" y="27491"/>
                </a:lnTo>
                <a:lnTo>
                  <a:pt x="717328" y="27865"/>
                </a:lnTo>
                <a:lnTo>
                  <a:pt x="717036" y="28235"/>
                </a:lnTo>
                <a:lnTo>
                  <a:pt x="716740" y="28599"/>
                </a:lnTo>
                <a:lnTo>
                  <a:pt x="716441" y="28959"/>
                </a:lnTo>
                <a:lnTo>
                  <a:pt x="716139" y="29314"/>
                </a:lnTo>
                <a:lnTo>
                  <a:pt x="715834" y="29665"/>
                </a:lnTo>
                <a:lnTo>
                  <a:pt x="715526" y="30011"/>
                </a:lnTo>
                <a:lnTo>
                  <a:pt x="715215" y="30352"/>
                </a:lnTo>
                <a:lnTo>
                  <a:pt x="714901" y="30688"/>
                </a:lnTo>
                <a:lnTo>
                  <a:pt x="714584" y="31019"/>
                </a:lnTo>
                <a:lnTo>
                  <a:pt x="714264" y="31346"/>
                </a:lnTo>
                <a:lnTo>
                  <a:pt x="713941" y="31668"/>
                </a:lnTo>
                <a:lnTo>
                  <a:pt x="713615" y="31986"/>
                </a:lnTo>
                <a:lnTo>
                  <a:pt x="713286" y="32298"/>
                </a:lnTo>
                <a:lnTo>
                  <a:pt x="712954" y="32606"/>
                </a:lnTo>
                <a:lnTo>
                  <a:pt x="712620" y="32908"/>
                </a:lnTo>
                <a:lnTo>
                  <a:pt x="712288" y="33202"/>
                </a:lnTo>
                <a:lnTo>
                  <a:pt x="711955" y="33490"/>
                </a:lnTo>
                <a:lnTo>
                  <a:pt x="711624" y="33769"/>
                </a:lnTo>
                <a:lnTo>
                  <a:pt x="711293" y="34041"/>
                </a:lnTo>
                <a:lnTo>
                  <a:pt x="710963" y="34306"/>
                </a:lnTo>
                <a:lnTo>
                  <a:pt x="710633" y="34564"/>
                </a:lnTo>
                <a:lnTo>
                  <a:pt x="710304" y="34814"/>
                </a:lnTo>
                <a:lnTo>
                  <a:pt x="709975" y="35056"/>
                </a:lnTo>
                <a:lnTo>
                  <a:pt x="709647" y="35292"/>
                </a:lnTo>
                <a:lnTo>
                  <a:pt x="709320" y="35520"/>
                </a:lnTo>
                <a:lnTo>
                  <a:pt x="708993" y="35740"/>
                </a:lnTo>
                <a:lnTo>
                  <a:pt x="708667" y="35953"/>
                </a:lnTo>
                <a:lnTo>
                  <a:pt x="708342" y="36159"/>
                </a:lnTo>
                <a:lnTo>
                  <a:pt x="708017" y="36357"/>
                </a:lnTo>
                <a:lnTo>
                  <a:pt x="707693" y="36548"/>
                </a:lnTo>
                <a:lnTo>
                  <a:pt x="707369" y="36732"/>
                </a:lnTo>
                <a:lnTo>
                  <a:pt x="707046" y="36908"/>
                </a:lnTo>
                <a:lnTo>
                  <a:pt x="706724" y="37076"/>
                </a:lnTo>
                <a:lnTo>
                  <a:pt x="706402" y="37238"/>
                </a:lnTo>
                <a:lnTo>
                  <a:pt x="706080" y="37392"/>
                </a:lnTo>
                <a:lnTo>
                  <a:pt x="705760" y="37538"/>
                </a:lnTo>
                <a:lnTo>
                  <a:pt x="705440" y="37677"/>
                </a:lnTo>
                <a:lnTo>
                  <a:pt x="705120" y="37809"/>
                </a:lnTo>
                <a:lnTo>
                  <a:pt x="705120" y="40107"/>
                </a:lnTo>
                <a:lnTo>
                  <a:pt x="715217" y="40107"/>
                </a:lnTo>
                <a:lnTo>
                  <a:pt x="715217" y="83048"/>
                </a:lnTo>
                <a:lnTo>
                  <a:pt x="715219" y="83617"/>
                </a:lnTo>
                <a:lnTo>
                  <a:pt x="715227" y="84174"/>
                </a:lnTo>
                <a:lnTo>
                  <a:pt x="715239" y="84718"/>
                </a:lnTo>
                <a:lnTo>
                  <a:pt x="715257" y="85249"/>
                </a:lnTo>
                <a:lnTo>
                  <a:pt x="715280" y="85768"/>
                </a:lnTo>
                <a:lnTo>
                  <a:pt x="715308" y="86275"/>
                </a:lnTo>
                <a:lnTo>
                  <a:pt x="715341" y="86769"/>
                </a:lnTo>
                <a:lnTo>
                  <a:pt x="715379" y="87251"/>
                </a:lnTo>
                <a:lnTo>
                  <a:pt x="715422" y="87720"/>
                </a:lnTo>
                <a:lnTo>
                  <a:pt x="715470" y="88177"/>
                </a:lnTo>
                <a:lnTo>
                  <a:pt x="715524" y="88621"/>
                </a:lnTo>
                <a:lnTo>
                  <a:pt x="715582" y="89053"/>
                </a:lnTo>
                <a:lnTo>
                  <a:pt x="715646" y="89472"/>
                </a:lnTo>
                <a:lnTo>
                  <a:pt x="715714" y="89879"/>
                </a:lnTo>
                <a:lnTo>
                  <a:pt x="715788" y="90274"/>
                </a:lnTo>
                <a:lnTo>
                  <a:pt x="715866" y="90655"/>
                </a:lnTo>
                <a:lnTo>
                  <a:pt x="715950" y="91025"/>
                </a:lnTo>
                <a:lnTo>
                  <a:pt x="716039" y="91382"/>
                </a:lnTo>
                <a:lnTo>
                  <a:pt x="716133" y="91727"/>
                </a:lnTo>
                <a:lnTo>
                  <a:pt x="716232" y="92059"/>
                </a:lnTo>
                <a:lnTo>
                  <a:pt x="716336" y="92378"/>
                </a:lnTo>
                <a:lnTo>
                  <a:pt x="716445" y="92685"/>
                </a:lnTo>
                <a:lnTo>
                  <a:pt x="716559" y="92980"/>
                </a:lnTo>
                <a:lnTo>
                  <a:pt x="716679" y="93262"/>
                </a:lnTo>
                <a:lnTo>
                  <a:pt x="716803" y="93535"/>
                </a:lnTo>
                <a:lnTo>
                  <a:pt x="716934" y="93803"/>
                </a:lnTo>
                <a:lnTo>
                  <a:pt x="717069" y="94066"/>
                </a:lnTo>
                <a:lnTo>
                  <a:pt x="717211" y="94323"/>
                </a:lnTo>
                <a:lnTo>
                  <a:pt x="717358" y="94575"/>
                </a:lnTo>
                <a:lnTo>
                  <a:pt x="717510" y="94821"/>
                </a:lnTo>
                <a:lnTo>
                  <a:pt x="717668" y="95063"/>
                </a:lnTo>
                <a:lnTo>
                  <a:pt x="717832" y="95298"/>
                </a:lnTo>
                <a:lnTo>
                  <a:pt x="718001" y="95529"/>
                </a:lnTo>
                <a:lnTo>
                  <a:pt x="718175" y="95754"/>
                </a:lnTo>
                <a:lnTo>
                  <a:pt x="718356" y="95974"/>
                </a:lnTo>
                <a:lnTo>
                  <a:pt x="718541" y="96189"/>
                </a:lnTo>
                <a:lnTo>
                  <a:pt x="718733" y="96398"/>
                </a:lnTo>
                <a:lnTo>
                  <a:pt x="718930" y="96602"/>
                </a:lnTo>
                <a:lnTo>
                  <a:pt x="719132" y="96801"/>
                </a:lnTo>
                <a:lnTo>
                  <a:pt x="719340" y="96994"/>
                </a:lnTo>
                <a:lnTo>
                  <a:pt x="719554" y="97182"/>
                </a:lnTo>
                <a:lnTo>
                  <a:pt x="719773" y="97365"/>
                </a:lnTo>
                <a:lnTo>
                  <a:pt x="719998" y="97542"/>
                </a:lnTo>
                <a:lnTo>
                  <a:pt x="720228" y="97714"/>
                </a:lnTo>
                <a:lnTo>
                  <a:pt x="720464" y="97881"/>
                </a:lnTo>
                <a:lnTo>
                  <a:pt x="720705" y="98043"/>
                </a:lnTo>
                <a:lnTo>
                  <a:pt x="720952" y="98199"/>
                </a:lnTo>
                <a:lnTo>
                  <a:pt x="721205" y="98350"/>
                </a:lnTo>
                <a:lnTo>
                  <a:pt x="721460" y="98495"/>
                </a:lnTo>
                <a:lnTo>
                  <a:pt x="721716" y="98633"/>
                </a:lnTo>
                <a:lnTo>
                  <a:pt x="721973" y="98766"/>
                </a:lnTo>
                <a:lnTo>
                  <a:pt x="722230" y="98893"/>
                </a:lnTo>
                <a:lnTo>
                  <a:pt x="722487" y="99013"/>
                </a:lnTo>
                <a:lnTo>
                  <a:pt x="722745" y="99127"/>
                </a:lnTo>
                <a:lnTo>
                  <a:pt x="723004" y="99235"/>
                </a:lnTo>
                <a:lnTo>
                  <a:pt x="723263" y="99337"/>
                </a:lnTo>
                <a:lnTo>
                  <a:pt x="723522" y="99433"/>
                </a:lnTo>
                <a:lnTo>
                  <a:pt x="723782" y="99522"/>
                </a:lnTo>
                <a:lnTo>
                  <a:pt x="724042" y="99606"/>
                </a:lnTo>
                <a:lnTo>
                  <a:pt x="724303" y="99683"/>
                </a:lnTo>
                <a:lnTo>
                  <a:pt x="724565" y="99754"/>
                </a:lnTo>
                <a:lnTo>
                  <a:pt x="724826" y="99819"/>
                </a:lnTo>
                <a:lnTo>
                  <a:pt x="725089" y="99877"/>
                </a:lnTo>
                <a:lnTo>
                  <a:pt x="725352" y="99930"/>
                </a:lnTo>
                <a:lnTo>
                  <a:pt x="725615" y="99976"/>
                </a:lnTo>
                <a:lnTo>
                  <a:pt x="725879" y="100016"/>
                </a:lnTo>
                <a:lnTo>
                  <a:pt x="726143" y="100050"/>
                </a:lnTo>
                <a:lnTo>
                  <a:pt x="726408" y="100078"/>
                </a:lnTo>
                <a:lnTo>
                  <a:pt x="726673" y="100099"/>
                </a:lnTo>
                <a:lnTo>
                  <a:pt x="726939" y="100115"/>
                </a:lnTo>
                <a:lnTo>
                  <a:pt x="727205" y="100124"/>
                </a:lnTo>
                <a:lnTo>
                  <a:pt x="727471" y="100127"/>
                </a:lnTo>
                <a:lnTo>
                  <a:pt x="727865" y="100121"/>
                </a:lnTo>
                <a:lnTo>
                  <a:pt x="728259" y="100103"/>
                </a:lnTo>
                <a:lnTo>
                  <a:pt x="728651" y="100072"/>
                </a:lnTo>
                <a:lnTo>
                  <a:pt x="729042" y="100030"/>
                </a:lnTo>
                <a:lnTo>
                  <a:pt x="729432" y="99975"/>
                </a:lnTo>
                <a:lnTo>
                  <a:pt x="729821" y="99908"/>
                </a:lnTo>
                <a:lnTo>
                  <a:pt x="730210" y="99829"/>
                </a:lnTo>
                <a:lnTo>
                  <a:pt x="730597" y="99738"/>
                </a:lnTo>
                <a:lnTo>
                  <a:pt x="730983" y="99634"/>
                </a:lnTo>
                <a:lnTo>
                  <a:pt x="731369" y="99519"/>
                </a:lnTo>
                <a:lnTo>
                  <a:pt x="731753" y="99391"/>
                </a:lnTo>
                <a:lnTo>
                  <a:pt x="732137" y="99251"/>
                </a:lnTo>
                <a:lnTo>
                  <a:pt x="732519" y="99099"/>
                </a:lnTo>
                <a:lnTo>
                  <a:pt x="732901" y="98934"/>
                </a:lnTo>
                <a:lnTo>
                  <a:pt x="733281" y="98758"/>
                </a:lnTo>
                <a:lnTo>
                  <a:pt x="733661" y="98569"/>
                </a:lnTo>
                <a:lnTo>
                  <a:pt x="734039" y="98368"/>
                </a:lnTo>
                <a:lnTo>
                  <a:pt x="734417" y="98155"/>
                </a:lnTo>
                <a:lnTo>
                  <a:pt x="734794" y="97930"/>
                </a:lnTo>
                <a:lnTo>
                  <a:pt x="735169" y="97693"/>
                </a:lnTo>
                <a:lnTo>
                  <a:pt x="735544" y="97443"/>
                </a:lnTo>
                <a:lnTo>
                  <a:pt x="735918" y="97182"/>
                </a:lnTo>
                <a:lnTo>
                  <a:pt x="736291" y="96908"/>
                </a:lnTo>
                <a:lnTo>
                  <a:pt x="736662" y="96622"/>
                </a:lnTo>
                <a:lnTo>
                  <a:pt x="737030" y="96324"/>
                </a:lnTo>
                <a:lnTo>
                  <a:pt x="737391" y="96014"/>
                </a:lnTo>
                <a:lnTo>
                  <a:pt x="737745" y="95693"/>
                </a:lnTo>
                <a:lnTo>
                  <a:pt x="738092" y="95360"/>
                </a:lnTo>
                <a:lnTo>
                  <a:pt x="738432" y="95016"/>
                </a:lnTo>
                <a:lnTo>
                  <a:pt x="738764" y="94660"/>
                </a:lnTo>
                <a:lnTo>
                  <a:pt x="739090" y="94292"/>
                </a:lnTo>
                <a:lnTo>
                  <a:pt x="739409" y="93913"/>
                </a:lnTo>
                <a:lnTo>
                  <a:pt x="739721" y="93522"/>
                </a:lnTo>
                <a:lnTo>
                  <a:pt x="740025" y="93120"/>
                </a:lnTo>
                <a:lnTo>
                  <a:pt x="740323" y="92706"/>
                </a:lnTo>
                <a:lnTo>
                  <a:pt x="740614" y="92280"/>
                </a:lnTo>
                <a:lnTo>
                  <a:pt x="740898" y="91843"/>
                </a:lnTo>
                <a:lnTo>
                  <a:pt x="741174" y="91395"/>
                </a:lnTo>
                <a:lnTo>
                  <a:pt x="741444" y="90934"/>
                </a:lnTo>
                <a:lnTo>
                  <a:pt x="741707" y="90463"/>
                </a:lnTo>
                <a:lnTo>
                  <a:pt x="741962" y="89979"/>
                </a:lnTo>
                <a:lnTo>
                  <a:pt x="742211" y="89484"/>
                </a:lnTo>
                <a:lnTo>
                  <a:pt x="742453" y="88978"/>
                </a:lnTo>
                <a:lnTo>
                  <a:pt x="742687" y="88459"/>
                </a:lnTo>
                <a:lnTo>
                  <a:pt x="742915" y="87930"/>
                </a:lnTo>
                <a:lnTo>
                  <a:pt x="743136" y="87388"/>
                </a:lnTo>
                <a:lnTo>
                  <a:pt x="743349" y="86835"/>
                </a:lnTo>
                <a:lnTo>
                  <a:pt x="743556" y="86271"/>
                </a:lnTo>
                <a:lnTo>
                  <a:pt x="740840" y="86271"/>
                </a:lnTo>
                <a:lnTo>
                  <a:pt x="740740" y="86501"/>
                </a:lnTo>
                <a:lnTo>
                  <a:pt x="740636" y="86726"/>
                </a:lnTo>
                <a:lnTo>
                  <a:pt x="740529" y="86946"/>
                </a:lnTo>
                <a:lnTo>
                  <a:pt x="740419" y="87162"/>
                </a:lnTo>
                <a:lnTo>
                  <a:pt x="740305" y="87373"/>
                </a:lnTo>
                <a:lnTo>
                  <a:pt x="740187" y="87579"/>
                </a:lnTo>
                <a:lnTo>
                  <a:pt x="740067" y="87780"/>
                </a:lnTo>
                <a:lnTo>
                  <a:pt x="739943" y="87977"/>
                </a:lnTo>
                <a:lnTo>
                  <a:pt x="739815" y="88169"/>
                </a:lnTo>
                <a:lnTo>
                  <a:pt x="739685" y="88356"/>
                </a:lnTo>
                <a:lnTo>
                  <a:pt x="739550" y="88539"/>
                </a:lnTo>
                <a:lnTo>
                  <a:pt x="739413" y="88717"/>
                </a:lnTo>
                <a:lnTo>
                  <a:pt x="739272" y="88890"/>
                </a:lnTo>
                <a:lnTo>
                  <a:pt x="739128" y="89058"/>
                </a:lnTo>
                <a:lnTo>
                  <a:pt x="738980" y="89222"/>
                </a:lnTo>
                <a:lnTo>
                  <a:pt x="738829" y="89381"/>
                </a:lnTo>
                <a:lnTo>
                  <a:pt x="738674" y="89535"/>
                </a:lnTo>
                <a:lnTo>
                  <a:pt x="738516" y="89685"/>
                </a:lnTo>
                <a:lnTo>
                  <a:pt x="738355" y="89830"/>
                </a:lnTo>
                <a:lnTo>
                  <a:pt x="738190" y="89970"/>
                </a:lnTo>
                <a:lnTo>
                  <a:pt x="738022" y="90106"/>
                </a:lnTo>
                <a:lnTo>
                  <a:pt x="737851" y="90236"/>
                </a:lnTo>
                <a:lnTo>
                  <a:pt x="737676" y="90362"/>
                </a:lnTo>
                <a:lnTo>
                  <a:pt x="737498" y="90484"/>
                </a:lnTo>
                <a:lnTo>
                  <a:pt x="737318" y="90600"/>
                </a:lnTo>
                <a:lnTo>
                  <a:pt x="737137" y="90712"/>
                </a:lnTo>
                <a:lnTo>
                  <a:pt x="736956" y="90818"/>
                </a:lnTo>
                <a:lnTo>
                  <a:pt x="736775" y="90920"/>
                </a:lnTo>
                <a:lnTo>
                  <a:pt x="736593" y="91016"/>
                </a:lnTo>
                <a:lnTo>
                  <a:pt x="736410" y="91108"/>
                </a:lnTo>
                <a:lnTo>
                  <a:pt x="736227" y="91195"/>
                </a:lnTo>
                <a:lnTo>
                  <a:pt x="736044" y="91277"/>
                </a:lnTo>
                <a:lnTo>
                  <a:pt x="735860" y="91353"/>
                </a:lnTo>
                <a:lnTo>
                  <a:pt x="735675" y="91425"/>
                </a:lnTo>
                <a:lnTo>
                  <a:pt x="735490" y="91492"/>
                </a:lnTo>
                <a:lnTo>
                  <a:pt x="735305" y="91554"/>
                </a:lnTo>
                <a:lnTo>
                  <a:pt x="735119" y="91611"/>
                </a:lnTo>
                <a:lnTo>
                  <a:pt x="734932" y="91663"/>
                </a:lnTo>
                <a:lnTo>
                  <a:pt x="734745" y="91710"/>
                </a:lnTo>
                <a:lnTo>
                  <a:pt x="734558" y="91752"/>
                </a:lnTo>
                <a:lnTo>
                  <a:pt x="734370" y="91790"/>
                </a:lnTo>
                <a:lnTo>
                  <a:pt x="734182" y="91822"/>
                </a:lnTo>
                <a:lnTo>
                  <a:pt x="733993" y="91849"/>
                </a:lnTo>
                <a:lnTo>
                  <a:pt x="733804" y="91871"/>
                </a:lnTo>
                <a:lnTo>
                  <a:pt x="733614" y="91889"/>
                </a:lnTo>
                <a:lnTo>
                  <a:pt x="733424" y="91901"/>
                </a:lnTo>
                <a:lnTo>
                  <a:pt x="733233" y="91909"/>
                </a:lnTo>
                <a:lnTo>
                  <a:pt x="733042" y="91911"/>
                </a:lnTo>
                <a:lnTo>
                  <a:pt x="732811" y="91907"/>
                </a:lnTo>
                <a:lnTo>
                  <a:pt x="732585" y="91896"/>
                </a:lnTo>
                <a:lnTo>
                  <a:pt x="732361" y="91877"/>
                </a:lnTo>
                <a:lnTo>
                  <a:pt x="732141" y="91851"/>
                </a:lnTo>
                <a:lnTo>
                  <a:pt x="731925" y="91817"/>
                </a:lnTo>
                <a:lnTo>
                  <a:pt x="731712" y="91776"/>
                </a:lnTo>
                <a:lnTo>
                  <a:pt x="731503" y="91728"/>
                </a:lnTo>
                <a:lnTo>
                  <a:pt x="731297" y="91672"/>
                </a:lnTo>
                <a:lnTo>
                  <a:pt x="731095" y="91608"/>
                </a:lnTo>
                <a:lnTo>
                  <a:pt x="730896" y="91537"/>
                </a:lnTo>
                <a:lnTo>
                  <a:pt x="730701" y="91458"/>
                </a:lnTo>
                <a:lnTo>
                  <a:pt x="730509" y="91372"/>
                </a:lnTo>
                <a:lnTo>
                  <a:pt x="730321" y="91279"/>
                </a:lnTo>
                <a:lnTo>
                  <a:pt x="730136" y="91178"/>
                </a:lnTo>
                <a:lnTo>
                  <a:pt x="729955" y="91070"/>
                </a:lnTo>
                <a:lnTo>
                  <a:pt x="729777" y="90954"/>
                </a:lnTo>
                <a:lnTo>
                  <a:pt x="729603" y="90830"/>
                </a:lnTo>
                <a:lnTo>
                  <a:pt x="729432" y="90699"/>
                </a:lnTo>
                <a:lnTo>
                  <a:pt x="729265" y="90561"/>
                </a:lnTo>
                <a:lnTo>
                  <a:pt x="729101" y="90415"/>
                </a:lnTo>
                <a:lnTo>
                  <a:pt x="728941" y="90262"/>
                </a:lnTo>
                <a:lnTo>
                  <a:pt x="728784" y="90101"/>
                </a:lnTo>
                <a:lnTo>
                  <a:pt x="728631" y="89933"/>
                </a:lnTo>
                <a:lnTo>
                  <a:pt x="728481" y="89757"/>
                </a:lnTo>
                <a:lnTo>
                  <a:pt x="728336" y="89570"/>
                </a:lnTo>
                <a:lnTo>
                  <a:pt x="728197" y="89369"/>
                </a:lnTo>
                <a:lnTo>
                  <a:pt x="728065" y="89155"/>
                </a:lnTo>
                <a:lnTo>
                  <a:pt x="727938" y="88926"/>
                </a:lnTo>
                <a:lnTo>
                  <a:pt x="727818" y="88683"/>
                </a:lnTo>
                <a:lnTo>
                  <a:pt x="727704" y="88427"/>
                </a:lnTo>
                <a:lnTo>
                  <a:pt x="727596" y="88156"/>
                </a:lnTo>
                <a:lnTo>
                  <a:pt x="727495" y="87871"/>
                </a:lnTo>
                <a:lnTo>
                  <a:pt x="727399" y="87572"/>
                </a:lnTo>
                <a:lnTo>
                  <a:pt x="727310" y="87259"/>
                </a:lnTo>
                <a:lnTo>
                  <a:pt x="727226" y="86933"/>
                </a:lnTo>
                <a:lnTo>
                  <a:pt x="727149" y="86592"/>
                </a:lnTo>
                <a:lnTo>
                  <a:pt x="727078" y="86237"/>
                </a:lnTo>
                <a:lnTo>
                  <a:pt x="727014" y="85868"/>
                </a:lnTo>
                <a:lnTo>
                  <a:pt x="726955" y="85486"/>
                </a:lnTo>
                <a:lnTo>
                  <a:pt x="726903" y="85089"/>
                </a:lnTo>
                <a:lnTo>
                  <a:pt x="726856" y="84678"/>
                </a:lnTo>
                <a:lnTo>
                  <a:pt x="726816" y="84253"/>
                </a:lnTo>
                <a:lnTo>
                  <a:pt x="726783" y="83814"/>
                </a:lnTo>
                <a:lnTo>
                  <a:pt x="726755" y="83361"/>
                </a:lnTo>
                <a:lnTo>
                  <a:pt x="726733" y="82895"/>
                </a:lnTo>
                <a:lnTo>
                  <a:pt x="726718" y="82414"/>
                </a:lnTo>
                <a:lnTo>
                  <a:pt x="726709" y="81919"/>
                </a:lnTo>
                <a:lnTo>
                  <a:pt x="726705" y="81410"/>
                </a:lnTo>
                <a:lnTo>
                  <a:pt x="726705" y="40107"/>
                </a:lnTo>
                <a:lnTo>
                  <a:pt x="741606" y="40107"/>
                </a:lnTo>
                <a:lnTo>
                  <a:pt x="741606" y="35233"/>
                </a:lnTo>
                <a:lnTo>
                  <a:pt x="726705" y="35233"/>
                </a:lnTo>
                <a:lnTo>
                  <a:pt x="726705" y="14204"/>
                </a:lnTo>
                <a:lnTo>
                  <a:pt x="724547" y="14204"/>
                </a:lnTo>
                <a:lnTo>
                  <a:pt x="724311" y="14785"/>
                </a:lnTo>
                <a:lnTo>
                  <a:pt x="724080" y="15350"/>
                </a:lnTo>
                <a:lnTo>
                  <a:pt x="723853" y="15899"/>
                </a:lnTo>
                <a:close/>
                <a:moveTo>
                  <a:pt x="691429" y="33821"/>
                </a:moveTo>
                <a:lnTo>
                  <a:pt x="691362" y="33946"/>
                </a:lnTo>
                <a:lnTo>
                  <a:pt x="691296" y="34067"/>
                </a:lnTo>
                <a:lnTo>
                  <a:pt x="691230" y="34184"/>
                </a:lnTo>
                <a:lnTo>
                  <a:pt x="691165" y="34296"/>
                </a:lnTo>
                <a:lnTo>
                  <a:pt x="691101" y="34405"/>
                </a:lnTo>
                <a:lnTo>
                  <a:pt x="691038" y="34509"/>
                </a:lnTo>
                <a:lnTo>
                  <a:pt x="690975" y="34609"/>
                </a:lnTo>
                <a:lnTo>
                  <a:pt x="690913" y="34705"/>
                </a:lnTo>
                <a:lnTo>
                  <a:pt x="690852" y="34797"/>
                </a:lnTo>
                <a:lnTo>
                  <a:pt x="690791" y="34885"/>
                </a:lnTo>
                <a:lnTo>
                  <a:pt x="690731" y="34969"/>
                </a:lnTo>
                <a:lnTo>
                  <a:pt x="690672" y="35049"/>
                </a:lnTo>
                <a:lnTo>
                  <a:pt x="690614" y="35124"/>
                </a:lnTo>
                <a:lnTo>
                  <a:pt x="690556" y="35196"/>
                </a:lnTo>
                <a:lnTo>
                  <a:pt x="690499" y="35263"/>
                </a:lnTo>
                <a:lnTo>
                  <a:pt x="690443" y="35326"/>
                </a:lnTo>
                <a:lnTo>
                  <a:pt x="690388" y="35385"/>
                </a:lnTo>
                <a:lnTo>
                  <a:pt x="690333" y="35440"/>
                </a:lnTo>
                <a:lnTo>
                  <a:pt x="690279" y="35491"/>
                </a:lnTo>
                <a:lnTo>
                  <a:pt x="690225" y="35538"/>
                </a:lnTo>
                <a:lnTo>
                  <a:pt x="690173" y="35581"/>
                </a:lnTo>
                <a:lnTo>
                  <a:pt x="690120" y="35620"/>
                </a:lnTo>
                <a:lnTo>
                  <a:pt x="690065" y="35659"/>
                </a:lnTo>
                <a:lnTo>
                  <a:pt x="690009" y="35695"/>
                </a:lnTo>
                <a:lnTo>
                  <a:pt x="689950" y="35730"/>
                </a:lnTo>
                <a:lnTo>
                  <a:pt x="689891" y="35763"/>
                </a:lnTo>
                <a:lnTo>
                  <a:pt x="689829" y="35794"/>
                </a:lnTo>
                <a:lnTo>
                  <a:pt x="689766" y="35824"/>
                </a:lnTo>
                <a:lnTo>
                  <a:pt x="689701" y="35851"/>
                </a:lnTo>
                <a:lnTo>
                  <a:pt x="689634" y="35878"/>
                </a:lnTo>
                <a:lnTo>
                  <a:pt x="689566" y="35902"/>
                </a:lnTo>
                <a:lnTo>
                  <a:pt x="689496" y="35925"/>
                </a:lnTo>
                <a:lnTo>
                  <a:pt x="689424" y="35946"/>
                </a:lnTo>
                <a:lnTo>
                  <a:pt x="689351" y="35966"/>
                </a:lnTo>
                <a:lnTo>
                  <a:pt x="689276" y="35983"/>
                </a:lnTo>
                <a:lnTo>
                  <a:pt x="689199" y="36000"/>
                </a:lnTo>
                <a:lnTo>
                  <a:pt x="689121" y="36014"/>
                </a:lnTo>
                <a:lnTo>
                  <a:pt x="689041" y="36027"/>
                </a:lnTo>
                <a:lnTo>
                  <a:pt x="688959" y="36038"/>
                </a:lnTo>
                <a:lnTo>
                  <a:pt x="688875" y="36047"/>
                </a:lnTo>
                <a:lnTo>
                  <a:pt x="688790" y="36055"/>
                </a:lnTo>
                <a:lnTo>
                  <a:pt x="688703" y="36060"/>
                </a:lnTo>
                <a:lnTo>
                  <a:pt x="688614" y="36065"/>
                </a:lnTo>
                <a:lnTo>
                  <a:pt x="688524" y="36067"/>
                </a:lnTo>
                <a:lnTo>
                  <a:pt x="688432" y="36068"/>
                </a:lnTo>
                <a:lnTo>
                  <a:pt x="688329" y="36066"/>
                </a:lnTo>
                <a:lnTo>
                  <a:pt x="688218" y="36061"/>
                </a:lnTo>
                <a:lnTo>
                  <a:pt x="688099" y="36052"/>
                </a:lnTo>
                <a:lnTo>
                  <a:pt x="687972" y="36039"/>
                </a:lnTo>
                <a:lnTo>
                  <a:pt x="687836" y="36023"/>
                </a:lnTo>
                <a:lnTo>
                  <a:pt x="687692" y="36003"/>
                </a:lnTo>
                <a:lnTo>
                  <a:pt x="687540" y="35979"/>
                </a:lnTo>
                <a:lnTo>
                  <a:pt x="687380" y="35952"/>
                </a:lnTo>
                <a:lnTo>
                  <a:pt x="687211" y="35921"/>
                </a:lnTo>
                <a:lnTo>
                  <a:pt x="687035" y="35887"/>
                </a:lnTo>
                <a:lnTo>
                  <a:pt x="686850" y="35849"/>
                </a:lnTo>
                <a:lnTo>
                  <a:pt x="686657" y="35807"/>
                </a:lnTo>
                <a:lnTo>
                  <a:pt x="686455" y="35762"/>
                </a:lnTo>
                <a:lnTo>
                  <a:pt x="686246" y="35713"/>
                </a:lnTo>
                <a:lnTo>
                  <a:pt x="686028" y="35660"/>
                </a:lnTo>
                <a:lnTo>
                  <a:pt x="685802" y="35604"/>
                </a:lnTo>
                <a:lnTo>
                  <a:pt x="685567" y="35544"/>
                </a:lnTo>
                <a:lnTo>
                  <a:pt x="685325" y="35481"/>
                </a:lnTo>
                <a:lnTo>
                  <a:pt x="685074" y="35414"/>
                </a:lnTo>
                <a:lnTo>
                  <a:pt x="684815" y="35343"/>
                </a:lnTo>
                <a:lnTo>
                  <a:pt x="684548" y="35268"/>
                </a:lnTo>
                <a:lnTo>
                  <a:pt x="684273" y="35190"/>
                </a:lnTo>
                <a:lnTo>
                  <a:pt x="683989" y="35109"/>
                </a:lnTo>
                <a:lnTo>
                  <a:pt x="683697" y="35024"/>
                </a:lnTo>
                <a:lnTo>
                  <a:pt x="683253" y="34893"/>
                </a:lnTo>
                <a:lnTo>
                  <a:pt x="682815" y="34768"/>
                </a:lnTo>
                <a:lnTo>
                  <a:pt x="682382" y="34648"/>
                </a:lnTo>
                <a:lnTo>
                  <a:pt x="681955" y="34534"/>
                </a:lnTo>
                <a:lnTo>
                  <a:pt x="681533" y="34426"/>
                </a:lnTo>
                <a:lnTo>
                  <a:pt x="681117" y="34323"/>
                </a:lnTo>
                <a:lnTo>
                  <a:pt x="680706" y="34226"/>
                </a:lnTo>
                <a:lnTo>
                  <a:pt x="680301" y="34134"/>
                </a:lnTo>
                <a:lnTo>
                  <a:pt x="679901" y="34048"/>
                </a:lnTo>
                <a:lnTo>
                  <a:pt x="679507" y="33967"/>
                </a:lnTo>
                <a:lnTo>
                  <a:pt x="679119" y="33892"/>
                </a:lnTo>
                <a:lnTo>
                  <a:pt x="678736" y="33823"/>
                </a:lnTo>
                <a:lnTo>
                  <a:pt x="678359" y="33759"/>
                </a:lnTo>
                <a:lnTo>
                  <a:pt x="677987" y="33700"/>
                </a:lnTo>
                <a:lnTo>
                  <a:pt x="677621" y="33647"/>
                </a:lnTo>
                <a:lnTo>
                  <a:pt x="677260" y="33600"/>
                </a:lnTo>
                <a:lnTo>
                  <a:pt x="676905" y="33558"/>
                </a:lnTo>
                <a:lnTo>
                  <a:pt x="676556" y="33522"/>
                </a:lnTo>
                <a:lnTo>
                  <a:pt x="676212" y="33492"/>
                </a:lnTo>
                <a:lnTo>
                  <a:pt x="675874" y="33467"/>
                </a:lnTo>
                <a:lnTo>
                  <a:pt x="675541" y="33447"/>
                </a:lnTo>
                <a:lnTo>
                  <a:pt x="675214" y="33433"/>
                </a:lnTo>
                <a:lnTo>
                  <a:pt x="674892" y="33425"/>
                </a:lnTo>
                <a:lnTo>
                  <a:pt x="674576" y="33422"/>
                </a:lnTo>
                <a:lnTo>
                  <a:pt x="673868" y="33431"/>
                </a:lnTo>
                <a:lnTo>
                  <a:pt x="673170" y="33459"/>
                </a:lnTo>
                <a:lnTo>
                  <a:pt x="672484" y="33505"/>
                </a:lnTo>
                <a:lnTo>
                  <a:pt x="671809" y="33569"/>
                </a:lnTo>
                <a:lnTo>
                  <a:pt x="671145" y="33652"/>
                </a:lnTo>
                <a:lnTo>
                  <a:pt x="670492" y="33753"/>
                </a:lnTo>
                <a:lnTo>
                  <a:pt x="669849" y="33872"/>
                </a:lnTo>
                <a:lnTo>
                  <a:pt x="669218" y="34010"/>
                </a:lnTo>
                <a:lnTo>
                  <a:pt x="668598" y="34166"/>
                </a:lnTo>
                <a:lnTo>
                  <a:pt x="667989" y="34340"/>
                </a:lnTo>
                <a:lnTo>
                  <a:pt x="667391" y="34533"/>
                </a:lnTo>
                <a:lnTo>
                  <a:pt x="666803" y="34744"/>
                </a:lnTo>
                <a:lnTo>
                  <a:pt x="666227" y="34974"/>
                </a:lnTo>
                <a:lnTo>
                  <a:pt x="665662" y="35221"/>
                </a:lnTo>
                <a:lnTo>
                  <a:pt x="665108" y="35488"/>
                </a:lnTo>
                <a:lnTo>
                  <a:pt x="664565" y="35772"/>
                </a:lnTo>
                <a:lnTo>
                  <a:pt x="664032" y="36075"/>
                </a:lnTo>
                <a:lnTo>
                  <a:pt x="663511" y="36396"/>
                </a:lnTo>
                <a:lnTo>
                  <a:pt x="663001" y="36736"/>
                </a:lnTo>
                <a:lnTo>
                  <a:pt x="662502" y="37094"/>
                </a:lnTo>
                <a:lnTo>
                  <a:pt x="662014" y="37470"/>
                </a:lnTo>
                <a:lnTo>
                  <a:pt x="661537" y="37865"/>
                </a:lnTo>
                <a:lnTo>
                  <a:pt x="661070" y="38278"/>
                </a:lnTo>
                <a:lnTo>
                  <a:pt x="660615" y="38710"/>
                </a:lnTo>
                <a:lnTo>
                  <a:pt x="660175" y="39155"/>
                </a:lnTo>
                <a:lnTo>
                  <a:pt x="659753" y="39608"/>
                </a:lnTo>
                <a:lnTo>
                  <a:pt x="659350" y="40071"/>
                </a:lnTo>
                <a:lnTo>
                  <a:pt x="658966" y="40543"/>
                </a:lnTo>
                <a:lnTo>
                  <a:pt x="658601" y="41024"/>
                </a:lnTo>
                <a:lnTo>
                  <a:pt x="658254" y="41513"/>
                </a:lnTo>
                <a:lnTo>
                  <a:pt x="657926" y="42012"/>
                </a:lnTo>
                <a:lnTo>
                  <a:pt x="657617" y="42519"/>
                </a:lnTo>
                <a:lnTo>
                  <a:pt x="657327" y="43036"/>
                </a:lnTo>
                <a:lnTo>
                  <a:pt x="657055" y="43561"/>
                </a:lnTo>
                <a:lnTo>
                  <a:pt x="656802" y="44095"/>
                </a:lnTo>
                <a:lnTo>
                  <a:pt x="656568" y="44639"/>
                </a:lnTo>
                <a:lnTo>
                  <a:pt x="656352" y="45191"/>
                </a:lnTo>
                <a:lnTo>
                  <a:pt x="656156" y="45752"/>
                </a:lnTo>
                <a:lnTo>
                  <a:pt x="655978" y="46322"/>
                </a:lnTo>
                <a:lnTo>
                  <a:pt x="655818" y="46901"/>
                </a:lnTo>
                <a:lnTo>
                  <a:pt x="655678" y="47489"/>
                </a:lnTo>
                <a:lnTo>
                  <a:pt x="655556" y="48086"/>
                </a:lnTo>
                <a:lnTo>
                  <a:pt x="655453" y="48691"/>
                </a:lnTo>
                <a:lnTo>
                  <a:pt x="655369" y="49306"/>
                </a:lnTo>
                <a:lnTo>
                  <a:pt x="655303" y="49930"/>
                </a:lnTo>
                <a:lnTo>
                  <a:pt x="655256" y="50562"/>
                </a:lnTo>
                <a:lnTo>
                  <a:pt x="655228" y="51204"/>
                </a:lnTo>
                <a:lnTo>
                  <a:pt x="655219" y="51854"/>
                </a:lnTo>
                <a:lnTo>
                  <a:pt x="655224" y="52355"/>
                </a:lnTo>
                <a:lnTo>
                  <a:pt x="655241" y="52848"/>
                </a:lnTo>
                <a:lnTo>
                  <a:pt x="655268" y="53335"/>
                </a:lnTo>
                <a:lnTo>
                  <a:pt x="655306" y="53814"/>
                </a:lnTo>
                <a:lnTo>
                  <a:pt x="655355" y="54285"/>
                </a:lnTo>
                <a:lnTo>
                  <a:pt x="655415" y="54750"/>
                </a:lnTo>
                <a:lnTo>
                  <a:pt x="655485" y="55207"/>
                </a:lnTo>
                <a:lnTo>
                  <a:pt x="655567" y="55657"/>
                </a:lnTo>
                <a:lnTo>
                  <a:pt x="655659" y="56099"/>
                </a:lnTo>
                <a:lnTo>
                  <a:pt x="655763" y="56535"/>
                </a:lnTo>
                <a:lnTo>
                  <a:pt x="655877" y="56963"/>
                </a:lnTo>
                <a:lnTo>
                  <a:pt x="656002" y="57384"/>
                </a:lnTo>
                <a:lnTo>
                  <a:pt x="656138" y="57798"/>
                </a:lnTo>
                <a:lnTo>
                  <a:pt x="656285" y="58204"/>
                </a:lnTo>
                <a:lnTo>
                  <a:pt x="656443" y="58603"/>
                </a:lnTo>
                <a:lnTo>
                  <a:pt x="656611" y="58995"/>
                </a:lnTo>
                <a:lnTo>
                  <a:pt x="656791" y="59380"/>
                </a:lnTo>
                <a:lnTo>
                  <a:pt x="656981" y="59758"/>
                </a:lnTo>
                <a:lnTo>
                  <a:pt x="657183" y="60128"/>
                </a:lnTo>
                <a:lnTo>
                  <a:pt x="657395" y="60491"/>
                </a:lnTo>
                <a:lnTo>
                  <a:pt x="657618" y="60846"/>
                </a:lnTo>
                <a:lnTo>
                  <a:pt x="657852" y="61195"/>
                </a:lnTo>
                <a:lnTo>
                  <a:pt x="658097" y="61536"/>
                </a:lnTo>
                <a:lnTo>
                  <a:pt x="658352" y="61870"/>
                </a:lnTo>
                <a:lnTo>
                  <a:pt x="658625" y="62208"/>
                </a:lnTo>
                <a:lnTo>
                  <a:pt x="658923" y="62549"/>
                </a:lnTo>
                <a:lnTo>
                  <a:pt x="659244" y="62894"/>
                </a:lnTo>
                <a:lnTo>
                  <a:pt x="659590" y="63242"/>
                </a:lnTo>
                <a:lnTo>
                  <a:pt x="659960" y="63593"/>
                </a:lnTo>
                <a:lnTo>
                  <a:pt x="660354" y="63948"/>
                </a:lnTo>
                <a:lnTo>
                  <a:pt x="660772" y="64306"/>
                </a:lnTo>
                <a:lnTo>
                  <a:pt x="661215" y="64668"/>
                </a:lnTo>
                <a:lnTo>
                  <a:pt x="661681" y="65033"/>
                </a:lnTo>
                <a:lnTo>
                  <a:pt x="662172" y="65401"/>
                </a:lnTo>
                <a:lnTo>
                  <a:pt x="662687" y="65773"/>
                </a:lnTo>
                <a:lnTo>
                  <a:pt x="663226" y="66148"/>
                </a:lnTo>
                <a:lnTo>
                  <a:pt x="663790" y="66527"/>
                </a:lnTo>
                <a:lnTo>
                  <a:pt x="664377" y="66908"/>
                </a:lnTo>
                <a:lnTo>
                  <a:pt x="664989" y="67294"/>
                </a:lnTo>
                <a:lnTo>
                  <a:pt x="665625" y="67682"/>
                </a:lnTo>
                <a:lnTo>
                  <a:pt x="666285" y="68074"/>
                </a:lnTo>
                <a:lnTo>
                  <a:pt x="666969" y="68470"/>
                </a:lnTo>
                <a:lnTo>
                  <a:pt x="667677" y="68869"/>
                </a:lnTo>
                <a:lnTo>
                  <a:pt x="668410" y="69271"/>
                </a:lnTo>
                <a:lnTo>
                  <a:pt x="669167" y="69676"/>
                </a:lnTo>
                <a:lnTo>
                  <a:pt x="669947" y="70085"/>
                </a:lnTo>
                <a:lnTo>
                  <a:pt x="670753" y="70498"/>
                </a:lnTo>
                <a:lnTo>
                  <a:pt x="671582" y="70913"/>
                </a:lnTo>
                <a:lnTo>
                  <a:pt x="672411" y="71328"/>
                </a:lnTo>
                <a:lnTo>
                  <a:pt x="673218" y="71736"/>
                </a:lnTo>
                <a:lnTo>
                  <a:pt x="674001" y="72138"/>
                </a:lnTo>
                <a:lnTo>
                  <a:pt x="674761" y="72534"/>
                </a:lnTo>
                <a:lnTo>
                  <a:pt x="675497" y="72924"/>
                </a:lnTo>
                <a:lnTo>
                  <a:pt x="676210" y="73308"/>
                </a:lnTo>
                <a:lnTo>
                  <a:pt x="676900" y="73686"/>
                </a:lnTo>
                <a:lnTo>
                  <a:pt x="677566" y="74058"/>
                </a:lnTo>
                <a:lnTo>
                  <a:pt x="678209" y="74424"/>
                </a:lnTo>
                <a:lnTo>
                  <a:pt x="678829" y="74784"/>
                </a:lnTo>
                <a:lnTo>
                  <a:pt x="679425" y="75138"/>
                </a:lnTo>
                <a:lnTo>
                  <a:pt x="679998" y="75485"/>
                </a:lnTo>
                <a:lnTo>
                  <a:pt x="680548" y="75827"/>
                </a:lnTo>
                <a:lnTo>
                  <a:pt x="681074" y="76163"/>
                </a:lnTo>
                <a:lnTo>
                  <a:pt x="681577" y="76493"/>
                </a:lnTo>
                <a:lnTo>
                  <a:pt x="682057" y="76816"/>
                </a:lnTo>
                <a:lnTo>
                  <a:pt x="682514" y="77134"/>
                </a:lnTo>
                <a:lnTo>
                  <a:pt x="682947" y="77446"/>
                </a:lnTo>
                <a:lnTo>
                  <a:pt x="683356" y="77751"/>
                </a:lnTo>
                <a:lnTo>
                  <a:pt x="683743" y="78051"/>
                </a:lnTo>
                <a:lnTo>
                  <a:pt x="684106" y="78344"/>
                </a:lnTo>
                <a:lnTo>
                  <a:pt x="684446" y="78632"/>
                </a:lnTo>
                <a:lnTo>
                  <a:pt x="684762" y="78913"/>
                </a:lnTo>
                <a:lnTo>
                  <a:pt x="685055" y="79188"/>
                </a:lnTo>
                <a:lnTo>
                  <a:pt x="685331" y="79463"/>
                </a:lnTo>
                <a:lnTo>
                  <a:pt x="685595" y="79744"/>
                </a:lnTo>
                <a:lnTo>
                  <a:pt x="685847" y="80029"/>
                </a:lnTo>
                <a:lnTo>
                  <a:pt x="686087" y="80320"/>
                </a:lnTo>
                <a:lnTo>
                  <a:pt x="686316" y="80617"/>
                </a:lnTo>
                <a:lnTo>
                  <a:pt x="686533" y="80918"/>
                </a:lnTo>
                <a:lnTo>
                  <a:pt x="686738" y="81225"/>
                </a:lnTo>
                <a:lnTo>
                  <a:pt x="686931" y="81537"/>
                </a:lnTo>
                <a:lnTo>
                  <a:pt x="687113" y="81855"/>
                </a:lnTo>
                <a:lnTo>
                  <a:pt x="687283" y="82178"/>
                </a:lnTo>
                <a:lnTo>
                  <a:pt x="687441" y="82506"/>
                </a:lnTo>
                <a:lnTo>
                  <a:pt x="687588" y="82840"/>
                </a:lnTo>
                <a:lnTo>
                  <a:pt x="687723" y="83178"/>
                </a:lnTo>
                <a:lnTo>
                  <a:pt x="687846" y="83523"/>
                </a:lnTo>
                <a:lnTo>
                  <a:pt x="687957" y="83872"/>
                </a:lnTo>
                <a:lnTo>
                  <a:pt x="688057" y="84227"/>
                </a:lnTo>
                <a:lnTo>
                  <a:pt x="688145" y="84587"/>
                </a:lnTo>
                <a:lnTo>
                  <a:pt x="688221" y="84952"/>
                </a:lnTo>
                <a:lnTo>
                  <a:pt x="688286" y="85323"/>
                </a:lnTo>
                <a:lnTo>
                  <a:pt x="688338" y="85699"/>
                </a:lnTo>
                <a:lnTo>
                  <a:pt x="688379" y="86081"/>
                </a:lnTo>
                <a:lnTo>
                  <a:pt x="688409" y="86467"/>
                </a:lnTo>
                <a:lnTo>
                  <a:pt x="688426" y="86859"/>
                </a:lnTo>
                <a:lnTo>
                  <a:pt x="688432" y="87257"/>
                </a:lnTo>
                <a:lnTo>
                  <a:pt x="688427" y="87585"/>
                </a:lnTo>
                <a:lnTo>
                  <a:pt x="688411" y="87909"/>
                </a:lnTo>
                <a:lnTo>
                  <a:pt x="688385" y="88230"/>
                </a:lnTo>
                <a:lnTo>
                  <a:pt x="688348" y="88546"/>
                </a:lnTo>
                <a:lnTo>
                  <a:pt x="688301" y="88859"/>
                </a:lnTo>
                <a:lnTo>
                  <a:pt x="688243" y="89167"/>
                </a:lnTo>
                <a:lnTo>
                  <a:pt x="688174" y="89472"/>
                </a:lnTo>
                <a:lnTo>
                  <a:pt x="688096" y="89772"/>
                </a:lnTo>
                <a:lnTo>
                  <a:pt x="688006" y="90069"/>
                </a:lnTo>
                <a:lnTo>
                  <a:pt x="687906" y="90361"/>
                </a:lnTo>
                <a:lnTo>
                  <a:pt x="687796" y="90650"/>
                </a:lnTo>
                <a:lnTo>
                  <a:pt x="687675" y="90935"/>
                </a:lnTo>
                <a:lnTo>
                  <a:pt x="687543" y="91215"/>
                </a:lnTo>
                <a:lnTo>
                  <a:pt x="687401" y="91492"/>
                </a:lnTo>
                <a:lnTo>
                  <a:pt x="687249" y="91764"/>
                </a:lnTo>
                <a:lnTo>
                  <a:pt x="687086" y="92033"/>
                </a:lnTo>
                <a:lnTo>
                  <a:pt x="686912" y="92298"/>
                </a:lnTo>
                <a:lnTo>
                  <a:pt x="686728" y="92558"/>
                </a:lnTo>
                <a:lnTo>
                  <a:pt x="686534" y="92815"/>
                </a:lnTo>
                <a:lnTo>
                  <a:pt x="686329" y="93068"/>
                </a:lnTo>
                <a:lnTo>
                  <a:pt x="686113" y="93317"/>
                </a:lnTo>
                <a:lnTo>
                  <a:pt x="685887" y="93561"/>
                </a:lnTo>
                <a:lnTo>
                  <a:pt x="685650" y="93802"/>
                </a:lnTo>
                <a:lnTo>
                  <a:pt x="685403" y="94039"/>
                </a:lnTo>
                <a:lnTo>
                  <a:pt x="685148" y="94269"/>
                </a:lnTo>
                <a:lnTo>
                  <a:pt x="684886" y="94489"/>
                </a:lnTo>
                <a:lnTo>
                  <a:pt x="684618" y="94699"/>
                </a:lnTo>
                <a:lnTo>
                  <a:pt x="684344" y="94899"/>
                </a:lnTo>
                <a:lnTo>
                  <a:pt x="684064" y="95090"/>
                </a:lnTo>
                <a:lnTo>
                  <a:pt x="683778" y="95271"/>
                </a:lnTo>
                <a:lnTo>
                  <a:pt x="683485" y="95442"/>
                </a:lnTo>
                <a:lnTo>
                  <a:pt x="683187" y="95603"/>
                </a:lnTo>
                <a:lnTo>
                  <a:pt x="682882" y="95755"/>
                </a:lnTo>
                <a:lnTo>
                  <a:pt x="682571" y="95897"/>
                </a:lnTo>
                <a:lnTo>
                  <a:pt x="682254" y="96029"/>
                </a:lnTo>
                <a:lnTo>
                  <a:pt x="681930" y="96151"/>
                </a:lnTo>
                <a:lnTo>
                  <a:pt x="681601" y="96263"/>
                </a:lnTo>
                <a:lnTo>
                  <a:pt x="681265" y="96366"/>
                </a:lnTo>
                <a:lnTo>
                  <a:pt x="680924" y="96459"/>
                </a:lnTo>
                <a:lnTo>
                  <a:pt x="680576" y="96542"/>
                </a:lnTo>
                <a:lnTo>
                  <a:pt x="680221" y="96615"/>
                </a:lnTo>
                <a:lnTo>
                  <a:pt x="679861" y="96679"/>
                </a:lnTo>
                <a:lnTo>
                  <a:pt x="679495" y="96732"/>
                </a:lnTo>
                <a:lnTo>
                  <a:pt x="679122" y="96776"/>
                </a:lnTo>
                <a:lnTo>
                  <a:pt x="678743" y="96811"/>
                </a:lnTo>
                <a:lnTo>
                  <a:pt x="678358" y="96835"/>
                </a:lnTo>
                <a:lnTo>
                  <a:pt x="677967" y="96850"/>
                </a:lnTo>
                <a:lnTo>
                  <a:pt x="677570" y="96855"/>
                </a:lnTo>
                <a:lnTo>
                  <a:pt x="677004" y="96846"/>
                </a:lnTo>
                <a:lnTo>
                  <a:pt x="676442" y="96820"/>
                </a:lnTo>
                <a:lnTo>
                  <a:pt x="675885" y="96777"/>
                </a:lnTo>
                <a:lnTo>
                  <a:pt x="675332" y="96717"/>
                </a:lnTo>
                <a:lnTo>
                  <a:pt x="674784" y="96639"/>
                </a:lnTo>
                <a:lnTo>
                  <a:pt x="674241" y="96545"/>
                </a:lnTo>
                <a:lnTo>
                  <a:pt x="673702" y="96433"/>
                </a:lnTo>
                <a:lnTo>
                  <a:pt x="673168" y="96303"/>
                </a:lnTo>
                <a:lnTo>
                  <a:pt x="672638" y="96157"/>
                </a:lnTo>
                <a:lnTo>
                  <a:pt x="672113" y="95993"/>
                </a:lnTo>
                <a:lnTo>
                  <a:pt x="671593" y="95813"/>
                </a:lnTo>
                <a:lnTo>
                  <a:pt x="671077" y="95614"/>
                </a:lnTo>
                <a:lnTo>
                  <a:pt x="670566" y="95399"/>
                </a:lnTo>
                <a:lnTo>
                  <a:pt x="670059" y="95167"/>
                </a:lnTo>
                <a:lnTo>
                  <a:pt x="669557" y="94917"/>
                </a:lnTo>
                <a:lnTo>
                  <a:pt x="669060" y="94650"/>
                </a:lnTo>
                <a:lnTo>
                  <a:pt x="668567" y="94366"/>
                </a:lnTo>
                <a:lnTo>
                  <a:pt x="668079" y="94064"/>
                </a:lnTo>
                <a:lnTo>
                  <a:pt x="667595" y="93745"/>
                </a:lnTo>
                <a:lnTo>
                  <a:pt x="667116" y="93409"/>
                </a:lnTo>
                <a:lnTo>
                  <a:pt x="666641" y="93056"/>
                </a:lnTo>
                <a:lnTo>
                  <a:pt x="666171" y="92686"/>
                </a:lnTo>
                <a:lnTo>
                  <a:pt x="665706" y="92298"/>
                </a:lnTo>
                <a:lnTo>
                  <a:pt x="665246" y="91894"/>
                </a:lnTo>
                <a:lnTo>
                  <a:pt x="664793" y="91472"/>
                </a:lnTo>
                <a:lnTo>
                  <a:pt x="664353" y="91033"/>
                </a:lnTo>
                <a:lnTo>
                  <a:pt x="663926" y="90578"/>
                </a:lnTo>
                <a:lnTo>
                  <a:pt x="663511" y="90106"/>
                </a:lnTo>
                <a:lnTo>
                  <a:pt x="663108" y="89617"/>
                </a:lnTo>
                <a:lnTo>
                  <a:pt x="662717" y="89112"/>
                </a:lnTo>
                <a:lnTo>
                  <a:pt x="662339" y="88589"/>
                </a:lnTo>
                <a:lnTo>
                  <a:pt x="661973" y="88050"/>
                </a:lnTo>
                <a:lnTo>
                  <a:pt x="661619" y="87495"/>
                </a:lnTo>
                <a:lnTo>
                  <a:pt x="661278" y="86922"/>
                </a:lnTo>
                <a:lnTo>
                  <a:pt x="660949" y="86333"/>
                </a:lnTo>
                <a:lnTo>
                  <a:pt x="660633" y="85727"/>
                </a:lnTo>
                <a:lnTo>
                  <a:pt x="660328" y="85104"/>
                </a:lnTo>
                <a:lnTo>
                  <a:pt x="660036" y="84465"/>
                </a:lnTo>
                <a:lnTo>
                  <a:pt x="659757" y="83809"/>
                </a:lnTo>
                <a:lnTo>
                  <a:pt x="659489" y="83136"/>
                </a:lnTo>
                <a:lnTo>
                  <a:pt x="659235" y="82446"/>
                </a:lnTo>
                <a:lnTo>
                  <a:pt x="658992" y="81740"/>
                </a:lnTo>
                <a:lnTo>
                  <a:pt x="658762" y="81016"/>
                </a:lnTo>
                <a:lnTo>
                  <a:pt x="658544" y="80277"/>
                </a:lnTo>
                <a:lnTo>
                  <a:pt x="658338" y="79520"/>
                </a:lnTo>
                <a:lnTo>
                  <a:pt x="658145" y="78747"/>
                </a:lnTo>
                <a:lnTo>
                  <a:pt x="657964" y="77956"/>
                </a:lnTo>
                <a:lnTo>
                  <a:pt x="657795" y="77150"/>
                </a:lnTo>
                <a:lnTo>
                  <a:pt x="655497" y="77150"/>
                </a:lnTo>
                <a:lnTo>
                  <a:pt x="655497" y="99988"/>
                </a:lnTo>
                <a:lnTo>
                  <a:pt x="657795" y="99988"/>
                </a:lnTo>
                <a:lnTo>
                  <a:pt x="657872" y="99840"/>
                </a:lnTo>
                <a:lnTo>
                  <a:pt x="657951" y="99699"/>
                </a:lnTo>
                <a:lnTo>
                  <a:pt x="658032" y="99564"/>
                </a:lnTo>
                <a:lnTo>
                  <a:pt x="658116" y="99435"/>
                </a:lnTo>
                <a:lnTo>
                  <a:pt x="658203" y="99312"/>
                </a:lnTo>
                <a:lnTo>
                  <a:pt x="658291" y="99196"/>
                </a:lnTo>
                <a:lnTo>
                  <a:pt x="658382" y="99086"/>
                </a:lnTo>
                <a:lnTo>
                  <a:pt x="658476" y="98982"/>
                </a:lnTo>
                <a:lnTo>
                  <a:pt x="658572" y="98885"/>
                </a:lnTo>
                <a:lnTo>
                  <a:pt x="658670" y="98794"/>
                </a:lnTo>
                <a:lnTo>
                  <a:pt x="658771" y="98709"/>
                </a:lnTo>
                <a:lnTo>
                  <a:pt x="658874" y="98630"/>
                </a:lnTo>
                <a:lnTo>
                  <a:pt x="658980" y="98558"/>
                </a:lnTo>
                <a:lnTo>
                  <a:pt x="659088" y="98492"/>
                </a:lnTo>
                <a:lnTo>
                  <a:pt x="659199" y="98432"/>
                </a:lnTo>
                <a:lnTo>
                  <a:pt x="659312" y="98379"/>
                </a:lnTo>
                <a:lnTo>
                  <a:pt x="659427" y="98332"/>
                </a:lnTo>
                <a:lnTo>
                  <a:pt x="659545" y="98291"/>
                </a:lnTo>
                <a:lnTo>
                  <a:pt x="659665" y="98256"/>
                </a:lnTo>
                <a:lnTo>
                  <a:pt x="659787" y="98228"/>
                </a:lnTo>
                <a:lnTo>
                  <a:pt x="659912" y="98206"/>
                </a:lnTo>
                <a:lnTo>
                  <a:pt x="660040" y="98190"/>
                </a:lnTo>
                <a:lnTo>
                  <a:pt x="660170" y="98181"/>
                </a:lnTo>
                <a:lnTo>
                  <a:pt x="660302" y="98178"/>
                </a:lnTo>
                <a:lnTo>
                  <a:pt x="660425" y="98179"/>
                </a:lnTo>
                <a:lnTo>
                  <a:pt x="660551" y="98182"/>
                </a:lnTo>
                <a:lnTo>
                  <a:pt x="660680" y="98189"/>
                </a:lnTo>
                <a:lnTo>
                  <a:pt x="660812" y="98197"/>
                </a:lnTo>
                <a:lnTo>
                  <a:pt x="660947" y="98208"/>
                </a:lnTo>
                <a:lnTo>
                  <a:pt x="661085" y="98221"/>
                </a:lnTo>
                <a:lnTo>
                  <a:pt x="661226" y="98237"/>
                </a:lnTo>
                <a:lnTo>
                  <a:pt x="661369" y="98255"/>
                </a:lnTo>
                <a:lnTo>
                  <a:pt x="661516" y="98276"/>
                </a:lnTo>
                <a:lnTo>
                  <a:pt x="661665" y="98299"/>
                </a:lnTo>
                <a:lnTo>
                  <a:pt x="661818" y="98324"/>
                </a:lnTo>
                <a:lnTo>
                  <a:pt x="661973" y="98352"/>
                </a:lnTo>
                <a:lnTo>
                  <a:pt x="662131" y="98382"/>
                </a:lnTo>
                <a:lnTo>
                  <a:pt x="662292" y="98415"/>
                </a:lnTo>
                <a:lnTo>
                  <a:pt x="662456" y="98450"/>
                </a:lnTo>
                <a:lnTo>
                  <a:pt x="662623" y="98487"/>
                </a:lnTo>
                <a:lnTo>
                  <a:pt x="662793" y="98527"/>
                </a:lnTo>
                <a:lnTo>
                  <a:pt x="662965" y="98569"/>
                </a:lnTo>
                <a:lnTo>
                  <a:pt x="663141" y="98614"/>
                </a:lnTo>
                <a:lnTo>
                  <a:pt x="663319" y="98661"/>
                </a:lnTo>
                <a:lnTo>
                  <a:pt x="663500" y="98711"/>
                </a:lnTo>
                <a:lnTo>
                  <a:pt x="663685" y="98763"/>
                </a:lnTo>
                <a:lnTo>
                  <a:pt x="663872" y="98817"/>
                </a:lnTo>
                <a:lnTo>
                  <a:pt x="664062" y="98874"/>
                </a:lnTo>
                <a:lnTo>
                  <a:pt x="664686" y="99044"/>
                </a:lnTo>
                <a:lnTo>
                  <a:pt x="665304" y="99208"/>
                </a:lnTo>
                <a:lnTo>
                  <a:pt x="665916" y="99364"/>
                </a:lnTo>
                <a:lnTo>
                  <a:pt x="666522" y="99512"/>
                </a:lnTo>
                <a:lnTo>
                  <a:pt x="667123" y="99654"/>
                </a:lnTo>
                <a:lnTo>
                  <a:pt x="667717" y="99788"/>
                </a:lnTo>
                <a:lnTo>
                  <a:pt x="668306" y="99915"/>
                </a:lnTo>
                <a:lnTo>
                  <a:pt x="668889" y="100034"/>
                </a:lnTo>
                <a:lnTo>
                  <a:pt x="669467" y="100147"/>
                </a:lnTo>
                <a:lnTo>
                  <a:pt x="670038" y="100252"/>
                </a:lnTo>
                <a:lnTo>
                  <a:pt x="670604" y="100350"/>
                </a:lnTo>
                <a:lnTo>
                  <a:pt x="671164" y="100441"/>
                </a:lnTo>
                <a:lnTo>
                  <a:pt x="671718" y="100524"/>
                </a:lnTo>
                <a:lnTo>
                  <a:pt x="672266" y="100600"/>
                </a:lnTo>
                <a:lnTo>
                  <a:pt x="672809" y="100669"/>
                </a:lnTo>
                <a:lnTo>
                  <a:pt x="673346" y="100731"/>
                </a:lnTo>
                <a:lnTo>
                  <a:pt x="673877" y="100785"/>
                </a:lnTo>
                <a:lnTo>
                  <a:pt x="674402" y="100832"/>
                </a:lnTo>
                <a:lnTo>
                  <a:pt x="674921" y="100872"/>
                </a:lnTo>
                <a:lnTo>
                  <a:pt x="675435" y="100905"/>
                </a:lnTo>
                <a:lnTo>
                  <a:pt x="675942" y="100930"/>
                </a:lnTo>
                <a:lnTo>
                  <a:pt x="676444" y="100948"/>
                </a:lnTo>
                <a:lnTo>
                  <a:pt x="676940" y="100959"/>
                </a:lnTo>
                <a:lnTo>
                  <a:pt x="677431" y="100963"/>
                </a:lnTo>
                <a:lnTo>
                  <a:pt x="678107" y="100954"/>
                </a:lnTo>
                <a:lnTo>
                  <a:pt x="678778" y="100926"/>
                </a:lnTo>
                <a:lnTo>
                  <a:pt x="679443" y="100880"/>
                </a:lnTo>
                <a:lnTo>
                  <a:pt x="680103" y="100815"/>
                </a:lnTo>
                <a:lnTo>
                  <a:pt x="680757" y="100732"/>
                </a:lnTo>
                <a:lnTo>
                  <a:pt x="681406" y="100630"/>
                </a:lnTo>
                <a:lnTo>
                  <a:pt x="682050" y="100510"/>
                </a:lnTo>
                <a:lnTo>
                  <a:pt x="682688" y="100372"/>
                </a:lnTo>
                <a:lnTo>
                  <a:pt x="683320" y="100215"/>
                </a:lnTo>
                <a:lnTo>
                  <a:pt x="683948" y="100039"/>
                </a:lnTo>
                <a:lnTo>
                  <a:pt x="684569" y="99845"/>
                </a:lnTo>
                <a:lnTo>
                  <a:pt x="685186" y="99633"/>
                </a:lnTo>
                <a:lnTo>
                  <a:pt x="685797" y="99402"/>
                </a:lnTo>
                <a:lnTo>
                  <a:pt x="686402" y="99153"/>
                </a:lnTo>
                <a:lnTo>
                  <a:pt x="687002" y="98885"/>
                </a:lnTo>
                <a:lnTo>
                  <a:pt x="687597" y="98598"/>
                </a:lnTo>
                <a:lnTo>
                  <a:pt x="688186" y="98294"/>
                </a:lnTo>
                <a:lnTo>
                  <a:pt x="688769" y="97970"/>
                </a:lnTo>
                <a:lnTo>
                  <a:pt x="689348" y="97629"/>
                </a:lnTo>
                <a:lnTo>
                  <a:pt x="689920" y="97268"/>
                </a:lnTo>
                <a:lnTo>
                  <a:pt x="690488" y="96890"/>
                </a:lnTo>
                <a:lnTo>
                  <a:pt x="691050" y="96492"/>
                </a:lnTo>
                <a:lnTo>
                  <a:pt x="691606" y="96077"/>
                </a:lnTo>
                <a:lnTo>
                  <a:pt x="692157" y="95643"/>
                </a:lnTo>
                <a:lnTo>
                  <a:pt x="692694" y="95193"/>
                </a:lnTo>
                <a:lnTo>
                  <a:pt x="693208" y="94732"/>
                </a:lnTo>
                <a:lnTo>
                  <a:pt x="693700" y="94259"/>
                </a:lnTo>
                <a:lnTo>
                  <a:pt x="694168" y="93775"/>
                </a:lnTo>
                <a:lnTo>
                  <a:pt x="694613" y="93279"/>
                </a:lnTo>
                <a:lnTo>
                  <a:pt x="695036" y="92771"/>
                </a:lnTo>
                <a:lnTo>
                  <a:pt x="695436" y="92251"/>
                </a:lnTo>
                <a:lnTo>
                  <a:pt x="695813" y="91720"/>
                </a:lnTo>
                <a:lnTo>
                  <a:pt x="696167" y="91177"/>
                </a:lnTo>
                <a:lnTo>
                  <a:pt x="696498" y="90622"/>
                </a:lnTo>
                <a:lnTo>
                  <a:pt x="696807" y="90056"/>
                </a:lnTo>
                <a:lnTo>
                  <a:pt x="697092" y="89478"/>
                </a:lnTo>
                <a:lnTo>
                  <a:pt x="697355" y="88888"/>
                </a:lnTo>
                <a:lnTo>
                  <a:pt x="697595" y="88286"/>
                </a:lnTo>
                <a:lnTo>
                  <a:pt x="697812" y="87673"/>
                </a:lnTo>
                <a:lnTo>
                  <a:pt x="698006" y="87048"/>
                </a:lnTo>
                <a:lnTo>
                  <a:pt x="698178" y="86412"/>
                </a:lnTo>
                <a:lnTo>
                  <a:pt x="698326" y="85763"/>
                </a:lnTo>
                <a:lnTo>
                  <a:pt x="698452" y="85103"/>
                </a:lnTo>
                <a:lnTo>
                  <a:pt x="698555" y="84432"/>
                </a:lnTo>
                <a:lnTo>
                  <a:pt x="698635" y="83748"/>
                </a:lnTo>
                <a:lnTo>
                  <a:pt x="698692" y="83053"/>
                </a:lnTo>
                <a:lnTo>
                  <a:pt x="698726" y="82346"/>
                </a:lnTo>
                <a:lnTo>
                  <a:pt x="698737" y="81628"/>
                </a:lnTo>
                <a:lnTo>
                  <a:pt x="698713" y="80696"/>
                </a:lnTo>
                <a:lnTo>
                  <a:pt x="698639" y="79780"/>
                </a:lnTo>
                <a:lnTo>
                  <a:pt x="698516" y="78879"/>
                </a:lnTo>
                <a:lnTo>
                  <a:pt x="698345" y="77993"/>
                </a:lnTo>
                <a:lnTo>
                  <a:pt x="698124" y="77122"/>
                </a:lnTo>
                <a:lnTo>
                  <a:pt x="697854" y="76267"/>
                </a:lnTo>
                <a:lnTo>
                  <a:pt x="697535" y="75427"/>
                </a:lnTo>
                <a:lnTo>
                  <a:pt x="697167" y="74602"/>
                </a:lnTo>
                <a:lnTo>
                  <a:pt x="696750" y="73792"/>
                </a:lnTo>
                <a:lnTo>
                  <a:pt x="696283" y="72998"/>
                </a:lnTo>
                <a:lnTo>
                  <a:pt x="695768" y="72219"/>
                </a:lnTo>
                <a:lnTo>
                  <a:pt x="695204" y="71455"/>
                </a:lnTo>
                <a:lnTo>
                  <a:pt x="694590" y="70706"/>
                </a:lnTo>
                <a:lnTo>
                  <a:pt x="693928" y="69972"/>
                </a:lnTo>
                <a:lnTo>
                  <a:pt x="693216" y="69254"/>
                </a:lnTo>
                <a:lnTo>
                  <a:pt x="692455" y="68551"/>
                </a:lnTo>
                <a:lnTo>
                  <a:pt x="691645" y="67863"/>
                </a:lnTo>
                <a:lnTo>
                  <a:pt x="690786" y="67190"/>
                </a:lnTo>
                <a:lnTo>
                  <a:pt x="689879" y="66533"/>
                </a:lnTo>
                <a:lnTo>
                  <a:pt x="688921" y="65891"/>
                </a:lnTo>
                <a:lnTo>
                  <a:pt x="687915" y="65264"/>
                </a:lnTo>
                <a:lnTo>
                  <a:pt x="686860" y="64652"/>
                </a:lnTo>
                <a:lnTo>
                  <a:pt x="685756" y="64055"/>
                </a:lnTo>
                <a:lnTo>
                  <a:pt x="684603" y="63474"/>
                </a:lnTo>
                <a:lnTo>
                  <a:pt x="674437" y="58535"/>
                </a:lnTo>
                <a:lnTo>
                  <a:pt x="673893" y="58269"/>
                </a:lnTo>
                <a:lnTo>
                  <a:pt x="673365" y="58004"/>
                </a:lnTo>
                <a:lnTo>
                  <a:pt x="672853" y="57740"/>
                </a:lnTo>
                <a:lnTo>
                  <a:pt x="672355" y="57478"/>
                </a:lnTo>
                <a:lnTo>
                  <a:pt x="671874" y="57217"/>
                </a:lnTo>
                <a:lnTo>
                  <a:pt x="671408" y="56957"/>
                </a:lnTo>
                <a:lnTo>
                  <a:pt x="670957" y="56698"/>
                </a:lnTo>
                <a:lnTo>
                  <a:pt x="670522" y="56441"/>
                </a:lnTo>
                <a:lnTo>
                  <a:pt x="670102" y="56184"/>
                </a:lnTo>
                <a:lnTo>
                  <a:pt x="669698" y="55929"/>
                </a:lnTo>
                <a:lnTo>
                  <a:pt x="669309" y="55675"/>
                </a:lnTo>
                <a:lnTo>
                  <a:pt x="668936" y="55422"/>
                </a:lnTo>
                <a:lnTo>
                  <a:pt x="668578" y="55171"/>
                </a:lnTo>
                <a:lnTo>
                  <a:pt x="668236" y="54921"/>
                </a:lnTo>
                <a:lnTo>
                  <a:pt x="667909" y="54671"/>
                </a:lnTo>
                <a:lnTo>
                  <a:pt x="667597" y="54423"/>
                </a:lnTo>
                <a:lnTo>
                  <a:pt x="667302" y="54177"/>
                </a:lnTo>
                <a:lnTo>
                  <a:pt x="667021" y="53931"/>
                </a:lnTo>
                <a:lnTo>
                  <a:pt x="666756" y="53687"/>
                </a:lnTo>
                <a:lnTo>
                  <a:pt x="666507" y="53444"/>
                </a:lnTo>
                <a:lnTo>
                  <a:pt x="666273" y="53202"/>
                </a:lnTo>
                <a:lnTo>
                  <a:pt x="666054" y="52961"/>
                </a:lnTo>
                <a:lnTo>
                  <a:pt x="665851" y="52722"/>
                </a:lnTo>
                <a:lnTo>
                  <a:pt x="665663" y="52483"/>
                </a:lnTo>
                <a:lnTo>
                  <a:pt x="665481" y="52250"/>
                </a:lnTo>
                <a:lnTo>
                  <a:pt x="665307" y="52012"/>
                </a:lnTo>
                <a:lnTo>
                  <a:pt x="665141" y="51771"/>
                </a:lnTo>
                <a:lnTo>
                  <a:pt x="664982" y="51525"/>
                </a:lnTo>
                <a:lnTo>
                  <a:pt x="664832" y="51276"/>
                </a:lnTo>
                <a:lnTo>
                  <a:pt x="664688" y="51023"/>
                </a:lnTo>
                <a:lnTo>
                  <a:pt x="664553" y="50766"/>
                </a:lnTo>
                <a:lnTo>
                  <a:pt x="664425" y="50506"/>
                </a:lnTo>
                <a:lnTo>
                  <a:pt x="664306" y="50241"/>
                </a:lnTo>
                <a:lnTo>
                  <a:pt x="664193" y="49972"/>
                </a:lnTo>
                <a:lnTo>
                  <a:pt x="664089" y="49700"/>
                </a:lnTo>
                <a:lnTo>
                  <a:pt x="663992" y="49424"/>
                </a:lnTo>
                <a:lnTo>
                  <a:pt x="663903" y="49144"/>
                </a:lnTo>
                <a:lnTo>
                  <a:pt x="663822" y="48860"/>
                </a:lnTo>
                <a:lnTo>
                  <a:pt x="663748" y="48572"/>
                </a:lnTo>
                <a:lnTo>
                  <a:pt x="663683" y="48280"/>
                </a:lnTo>
                <a:lnTo>
                  <a:pt x="663625" y="47985"/>
                </a:lnTo>
                <a:lnTo>
                  <a:pt x="663574" y="47685"/>
                </a:lnTo>
                <a:lnTo>
                  <a:pt x="663532" y="47382"/>
                </a:lnTo>
                <a:lnTo>
                  <a:pt x="663497" y="47075"/>
                </a:lnTo>
                <a:lnTo>
                  <a:pt x="663470" y="46764"/>
                </a:lnTo>
                <a:lnTo>
                  <a:pt x="663451" y="46449"/>
                </a:lnTo>
                <a:lnTo>
                  <a:pt x="663439" y="46130"/>
                </a:lnTo>
                <a:lnTo>
                  <a:pt x="663435" y="45808"/>
                </a:lnTo>
                <a:lnTo>
                  <a:pt x="663440" y="45548"/>
                </a:lnTo>
                <a:lnTo>
                  <a:pt x="663456" y="45290"/>
                </a:lnTo>
                <a:lnTo>
                  <a:pt x="663482" y="45033"/>
                </a:lnTo>
                <a:lnTo>
                  <a:pt x="663518" y="44779"/>
                </a:lnTo>
                <a:lnTo>
                  <a:pt x="663565" y="44527"/>
                </a:lnTo>
                <a:lnTo>
                  <a:pt x="663622" y="44277"/>
                </a:lnTo>
                <a:lnTo>
                  <a:pt x="663690" y="44029"/>
                </a:lnTo>
                <a:lnTo>
                  <a:pt x="663768" y="43782"/>
                </a:lnTo>
                <a:lnTo>
                  <a:pt x="663856" y="43538"/>
                </a:lnTo>
                <a:lnTo>
                  <a:pt x="663955" y="43295"/>
                </a:lnTo>
                <a:lnTo>
                  <a:pt x="664064" y="43055"/>
                </a:lnTo>
                <a:lnTo>
                  <a:pt x="664184" y="42816"/>
                </a:lnTo>
                <a:lnTo>
                  <a:pt x="664314" y="42580"/>
                </a:lnTo>
                <a:lnTo>
                  <a:pt x="664454" y="42345"/>
                </a:lnTo>
                <a:lnTo>
                  <a:pt x="664605" y="42112"/>
                </a:lnTo>
                <a:lnTo>
                  <a:pt x="664766" y="41881"/>
                </a:lnTo>
                <a:lnTo>
                  <a:pt x="664937" y="41652"/>
                </a:lnTo>
                <a:lnTo>
                  <a:pt x="665119" y="41425"/>
                </a:lnTo>
                <a:lnTo>
                  <a:pt x="665312" y="41200"/>
                </a:lnTo>
                <a:lnTo>
                  <a:pt x="665514" y="40977"/>
                </a:lnTo>
                <a:lnTo>
                  <a:pt x="665727" y="40756"/>
                </a:lnTo>
                <a:lnTo>
                  <a:pt x="665951" y="40537"/>
                </a:lnTo>
                <a:lnTo>
                  <a:pt x="666185" y="40320"/>
                </a:lnTo>
                <a:lnTo>
                  <a:pt x="666429" y="40104"/>
                </a:lnTo>
                <a:lnTo>
                  <a:pt x="666682" y="39894"/>
                </a:lnTo>
                <a:lnTo>
                  <a:pt x="666941" y="39693"/>
                </a:lnTo>
                <a:lnTo>
                  <a:pt x="667207" y="39501"/>
                </a:lnTo>
                <a:lnTo>
                  <a:pt x="667479" y="39318"/>
                </a:lnTo>
                <a:lnTo>
                  <a:pt x="667758" y="39144"/>
                </a:lnTo>
                <a:lnTo>
                  <a:pt x="668044" y="38978"/>
                </a:lnTo>
                <a:lnTo>
                  <a:pt x="668336" y="38822"/>
                </a:lnTo>
                <a:lnTo>
                  <a:pt x="668634" y="38674"/>
                </a:lnTo>
                <a:lnTo>
                  <a:pt x="668939" y="38536"/>
                </a:lnTo>
                <a:lnTo>
                  <a:pt x="669251" y="38406"/>
                </a:lnTo>
                <a:lnTo>
                  <a:pt x="669569" y="38286"/>
                </a:lnTo>
                <a:lnTo>
                  <a:pt x="669893" y="38174"/>
                </a:lnTo>
                <a:lnTo>
                  <a:pt x="670224" y="38071"/>
                </a:lnTo>
                <a:lnTo>
                  <a:pt x="670562" y="37977"/>
                </a:lnTo>
                <a:lnTo>
                  <a:pt x="670906" y="37892"/>
                </a:lnTo>
                <a:lnTo>
                  <a:pt x="671257" y="37816"/>
                </a:lnTo>
                <a:lnTo>
                  <a:pt x="671614" y="37749"/>
                </a:lnTo>
                <a:lnTo>
                  <a:pt x="671978" y="37691"/>
                </a:lnTo>
                <a:lnTo>
                  <a:pt x="672348" y="37642"/>
                </a:lnTo>
                <a:lnTo>
                  <a:pt x="672725" y="37602"/>
                </a:lnTo>
                <a:lnTo>
                  <a:pt x="673108" y="37571"/>
                </a:lnTo>
                <a:lnTo>
                  <a:pt x="673498" y="37548"/>
                </a:lnTo>
                <a:lnTo>
                  <a:pt x="673894" y="37535"/>
                </a:lnTo>
                <a:lnTo>
                  <a:pt x="674297" y="37530"/>
                </a:lnTo>
                <a:lnTo>
                  <a:pt x="674827" y="37537"/>
                </a:lnTo>
                <a:lnTo>
                  <a:pt x="675349" y="37556"/>
                </a:lnTo>
                <a:lnTo>
                  <a:pt x="675863" y="37588"/>
                </a:lnTo>
                <a:lnTo>
                  <a:pt x="676370" y="37632"/>
                </a:lnTo>
                <a:lnTo>
                  <a:pt x="676868" y="37689"/>
                </a:lnTo>
                <a:lnTo>
                  <a:pt x="677359" y="37759"/>
                </a:lnTo>
                <a:lnTo>
                  <a:pt x="677842" y="37842"/>
                </a:lnTo>
                <a:lnTo>
                  <a:pt x="678317" y="37937"/>
                </a:lnTo>
                <a:lnTo>
                  <a:pt x="678784" y="38045"/>
                </a:lnTo>
                <a:lnTo>
                  <a:pt x="679243" y="38166"/>
                </a:lnTo>
                <a:lnTo>
                  <a:pt x="679694" y="38300"/>
                </a:lnTo>
                <a:lnTo>
                  <a:pt x="680138" y="38446"/>
                </a:lnTo>
                <a:lnTo>
                  <a:pt x="680573" y="38605"/>
                </a:lnTo>
                <a:lnTo>
                  <a:pt x="681001" y="38776"/>
                </a:lnTo>
                <a:lnTo>
                  <a:pt x="681421" y="38961"/>
                </a:lnTo>
                <a:lnTo>
                  <a:pt x="681833" y="39158"/>
                </a:lnTo>
                <a:lnTo>
                  <a:pt x="682237" y="39368"/>
                </a:lnTo>
                <a:lnTo>
                  <a:pt x="682633" y="39590"/>
                </a:lnTo>
                <a:lnTo>
                  <a:pt x="683022" y="39825"/>
                </a:lnTo>
                <a:lnTo>
                  <a:pt x="683402" y="40073"/>
                </a:lnTo>
                <a:lnTo>
                  <a:pt x="683775" y="40334"/>
                </a:lnTo>
                <a:lnTo>
                  <a:pt x="684140" y="40607"/>
                </a:lnTo>
                <a:lnTo>
                  <a:pt x="684497" y="40894"/>
                </a:lnTo>
                <a:lnTo>
                  <a:pt x="684846" y="41192"/>
                </a:lnTo>
                <a:lnTo>
                  <a:pt x="685189" y="41509"/>
                </a:lnTo>
                <a:lnTo>
                  <a:pt x="685526" y="41847"/>
                </a:lnTo>
                <a:lnTo>
                  <a:pt x="685859" y="42209"/>
                </a:lnTo>
                <a:lnTo>
                  <a:pt x="686186" y="42593"/>
                </a:lnTo>
                <a:lnTo>
                  <a:pt x="686507" y="42999"/>
                </a:lnTo>
                <a:lnTo>
                  <a:pt x="686824" y="43428"/>
                </a:lnTo>
                <a:lnTo>
                  <a:pt x="687136" y="43880"/>
                </a:lnTo>
                <a:lnTo>
                  <a:pt x="687442" y="44354"/>
                </a:lnTo>
                <a:lnTo>
                  <a:pt x="687743" y="44851"/>
                </a:lnTo>
                <a:lnTo>
                  <a:pt x="688039" y="45370"/>
                </a:lnTo>
                <a:lnTo>
                  <a:pt x="688329" y="45912"/>
                </a:lnTo>
                <a:lnTo>
                  <a:pt x="688615" y="46476"/>
                </a:lnTo>
                <a:lnTo>
                  <a:pt x="688895" y="47063"/>
                </a:lnTo>
                <a:lnTo>
                  <a:pt x="689170" y="47672"/>
                </a:lnTo>
                <a:lnTo>
                  <a:pt x="689440" y="48304"/>
                </a:lnTo>
                <a:lnTo>
                  <a:pt x="689705" y="48959"/>
                </a:lnTo>
                <a:lnTo>
                  <a:pt x="689964" y="49636"/>
                </a:lnTo>
                <a:lnTo>
                  <a:pt x="690219" y="50336"/>
                </a:lnTo>
                <a:lnTo>
                  <a:pt x="690468" y="51058"/>
                </a:lnTo>
                <a:lnTo>
                  <a:pt x="690712" y="51803"/>
                </a:lnTo>
                <a:lnTo>
                  <a:pt x="690950" y="52570"/>
                </a:lnTo>
                <a:lnTo>
                  <a:pt x="691184" y="53360"/>
                </a:lnTo>
                <a:lnTo>
                  <a:pt x="691412" y="54172"/>
                </a:lnTo>
                <a:lnTo>
                  <a:pt x="691635" y="55007"/>
                </a:lnTo>
                <a:lnTo>
                  <a:pt x="693933" y="55007"/>
                </a:lnTo>
                <a:lnTo>
                  <a:pt x="693933" y="33422"/>
                </a:lnTo>
                <a:lnTo>
                  <a:pt x="691635" y="33422"/>
                </a:lnTo>
                <a:lnTo>
                  <a:pt x="691566" y="33559"/>
                </a:lnTo>
                <a:lnTo>
                  <a:pt x="691497" y="33692"/>
                </a:lnTo>
                <a:lnTo>
                  <a:pt x="691429" y="33821"/>
                </a:lnTo>
                <a:close/>
                <a:moveTo>
                  <a:pt x="578209" y="129789"/>
                </a:moveTo>
                <a:lnTo>
                  <a:pt x="649509" y="129789"/>
                </a:lnTo>
                <a:lnTo>
                  <a:pt x="649509" y="124010"/>
                </a:lnTo>
                <a:lnTo>
                  <a:pt x="578209" y="124010"/>
                </a:lnTo>
                <a:lnTo>
                  <a:pt x="575772" y="124010"/>
                </a:lnTo>
                <a:lnTo>
                  <a:pt x="504471" y="124010"/>
                </a:lnTo>
                <a:lnTo>
                  <a:pt x="504471" y="129789"/>
                </a:lnTo>
                <a:lnTo>
                  <a:pt x="575772" y="129789"/>
                </a:lnTo>
                <a:lnTo>
                  <a:pt x="578209" y="129789"/>
                </a:lnTo>
                <a:close/>
                <a:moveTo>
                  <a:pt x="872609" y="10132"/>
                </a:moveTo>
                <a:lnTo>
                  <a:pt x="872845" y="10040"/>
                </a:lnTo>
                <a:lnTo>
                  <a:pt x="873076" y="9952"/>
                </a:lnTo>
                <a:lnTo>
                  <a:pt x="873302" y="9867"/>
                </a:lnTo>
                <a:lnTo>
                  <a:pt x="873523" y="9787"/>
                </a:lnTo>
                <a:lnTo>
                  <a:pt x="873739" y="9711"/>
                </a:lnTo>
                <a:lnTo>
                  <a:pt x="873950" y="9639"/>
                </a:lnTo>
                <a:lnTo>
                  <a:pt x="874155" y="9571"/>
                </a:lnTo>
                <a:lnTo>
                  <a:pt x="874356" y="9508"/>
                </a:lnTo>
                <a:lnTo>
                  <a:pt x="874551" y="9448"/>
                </a:lnTo>
                <a:lnTo>
                  <a:pt x="874742" y="9393"/>
                </a:lnTo>
                <a:lnTo>
                  <a:pt x="874927" y="9341"/>
                </a:lnTo>
                <a:lnTo>
                  <a:pt x="875107" y="9294"/>
                </a:lnTo>
                <a:lnTo>
                  <a:pt x="875282" y="9251"/>
                </a:lnTo>
                <a:lnTo>
                  <a:pt x="875453" y="9212"/>
                </a:lnTo>
                <a:lnTo>
                  <a:pt x="875618" y="9177"/>
                </a:lnTo>
                <a:lnTo>
                  <a:pt x="875777" y="9146"/>
                </a:lnTo>
                <a:lnTo>
                  <a:pt x="875932" y="9119"/>
                </a:lnTo>
                <a:lnTo>
                  <a:pt x="876082" y="9097"/>
                </a:lnTo>
                <a:lnTo>
                  <a:pt x="876227" y="9078"/>
                </a:lnTo>
                <a:lnTo>
                  <a:pt x="876366" y="9064"/>
                </a:lnTo>
                <a:lnTo>
                  <a:pt x="876501" y="9054"/>
                </a:lnTo>
                <a:lnTo>
                  <a:pt x="876630" y="9047"/>
                </a:lnTo>
                <a:lnTo>
                  <a:pt x="876755" y="9045"/>
                </a:lnTo>
                <a:lnTo>
                  <a:pt x="876904" y="9047"/>
                </a:lnTo>
                <a:lnTo>
                  <a:pt x="877052" y="9052"/>
                </a:lnTo>
                <a:lnTo>
                  <a:pt x="877197" y="9060"/>
                </a:lnTo>
                <a:lnTo>
                  <a:pt x="877339" y="9071"/>
                </a:lnTo>
                <a:lnTo>
                  <a:pt x="877479" y="9086"/>
                </a:lnTo>
                <a:lnTo>
                  <a:pt x="877616" y="9104"/>
                </a:lnTo>
                <a:lnTo>
                  <a:pt x="877752" y="9125"/>
                </a:lnTo>
                <a:lnTo>
                  <a:pt x="877884" y="9150"/>
                </a:lnTo>
                <a:lnTo>
                  <a:pt x="878015" y="9177"/>
                </a:lnTo>
                <a:lnTo>
                  <a:pt x="878143" y="9209"/>
                </a:lnTo>
                <a:lnTo>
                  <a:pt x="878268" y="9243"/>
                </a:lnTo>
                <a:lnTo>
                  <a:pt x="878391" y="9280"/>
                </a:lnTo>
                <a:lnTo>
                  <a:pt x="878512" y="9321"/>
                </a:lnTo>
                <a:lnTo>
                  <a:pt x="878630" y="9365"/>
                </a:lnTo>
                <a:lnTo>
                  <a:pt x="878746" y="9412"/>
                </a:lnTo>
                <a:lnTo>
                  <a:pt x="878859" y="9463"/>
                </a:lnTo>
                <a:lnTo>
                  <a:pt x="878970" y="9517"/>
                </a:lnTo>
                <a:lnTo>
                  <a:pt x="879079" y="9574"/>
                </a:lnTo>
                <a:lnTo>
                  <a:pt x="879185" y="9634"/>
                </a:lnTo>
                <a:lnTo>
                  <a:pt x="879289" y="9698"/>
                </a:lnTo>
                <a:lnTo>
                  <a:pt x="879390" y="9765"/>
                </a:lnTo>
                <a:lnTo>
                  <a:pt x="879489" y="9835"/>
                </a:lnTo>
                <a:lnTo>
                  <a:pt x="879585" y="9909"/>
                </a:lnTo>
                <a:lnTo>
                  <a:pt x="879679" y="9985"/>
                </a:lnTo>
                <a:lnTo>
                  <a:pt x="879771" y="10066"/>
                </a:lnTo>
                <a:lnTo>
                  <a:pt x="879861" y="10152"/>
                </a:lnTo>
                <a:lnTo>
                  <a:pt x="879948" y="10244"/>
                </a:lnTo>
                <a:lnTo>
                  <a:pt x="880033" y="10341"/>
                </a:lnTo>
                <a:lnTo>
                  <a:pt x="880116" y="10443"/>
                </a:lnTo>
                <a:lnTo>
                  <a:pt x="880197" y="10550"/>
                </a:lnTo>
                <a:lnTo>
                  <a:pt x="880276" y="10663"/>
                </a:lnTo>
                <a:lnTo>
                  <a:pt x="880352" y="10781"/>
                </a:lnTo>
                <a:lnTo>
                  <a:pt x="880427" y="10904"/>
                </a:lnTo>
                <a:lnTo>
                  <a:pt x="880499" y="11033"/>
                </a:lnTo>
                <a:lnTo>
                  <a:pt x="880569" y="11167"/>
                </a:lnTo>
                <a:lnTo>
                  <a:pt x="880637" y="11307"/>
                </a:lnTo>
                <a:lnTo>
                  <a:pt x="880702" y="11451"/>
                </a:lnTo>
                <a:lnTo>
                  <a:pt x="880766" y="11601"/>
                </a:lnTo>
                <a:lnTo>
                  <a:pt x="880827" y="11757"/>
                </a:lnTo>
                <a:lnTo>
                  <a:pt x="880886" y="11918"/>
                </a:lnTo>
                <a:lnTo>
                  <a:pt x="880943" y="12084"/>
                </a:lnTo>
                <a:lnTo>
                  <a:pt x="880998" y="12255"/>
                </a:lnTo>
                <a:lnTo>
                  <a:pt x="881050" y="12432"/>
                </a:lnTo>
                <a:lnTo>
                  <a:pt x="881101" y="12614"/>
                </a:lnTo>
                <a:lnTo>
                  <a:pt x="881149" y="12801"/>
                </a:lnTo>
                <a:lnTo>
                  <a:pt x="881195" y="12994"/>
                </a:lnTo>
                <a:lnTo>
                  <a:pt x="881239" y="13192"/>
                </a:lnTo>
                <a:lnTo>
                  <a:pt x="881281" y="13395"/>
                </a:lnTo>
                <a:lnTo>
                  <a:pt x="881321" y="13616"/>
                </a:lnTo>
                <a:lnTo>
                  <a:pt x="881359" y="13866"/>
                </a:lnTo>
                <a:lnTo>
                  <a:pt x="881395" y="14147"/>
                </a:lnTo>
                <a:lnTo>
                  <a:pt x="881430" y="14457"/>
                </a:lnTo>
                <a:lnTo>
                  <a:pt x="881463" y="14797"/>
                </a:lnTo>
                <a:lnTo>
                  <a:pt x="881494" y="15167"/>
                </a:lnTo>
                <a:lnTo>
                  <a:pt x="881524" y="15567"/>
                </a:lnTo>
                <a:lnTo>
                  <a:pt x="881552" y="15996"/>
                </a:lnTo>
                <a:lnTo>
                  <a:pt x="881578" y="16456"/>
                </a:lnTo>
                <a:lnTo>
                  <a:pt x="881602" y="16945"/>
                </a:lnTo>
                <a:lnTo>
                  <a:pt x="881625" y="17464"/>
                </a:lnTo>
                <a:lnTo>
                  <a:pt x="881646" y="18013"/>
                </a:lnTo>
                <a:lnTo>
                  <a:pt x="881666" y="18592"/>
                </a:lnTo>
                <a:lnTo>
                  <a:pt x="881684" y="19200"/>
                </a:lnTo>
                <a:lnTo>
                  <a:pt x="881700" y="19839"/>
                </a:lnTo>
                <a:lnTo>
                  <a:pt x="881714" y="20507"/>
                </a:lnTo>
                <a:lnTo>
                  <a:pt x="881727" y="21205"/>
                </a:lnTo>
                <a:lnTo>
                  <a:pt x="881738" y="21933"/>
                </a:lnTo>
                <a:lnTo>
                  <a:pt x="881747" y="22691"/>
                </a:lnTo>
                <a:lnTo>
                  <a:pt x="881755" y="23478"/>
                </a:lnTo>
                <a:lnTo>
                  <a:pt x="881761" y="24296"/>
                </a:lnTo>
                <a:lnTo>
                  <a:pt x="881765" y="25143"/>
                </a:lnTo>
                <a:lnTo>
                  <a:pt x="881767" y="26020"/>
                </a:lnTo>
                <a:lnTo>
                  <a:pt x="881768" y="26927"/>
                </a:lnTo>
                <a:lnTo>
                  <a:pt x="881768" y="84957"/>
                </a:lnTo>
                <a:lnTo>
                  <a:pt x="881766" y="85421"/>
                </a:lnTo>
                <a:lnTo>
                  <a:pt x="881761" y="85873"/>
                </a:lnTo>
                <a:lnTo>
                  <a:pt x="881752" y="86313"/>
                </a:lnTo>
                <a:lnTo>
                  <a:pt x="881739" y="86743"/>
                </a:lnTo>
                <a:lnTo>
                  <a:pt x="881723" y="87160"/>
                </a:lnTo>
                <a:lnTo>
                  <a:pt x="881703" y="87566"/>
                </a:lnTo>
                <a:lnTo>
                  <a:pt x="881679" y="87960"/>
                </a:lnTo>
                <a:lnTo>
                  <a:pt x="881652" y="88343"/>
                </a:lnTo>
                <a:lnTo>
                  <a:pt x="881621" y="88714"/>
                </a:lnTo>
                <a:lnTo>
                  <a:pt x="881587" y="89073"/>
                </a:lnTo>
                <a:lnTo>
                  <a:pt x="881549" y="89421"/>
                </a:lnTo>
                <a:lnTo>
                  <a:pt x="881507" y="89757"/>
                </a:lnTo>
                <a:lnTo>
                  <a:pt x="881462" y="90082"/>
                </a:lnTo>
                <a:lnTo>
                  <a:pt x="881413" y="90395"/>
                </a:lnTo>
                <a:lnTo>
                  <a:pt x="881360" y="90697"/>
                </a:lnTo>
                <a:lnTo>
                  <a:pt x="881304" y="90986"/>
                </a:lnTo>
                <a:lnTo>
                  <a:pt x="881244" y="91265"/>
                </a:lnTo>
                <a:lnTo>
                  <a:pt x="881181" y="91531"/>
                </a:lnTo>
                <a:lnTo>
                  <a:pt x="881114" y="91787"/>
                </a:lnTo>
                <a:lnTo>
                  <a:pt x="881043" y="92030"/>
                </a:lnTo>
                <a:lnTo>
                  <a:pt x="880969" y="92262"/>
                </a:lnTo>
                <a:lnTo>
                  <a:pt x="880891" y="92482"/>
                </a:lnTo>
                <a:lnTo>
                  <a:pt x="880809" y="92691"/>
                </a:lnTo>
                <a:lnTo>
                  <a:pt x="880724" y="92888"/>
                </a:lnTo>
                <a:lnTo>
                  <a:pt x="880659" y="93020"/>
                </a:lnTo>
                <a:lnTo>
                  <a:pt x="880591" y="93149"/>
                </a:lnTo>
                <a:lnTo>
                  <a:pt x="880521" y="93275"/>
                </a:lnTo>
                <a:lnTo>
                  <a:pt x="880449" y="93399"/>
                </a:lnTo>
                <a:lnTo>
                  <a:pt x="880374" y="93519"/>
                </a:lnTo>
                <a:lnTo>
                  <a:pt x="880297" y="93636"/>
                </a:lnTo>
                <a:lnTo>
                  <a:pt x="880218" y="93751"/>
                </a:lnTo>
                <a:lnTo>
                  <a:pt x="880136" y="93863"/>
                </a:lnTo>
                <a:lnTo>
                  <a:pt x="880051" y="93971"/>
                </a:lnTo>
                <a:lnTo>
                  <a:pt x="879965" y="94077"/>
                </a:lnTo>
                <a:lnTo>
                  <a:pt x="879875" y="94180"/>
                </a:lnTo>
                <a:lnTo>
                  <a:pt x="879784" y="94280"/>
                </a:lnTo>
                <a:lnTo>
                  <a:pt x="879690" y="94377"/>
                </a:lnTo>
                <a:lnTo>
                  <a:pt x="879593" y="94471"/>
                </a:lnTo>
                <a:lnTo>
                  <a:pt x="879494" y="94563"/>
                </a:lnTo>
                <a:lnTo>
                  <a:pt x="879393" y="94651"/>
                </a:lnTo>
                <a:lnTo>
                  <a:pt x="879289" y="94736"/>
                </a:lnTo>
                <a:lnTo>
                  <a:pt x="879183" y="94819"/>
                </a:lnTo>
                <a:lnTo>
                  <a:pt x="879075" y="94899"/>
                </a:lnTo>
                <a:lnTo>
                  <a:pt x="878964" y="94975"/>
                </a:lnTo>
                <a:lnTo>
                  <a:pt x="878850" y="95049"/>
                </a:lnTo>
                <a:lnTo>
                  <a:pt x="878734" y="95120"/>
                </a:lnTo>
                <a:lnTo>
                  <a:pt x="878616" y="95188"/>
                </a:lnTo>
                <a:lnTo>
                  <a:pt x="878496" y="95253"/>
                </a:lnTo>
                <a:lnTo>
                  <a:pt x="878288" y="95350"/>
                </a:lnTo>
                <a:lnTo>
                  <a:pt x="878072" y="95442"/>
                </a:lnTo>
                <a:lnTo>
                  <a:pt x="877848" y="95531"/>
                </a:lnTo>
                <a:lnTo>
                  <a:pt x="877616" y="95615"/>
                </a:lnTo>
                <a:lnTo>
                  <a:pt x="877374" y="95695"/>
                </a:lnTo>
                <a:lnTo>
                  <a:pt x="877125" y="95771"/>
                </a:lnTo>
                <a:lnTo>
                  <a:pt x="876867" y="95843"/>
                </a:lnTo>
                <a:lnTo>
                  <a:pt x="876600" y="95911"/>
                </a:lnTo>
                <a:lnTo>
                  <a:pt x="876325" y="95975"/>
                </a:lnTo>
                <a:lnTo>
                  <a:pt x="876042" y="96034"/>
                </a:lnTo>
                <a:lnTo>
                  <a:pt x="875750" y="96090"/>
                </a:lnTo>
                <a:lnTo>
                  <a:pt x="875449" y="96141"/>
                </a:lnTo>
                <a:lnTo>
                  <a:pt x="875140" y="96188"/>
                </a:lnTo>
                <a:lnTo>
                  <a:pt x="874823" y="96231"/>
                </a:lnTo>
                <a:lnTo>
                  <a:pt x="874497" y="96270"/>
                </a:lnTo>
                <a:lnTo>
                  <a:pt x="874163" y="96305"/>
                </a:lnTo>
                <a:lnTo>
                  <a:pt x="873820" y="96336"/>
                </a:lnTo>
                <a:lnTo>
                  <a:pt x="873469" y="96363"/>
                </a:lnTo>
                <a:lnTo>
                  <a:pt x="873110" y="96386"/>
                </a:lnTo>
                <a:lnTo>
                  <a:pt x="872741" y="96404"/>
                </a:lnTo>
                <a:lnTo>
                  <a:pt x="872365" y="96418"/>
                </a:lnTo>
                <a:lnTo>
                  <a:pt x="871980" y="96429"/>
                </a:lnTo>
                <a:lnTo>
                  <a:pt x="871586" y="96435"/>
                </a:lnTo>
                <a:lnTo>
                  <a:pt x="871184" y="96437"/>
                </a:lnTo>
                <a:lnTo>
                  <a:pt x="871184" y="99013"/>
                </a:lnTo>
                <a:lnTo>
                  <a:pt x="903632" y="99013"/>
                </a:lnTo>
                <a:lnTo>
                  <a:pt x="903632" y="96437"/>
                </a:lnTo>
                <a:lnTo>
                  <a:pt x="903192" y="96430"/>
                </a:lnTo>
                <a:lnTo>
                  <a:pt x="902764" y="96420"/>
                </a:lnTo>
                <a:lnTo>
                  <a:pt x="902350" y="96408"/>
                </a:lnTo>
                <a:lnTo>
                  <a:pt x="901949" y="96392"/>
                </a:lnTo>
                <a:lnTo>
                  <a:pt x="901561" y="96375"/>
                </a:lnTo>
                <a:lnTo>
                  <a:pt x="901186" y="96354"/>
                </a:lnTo>
                <a:lnTo>
                  <a:pt x="900824" y="96331"/>
                </a:lnTo>
                <a:lnTo>
                  <a:pt x="900475" y="96306"/>
                </a:lnTo>
                <a:lnTo>
                  <a:pt x="900139" y="96277"/>
                </a:lnTo>
                <a:lnTo>
                  <a:pt x="899817" y="96246"/>
                </a:lnTo>
                <a:lnTo>
                  <a:pt x="899507" y="96213"/>
                </a:lnTo>
                <a:lnTo>
                  <a:pt x="899210" y="96176"/>
                </a:lnTo>
                <a:lnTo>
                  <a:pt x="898927" y="96137"/>
                </a:lnTo>
                <a:lnTo>
                  <a:pt x="898656" y="96096"/>
                </a:lnTo>
                <a:lnTo>
                  <a:pt x="898399" y="96052"/>
                </a:lnTo>
                <a:lnTo>
                  <a:pt x="898154" y="96005"/>
                </a:lnTo>
                <a:lnTo>
                  <a:pt x="897923" y="95955"/>
                </a:lnTo>
                <a:lnTo>
                  <a:pt x="897705" y="95903"/>
                </a:lnTo>
                <a:lnTo>
                  <a:pt x="897499" y="95848"/>
                </a:lnTo>
                <a:lnTo>
                  <a:pt x="897307" y="95790"/>
                </a:lnTo>
                <a:lnTo>
                  <a:pt x="897128" y="95730"/>
                </a:lnTo>
                <a:lnTo>
                  <a:pt x="896962" y="95667"/>
                </a:lnTo>
                <a:lnTo>
                  <a:pt x="896809" y="95602"/>
                </a:lnTo>
                <a:lnTo>
                  <a:pt x="896669" y="95534"/>
                </a:lnTo>
                <a:lnTo>
                  <a:pt x="896537" y="95463"/>
                </a:lnTo>
                <a:lnTo>
                  <a:pt x="896407" y="95387"/>
                </a:lnTo>
                <a:lnTo>
                  <a:pt x="896280" y="95308"/>
                </a:lnTo>
                <a:lnTo>
                  <a:pt x="896155" y="95225"/>
                </a:lnTo>
                <a:lnTo>
                  <a:pt x="896033" y="95138"/>
                </a:lnTo>
                <a:lnTo>
                  <a:pt x="895914" y="95048"/>
                </a:lnTo>
                <a:lnTo>
                  <a:pt x="895797" y="94953"/>
                </a:lnTo>
                <a:lnTo>
                  <a:pt x="895682" y="94855"/>
                </a:lnTo>
                <a:lnTo>
                  <a:pt x="895571" y="94753"/>
                </a:lnTo>
                <a:lnTo>
                  <a:pt x="895461" y="94646"/>
                </a:lnTo>
                <a:lnTo>
                  <a:pt x="895354" y="94536"/>
                </a:lnTo>
                <a:lnTo>
                  <a:pt x="895250" y="94423"/>
                </a:lnTo>
                <a:lnTo>
                  <a:pt x="895148" y="94305"/>
                </a:lnTo>
                <a:lnTo>
                  <a:pt x="895049" y="94183"/>
                </a:lnTo>
                <a:lnTo>
                  <a:pt x="894953" y="94058"/>
                </a:lnTo>
                <a:lnTo>
                  <a:pt x="894859" y="93929"/>
                </a:lnTo>
                <a:lnTo>
                  <a:pt x="894767" y="93795"/>
                </a:lnTo>
                <a:lnTo>
                  <a:pt x="894678" y="93658"/>
                </a:lnTo>
                <a:lnTo>
                  <a:pt x="894591" y="93518"/>
                </a:lnTo>
                <a:lnTo>
                  <a:pt x="894507" y="93373"/>
                </a:lnTo>
                <a:lnTo>
                  <a:pt x="894426" y="93224"/>
                </a:lnTo>
                <a:lnTo>
                  <a:pt x="894347" y="93072"/>
                </a:lnTo>
                <a:lnTo>
                  <a:pt x="894271" y="92915"/>
                </a:lnTo>
                <a:lnTo>
                  <a:pt x="894197" y="92755"/>
                </a:lnTo>
                <a:lnTo>
                  <a:pt x="894126" y="92586"/>
                </a:lnTo>
                <a:lnTo>
                  <a:pt x="894058" y="92401"/>
                </a:lnTo>
                <a:lnTo>
                  <a:pt x="893993" y="92202"/>
                </a:lnTo>
                <a:lnTo>
                  <a:pt x="893931" y="91988"/>
                </a:lnTo>
                <a:lnTo>
                  <a:pt x="893872" y="91760"/>
                </a:lnTo>
                <a:lnTo>
                  <a:pt x="893816" y="91517"/>
                </a:lnTo>
                <a:lnTo>
                  <a:pt x="893763" y="91259"/>
                </a:lnTo>
                <a:lnTo>
                  <a:pt x="893713" y="90986"/>
                </a:lnTo>
                <a:lnTo>
                  <a:pt x="893667" y="90699"/>
                </a:lnTo>
                <a:lnTo>
                  <a:pt x="893623" y="90397"/>
                </a:lnTo>
                <a:lnTo>
                  <a:pt x="893582" y="90080"/>
                </a:lnTo>
                <a:lnTo>
                  <a:pt x="893544" y="89749"/>
                </a:lnTo>
                <a:lnTo>
                  <a:pt x="893509" y="89402"/>
                </a:lnTo>
                <a:lnTo>
                  <a:pt x="893478" y="89042"/>
                </a:lnTo>
                <a:lnTo>
                  <a:pt x="893449" y="88666"/>
                </a:lnTo>
                <a:lnTo>
                  <a:pt x="893423" y="88276"/>
                </a:lnTo>
                <a:lnTo>
                  <a:pt x="893401" y="87871"/>
                </a:lnTo>
                <a:lnTo>
                  <a:pt x="893381" y="87451"/>
                </a:lnTo>
                <a:lnTo>
                  <a:pt x="893364" y="87017"/>
                </a:lnTo>
                <a:lnTo>
                  <a:pt x="893351" y="86567"/>
                </a:lnTo>
                <a:lnTo>
                  <a:pt x="893340" y="86104"/>
                </a:lnTo>
                <a:lnTo>
                  <a:pt x="893333" y="85625"/>
                </a:lnTo>
                <a:lnTo>
                  <a:pt x="893328" y="85132"/>
                </a:lnTo>
                <a:lnTo>
                  <a:pt x="893327" y="84624"/>
                </a:lnTo>
                <a:lnTo>
                  <a:pt x="893327" y="63502"/>
                </a:lnTo>
                <a:lnTo>
                  <a:pt x="912893" y="88447"/>
                </a:lnTo>
                <a:lnTo>
                  <a:pt x="913120" y="88739"/>
                </a:lnTo>
                <a:lnTo>
                  <a:pt x="913337" y="89024"/>
                </a:lnTo>
                <a:lnTo>
                  <a:pt x="913545" y="89302"/>
                </a:lnTo>
                <a:lnTo>
                  <a:pt x="913744" y="89574"/>
                </a:lnTo>
                <a:lnTo>
                  <a:pt x="913932" y="89839"/>
                </a:lnTo>
                <a:lnTo>
                  <a:pt x="914111" y="90097"/>
                </a:lnTo>
                <a:lnTo>
                  <a:pt x="914280" y="90348"/>
                </a:lnTo>
                <a:lnTo>
                  <a:pt x="914440" y="90593"/>
                </a:lnTo>
                <a:lnTo>
                  <a:pt x="914590" y="90830"/>
                </a:lnTo>
                <a:lnTo>
                  <a:pt x="914730" y="91062"/>
                </a:lnTo>
                <a:lnTo>
                  <a:pt x="914861" y="91286"/>
                </a:lnTo>
                <a:lnTo>
                  <a:pt x="914981" y="91504"/>
                </a:lnTo>
                <a:lnTo>
                  <a:pt x="915093" y="91714"/>
                </a:lnTo>
                <a:lnTo>
                  <a:pt x="915194" y="91919"/>
                </a:lnTo>
                <a:lnTo>
                  <a:pt x="915286" y="92116"/>
                </a:lnTo>
                <a:lnTo>
                  <a:pt x="915368" y="92307"/>
                </a:lnTo>
                <a:lnTo>
                  <a:pt x="915441" y="92490"/>
                </a:lnTo>
                <a:lnTo>
                  <a:pt x="915504" y="92668"/>
                </a:lnTo>
                <a:lnTo>
                  <a:pt x="915557" y="92838"/>
                </a:lnTo>
                <a:lnTo>
                  <a:pt x="915600" y="93002"/>
                </a:lnTo>
                <a:lnTo>
                  <a:pt x="915634" y="93158"/>
                </a:lnTo>
                <a:lnTo>
                  <a:pt x="915658" y="93309"/>
                </a:lnTo>
                <a:lnTo>
                  <a:pt x="915673" y="93452"/>
                </a:lnTo>
                <a:lnTo>
                  <a:pt x="915678" y="93589"/>
                </a:lnTo>
                <a:lnTo>
                  <a:pt x="915676" y="93697"/>
                </a:lnTo>
                <a:lnTo>
                  <a:pt x="915671" y="93804"/>
                </a:lnTo>
                <a:lnTo>
                  <a:pt x="915663" y="93909"/>
                </a:lnTo>
                <a:lnTo>
                  <a:pt x="915652" y="94012"/>
                </a:lnTo>
                <a:lnTo>
                  <a:pt x="915637" y="94113"/>
                </a:lnTo>
                <a:lnTo>
                  <a:pt x="915619" y="94211"/>
                </a:lnTo>
                <a:lnTo>
                  <a:pt x="915598" y="94308"/>
                </a:lnTo>
                <a:lnTo>
                  <a:pt x="915573" y="94402"/>
                </a:lnTo>
                <a:lnTo>
                  <a:pt x="915546" y="94495"/>
                </a:lnTo>
                <a:lnTo>
                  <a:pt x="915515" y="94585"/>
                </a:lnTo>
                <a:lnTo>
                  <a:pt x="915480" y="94674"/>
                </a:lnTo>
                <a:lnTo>
                  <a:pt x="915443" y="94760"/>
                </a:lnTo>
                <a:lnTo>
                  <a:pt x="915402" y="94845"/>
                </a:lnTo>
                <a:lnTo>
                  <a:pt x="915358" y="94927"/>
                </a:lnTo>
                <a:lnTo>
                  <a:pt x="915311" y="95007"/>
                </a:lnTo>
                <a:lnTo>
                  <a:pt x="915260" y="95086"/>
                </a:lnTo>
                <a:lnTo>
                  <a:pt x="915206" y="95162"/>
                </a:lnTo>
                <a:lnTo>
                  <a:pt x="915149" y="95236"/>
                </a:lnTo>
                <a:lnTo>
                  <a:pt x="915089" y="95308"/>
                </a:lnTo>
                <a:lnTo>
                  <a:pt x="915025" y="95378"/>
                </a:lnTo>
                <a:lnTo>
                  <a:pt x="914958" y="95446"/>
                </a:lnTo>
                <a:lnTo>
                  <a:pt x="914888" y="95512"/>
                </a:lnTo>
                <a:lnTo>
                  <a:pt x="914814" y="95576"/>
                </a:lnTo>
                <a:lnTo>
                  <a:pt x="914738" y="95638"/>
                </a:lnTo>
                <a:lnTo>
                  <a:pt x="914656" y="95698"/>
                </a:lnTo>
                <a:lnTo>
                  <a:pt x="914569" y="95755"/>
                </a:lnTo>
                <a:lnTo>
                  <a:pt x="914476" y="95810"/>
                </a:lnTo>
                <a:lnTo>
                  <a:pt x="914377" y="95863"/>
                </a:lnTo>
                <a:lnTo>
                  <a:pt x="914272" y="95913"/>
                </a:lnTo>
                <a:lnTo>
                  <a:pt x="914161" y="95962"/>
                </a:lnTo>
                <a:lnTo>
                  <a:pt x="914044" y="96007"/>
                </a:lnTo>
                <a:lnTo>
                  <a:pt x="913922" y="96051"/>
                </a:lnTo>
                <a:lnTo>
                  <a:pt x="913793" y="96092"/>
                </a:lnTo>
                <a:lnTo>
                  <a:pt x="913658" y="96131"/>
                </a:lnTo>
                <a:lnTo>
                  <a:pt x="913518" y="96168"/>
                </a:lnTo>
                <a:lnTo>
                  <a:pt x="913371" y="96202"/>
                </a:lnTo>
                <a:lnTo>
                  <a:pt x="913219" y="96235"/>
                </a:lnTo>
                <a:lnTo>
                  <a:pt x="913061" y="96264"/>
                </a:lnTo>
                <a:lnTo>
                  <a:pt x="912896" y="96292"/>
                </a:lnTo>
                <a:lnTo>
                  <a:pt x="912726" y="96317"/>
                </a:lnTo>
                <a:lnTo>
                  <a:pt x="912550" y="96340"/>
                </a:lnTo>
                <a:lnTo>
                  <a:pt x="912368" y="96361"/>
                </a:lnTo>
                <a:lnTo>
                  <a:pt x="912180" y="96379"/>
                </a:lnTo>
                <a:lnTo>
                  <a:pt x="911986" y="96395"/>
                </a:lnTo>
                <a:lnTo>
                  <a:pt x="911787" y="96409"/>
                </a:lnTo>
                <a:lnTo>
                  <a:pt x="911581" y="96421"/>
                </a:lnTo>
                <a:lnTo>
                  <a:pt x="911369" y="96430"/>
                </a:lnTo>
                <a:lnTo>
                  <a:pt x="911152" y="96437"/>
                </a:lnTo>
                <a:lnTo>
                  <a:pt x="911152" y="99013"/>
                </a:lnTo>
                <a:lnTo>
                  <a:pt x="942137" y="99013"/>
                </a:lnTo>
                <a:lnTo>
                  <a:pt x="942137" y="96437"/>
                </a:lnTo>
                <a:lnTo>
                  <a:pt x="941782" y="96436"/>
                </a:lnTo>
                <a:lnTo>
                  <a:pt x="941435" y="96432"/>
                </a:lnTo>
                <a:lnTo>
                  <a:pt x="941098" y="96426"/>
                </a:lnTo>
                <a:lnTo>
                  <a:pt x="940770" y="96418"/>
                </a:lnTo>
                <a:lnTo>
                  <a:pt x="940450" y="96407"/>
                </a:lnTo>
                <a:lnTo>
                  <a:pt x="940139" y="96394"/>
                </a:lnTo>
                <a:lnTo>
                  <a:pt x="939838" y="96378"/>
                </a:lnTo>
                <a:lnTo>
                  <a:pt x="939545" y="96360"/>
                </a:lnTo>
                <a:lnTo>
                  <a:pt x="939261" y="96339"/>
                </a:lnTo>
                <a:lnTo>
                  <a:pt x="938987" y="96316"/>
                </a:lnTo>
                <a:lnTo>
                  <a:pt x="938721" y="96291"/>
                </a:lnTo>
                <a:lnTo>
                  <a:pt x="938464" y="96263"/>
                </a:lnTo>
                <a:lnTo>
                  <a:pt x="938216" y="96233"/>
                </a:lnTo>
                <a:lnTo>
                  <a:pt x="937977" y="96201"/>
                </a:lnTo>
                <a:lnTo>
                  <a:pt x="937747" y="96166"/>
                </a:lnTo>
                <a:lnTo>
                  <a:pt x="937526" y="96128"/>
                </a:lnTo>
                <a:lnTo>
                  <a:pt x="937314" y="96089"/>
                </a:lnTo>
                <a:lnTo>
                  <a:pt x="937111" y="96046"/>
                </a:lnTo>
                <a:lnTo>
                  <a:pt x="936916" y="96002"/>
                </a:lnTo>
                <a:lnTo>
                  <a:pt x="936731" y="95955"/>
                </a:lnTo>
                <a:lnTo>
                  <a:pt x="936555" y="95905"/>
                </a:lnTo>
                <a:lnTo>
                  <a:pt x="936387" y="95854"/>
                </a:lnTo>
                <a:lnTo>
                  <a:pt x="936229" y="95799"/>
                </a:lnTo>
                <a:lnTo>
                  <a:pt x="936079" y="95743"/>
                </a:lnTo>
                <a:lnTo>
                  <a:pt x="935869" y="95658"/>
                </a:lnTo>
                <a:lnTo>
                  <a:pt x="935656" y="95564"/>
                </a:lnTo>
                <a:lnTo>
                  <a:pt x="935439" y="95463"/>
                </a:lnTo>
                <a:lnTo>
                  <a:pt x="935220" y="95354"/>
                </a:lnTo>
                <a:lnTo>
                  <a:pt x="934998" y="95237"/>
                </a:lnTo>
                <a:lnTo>
                  <a:pt x="934774" y="95112"/>
                </a:lnTo>
                <a:lnTo>
                  <a:pt x="934546" y="94979"/>
                </a:lnTo>
                <a:lnTo>
                  <a:pt x="934315" y="94838"/>
                </a:lnTo>
                <a:lnTo>
                  <a:pt x="934082" y="94689"/>
                </a:lnTo>
                <a:lnTo>
                  <a:pt x="933845" y="94533"/>
                </a:lnTo>
                <a:lnTo>
                  <a:pt x="933606" y="94368"/>
                </a:lnTo>
                <a:lnTo>
                  <a:pt x="933364" y="94195"/>
                </a:lnTo>
                <a:lnTo>
                  <a:pt x="933118" y="94014"/>
                </a:lnTo>
                <a:lnTo>
                  <a:pt x="932870" y="93826"/>
                </a:lnTo>
                <a:lnTo>
                  <a:pt x="932619" y="93629"/>
                </a:lnTo>
                <a:lnTo>
                  <a:pt x="932366" y="93425"/>
                </a:lnTo>
                <a:lnTo>
                  <a:pt x="932109" y="93212"/>
                </a:lnTo>
                <a:lnTo>
                  <a:pt x="931849" y="92992"/>
                </a:lnTo>
                <a:lnTo>
                  <a:pt x="931587" y="92763"/>
                </a:lnTo>
                <a:lnTo>
                  <a:pt x="931321" y="92527"/>
                </a:lnTo>
                <a:lnTo>
                  <a:pt x="931053" y="92283"/>
                </a:lnTo>
                <a:lnTo>
                  <a:pt x="930782" y="92030"/>
                </a:lnTo>
                <a:lnTo>
                  <a:pt x="930507" y="91770"/>
                </a:lnTo>
                <a:lnTo>
                  <a:pt x="930230" y="91502"/>
                </a:lnTo>
                <a:lnTo>
                  <a:pt x="930025" y="91300"/>
                </a:lnTo>
                <a:lnTo>
                  <a:pt x="929805" y="91076"/>
                </a:lnTo>
                <a:lnTo>
                  <a:pt x="929569" y="90831"/>
                </a:lnTo>
                <a:lnTo>
                  <a:pt x="929317" y="90564"/>
                </a:lnTo>
                <a:lnTo>
                  <a:pt x="929050" y="90275"/>
                </a:lnTo>
                <a:lnTo>
                  <a:pt x="928768" y="89964"/>
                </a:lnTo>
                <a:lnTo>
                  <a:pt x="928470" y="89632"/>
                </a:lnTo>
                <a:lnTo>
                  <a:pt x="928157" y="89278"/>
                </a:lnTo>
                <a:lnTo>
                  <a:pt x="927828" y="88902"/>
                </a:lnTo>
                <a:lnTo>
                  <a:pt x="927484" y="88505"/>
                </a:lnTo>
                <a:lnTo>
                  <a:pt x="927124" y="88086"/>
                </a:lnTo>
                <a:lnTo>
                  <a:pt x="926749" y="87645"/>
                </a:lnTo>
                <a:lnTo>
                  <a:pt x="926358" y="87183"/>
                </a:lnTo>
                <a:lnTo>
                  <a:pt x="925952" y="86698"/>
                </a:lnTo>
                <a:lnTo>
                  <a:pt x="925530" y="86192"/>
                </a:lnTo>
                <a:lnTo>
                  <a:pt x="925093" y="85665"/>
                </a:lnTo>
                <a:lnTo>
                  <a:pt x="924641" y="85115"/>
                </a:lnTo>
                <a:lnTo>
                  <a:pt x="924173" y="84544"/>
                </a:lnTo>
                <a:lnTo>
                  <a:pt x="923689" y="83951"/>
                </a:lnTo>
                <a:lnTo>
                  <a:pt x="923190" y="83337"/>
                </a:lnTo>
                <a:lnTo>
                  <a:pt x="922676" y="82701"/>
                </a:lnTo>
                <a:lnTo>
                  <a:pt x="922146" y="82043"/>
                </a:lnTo>
                <a:lnTo>
                  <a:pt x="921600" y="81363"/>
                </a:lnTo>
                <a:lnTo>
                  <a:pt x="921039" y="80661"/>
                </a:lnTo>
                <a:lnTo>
                  <a:pt x="904676" y="60021"/>
                </a:lnTo>
                <a:lnTo>
                  <a:pt x="921039" y="44911"/>
                </a:lnTo>
                <a:lnTo>
                  <a:pt x="921415" y="44573"/>
                </a:lnTo>
                <a:lnTo>
                  <a:pt x="921788" y="44244"/>
                </a:lnTo>
                <a:lnTo>
                  <a:pt x="922159" y="43923"/>
                </a:lnTo>
                <a:lnTo>
                  <a:pt x="922528" y="43611"/>
                </a:lnTo>
                <a:lnTo>
                  <a:pt x="922893" y="43308"/>
                </a:lnTo>
                <a:lnTo>
                  <a:pt x="923256" y="43014"/>
                </a:lnTo>
                <a:lnTo>
                  <a:pt x="923617" y="42728"/>
                </a:lnTo>
                <a:lnTo>
                  <a:pt x="923975" y="42451"/>
                </a:lnTo>
                <a:lnTo>
                  <a:pt x="924331" y="42182"/>
                </a:lnTo>
                <a:lnTo>
                  <a:pt x="924684" y="41923"/>
                </a:lnTo>
                <a:lnTo>
                  <a:pt x="925034" y="41672"/>
                </a:lnTo>
                <a:lnTo>
                  <a:pt x="925382" y="41430"/>
                </a:lnTo>
                <a:lnTo>
                  <a:pt x="925728" y="41196"/>
                </a:lnTo>
                <a:lnTo>
                  <a:pt x="926071" y="40971"/>
                </a:lnTo>
                <a:lnTo>
                  <a:pt x="926411" y="40755"/>
                </a:lnTo>
                <a:lnTo>
                  <a:pt x="926749" y="40548"/>
                </a:lnTo>
                <a:lnTo>
                  <a:pt x="927084" y="40349"/>
                </a:lnTo>
                <a:lnTo>
                  <a:pt x="927417" y="40159"/>
                </a:lnTo>
                <a:lnTo>
                  <a:pt x="927747" y="39978"/>
                </a:lnTo>
                <a:lnTo>
                  <a:pt x="928075" y="39805"/>
                </a:lnTo>
                <a:lnTo>
                  <a:pt x="928400" y="39641"/>
                </a:lnTo>
                <a:lnTo>
                  <a:pt x="928722" y="39486"/>
                </a:lnTo>
                <a:lnTo>
                  <a:pt x="929042" y="39339"/>
                </a:lnTo>
                <a:lnTo>
                  <a:pt x="929360" y="39201"/>
                </a:lnTo>
                <a:lnTo>
                  <a:pt x="929680" y="39071"/>
                </a:lnTo>
                <a:lnTo>
                  <a:pt x="930006" y="38945"/>
                </a:lnTo>
                <a:lnTo>
                  <a:pt x="930339" y="38824"/>
                </a:lnTo>
                <a:lnTo>
                  <a:pt x="930678" y="38708"/>
                </a:lnTo>
                <a:lnTo>
                  <a:pt x="931024" y="38598"/>
                </a:lnTo>
                <a:lnTo>
                  <a:pt x="931377" y="38492"/>
                </a:lnTo>
                <a:lnTo>
                  <a:pt x="931736" y="38392"/>
                </a:lnTo>
                <a:lnTo>
                  <a:pt x="932103" y="38296"/>
                </a:lnTo>
                <a:lnTo>
                  <a:pt x="932475" y="38206"/>
                </a:lnTo>
                <a:lnTo>
                  <a:pt x="932855" y="38121"/>
                </a:lnTo>
                <a:lnTo>
                  <a:pt x="933241" y="38041"/>
                </a:lnTo>
                <a:lnTo>
                  <a:pt x="933633" y="37966"/>
                </a:lnTo>
                <a:lnTo>
                  <a:pt x="934033" y="37896"/>
                </a:lnTo>
                <a:lnTo>
                  <a:pt x="934439" y="37831"/>
                </a:lnTo>
                <a:lnTo>
                  <a:pt x="934851" y="37771"/>
                </a:lnTo>
                <a:lnTo>
                  <a:pt x="935271" y="37716"/>
                </a:lnTo>
                <a:lnTo>
                  <a:pt x="935697" y="37666"/>
                </a:lnTo>
                <a:lnTo>
                  <a:pt x="936129" y="37622"/>
                </a:lnTo>
                <a:lnTo>
                  <a:pt x="936568" y="37582"/>
                </a:lnTo>
                <a:lnTo>
                  <a:pt x="937014" y="37548"/>
                </a:lnTo>
                <a:lnTo>
                  <a:pt x="937467" y="37518"/>
                </a:lnTo>
                <a:lnTo>
                  <a:pt x="937926" y="37494"/>
                </a:lnTo>
                <a:lnTo>
                  <a:pt x="938392" y="37475"/>
                </a:lnTo>
                <a:lnTo>
                  <a:pt x="938864" y="37461"/>
                </a:lnTo>
                <a:lnTo>
                  <a:pt x="938864" y="35233"/>
                </a:lnTo>
                <a:lnTo>
                  <a:pt x="911152" y="35233"/>
                </a:lnTo>
                <a:lnTo>
                  <a:pt x="911152" y="37461"/>
                </a:lnTo>
                <a:lnTo>
                  <a:pt x="911370" y="37474"/>
                </a:lnTo>
                <a:lnTo>
                  <a:pt x="911582" y="37490"/>
                </a:lnTo>
                <a:lnTo>
                  <a:pt x="911790" y="37509"/>
                </a:lnTo>
                <a:lnTo>
                  <a:pt x="911992" y="37531"/>
                </a:lnTo>
                <a:lnTo>
                  <a:pt x="912189" y="37556"/>
                </a:lnTo>
                <a:lnTo>
                  <a:pt x="912381" y="37585"/>
                </a:lnTo>
                <a:lnTo>
                  <a:pt x="912568" y="37616"/>
                </a:lnTo>
                <a:lnTo>
                  <a:pt x="912749" y="37650"/>
                </a:lnTo>
                <a:lnTo>
                  <a:pt x="912926" y="37688"/>
                </a:lnTo>
                <a:lnTo>
                  <a:pt x="913097" y="37728"/>
                </a:lnTo>
                <a:lnTo>
                  <a:pt x="913263" y="37771"/>
                </a:lnTo>
                <a:lnTo>
                  <a:pt x="913423" y="37818"/>
                </a:lnTo>
                <a:lnTo>
                  <a:pt x="913579" y="37867"/>
                </a:lnTo>
                <a:lnTo>
                  <a:pt x="913729" y="37919"/>
                </a:lnTo>
                <a:lnTo>
                  <a:pt x="913874" y="37975"/>
                </a:lnTo>
                <a:lnTo>
                  <a:pt x="914014" y="38033"/>
                </a:lnTo>
                <a:lnTo>
                  <a:pt x="914149" y="38095"/>
                </a:lnTo>
                <a:lnTo>
                  <a:pt x="914279" y="38159"/>
                </a:lnTo>
                <a:lnTo>
                  <a:pt x="914403" y="38227"/>
                </a:lnTo>
                <a:lnTo>
                  <a:pt x="914522" y="38297"/>
                </a:lnTo>
                <a:lnTo>
                  <a:pt x="914636" y="38371"/>
                </a:lnTo>
                <a:lnTo>
                  <a:pt x="914745" y="38447"/>
                </a:lnTo>
                <a:lnTo>
                  <a:pt x="914848" y="38527"/>
                </a:lnTo>
                <a:lnTo>
                  <a:pt x="914947" y="38610"/>
                </a:lnTo>
                <a:lnTo>
                  <a:pt x="915040" y="38694"/>
                </a:lnTo>
                <a:lnTo>
                  <a:pt x="915130" y="38781"/>
                </a:lnTo>
                <a:lnTo>
                  <a:pt x="915216" y="38868"/>
                </a:lnTo>
                <a:lnTo>
                  <a:pt x="915298" y="38957"/>
                </a:lnTo>
                <a:lnTo>
                  <a:pt x="915375" y="39047"/>
                </a:lnTo>
                <a:lnTo>
                  <a:pt x="915449" y="39138"/>
                </a:lnTo>
                <a:lnTo>
                  <a:pt x="915519" y="39231"/>
                </a:lnTo>
                <a:lnTo>
                  <a:pt x="915585" y="39325"/>
                </a:lnTo>
                <a:lnTo>
                  <a:pt x="915647" y="39421"/>
                </a:lnTo>
                <a:lnTo>
                  <a:pt x="915705" y="39517"/>
                </a:lnTo>
                <a:lnTo>
                  <a:pt x="915758" y="39616"/>
                </a:lnTo>
                <a:lnTo>
                  <a:pt x="915808" y="39715"/>
                </a:lnTo>
                <a:lnTo>
                  <a:pt x="915854" y="39816"/>
                </a:lnTo>
                <a:lnTo>
                  <a:pt x="915896" y="39918"/>
                </a:lnTo>
                <a:lnTo>
                  <a:pt x="915934" y="40021"/>
                </a:lnTo>
                <a:lnTo>
                  <a:pt x="915968" y="40126"/>
                </a:lnTo>
                <a:lnTo>
                  <a:pt x="915998" y="40232"/>
                </a:lnTo>
                <a:lnTo>
                  <a:pt x="916024" y="40339"/>
                </a:lnTo>
                <a:lnTo>
                  <a:pt x="916046" y="40448"/>
                </a:lnTo>
                <a:lnTo>
                  <a:pt x="916064" y="40558"/>
                </a:lnTo>
                <a:lnTo>
                  <a:pt x="916078" y="40670"/>
                </a:lnTo>
                <a:lnTo>
                  <a:pt x="916088" y="40782"/>
                </a:lnTo>
                <a:lnTo>
                  <a:pt x="916094" y="40896"/>
                </a:lnTo>
                <a:lnTo>
                  <a:pt x="916096" y="41012"/>
                </a:lnTo>
                <a:lnTo>
                  <a:pt x="916095" y="41081"/>
                </a:lnTo>
                <a:lnTo>
                  <a:pt x="916092" y="41151"/>
                </a:lnTo>
                <a:lnTo>
                  <a:pt x="916087" y="41221"/>
                </a:lnTo>
                <a:lnTo>
                  <a:pt x="916080" y="41290"/>
                </a:lnTo>
                <a:lnTo>
                  <a:pt x="916071" y="41360"/>
                </a:lnTo>
                <a:lnTo>
                  <a:pt x="916061" y="41430"/>
                </a:lnTo>
                <a:lnTo>
                  <a:pt x="916048" y="41499"/>
                </a:lnTo>
                <a:lnTo>
                  <a:pt x="916034" y="41569"/>
                </a:lnTo>
                <a:lnTo>
                  <a:pt x="916017" y="41638"/>
                </a:lnTo>
                <a:lnTo>
                  <a:pt x="915999" y="41708"/>
                </a:lnTo>
                <a:lnTo>
                  <a:pt x="915979" y="41778"/>
                </a:lnTo>
                <a:lnTo>
                  <a:pt x="915956" y="41847"/>
                </a:lnTo>
                <a:lnTo>
                  <a:pt x="915932" y="41917"/>
                </a:lnTo>
                <a:lnTo>
                  <a:pt x="915906" y="41987"/>
                </a:lnTo>
                <a:lnTo>
                  <a:pt x="915878" y="42056"/>
                </a:lnTo>
                <a:lnTo>
                  <a:pt x="915848" y="42126"/>
                </a:lnTo>
                <a:lnTo>
                  <a:pt x="915816" y="42195"/>
                </a:lnTo>
                <a:lnTo>
                  <a:pt x="915782" y="42265"/>
                </a:lnTo>
                <a:lnTo>
                  <a:pt x="915746" y="42335"/>
                </a:lnTo>
                <a:lnTo>
                  <a:pt x="915709" y="42404"/>
                </a:lnTo>
                <a:lnTo>
                  <a:pt x="915669" y="42474"/>
                </a:lnTo>
                <a:lnTo>
                  <a:pt x="915627" y="42544"/>
                </a:lnTo>
                <a:lnTo>
                  <a:pt x="915584" y="42613"/>
                </a:lnTo>
                <a:lnTo>
                  <a:pt x="915538" y="42683"/>
                </a:lnTo>
                <a:lnTo>
                  <a:pt x="915461" y="42793"/>
                </a:lnTo>
                <a:lnTo>
                  <a:pt x="915369" y="42916"/>
                </a:lnTo>
                <a:lnTo>
                  <a:pt x="915262" y="43051"/>
                </a:lnTo>
                <a:lnTo>
                  <a:pt x="915140" y="43197"/>
                </a:lnTo>
                <a:lnTo>
                  <a:pt x="915003" y="43356"/>
                </a:lnTo>
                <a:lnTo>
                  <a:pt x="914851" y="43527"/>
                </a:lnTo>
                <a:lnTo>
                  <a:pt x="914684" y="43710"/>
                </a:lnTo>
                <a:lnTo>
                  <a:pt x="914502" y="43905"/>
                </a:lnTo>
                <a:lnTo>
                  <a:pt x="914305" y="44112"/>
                </a:lnTo>
                <a:lnTo>
                  <a:pt x="914093" y="44332"/>
                </a:lnTo>
                <a:lnTo>
                  <a:pt x="913866" y="44563"/>
                </a:lnTo>
                <a:lnTo>
                  <a:pt x="913624" y="44807"/>
                </a:lnTo>
                <a:lnTo>
                  <a:pt x="913367" y="45062"/>
                </a:lnTo>
                <a:lnTo>
                  <a:pt x="913095" y="45330"/>
                </a:lnTo>
                <a:lnTo>
                  <a:pt x="912808" y="45610"/>
                </a:lnTo>
                <a:lnTo>
                  <a:pt x="912506" y="45901"/>
                </a:lnTo>
                <a:lnTo>
                  <a:pt x="912189" y="46205"/>
                </a:lnTo>
                <a:lnTo>
                  <a:pt x="911857" y="46521"/>
                </a:lnTo>
                <a:lnTo>
                  <a:pt x="911510" y="46849"/>
                </a:lnTo>
                <a:lnTo>
                  <a:pt x="911148" y="47189"/>
                </a:lnTo>
                <a:lnTo>
                  <a:pt x="910771" y="47542"/>
                </a:lnTo>
                <a:lnTo>
                  <a:pt x="910379" y="47906"/>
                </a:lnTo>
                <a:lnTo>
                  <a:pt x="909972" y="48283"/>
                </a:lnTo>
                <a:lnTo>
                  <a:pt x="909550" y="48671"/>
                </a:lnTo>
                <a:lnTo>
                  <a:pt x="893327" y="63433"/>
                </a:lnTo>
                <a:lnTo>
                  <a:pt x="893327" y="0"/>
                </a:lnTo>
                <a:lnTo>
                  <a:pt x="890124" y="0"/>
                </a:lnTo>
                <a:lnTo>
                  <a:pt x="871184" y="7792"/>
                </a:lnTo>
                <a:lnTo>
                  <a:pt x="872368" y="10229"/>
                </a:lnTo>
                <a:lnTo>
                  <a:pt x="872609" y="10132"/>
                </a:lnTo>
                <a:close/>
                <a:moveTo>
                  <a:pt x="1078067" y="10138"/>
                </a:moveTo>
                <a:lnTo>
                  <a:pt x="1078330" y="10051"/>
                </a:lnTo>
                <a:lnTo>
                  <a:pt x="1078587" y="9968"/>
                </a:lnTo>
                <a:lnTo>
                  <a:pt x="1078838" y="9889"/>
                </a:lnTo>
                <a:lnTo>
                  <a:pt x="1079082" y="9813"/>
                </a:lnTo>
                <a:lnTo>
                  <a:pt x="1079321" y="9742"/>
                </a:lnTo>
                <a:lnTo>
                  <a:pt x="1079552" y="9674"/>
                </a:lnTo>
                <a:lnTo>
                  <a:pt x="1079778" y="9610"/>
                </a:lnTo>
                <a:lnTo>
                  <a:pt x="1079997" y="9550"/>
                </a:lnTo>
                <a:lnTo>
                  <a:pt x="1080210" y="9494"/>
                </a:lnTo>
                <a:lnTo>
                  <a:pt x="1080417" y="9442"/>
                </a:lnTo>
                <a:lnTo>
                  <a:pt x="1080617" y="9393"/>
                </a:lnTo>
                <a:lnTo>
                  <a:pt x="1080811" y="9349"/>
                </a:lnTo>
                <a:lnTo>
                  <a:pt x="1080999" y="9308"/>
                </a:lnTo>
                <a:lnTo>
                  <a:pt x="1081181" y="9272"/>
                </a:lnTo>
                <a:lnTo>
                  <a:pt x="1081356" y="9239"/>
                </a:lnTo>
                <a:lnTo>
                  <a:pt x="1081525" y="9210"/>
                </a:lnTo>
                <a:lnTo>
                  <a:pt x="1081688" y="9185"/>
                </a:lnTo>
                <a:lnTo>
                  <a:pt x="1081844" y="9163"/>
                </a:lnTo>
                <a:lnTo>
                  <a:pt x="1081994" y="9146"/>
                </a:lnTo>
                <a:lnTo>
                  <a:pt x="1082138" y="9132"/>
                </a:lnTo>
                <a:lnTo>
                  <a:pt x="1082276" y="9123"/>
                </a:lnTo>
                <a:lnTo>
                  <a:pt x="1082407" y="9117"/>
                </a:lnTo>
                <a:lnTo>
                  <a:pt x="1082532" y="9115"/>
                </a:lnTo>
                <a:lnTo>
                  <a:pt x="1082682" y="9117"/>
                </a:lnTo>
                <a:lnTo>
                  <a:pt x="1082829" y="9121"/>
                </a:lnTo>
                <a:lnTo>
                  <a:pt x="1082973" y="9129"/>
                </a:lnTo>
                <a:lnTo>
                  <a:pt x="1083115" y="9140"/>
                </a:lnTo>
                <a:lnTo>
                  <a:pt x="1083255" y="9154"/>
                </a:lnTo>
                <a:lnTo>
                  <a:pt x="1083392" y="9172"/>
                </a:lnTo>
                <a:lnTo>
                  <a:pt x="1083526" y="9192"/>
                </a:lnTo>
                <a:lnTo>
                  <a:pt x="1083658" y="9216"/>
                </a:lnTo>
                <a:lnTo>
                  <a:pt x="1083787" y="9242"/>
                </a:lnTo>
                <a:lnTo>
                  <a:pt x="1083914" y="9272"/>
                </a:lnTo>
                <a:lnTo>
                  <a:pt x="1084038" y="9305"/>
                </a:lnTo>
                <a:lnTo>
                  <a:pt x="1084160" y="9341"/>
                </a:lnTo>
                <a:lnTo>
                  <a:pt x="1084279" y="9381"/>
                </a:lnTo>
                <a:lnTo>
                  <a:pt x="1084395" y="9423"/>
                </a:lnTo>
                <a:lnTo>
                  <a:pt x="1084510" y="9469"/>
                </a:lnTo>
                <a:lnTo>
                  <a:pt x="1084621" y="9517"/>
                </a:lnTo>
                <a:lnTo>
                  <a:pt x="1084730" y="9569"/>
                </a:lnTo>
                <a:lnTo>
                  <a:pt x="1084836" y="9624"/>
                </a:lnTo>
                <a:lnTo>
                  <a:pt x="1084940" y="9682"/>
                </a:lnTo>
                <a:lnTo>
                  <a:pt x="1085042" y="9744"/>
                </a:lnTo>
                <a:lnTo>
                  <a:pt x="1085141" y="9808"/>
                </a:lnTo>
                <a:lnTo>
                  <a:pt x="1085237" y="9876"/>
                </a:lnTo>
                <a:lnTo>
                  <a:pt x="1085331" y="9946"/>
                </a:lnTo>
                <a:lnTo>
                  <a:pt x="1085422" y="10020"/>
                </a:lnTo>
                <a:lnTo>
                  <a:pt x="1085511" y="10098"/>
                </a:lnTo>
                <a:lnTo>
                  <a:pt x="1085598" y="10182"/>
                </a:lnTo>
                <a:lnTo>
                  <a:pt x="1085683" y="10271"/>
                </a:lnTo>
                <a:lnTo>
                  <a:pt x="1085766" y="10366"/>
                </a:lnTo>
                <a:lnTo>
                  <a:pt x="1085847" y="10466"/>
                </a:lnTo>
                <a:lnTo>
                  <a:pt x="1085927" y="10572"/>
                </a:lnTo>
                <a:lnTo>
                  <a:pt x="1086004" y="10683"/>
                </a:lnTo>
                <a:lnTo>
                  <a:pt x="1086079" y="10800"/>
                </a:lnTo>
                <a:lnTo>
                  <a:pt x="1086153" y="10923"/>
                </a:lnTo>
                <a:lnTo>
                  <a:pt x="1086224" y="11051"/>
                </a:lnTo>
                <a:lnTo>
                  <a:pt x="1086294" y="11185"/>
                </a:lnTo>
                <a:lnTo>
                  <a:pt x="1086362" y="11324"/>
                </a:lnTo>
                <a:lnTo>
                  <a:pt x="1086428" y="11469"/>
                </a:lnTo>
                <a:lnTo>
                  <a:pt x="1086491" y="11619"/>
                </a:lnTo>
                <a:lnTo>
                  <a:pt x="1086553" y="11775"/>
                </a:lnTo>
                <a:lnTo>
                  <a:pt x="1086613" y="11937"/>
                </a:lnTo>
                <a:lnTo>
                  <a:pt x="1086671" y="12104"/>
                </a:lnTo>
                <a:lnTo>
                  <a:pt x="1086727" y="12277"/>
                </a:lnTo>
                <a:lnTo>
                  <a:pt x="1086782" y="12455"/>
                </a:lnTo>
                <a:lnTo>
                  <a:pt x="1086834" y="12639"/>
                </a:lnTo>
                <a:lnTo>
                  <a:pt x="1086884" y="12828"/>
                </a:lnTo>
                <a:lnTo>
                  <a:pt x="1086932" y="13023"/>
                </a:lnTo>
                <a:lnTo>
                  <a:pt x="1086979" y="13224"/>
                </a:lnTo>
                <a:lnTo>
                  <a:pt x="1087023" y="13430"/>
                </a:lnTo>
                <a:lnTo>
                  <a:pt x="1087066" y="13653"/>
                </a:lnTo>
                <a:lnTo>
                  <a:pt x="1087107" y="13906"/>
                </a:lnTo>
                <a:lnTo>
                  <a:pt x="1087146" y="14187"/>
                </a:lnTo>
                <a:lnTo>
                  <a:pt x="1087183" y="14498"/>
                </a:lnTo>
                <a:lnTo>
                  <a:pt x="1087218" y="14839"/>
                </a:lnTo>
                <a:lnTo>
                  <a:pt x="1087252" y="15208"/>
                </a:lnTo>
                <a:lnTo>
                  <a:pt x="1087283" y="15607"/>
                </a:lnTo>
                <a:lnTo>
                  <a:pt x="1087313" y="16035"/>
                </a:lnTo>
                <a:lnTo>
                  <a:pt x="1087341" y="16492"/>
                </a:lnTo>
                <a:lnTo>
                  <a:pt x="1087368" y="16978"/>
                </a:lnTo>
                <a:lnTo>
                  <a:pt x="1087392" y="17494"/>
                </a:lnTo>
                <a:lnTo>
                  <a:pt x="1087415" y="18039"/>
                </a:lnTo>
                <a:lnTo>
                  <a:pt x="1087436" y="18613"/>
                </a:lnTo>
                <a:lnTo>
                  <a:pt x="1087455" y="19216"/>
                </a:lnTo>
                <a:lnTo>
                  <a:pt x="1087472" y="19849"/>
                </a:lnTo>
                <a:lnTo>
                  <a:pt x="1087487" y="20511"/>
                </a:lnTo>
                <a:lnTo>
                  <a:pt x="1087501" y="21202"/>
                </a:lnTo>
                <a:lnTo>
                  <a:pt x="1087513" y="21922"/>
                </a:lnTo>
                <a:lnTo>
                  <a:pt x="1087523" y="22672"/>
                </a:lnTo>
                <a:lnTo>
                  <a:pt x="1087531" y="23450"/>
                </a:lnTo>
                <a:lnTo>
                  <a:pt x="1087537" y="24258"/>
                </a:lnTo>
                <a:lnTo>
                  <a:pt x="1087542" y="25095"/>
                </a:lnTo>
                <a:lnTo>
                  <a:pt x="1087545" y="25962"/>
                </a:lnTo>
                <a:lnTo>
                  <a:pt x="1087545" y="26857"/>
                </a:lnTo>
                <a:lnTo>
                  <a:pt x="1087545" y="84539"/>
                </a:lnTo>
                <a:lnTo>
                  <a:pt x="1087544" y="85031"/>
                </a:lnTo>
                <a:lnTo>
                  <a:pt x="1087540" y="85508"/>
                </a:lnTo>
                <a:lnTo>
                  <a:pt x="1087532" y="85972"/>
                </a:lnTo>
                <a:lnTo>
                  <a:pt x="1087522" y="86421"/>
                </a:lnTo>
                <a:lnTo>
                  <a:pt x="1087509" y="86857"/>
                </a:lnTo>
                <a:lnTo>
                  <a:pt x="1087493" y="87279"/>
                </a:lnTo>
                <a:lnTo>
                  <a:pt x="1087474" y="87686"/>
                </a:lnTo>
                <a:lnTo>
                  <a:pt x="1087453" y="88080"/>
                </a:lnTo>
                <a:lnTo>
                  <a:pt x="1087428" y="88459"/>
                </a:lnTo>
                <a:lnTo>
                  <a:pt x="1087400" y="88825"/>
                </a:lnTo>
                <a:lnTo>
                  <a:pt x="1087370" y="89177"/>
                </a:lnTo>
                <a:lnTo>
                  <a:pt x="1087337" y="89514"/>
                </a:lnTo>
                <a:lnTo>
                  <a:pt x="1087300" y="89838"/>
                </a:lnTo>
                <a:lnTo>
                  <a:pt x="1087261" y="90147"/>
                </a:lnTo>
                <a:lnTo>
                  <a:pt x="1087219" y="90443"/>
                </a:lnTo>
                <a:lnTo>
                  <a:pt x="1087174" y="90724"/>
                </a:lnTo>
                <a:lnTo>
                  <a:pt x="1087126" y="90992"/>
                </a:lnTo>
                <a:lnTo>
                  <a:pt x="1087075" y="91245"/>
                </a:lnTo>
                <a:lnTo>
                  <a:pt x="1087022" y="91485"/>
                </a:lnTo>
                <a:lnTo>
                  <a:pt x="1086965" y="91710"/>
                </a:lnTo>
                <a:lnTo>
                  <a:pt x="1086906" y="91922"/>
                </a:lnTo>
                <a:lnTo>
                  <a:pt x="1086843" y="92119"/>
                </a:lnTo>
                <a:lnTo>
                  <a:pt x="1086778" y="92303"/>
                </a:lnTo>
                <a:lnTo>
                  <a:pt x="1086710" y="92472"/>
                </a:lnTo>
                <a:lnTo>
                  <a:pt x="1086639" y="92632"/>
                </a:lnTo>
                <a:lnTo>
                  <a:pt x="1086567" y="92788"/>
                </a:lnTo>
                <a:lnTo>
                  <a:pt x="1086492" y="92940"/>
                </a:lnTo>
                <a:lnTo>
                  <a:pt x="1086416" y="93087"/>
                </a:lnTo>
                <a:lnTo>
                  <a:pt x="1086338" y="93229"/>
                </a:lnTo>
                <a:lnTo>
                  <a:pt x="1086257" y="93368"/>
                </a:lnTo>
                <a:lnTo>
                  <a:pt x="1086175" y="93502"/>
                </a:lnTo>
                <a:lnTo>
                  <a:pt x="1086091" y="93631"/>
                </a:lnTo>
                <a:lnTo>
                  <a:pt x="1086005" y="93757"/>
                </a:lnTo>
                <a:lnTo>
                  <a:pt x="1085917" y="93878"/>
                </a:lnTo>
                <a:lnTo>
                  <a:pt x="1085827" y="93994"/>
                </a:lnTo>
                <a:lnTo>
                  <a:pt x="1085735" y="94106"/>
                </a:lnTo>
                <a:lnTo>
                  <a:pt x="1085641" y="94214"/>
                </a:lnTo>
                <a:lnTo>
                  <a:pt x="1085546" y="94318"/>
                </a:lnTo>
                <a:lnTo>
                  <a:pt x="1085448" y="94417"/>
                </a:lnTo>
                <a:lnTo>
                  <a:pt x="1085348" y="94512"/>
                </a:lnTo>
                <a:lnTo>
                  <a:pt x="1085247" y="94602"/>
                </a:lnTo>
                <a:lnTo>
                  <a:pt x="1085143" y="94689"/>
                </a:lnTo>
                <a:lnTo>
                  <a:pt x="1085038" y="94770"/>
                </a:lnTo>
                <a:lnTo>
                  <a:pt x="1084931" y="94848"/>
                </a:lnTo>
                <a:lnTo>
                  <a:pt x="1084821" y="94921"/>
                </a:lnTo>
                <a:lnTo>
                  <a:pt x="1084710" y="94990"/>
                </a:lnTo>
                <a:lnTo>
                  <a:pt x="1084597" y="95054"/>
                </a:lnTo>
                <a:lnTo>
                  <a:pt x="1084482" y="95114"/>
                </a:lnTo>
                <a:lnTo>
                  <a:pt x="1084276" y="95222"/>
                </a:lnTo>
                <a:lnTo>
                  <a:pt x="1084063" y="95325"/>
                </a:lnTo>
                <a:lnTo>
                  <a:pt x="1083844" y="95424"/>
                </a:lnTo>
                <a:lnTo>
                  <a:pt x="1083619" y="95518"/>
                </a:lnTo>
                <a:lnTo>
                  <a:pt x="1083388" y="95608"/>
                </a:lnTo>
                <a:lnTo>
                  <a:pt x="1083150" y="95693"/>
                </a:lnTo>
                <a:lnTo>
                  <a:pt x="1082906" y="95773"/>
                </a:lnTo>
                <a:lnTo>
                  <a:pt x="1082656" y="95849"/>
                </a:lnTo>
                <a:lnTo>
                  <a:pt x="1082399" y="95920"/>
                </a:lnTo>
                <a:lnTo>
                  <a:pt x="1082137" y="95987"/>
                </a:lnTo>
                <a:lnTo>
                  <a:pt x="1081868" y="96049"/>
                </a:lnTo>
                <a:lnTo>
                  <a:pt x="1081592" y="96106"/>
                </a:lnTo>
                <a:lnTo>
                  <a:pt x="1081311" y="96159"/>
                </a:lnTo>
                <a:lnTo>
                  <a:pt x="1081023" y="96207"/>
                </a:lnTo>
                <a:lnTo>
                  <a:pt x="1080728" y="96251"/>
                </a:lnTo>
                <a:lnTo>
                  <a:pt x="1080428" y="96290"/>
                </a:lnTo>
                <a:lnTo>
                  <a:pt x="1080121" y="96324"/>
                </a:lnTo>
                <a:lnTo>
                  <a:pt x="1079808" y="96354"/>
                </a:lnTo>
                <a:lnTo>
                  <a:pt x="1079489" y="96379"/>
                </a:lnTo>
                <a:lnTo>
                  <a:pt x="1079163" y="96400"/>
                </a:lnTo>
                <a:lnTo>
                  <a:pt x="1078831" y="96416"/>
                </a:lnTo>
                <a:lnTo>
                  <a:pt x="1078493" y="96428"/>
                </a:lnTo>
                <a:lnTo>
                  <a:pt x="1078148" y="96435"/>
                </a:lnTo>
                <a:lnTo>
                  <a:pt x="1077797" y="96437"/>
                </a:lnTo>
                <a:lnTo>
                  <a:pt x="1077797" y="99013"/>
                </a:lnTo>
                <a:lnTo>
                  <a:pt x="1109409" y="99013"/>
                </a:lnTo>
                <a:lnTo>
                  <a:pt x="1109409" y="96437"/>
                </a:lnTo>
                <a:lnTo>
                  <a:pt x="1109008" y="96435"/>
                </a:lnTo>
                <a:lnTo>
                  <a:pt x="1108617" y="96429"/>
                </a:lnTo>
                <a:lnTo>
                  <a:pt x="1108236" y="96420"/>
                </a:lnTo>
                <a:lnTo>
                  <a:pt x="1107865" y="96407"/>
                </a:lnTo>
                <a:lnTo>
                  <a:pt x="1107504" y="96390"/>
                </a:lnTo>
                <a:lnTo>
                  <a:pt x="1107153" y="96369"/>
                </a:lnTo>
                <a:lnTo>
                  <a:pt x="1106812" y="96345"/>
                </a:lnTo>
                <a:lnTo>
                  <a:pt x="1106481" y="96317"/>
                </a:lnTo>
                <a:lnTo>
                  <a:pt x="1106160" y="96285"/>
                </a:lnTo>
                <a:lnTo>
                  <a:pt x="1105849" y="96250"/>
                </a:lnTo>
                <a:lnTo>
                  <a:pt x="1105548" y="96210"/>
                </a:lnTo>
                <a:lnTo>
                  <a:pt x="1105258" y="96167"/>
                </a:lnTo>
                <a:lnTo>
                  <a:pt x="1104977" y="96120"/>
                </a:lnTo>
                <a:lnTo>
                  <a:pt x="1104706" y="96070"/>
                </a:lnTo>
                <a:lnTo>
                  <a:pt x="1104445" y="96015"/>
                </a:lnTo>
                <a:lnTo>
                  <a:pt x="1104195" y="95957"/>
                </a:lnTo>
                <a:lnTo>
                  <a:pt x="1103954" y="95895"/>
                </a:lnTo>
                <a:lnTo>
                  <a:pt x="1103723" y="95830"/>
                </a:lnTo>
                <a:lnTo>
                  <a:pt x="1103503" y="95760"/>
                </a:lnTo>
                <a:lnTo>
                  <a:pt x="1103292" y="95687"/>
                </a:lnTo>
                <a:lnTo>
                  <a:pt x="1103092" y="95611"/>
                </a:lnTo>
                <a:lnTo>
                  <a:pt x="1102901" y="95530"/>
                </a:lnTo>
                <a:lnTo>
                  <a:pt x="1102721" y="95446"/>
                </a:lnTo>
                <a:lnTo>
                  <a:pt x="1102551" y="95358"/>
                </a:lnTo>
                <a:lnTo>
                  <a:pt x="1102387" y="95267"/>
                </a:lnTo>
                <a:lnTo>
                  <a:pt x="1102229" y="95174"/>
                </a:lnTo>
                <a:lnTo>
                  <a:pt x="1102074" y="95080"/>
                </a:lnTo>
                <a:lnTo>
                  <a:pt x="1101924" y="94983"/>
                </a:lnTo>
                <a:lnTo>
                  <a:pt x="1101778" y="94885"/>
                </a:lnTo>
                <a:lnTo>
                  <a:pt x="1101637" y="94785"/>
                </a:lnTo>
                <a:lnTo>
                  <a:pt x="1101500" y="94684"/>
                </a:lnTo>
                <a:lnTo>
                  <a:pt x="1101367" y="94580"/>
                </a:lnTo>
                <a:lnTo>
                  <a:pt x="1101239" y="94475"/>
                </a:lnTo>
                <a:lnTo>
                  <a:pt x="1101115" y="94368"/>
                </a:lnTo>
                <a:lnTo>
                  <a:pt x="1100995" y="94259"/>
                </a:lnTo>
                <a:lnTo>
                  <a:pt x="1100880" y="94148"/>
                </a:lnTo>
                <a:lnTo>
                  <a:pt x="1100769" y="94035"/>
                </a:lnTo>
                <a:lnTo>
                  <a:pt x="1100662" y="93921"/>
                </a:lnTo>
                <a:lnTo>
                  <a:pt x="1100560" y="93805"/>
                </a:lnTo>
                <a:lnTo>
                  <a:pt x="1100462" y="93687"/>
                </a:lnTo>
                <a:lnTo>
                  <a:pt x="1100368" y="93567"/>
                </a:lnTo>
                <a:lnTo>
                  <a:pt x="1100279" y="93445"/>
                </a:lnTo>
                <a:lnTo>
                  <a:pt x="1100194" y="93322"/>
                </a:lnTo>
                <a:lnTo>
                  <a:pt x="1100114" y="93196"/>
                </a:lnTo>
                <a:lnTo>
                  <a:pt x="1100037" y="93069"/>
                </a:lnTo>
                <a:lnTo>
                  <a:pt x="1099966" y="92940"/>
                </a:lnTo>
                <a:lnTo>
                  <a:pt x="1099898" y="92809"/>
                </a:lnTo>
                <a:lnTo>
                  <a:pt x="1099835" y="92677"/>
                </a:lnTo>
                <a:lnTo>
                  <a:pt x="1099775" y="92535"/>
                </a:lnTo>
                <a:lnTo>
                  <a:pt x="1099718" y="92376"/>
                </a:lnTo>
                <a:lnTo>
                  <a:pt x="1099664" y="92199"/>
                </a:lnTo>
                <a:lnTo>
                  <a:pt x="1099612" y="92006"/>
                </a:lnTo>
                <a:lnTo>
                  <a:pt x="1099562" y="91795"/>
                </a:lnTo>
                <a:lnTo>
                  <a:pt x="1099515" y="91567"/>
                </a:lnTo>
                <a:lnTo>
                  <a:pt x="1099471" y="91322"/>
                </a:lnTo>
                <a:lnTo>
                  <a:pt x="1099429" y="91060"/>
                </a:lnTo>
                <a:lnTo>
                  <a:pt x="1099390" y="90781"/>
                </a:lnTo>
                <a:lnTo>
                  <a:pt x="1099353" y="90484"/>
                </a:lnTo>
                <a:lnTo>
                  <a:pt x="1099319" y="90170"/>
                </a:lnTo>
                <a:lnTo>
                  <a:pt x="1099287" y="89840"/>
                </a:lnTo>
                <a:lnTo>
                  <a:pt x="1099258" y="89491"/>
                </a:lnTo>
                <a:lnTo>
                  <a:pt x="1099231" y="89126"/>
                </a:lnTo>
                <a:lnTo>
                  <a:pt x="1099207" y="88744"/>
                </a:lnTo>
                <a:lnTo>
                  <a:pt x="1099185" y="88344"/>
                </a:lnTo>
                <a:lnTo>
                  <a:pt x="1099166" y="87928"/>
                </a:lnTo>
                <a:lnTo>
                  <a:pt x="1099150" y="87494"/>
                </a:lnTo>
                <a:lnTo>
                  <a:pt x="1099136" y="87043"/>
                </a:lnTo>
                <a:lnTo>
                  <a:pt x="1099124" y="86575"/>
                </a:lnTo>
                <a:lnTo>
                  <a:pt x="1099115" y="86089"/>
                </a:lnTo>
                <a:lnTo>
                  <a:pt x="1099109" y="85587"/>
                </a:lnTo>
                <a:lnTo>
                  <a:pt x="1099105" y="85067"/>
                </a:lnTo>
                <a:lnTo>
                  <a:pt x="1099104" y="84530"/>
                </a:lnTo>
                <a:lnTo>
                  <a:pt x="1099104" y="50830"/>
                </a:lnTo>
                <a:lnTo>
                  <a:pt x="1099531" y="50378"/>
                </a:lnTo>
                <a:lnTo>
                  <a:pt x="1099953" y="49938"/>
                </a:lnTo>
                <a:lnTo>
                  <a:pt x="1100369" y="49512"/>
                </a:lnTo>
                <a:lnTo>
                  <a:pt x="1100781" y="49098"/>
                </a:lnTo>
                <a:lnTo>
                  <a:pt x="1101187" y="48698"/>
                </a:lnTo>
                <a:lnTo>
                  <a:pt x="1101589" y="48310"/>
                </a:lnTo>
                <a:lnTo>
                  <a:pt x="1101985" y="47935"/>
                </a:lnTo>
                <a:lnTo>
                  <a:pt x="1102377" y="47572"/>
                </a:lnTo>
                <a:lnTo>
                  <a:pt x="1102763" y="47223"/>
                </a:lnTo>
                <a:lnTo>
                  <a:pt x="1103144" y="46886"/>
                </a:lnTo>
                <a:lnTo>
                  <a:pt x="1103520" y="46562"/>
                </a:lnTo>
                <a:lnTo>
                  <a:pt x="1103891" y="46251"/>
                </a:lnTo>
                <a:lnTo>
                  <a:pt x="1104257" y="45953"/>
                </a:lnTo>
                <a:lnTo>
                  <a:pt x="1104618" y="45668"/>
                </a:lnTo>
                <a:lnTo>
                  <a:pt x="1104974" y="45395"/>
                </a:lnTo>
                <a:lnTo>
                  <a:pt x="1105324" y="45135"/>
                </a:lnTo>
                <a:lnTo>
                  <a:pt x="1105670" y="44888"/>
                </a:lnTo>
                <a:lnTo>
                  <a:pt x="1106010" y="44654"/>
                </a:lnTo>
                <a:lnTo>
                  <a:pt x="1106346" y="44433"/>
                </a:lnTo>
                <a:lnTo>
                  <a:pt x="1106676" y="44224"/>
                </a:lnTo>
                <a:lnTo>
                  <a:pt x="1107002" y="44029"/>
                </a:lnTo>
                <a:lnTo>
                  <a:pt x="1107322" y="43846"/>
                </a:lnTo>
                <a:lnTo>
                  <a:pt x="1107637" y="43676"/>
                </a:lnTo>
                <a:lnTo>
                  <a:pt x="1107947" y="43518"/>
                </a:lnTo>
                <a:lnTo>
                  <a:pt x="1108254" y="43371"/>
                </a:lnTo>
                <a:lnTo>
                  <a:pt x="1108560" y="43229"/>
                </a:lnTo>
                <a:lnTo>
                  <a:pt x="1108865" y="43094"/>
                </a:lnTo>
                <a:lnTo>
                  <a:pt x="1109169" y="42965"/>
                </a:lnTo>
                <a:lnTo>
                  <a:pt x="1109473" y="42843"/>
                </a:lnTo>
                <a:lnTo>
                  <a:pt x="1109775" y="42726"/>
                </a:lnTo>
                <a:lnTo>
                  <a:pt x="1110076" y="42616"/>
                </a:lnTo>
                <a:lnTo>
                  <a:pt x="1110376" y="42513"/>
                </a:lnTo>
                <a:lnTo>
                  <a:pt x="1110676" y="42415"/>
                </a:lnTo>
                <a:lnTo>
                  <a:pt x="1110974" y="42324"/>
                </a:lnTo>
                <a:lnTo>
                  <a:pt x="1111271" y="42239"/>
                </a:lnTo>
                <a:lnTo>
                  <a:pt x="1111568" y="42161"/>
                </a:lnTo>
                <a:lnTo>
                  <a:pt x="1111863" y="42088"/>
                </a:lnTo>
                <a:lnTo>
                  <a:pt x="1112158" y="42022"/>
                </a:lnTo>
                <a:lnTo>
                  <a:pt x="1112451" y="41963"/>
                </a:lnTo>
                <a:lnTo>
                  <a:pt x="1112744" y="41909"/>
                </a:lnTo>
                <a:lnTo>
                  <a:pt x="1113035" y="41862"/>
                </a:lnTo>
                <a:lnTo>
                  <a:pt x="1113326" y="41821"/>
                </a:lnTo>
                <a:lnTo>
                  <a:pt x="1113615" y="41787"/>
                </a:lnTo>
                <a:lnTo>
                  <a:pt x="1113904" y="41758"/>
                </a:lnTo>
                <a:lnTo>
                  <a:pt x="1114192" y="41736"/>
                </a:lnTo>
                <a:lnTo>
                  <a:pt x="1114479" y="41721"/>
                </a:lnTo>
                <a:lnTo>
                  <a:pt x="1114764" y="41711"/>
                </a:lnTo>
                <a:lnTo>
                  <a:pt x="1115049" y="41708"/>
                </a:lnTo>
                <a:lnTo>
                  <a:pt x="1115326" y="41711"/>
                </a:lnTo>
                <a:lnTo>
                  <a:pt x="1115599" y="41719"/>
                </a:lnTo>
                <a:lnTo>
                  <a:pt x="1115869" y="41734"/>
                </a:lnTo>
                <a:lnTo>
                  <a:pt x="1116136" y="41754"/>
                </a:lnTo>
                <a:lnTo>
                  <a:pt x="1116399" y="41779"/>
                </a:lnTo>
                <a:lnTo>
                  <a:pt x="1116659" y="41810"/>
                </a:lnTo>
                <a:lnTo>
                  <a:pt x="1116916" y="41847"/>
                </a:lnTo>
                <a:lnTo>
                  <a:pt x="1117169" y="41890"/>
                </a:lnTo>
                <a:lnTo>
                  <a:pt x="1117419" y="41938"/>
                </a:lnTo>
                <a:lnTo>
                  <a:pt x="1117665" y="41992"/>
                </a:lnTo>
                <a:lnTo>
                  <a:pt x="1117908" y="42052"/>
                </a:lnTo>
                <a:lnTo>
                  <a:pt x="1118148" y="42117"/>
                </a:lnTo>
                <a:lnTo>
                  <a:pt x="1118384" y="42188"/>
                </a:lnTo>
                <a:lnTo>
                  <a:pt x="1118617" y="42265"/>
                </a:lnTo>
                <a:lnTo>
                  <a:pt x="1118846" y="42347"/>
                </a:lnTo>
                <a:lnTo>
                  <a:pt x="1119072" y="42435"/>
                </a:lnTo>
                <a:lnTo>
                  <a:pt x="1119295" y="42529"/>
                </a:lnTo>
                <a:lnTo>
                  <a:pt x="1119514" y="42629"/>
                </a:lnTo>
                <a:lnTo>
                  <a:pt x="1119730" y="42734"/>
                </a:lnTo>
                <a:lnTo>
                  <a:pt x="1119943" y="42844"/>
                </a:lnTo>
                <a:lnTo>
                  <a:pt x="1120152" y="42961"/>
                </a:lnTo>
                <a:lnTo>
                  <a:pt x="1120357" y="43083"/>
                </a:lnTo>
                <a:lnTo>
                  <a:pt x="1120560" y="43211"/>
                </a:lnTo>
                <a:lnTo>
                  <a:pt x="1120759" y="43344"/>
                </a:lnTo>
                <a:lnTo>
                  <a:pt x="1120954" y="43484"/>
                </a:lnTo>
                <a:lnTo>
                  <a:pt x="1121144" y="43628"/>
                </a:lnTo>
                <a:lnTo>
                  <a:pt x="1121331" y="43779"/>
                </a:lnTo>
                <a:lnTo>
                  <a:pt x="1121512" y="43935"/>
                </a:lnTo>
                <a:lnTo>
                  <a:pt x="1121689" y="44097"/>
                </a:lnTo>
                <a:lnTo>
                  <a:pt x="1121862" y="44265"/>
                </a:lnTo>
                <a:lnTo>
                  <a:pt x="1122030" y="44438"/>
                </a:lnTo>
                <a:lnTo>
                  <a:pt x="1122194" y="44617"/>
                </a:lnTo>
                <a:lnTo>
                  <a:pt x="1122353" y="44802"/>
                </a:lnTo>
                <a:lnTo>
                  <a:pt x="1122508" y="44992"/>
                </a:lnTo>
                <a:lnTo>
                  <a:pt x="1122658" y="45188"/>
                </a:lnTo>
                <a:lnTo>
                  <a:pt x="1122804" y="45390"/>
                </a:lnTo>
                <a:lnTo>
                  <a:pt x="1122946" y="45597"/>
                </a:lnTo>
                <a:lnTo>
                  <a:pt x="1123082" y="45810"/>
                </a:lnTo>
                <a:lnTo>
                  <a:pt x="1123215" y="46029"/>
                </a:lnTo>
                <a:lnTo>
                  <a:pt x="1123343" y="46253"/>
                </a:lnTo>
                <a:lnTo>
                  <a:pt x="1123466" y="46483"/>
                </a:lnTo>
                <a:lnTo>
                  <a:pt x="1123585" y="46719"/>
                </a:lnTo>
                <a:lnTo>
                  <a:pt x="1123700" y="46961"/>
                </a:lnTo>
                <a:lnTo>
                  <a:pt x="1123810" y="47208"/>
                </a:lnTo>
                <a:lnTo>
                  <a:pt x="1123915" y="47461"/>
                </a:lnTo>
                <a:lnTo>
                  <a:pt x="1124017" y="47719"/>
                </a:lnTo>
                <a:lnTo>
                  <a:pt x="1124113" y="47983"/>
                </a:lnTo>
                <a:lnTo>
                  <a:pt x="1124205" y="48253"/>
                </a:lnTo>
                <a:lnTo>
                  <a:pt x="1124294" y="48538"/>
                </a:lnTo>
                <a:lnTo>
                  <a:pt x="1124378" y="48849"/>
                </a:lnTo>
                <a:lnTo>
                  <a:pt x="1124458" y="49183"/>
                </a:lnTo>
                <a:lnTo>
                  <a:pt x="1124535" y="49543"/>
                </a:lnTo>
                <a:lnTo>
                  <a:pt x="1124608" y="49928"/>
                </a:lnTo>
                <a:lnTo>
                  <a:pt x="1124678" y="50338"/>
                </a:lnTo>
                <a:lnTo>
                  <a:pt x="1124743" y="50772"/>
                </a:lnTo>
                <a:lnTo>
                  <a:pt x="1124805" y="51232"/>
                </a:lnTo>
                <a:lnTo>
                  <a:pt x="1124863" y="51716"/>
                </a:lnTo>
                <a:lnTo>
                  <a:pt x="1124917" y="52226"/>
                </a:lnTo>
                <a:lnTo>
                  <a:pt x="1124968" y="52760"/>
                </a:lnTo>
                <a:lnTo>
                  <a:pt x="1125015" y="53319"/>
                </a:lnTo>
                <a:lnTo>
                  <a:pt x="1125058" y="53903"/>
                </a:lnTo>
                <a:lnTo>
                  <a:pt x="1125097" y="54512"/>
                </a:lnTo>
                <a:lnTo>
                  <a:pt x="1125133" y="55146"/>
                </a:lnTo>
                <a:lnTo>
                  <a:pt x="1125165" y="55804"/>
                </a:lnTo>
                <a:lnTo>
                  <a:pt x="1125193" y="56488"/>
                </a:lnTo>
                <a:lnTo>
                  <a:pt x="1125217" y="57196"/>
                </a:lnTo>
                <a:lnTo>
                  <a:pt x="1125238" y="57930"/>
                </a:lnTo>
                <a:lnTo>
                  <a:pt x="1125255" y="58688"/>
                </a:lnTo>
                <a:lnTo>
                  <a:pt x="1125268" y="59471"/>
                </a:lnTo>
                <a:lnTo>
                  <a:pt x="1125277" y="60279"/>
                </a:lnTo>
                <a:lnTo>
                  <a:pt x="1125283" y="61112"/>
                </a:lnTo>
                <a:lnTo>
                  <a:pt x="1125285" y="61970"/>
                </a:lnTo>
                <a:lnTo>
                  <a:pt x="1125285" y="84530"/>
                </a:lnTo>
                <a:lnTo>
                  <a:pt x="1125284" y="84975"/>
                </a:lnTo>
                <a:lnTo>
                  <a:pt x="1125283" y="85405"/>
                </a:lnTo>
                <a:lnTo>
                  <a:pt x="1125281" y="85821"/>
                </a:lnTo>
                <a:lnTo>
                  <a:pt x="1125279" y="86221"/>
                </a:lnTo>
                <a:lnTo>
                  <a:pt x="1125276" y="86606"/>
                </a:lnTo>
                <a:lnTo>
                  <a:pt x="1125272" y="86976"/>
                </a:lnTo>
                <a:lnTo>
                  <a:pt x="1125267" y="87331"/>
                </a:lnTo>
                <a:lnTo>
                  <a:pt x="1125261" y="87671"/>
                </a:lnTo>
                <a:lnTo>
                  <a:pt x="1125255" y="87996"/>
                </a:lnTo>
                <a:lnTo>
                  <a:pt x="1125248" y="88307"/>
                </a:lnTo>
                <a:lnTo>
                  <a:pt x="1125241" y="88602"/>
                </a:lnTo>
                <a:lnTo>
                  <a:pt x="1125232" y="88882"/>
                </a:lnTo>
                <a:lnTo>
                  <a:pt x="1125223" y="89147"/>
                </a:lnTo>
                <a:lnTo>
                  <a:pt x="1125214" y="89398"/>
                </a:lnTo>
                <a:lnTo>
                  <a:pt x="1125203" y="89633"/>
                </a:lnTo>
                <a:lnTo>
                  <a:pt x="1125192" y="89853"/>
                </a:lnTo>
                <a:lnTo>
                  <a:pt x="1125180" y="90058"/>
                </a:lnTo>
                <a:lnTo>
                  <a:pt x="1125167" y="90249"/>
                </a:lnTo>
                <a:lnTo>
                  <a:pt x="1125154" y="90424"/>
                </a:lnTo>
                <a:lnTo>
                  <a:pt x="1125140" y="90584"/>
                </a:lnTo>
                <a:lnTo>
                  <a:pt x="1125125" y="90729"/>
                </a:lnTo>
                <a:lnTo>
                  <a:pt x="1125109" y="90860"/>
                </a:lnTo>
                <a:lnTo>
                  <a:pt x="1125093" y="90975"/>
                </a:lnTo>
                <a:lnTo>
                  <a:pt x="1125076" y="91075"/>
                </a:lnTo>
                <a:lnTo>
                  <a:pt x="1125016" y="91294"/>
                </a:lnTo>
                <a:lnTo>
                  <a:pt x="1124953" y="91507"/>
                </a:lnTo>
                <a:lnTo>
                  <a:pt x="1124885" y="91717"/>
                </a:lnTo>
                <a:lnTo>
                  <a:pt x="1124815" y="91922"/>
                </a:lnTo>
                <a:lnTo>
                  <a:pt x="1124740" y="92122"/>
                </a:lnTo>
                <a:lnTo>
                  <a:pt x="1124662" y="92318"/>
                </a:lnTo>
                <a:lnTo>
                  <a:pt x="1124581" y="92509"/>
                </a:lnTo>
                <a:lnTo>
                  <a:pt x="1124496" y="92696"/>
                </a:lnTo>
                <a:lnTo>
                  <a:pt x="1124407" y="92879"/>
                </a:lnTo>
                <a:lnTo>
                  <a:pt x="1124314" y="93057"/>
                </a:lnTo>
                <a:lnTo>
                  <a:pt x="1124218" y="93230"/>
                </a:lnTo>
                <a:lnTo>
                  <a:pt x="1124118" y="93399"/>
                </a:lnTo>
                <a:lnTo>
                  <a:pt x="1124015" y="93564"/>
                </a:lnTo>
                <a:lnTo>
                  <a:pt x="1123908" y="93724"/>
                </a:lnTo>
                <a:lnTo>
                  <a:pt x="1123797" y="93880"/>
                </a:lnTo>
                <a:lnTo>
                  <a:pt x="1123683" y="94031"/>
                </a:lnTo>
                <a:lnTo>
                  <a:pt x="1123565" y="94178"/>
                </a:lnTo>
                <a:lnTo>
                  <a:pt x="1123444" y="94320"/>
                </a:lnTo>
                <a:lnTo>
                  <a:pt x="1123319" y="94457"/>
                </a:lnTo>
                <a:lnTo>
                  <a:pt x="1123190" y="94591"/>
                </a:lnTo>
                <a:lnTo>
                  <a:pt x="1123058" y="94720"/>
                </a:lnTo>
                <a:lnTo>
                  <a:pt x="1122922" y="94844"/>
                </a:lnTo>
                <a:lnTo>
                  <a:pt x="1122782" y="94964"/>
                </a:lnTo>
                <a:lnTo>
                  <a:pt x="1122639" y="95079"/>
                </a:lnTo>
                <a:lnTo>
                  <a:pt x="1122489" y="95190"/>
                </a:lnTo>
                <a:lnTo>
                  <a:pt x="1122330" y="95296"/>
                </a:lnTo>
                <a:lnTo>
                  <a:pt x="1122161" y="95397"/>
                </a:lnTo>
                <a:lnTo>
                  <a:pt x="1121983" y="95494"/>
                </a:lnTo>
                <a:lnTo>
                  <a:pt x="1121796" y="95586"/>
                </a:lnTo>
                <a:lnTo>
                  <a:pt x="1121599" y="95673"/>
                </a:lnTo>
                <a:lnTo>
                  <a:pt x="1121392" y="95756"/>
                </a:lnTo>
                <a:lnTo>
                  <a:pt x="1121177" y="95833"/>
                </a:lnTo>
                <a:lnTo>
                  <a:pt x="1120951" y="95907"/>
                </a:lnTo>
                <a:lnTo>
                  <a:pt x="1120717" y="95975"/>
                </a:lnTo>
                <a:lnTo>
                  <a:pt x="1120473" y="96039"/>
                </a:lnTo>
                <a:lnTo>
                  <a:pt x="1120219" y="96097"/>
                </a:lnTo>
                <a:lnTo>
                  <a:pt x="1119956" y="96152"/>
                </a:lnTo>
                <a:lnTo>
                  <a:pt x="1119684" y="96201"/>
                </a:lnTo>
                <a:lnTo>
                  <a:pt x="1119402" y="96246"/>
                </a:lnTo>
                <a:lnTo>
                  <a:pt x="1119111" y="96286"/>
                </a:lnTo>
                <a:lnTo>
                  <a:pt x="1118810" y="96321"/>
                </a:lnTo>
                <a:lnTo>
                  <a:pt x="1118500" y="96352"/>
                </a:lnTo>
                <a:lnTo>
                  <a:pt x="1118181" y="96378"/>
                </a:lnTo>
                <a:lnTo>
                  <a:pt x="1117852" y="96399"/>
                </a:lnTo>
                <a:lnTo>
                  <a:pt x="1117513" y="96416"/>
                </a:lnTo>
                <a:lnTo>
                  <a:pt x="1117166" y="96427"/>
                </a:lnTo>
                <a:lnTo>
                  <a:pt x="1116808" y="96435"/>
                </a:lnTo>
                <a:lnTo>
                  <a:pt x="1116442" y="96437"/>
                </a:lnTo>
                <a:lnTo>
                  <a:pt x="1114980" y="96437"/>
                </a:lnTo>
                <a:lnTo>
                  <a:pt x="1114980" y="99013"/>
                </a:lnTo>
                <a:lnTo>
                  <a:pt x="1146313" y="99013"/>
                </a:lnTo>
                <a:lnTo>
                  <a:pt x="1146313" y="96437"/>
                </a:lnTo>
                <a:lnTo>
                  <a:pt x="1145946" y="96435"/>
                </a:lnTo>
                <a:lnTo>
                  <a:pt x="1145589" y="96430"/>
                </a:lnTo>
                <a:lnTo>
                  <a:pt x="1145242" y="96422"/>
                </a:lnTo>
                <a:lnTo>
                  <a:pt x="1144905" y="96410"/>
                </a:lnTo>
                <a:lnTo>
                  <a:pt x="1144577" y="96395"/>
                </a:lnTo>
                <a:lnTo>
                  <a:pt x="1144259" y="96376"/>
                </a:lnTo>
                <a:lnTo>
                  <a:pt x="1143950" y="96354"/>
                </a:lnTo>
                <a:lnTo>
                  <a:pt x="1143651" y="96329"/>
                </a:lnTo>
                <a:lnTo>
                  <a:pt x="1143362" y="96300"/>
                </a:lnTo>
                <a:lnTo>
                  <a:pt x="1143083" y="96268"/>
                </a:lnTo>
                <a:lnTo>
                  <a:pt x="1142813" y="96233"/>
                </a:lnTo>
                <a:lnTo>
                  <a:pt x="1142553" y="96194"/>
                </a:lnTo>
                <a:lnTo>
                  <a:pt x="1142302" y="96152"/>
                </a:lnTo>
                <a:lnTo>
                  <a:pt x="1142062" y="96106"/>
                </a:lnTo>
                <a:lnTo>
                  <a:pt x="1141830" y="96057"/>
                </a:lnTo>
                <a:lnTo>
                  <a:pt x="1141609" y="96005"/>
                </a:lnTo>
                <a:lnTo>
                  <a:pt x="1141397" y="95949"/>
                </a:lnTo>
                <a:lnTo>
                  <a:pt x="1141195" y="95890"/>
                </a:lnTo>
                <a:lnTo>
                  <a:pt x="1141003" y="95827"/>
                </a:lnTo>
                <a:lnTo>
                  <a:pt x="1140820" y="95761"/>
                </a:lnTo>
                <a:lnTo>
                  <a:pt x="1140647" y="95692"/>
                </a:lnTo>
                <a:lnTo>
                  <a:pt x="1140483" y="95620"/>
                </a:lnTo>
                <a:lnTo>
                  <a:pt x="1140330" y="95544"/>
                </a:lnTo>
                <a:lnTo>
                  <a:pt x="1140185" y="95464"/>
                </a:lnTo>
                <a:lnTo>
                  <a:pt x="1140048" y="95382"/>
                </a:lnTo>
                <a:lnTo>
                  <a:pt x="1139914" y="95297"/>
                </a:lnTo>
                <a:lnTo>
                  <a:pt x="1139783" y="95210"/>
                </a:lnTo>
                <a:lnTo>
                  <a:pt x="1139655" y="95121"/>
                </a:lnTo>
                <a:lnTo>
                  <a:pt x="1139531" y="95029"/>
                </a:lnTo>
                <a:lnTo>
                  <a:pt x="1139411" y="94935"/>
                </a:lnTo>
                <a:lnTo>
                  <a:pt x="1139294" y="94838"/>
                </a:lnTo>
                <a:lnTo>
                  <a:pt x="1139180" y="94739"/>
                </a:lnTo>
                <a:lnTo>
                  <a:pt x="1139069" y="94637"/>
                </a:lnTo>
                <a:lnTo>
                  <a:pt x="1138962" y="94533"/>
                </a:lnTo>
                <a:lnTo>
                  <a:pt x="1138858" y="94427"/>
                </a:lnTo>
                <a:lnTo>
                  <a:pt x="1138758" y="94318"/>
                </a:lnTo>
                <a:lnTo>
                  <a:pt x="1138661" y="94207"/>
                </a:lnTo>
                <a:lnTo>
                  <a:pt x="1138567" y="94093"/>
                </a:lnTo>
                <a:lnTo>
                  <a:pt x="1138477" y="93977"/>
                </a:lnTo>
                <a:lnTo>
                  <a:pt x="1138391" y="93859"/>
                </a:lnTo>
                <a:lnTo>
                  <a:pt x="1138307" y="93738"/>
                </a:lnTo>
                <a:lnTo>
                  <a:pt x="1138227" y="93615"/>
                </a:lnTo>
                <a:lnTo>
                  <a:pt x="1138150" y="93489"/>
                </a:lnTo>
                <a:lnTo>
                  <a:pt x="1138077" y="93361"/>
                </a:lnTo>
                <a:lnTo>
                  <a:pt x="1138007" y="93231"/>
                </a:lnTo>
                <a:lnTo>
                  <a:pt x="1137941" y="93098"/>
                </a:lnTo>
                <a:lnTo>
                  <a:pt x="1137878" y="92963"/>
                </a:lnTo>
                <a:lnTo>
                  <a:pt x="1137818" y="92825"/>
                </a:lnTo>
                <a:lnTo>
                  <a:pt x="1137738" y="92633"/>
                </a:lnTo>
                <a:lnTo>
                  <a:pt x="1137662" y="92428"/>
                </a:lnTo>
                <a:lnTo>
                  <a:pt x="1137590" y="92209"/>
                </a:lnTo>
                <a:lnTo>
                  <a:pt x="1137520" y="91977"/>
                </a:lnTo>
                <a:lnTo>
                  <a:pt x="1137454" y="91732"/>
                </a:lnTo>
                <a:lnTo>
                  <a:pt x="1137392" y="91474"/>
                </a:lnTo>
                <a:lnTo>
                  <a:pt x="1137332" y="91203"/>
                </a:lnTo>
                <a:lnTo>
                  <a:pt x="1137276" y="90918"/>
                </a:lnTo>
                <a:lnTo>
                  <a:pt x="1137224" y="90620"/>
                </a:lnTo>
                <a:lnTo>
                  <a:pt x="1137175" y="90308"/>
                </a:lnTo>
                <a:lnTo>
                  <a:pt x="1137129" y="89984"/>
                </a:lnTo>
                <a:lnTo>
                  <a:pt x="1137087" y="89646"/>
                </a:lnTo>
                <a:lnTo>
                  <a:pt x="1137048" y="89295"/>
                </a:lnTo>
                <a:lnTo>
                  <a:pt x="1137012" y="88930"/>
                </a:lnTo>
                <a:lnTo>
                  <a:pt x="1136980" y="88553"/>
                </a:lnTo>
                <a:lnTo>
                  <a:pt x="1136952" y="88162"/>
                </a:lnTo>
                <a:lnTo>
                  <a:pt x="1136926" y="87757"/>
                </a:lnTo>
                <a:lnTo>
                  <a:pt x="1136904" y="87340"/>
                </a:lnTo>
                <a:lnTo>
                  <a:pt x="1136886" y="86909"/>
                </a:lnTo>
                <a:lnTo>
                  <a:pt x="1136870" y="86465"/>
                </a:lnTo>
                <a:lnTo>
                  <a:pt x="1136858" y="86008"/>
                </a:lnTo>
                <a:lnTo>
                  <a:pt x="1136850" y="85537"/>
                </a:lnTo>
                <a:lnTo>
                  <a:pt x="1136845" y="85053"/>
                </a:lnTo>
                <a:lnTo>
                  <a:pt x="1136843" y="84556"/>
                </a:lnTo>
                <a:lnTo>
                  <a:pt x="1136843" y="62046"/>
                </a:lnTo>
                <a:lnTo>
                  <a:pt x="1136841" y="61075"/>
                </a:lnTo>
                <a:lnTo>
                  <a:pt x="1136834" y="60129"/>
                </a:lnTo>
                <a:lnTo>
                  <a:pt x="1136823" y="59209"/>
                </a:lnTo>
                <a:lnTo>
                  <a:pt x="1136806" y="58314"/>
                </a:lnTo>
                <a:lnTo>
                  <a:pt x="1136786" y="57445"/>
                </a:lnTo>
                <a:lnTo>
                  <a:pt x="1136761" y="56601"/>
                </a:lnTo>
                <a:lnTo>
                  <a:pt x="1136731" y="55783"/>
                </a:lnTo>
                <a:lnTo>
                  <a:pt x="1136696" y="54991"/>
                </a:lnTo>
                <a:lnTo>
                  <a:pt x="1136657" y="54224"/>
                </a:lnTo>
                <a:lnTo>
                  <a:pt x="1136614" y="53482"/>
                </a:lnTo>
                <a:lnTo>
                  <a:pt x="1136565" y="52767"/>
                </a:lnTo>
                <a:lnTo>
                  <a:pt x="1136512" y="52076"/>
                </a:lnTo>
                <a:lnTo>
                  <a:pt x="1136455" y="51412"/>
                </a:lnTo>
                <a:lnTo>
                  <a:pt x="1136393" y="50773"/>
                </a:lnTo>
                <a:lnTo>
                  <a:pt x="1136326" y="50159"/>
                </a:lnTo>
                <a:lnTo>
                  <a:pt x="1136255" y="49571"/>
                </a:lnTo>
                <a:lnTo>
                  <a:pt x="1136179" y="49009"/>
                </a:lnTo>
                <a:lnTo>
                  <a:pt x="1136099" y="48472"/>
                </a:lnTo>
                <a:lnTo>
                  <a:pt x="1136014" y="47961"/>
                </a:lnTo>
                <a:lnTo>
                  <a:pt x="1135924" y="47475"/>
                </a:lnTo>
                <a:lnTo>
                  <a:pt x="1135830" y="47015"/>
                </a:lnTo>
                <a:lnTo>
                  <a:pt x="1135732" y="46580"/>
                </a:lnTo>
                <a:lnTo>
                  <a:pt x="1135628" y="46171"/>
                </a:lnTo>
                <a:lnTo>
                  <a:pt x="1135520" y="45788"/>
                </a:lnTo>
                <a:lnTo>
                  <a:pt x="1135360" y="45261"/>
                </a:lnTo>
                <a:lnTo>
                  <a:pt x="1135193" y="44746"/>
                </a:lnTo>
                <a:lnTo>
                  <a:pt x="1135019" y="44243"/>
                </a:lnTo>
                <a:lnTo>
                  <a:pt x="1134837" y="43752"/>
                </a:lnTo>
                <a:lnTo>
                  <a:pt x="1134649" y="43273"/>
                </a:lnTo>
                <a:lnTo>
                  <a:pt x="1134454" y="42805"/>
                </a:lnTo>
                <a:lnTo>
                  <a:pt x="1134252" y="42350"/>
                </a:lnTo>
                <a:lnTo>
                  <a:pt x="1134043" y="41906"/>
                </a:lnTo>
                <a:lnTo>
                  <a:pt x="1133826" y="41473"/>
                </a:lnTo>
                <a:lnTo>
                  <a:pt x="1133603" y="41053"/>
                </a:lnTo>
                <a:lnTo>
                  <a:pt x="1133373" y="40645"/>
                </a:lnTo>
                <a:lnTo>
                  <a:pt x="1133135" y="40248"/>
                </a:lnTo>
                <a:lnTo>
                  <a:pt x="1132891" y="39863"/>
                </a:lnTo>
                <a:lnTo>
                  <a:pt x="1132640" y="39490"/>
                </a:lnTo>
                <a:lnTo>
                  <a:pt x="1132381" y="39129"/>
                </a:lnTo>
                <a:lnTo>
                  <a:pt x="1132116" y="38780"/>
                </a:lnTo>
                <a:lnTo>
                  <a:pt x="1131844" y="38442"/>
                </a:lnTo>
                <a:lnTo>
                  <a:pt x="1131564" y="38116"/>
                </a:lnTo>
                <a:lnTo>
                  <a:pt x="1131278" y="37802"/>
                </a:lnTo>
                <a:lnTo>
                  <a:pt x="1130985" y="37500"/>
                </a:lnTo>
                <a:lnTo>
                  <a:pt x="1130684" y="37210"/>
                </a:lnTo>
                <a:lnTo>
                  <a:pt x="1130377" y="36931"/>
                </a:lnTo>
                <a:lnTo>
                  <a:pt x="1130062" y="36665"/>
                </a:lnTo>
                <a:lnTo>
                  <a:pt x="1129741" y="36410"/>
                </a:lnTo>
                <a:lnTo>
                  <a:pt x="1129413" y="36166"/>
                </a:lnTo>
                <a:lnTo>
                  <a:pt x="1129080" y="35933"/>
                </a:lnTo>
                <a:lnTo>
                  <a:pt x="1128742" y="35710"/>
                </a:lnTo>
                <a:lnTo>
                  <a:pt x="1128399" y="35497"/>
                </a:lnTo>
                <a:lnTo>
                  <a:pt x="1128050" y="35295"/>
                </a:lnTo>
                <a:lnTo>
                  <a:pt x="1127696" y="35103"/>
                </a:lnTo>
                <a:lnTo>
                  <a:pt x="1127336" y="34921"/>
                </a:lnTo>
                <a:lnTo>
                  <a:pt x="1126971" y="34750"/>
                </a:lnTo>
                <a:lnTo>
                  <a:pt x="1126601" y="34589"/>
                </a:lnTo>
                <a:lnTo>
                  <a:pt x="1126226" y="34439"/>
                </a:lnTo>
                <a:lnTo>
                  <a:pt x="1125845" y="34299"/>
                </a:lnTo>
                <a:lnTo>
                  <a:pt x="1125459" y="34169"/>
                </a:lnTo>
                <a:lnTo>
                  <a:pt x="1125067" y="34050"/>
                </a:lnTo>
                <a:lnTo>
                  <a:pt x="1124671" y="33941"/>
                </a:lnTo>
                <a:lnTo>
                  <a:pt x="1124269" y="33842"/>
                </a:lnTo>
                <a:lnTo>
                  <a:pt x="1123861" y="33754"/>
                </a:lnTo>
                <a:lnTo>
                  <a:pt x="1123448" y="33676"/>
                </a:lnTo>
                <a:lnTo>
                  <a:pt x="1123030" y="33609"/>
                </a:lnTo>
                <a:lnTo>
                  <a:pt x="1122607" y="33552"/>
                </a:lnTo>
                <a:lnTo>
                  <a:pt x="1122178" y="33505"/>
                </a:lnTo>
                <a:lnTo>
                  <a:pt x="1121744" y="33469"/>
                </a:lnTo>
                <a:lnTo>
                  <a:pt x="1121305" y="33443"/>
                </a:lnTo>
                <a:lnTo>
                  <a:pt x="1120861" y="33427"/>
                </a:lnTo>
                <a:lnTo>
                  <a:pt x="1120411" y="33422"/>
                </a:lnTo>
                <a:lnTo>
                  <a:pt x="1120033" y="33426"/>
                </a:lnTo>
                <a:lnTo>
                  <a:pt x="1119656" y="33439"/>
                </a:lnTo>
                <a:lnTo>
                  <a:pt x="1119279" y="33460"/>
                </a:lnTo>
                <a:lnTo>
                  <a:pt x="1118902" y="33489"/>
                </a:lnTo>
                <a:lnTo>
                  <a:pt x="1118525" y="33526"/>
                </a:lnTo>
                <a:lnTo>
                  <a:pt x="1118148" y="33572"/>
                </a:lnTo>
                <a:lnTo>
                  <a:pt x="1117771" y="33627"/>
                </a:lnTo>
                <a:lnTo>
                  <a:pt x="1117393" y="33689"/>
                </a:lnTo>
                <a:lnTo>
                  <a:pt x="1117016" y="33760"/>
                </a:lnTo>
                <a:lnTo>
                  <a:pt x="1116639" y="33839"/>
                </a:lnTo>
                <a:lnTo>
                  <a:pt x="1116262" y="33927"/>
                </a:lnTo>
                <a:lnTo>
                  <a:pt x="1115885" y="34023"/>
                </a:lnTo>
                <a:lnTo>
                  <a:pt x="1115508" y="34127"/>
                </a:lnTo>
                <a:lnTo>
                  <a:pt x="1115130" y="34240"/>
                </a:lnTo>
                <a:lnTo>
                  <a:pt x="1114753" y="34361"/>
                </a:lnTo>
                <a:lnTo>
                  <a:pt x="1114376" y="34490"/>
                </a:lnTo>
                <a:lnTo>
                  <a:pt x="1113999" y="34627"/>
                </a:lnTo>
                <a:lnTo>
                  <a:pt x="1113622" y="34773"/>
                </a:lnTo>
                <a:lnTo>
                  <a:pt x="1113245" y="34928"/>
                </a:lnTo>
                <a:lnTo>
                  <a:pt x="1112867" y="35090"/>
                </a:lnTo>
                <a:lnTo>
                  <a:pt x="1112490" y="35261"/>
                </a:lnTo>
                <a:lnTo>
                  <a:pt x="1112113" y="35441"/>
                </a:lnTo>
                <a:lnTo>
                  <a:pt x="1111736" y="35628"/>
                </a:lnTo>
                <a:lnTo>
                  <a:pt x="1111359" y="35824"/>
                </a:lnTo>
                <a:lnTo>
                  <a:pt x="1110976" y="36035"/>
                </a:lnTo>
                <a:lnTo>
                  <a:pt x="1110582" y="36267"/>
                </a:lnTo>
                <a:lnTo>
                  <a:pt x="1110177" y="36520"/>
                </a:lnTo>
                <a:lnTo>
                  <a:pt x="1109761" y="36794"/>
                </a:lnTo>
                <a:lnTo>
                  <a:pt x="1109334" y="37090"/>
                </a:lnTo>
                <a:lnTo>
                  <a:pt x="1108896" y="37406"/>
                </a:lnTo>
                <a:lnTo>
                  <a:pt x="1108446" y="37744"/>
                </a:lnTo>
                <a:lnTo>
                  <a:pt x="1107986" y="38103"/>
                </a:lnTo>
                <a:lnTo>
                  <a:pt x="1107514" y="38483"/>
                </a:lnTo>
                <a:lnTo>
                  <a:pt x="1107031" y="38884"/>
                </a:lnTo>
                <a:lnTo>
                  <a:pt x="1106537" y="39306"/>
                </a:lnTo>
                <a:lnTo>
                  <a:pt x="1106032" y="39750"/>
                </a:lnTo>
                <a:lnTo>
                  <a:pt x="1105516" y="40214"/>
                </a:lnTo>
                <a:lnTo>
                  <a:pt x="1104989" y="40700"/>
                </a:lnTo>
                <a:lnTo>
                  <a:pt x="1104450" y="41207"/>
                </a:lnTo>
                <a:lnTo>
                  <a:pt x="1103901" y="41735"/>
                </a:lnTo>
                <a:lnTo>
                  <a:pt x="1103340" y="42284"/>
                </a:lnTo>
                <a:lnTo>
                  <a:pt x="1102768" y="42855"/>
                </a:lnTo>
                <a:lnTo>
                  <a:pt x="1102185" y="43446"/>
                </a:lnTo>
                <a:lnTo>
                  <a:pt x="1101591" y="44059"/>
                </a:lnTo>
                <a:lnTo>
                  <a:pt x="1100986" y="44693"/>
                </a:lnTo>
                <a:lnTo>
                  <a:pt x="1100370" y="45348"/>
                </a:lnTo>
                <a:lnTo>
                  <a:pt x="1099743" y="46024"/>
                </a:lnTo>
                <a:lnTo>
                  <a:pt x="1099104" y="46721"/>
                </a:lnTo>
                <a:lnTo>
                  <a:pt x="1099104" y="0"/>
                </a:lnTo>
                <a:lnTo>
                  <a:pt x="1095901" y="0"/>
                </a:lnTo>
                <a:lnTo>
                  <a:pt x="1076823" y="7792"/>
                </a:lnTo>
                <a:lnTo>
                  <a:pt x="1077797" y="10229"/>
                </a:lnTo>
                <a:lnTo>
                  <a:pt x="1078067" y="10138"/>
                </a:lnTo>
                <a:close/>
                <a:moveTo>
                  <a:pt x="1149827" y="10132"/>
                </a:moveTo>
                <a:lnTo>
                  <a:pt x="1150063" y="10040"/>
                </a:lnTo>
                <a:lnTo>
                  <a:pt x="1150294" y="9952"/>
                </a:lnTo>
                <a:lnTo>
                  <a:pt x="1150520" y="9867"/>
                </a:lnTo>
                <a:lnTo>
                  <a:pt x="1150740" y="9787"/>
                </a:lnTo>
                <a:lnTo>
                  <a:pt x="1150956" y="9711"/>
                </a:lnTo>
                <a:lnTo>
                  <a:pt x="1151167" y="9639"/>
                </a:lnTo>
                <a:lnTo>
                  <a:pt x="1151373" y="9571"/>
                </a:lnTo>
                <a:lnTo>
                  <a:pt x="1151573" y="9508"/>
                </a:lnTo>
                <a:lnTo>
                  <a:pt x="1151769" y="9448"/>
                </a:lnTo>
                <a:lnTo>
                  <a:pt x="1151959" y="9393"/>
                </a:lnTo>
                <a:lnTo>
                  <a:pt x="1152144" y="9341"/>
                </a:lnTo>
                <a:lnTo>
                  <a:pt x="1152325" y="9294"/>
                </a:lnTo>
                <a:lnTo>
                  <a:pt x="1152500" y="9251"/>
                </a:lnTo>
                <a:lnTo>
                  <a:pt x="1152670" y="9212"/>
                </a:lnTo>
                <a:lnTo>
                  <a:pt x="1152835" y="9177"/>
                </a:lnTo>
                <a:lnTo>
                  <a:pt x="1152995" y="9146"/>
                </a:lnTo>
                <a:lnTo>
                  <a:pt x="1153150" y="9119"/>
                </a:lnTo>
                <a:lnTo>
                  <a:pt x="1153299" y="9097"/>
                </a:lnTo>
                <a:lnTo>
                  <a:pt x="1153444" y="9078"/>
                </a:lnTo>
                <a:lnTo>
                  <a:pt x="1153584" y="9064"/>
                </a:lnTo>
                <a:lnTo>
                  <a:pt x="1153718" y="9054"/>
                </a:lnTo>
                <a:lnTo>
                  <a:pt x="1153848" y="9047"/>
                </a:lnTo>
                <a:lnTo>
                  <a:pt x="1153972" y="9045"/>
                </a:lnTo>
                <a:lnTo>
                  <a:pt x="1154122" y="9047"/>
                </a:lnTo>
                <a:lnTo>
                  <a:pt x="1154269" y="9052"/>
                </a:lnTo>
                <a:lnTo>
                  <a:pt x="1154414" y="9060"/>
                </a:lnTo>
                <a:lnTo>
                  <a:pt x="1154556" y="9071"/>
                </a:lnTo>
                <a:lnTo>
                  <a:pt x="1154696" y="9086"/>
                </a:lnTo>
                <a:lnTo>
                  <a:pt x="1154834" y="9104"/>
                </a:lnTo>
                <a:lnTo>
                  <a:pt x="1154969" y="9125"/>
                </a:lnTo>
                <a:lnTo>
                  <a:pt x="1155102" y="9150"/>
                </a:lnTo>
                <a:lnTo>
                  <a:pt x="1155232" y="9177"/>
                </a:lnTo>
                <a:lnTo>
                  <a:pt x="1155360" y="9209"/>
                </a:lnTo>
                <a:lnTo>
                  <a:pt x="1155485" y="9243"/>
                </a:lnTo>
                <a:lnTo>
                  <a:pt x="1155608" y="9280"/>
                </a:lnTo>
                <a:lnTo>
                  <a:pt x="1155729" y="9321"/>
                </a:lnTo>
                <a:lnTo>
                  <a:pt x="1155847" y="9365"/>
                </a:lnTo>
                <a:lnTo>
                  <a:pt x="1155963" y="9412"/>
                </a:lnTo>
                <a:lnTo>
                  <a:pt x="1156076" y="9463"/>
                </a:lnTo>
                <a:lnTo>
                  <a:pt x="1156187" y="9517"/>
                </a:lnTo>
                <a:lnTo>
                  <a:pt x="1156296" y="9574"/>
                </a:lnTo>
                <a:lnTo>
                  <a:pt x="1156402" y="9634"/>
                </a:lnTo>
                <a:lnTo>
                  <a:pt x="1156506" y="9698"/>
                </a:lnTo>
                <a:lnTo>
                  <a:pt x="1156607" y="9765"/>
                </a:lnTo>
                <a:lnTo>
                  <a:pt x="1156706" y="9835"/>
                </a:lnTo>
                <a:lnTo>
                  <a:pt x="1156802" y="9909"/>
                </a:lnTo>
                <a:lnTo>
                  <a:pt x="1156896" y="9985"/>
                </a:lnTo>
                <a:lnTo>
                  <a:pt x="1156988" y="10066"/>
                </a:lnTo>
                <a:lnTo>
                  <a:pt x="1157078" y="10152"/>
                </a:lnTo>
                <a:lnTo>
                  <a:pt x="1157165" y="10244"/>
                </a:lnTo>
                <a:lnTo>
                  <a:pt x="1157250" y="10341"/>
                </a:lnTo>
                <a:lnTo>
                  <a:pt x="1157333" y="10443"/>
                </a:lnTo>
                <a:lnTo>
                  <a:pt x="1157414" y="10550"/>
                </a:lnTo>
                <a:lnTo>
                  <a:pt x="1157493" y="10663"/>
                </a:lnTo>
                <a:lnTo>
                  <a:pt x="1157570" y="10781"/>
                </a:lnTo>
                <a:lnTo>
                  <a:pt x="1157644" y="10904"/>
                </a:lnTo>
                <a:lnTo>
                  <a:pt x="1157716" y="11033"/>
                </a:lnTo>
                <a:lnTo>
                  <a:pt x="1157786" y="11167"/>
                </a:lnTo>
                <a:lnTo>
                  <a:pt x="1157854" y="11307"/>
                </a:lnTo>
                <a:lnTo>
                  <a:pt x="1157920" y="11451"/>
                </a:lnTo>
                <a:lnTo>
                  <a:pt x="1157983" y="11601"/>
                </a:lnTo>
                <a:lnTo>
                  <a:pt x="1158044" y="11757"/>
                </a:lnTo>
                <a:lnTo>
                  <a:pt x="1158103" y="11918"/>
                </a:lnTo>
                <a:lnTo>
                  <a:pt x="1158160" y="12084"/>
                </a:lnTo>
                <a:lnTo>
                  <a:pt x="1158215" y="12255"/>
                </a:lnTo>
                <a:lnTo>
                  <a:pt x="1158268" y="12432"/>
                </a:lnTo>
                <a:lnTo>
                  <a:pt x="1158318" y="12614"/>
                </a:lnTo>
                <a:lnTo>
                  <a:pt x="1158366" y="12801"/>
                </a:lnTo>
                <a:lnTo>
                  <a:pt x="1158412" y="12994"/>
                </a:lnTo>
                <a:lnTo>
                  <a:pt x="1158456" y="13192"/>
                </a:lnTo>
                <a:lnTo>
                  <a:pt x="1158498" y="13395"/>
                </a:lnTo>
                <a:lnTo>
                  <a:pt x="1158538" y="13616"/>
                </a:lnTo>
                <a:lnTo>
                  <a:pt x="1158576" y="13866"/>
                </a:lnTo>
                <a:lnTo>
                  <a:pt x="1158612" y="14147"/>
                </a:lnTo>
                <a:lnTo>
                  <a:pt x="1158647" y="14457"/>
                </a:lnTo>
                <a:lnTo>
                  <a:pt x="1158680" y="14797"/>
                </a:lnTo>
                <a:lnTo>
                  <a:pt x="1158711" y="15167"/>
                </a:lnTo>
                <a:lnTo>
                  <a:pt x="1158741" y="15567"/>
                </a:lnTo>
                <a:lnTo>
                  <a:pt x="1158769" y="15996"/>
                </a:lnTo>
                <a:lnTo>
                  <a:pt x="1158795" y="16456"/>
                </a:lnTo>
                <a:lnTo>
                  <a:pt x="1158820" y="16945"/>
                </a:lnTo>
                <a:lnTo>
                  <a:pt x="1158842" y="17464"/>
                </a:lnTo>
                <a:lnTo>
                  <a:pt x="1158864" y="18013"/>
                </a:lnTo>
                <a:lnTo>
                  <a:pt x="1158883" y="18592"/>
                </a:lnTo>
                <a:lnTo>
                  <a:pt x="1158901" y="19200"/>
                </a:lnTo>
                <a:lnTo>
                  <a:pt x="1158917" y="19839"/>
                </a:lnTo>
                <a:lnTo>
                  <a:pt x="1158931" y="20507"/>
                </a:lnTo>
                <a:lnTo>
                  <a:pt x="1158944" y="21205"/>
                </a:lnTo>
                <a:lnTo>
                  <a:pt x="1158955" y="21933"/>
                </a:lnTo>
                <a:lnTo>
                  <a:pt x="1158964" y="22691"/>
                </a:lnTo>
                <a:lnTo>
                  <a:pt x="1158972" y="23478"/>
                </a:lnTo>
                <a:lnTo>
                  <a:pt x="1158978" y="24296"/>
                </a:lnTo>
                <a:lnTo>
                  <a:pt x="1158982" y="25143"/>
                </a:lnTo>
                <a:lnTo>
                  <a:pt x="1158985" y="26020"/>
                </a:lnTo>
                <a:lnTo>
                  <a:pt x="1158985" y="26927"/>
                </a:lnTo>
                <a:lnTo>
                  <a:pt x="1158985" y="84957"/>
                </a:lnTo>
                <a:lnTo>
                  <a:pt x="1158984" y="85421"/>
                </a:lnTo>
                <a:lnTo>
                  <a:pt x="1158978" y="85873"/>
                </a:lnTo>
                <a:lnTo>
                  <a:pt x="1158969" y="86313"/>
                </a:lnTo>
                <a:lnTo>
                  <a:pt x="1158956" y="86743"/>
                </a:lnTo>
                <a:lnTo>
                  <a:pt x="1158940" y="87160"/>
                </a:lnTo>
                <a:lnTo>
                  <a:pt x="1158920" y="87566"/>
                </a:lnTo>
                <a:lnTo>
                  <a:pt x="1158897" y="87960"/>
                </a:lnTo>
                <a:lnTo>
                  <a:pt x="1158869" y="88343"/>
                </a:lnTo>
                <a:lnTo>
                  <a:pt x="1158839" y="88714"/>
                </a:lnTo>
                <a:lnTo>
                  <a:pt x="1158804" y="89073"/>
                </a:lnTo>
                <a:lnTo>
                  <a:pt x="1158766" y="89421"/>
                </a:lnTo>
                <a:lnTo>
                  <a:pt x="1158724" y="89757"/>
                </a:lnTo>
                <a:lnTo>
                  <a:pt x="1158679" y="90082"/>
                </a:lnTo>
                <a:lnTo>
                  <a:pt x="1158630" y="90395"/>
                </a:lnTo>
                <a:lnTo>
                  <a:pt x="1158577" y="90697"/>
                </a:lnTo>
                <a:lnTo>
                  <a:pt x="1158521" y="90986"/>
                </a:lnTo>
                <a:lnTo>
                  <a:pt x="1158461" y="91265"/>
                </a:lnTo>
                <a:lnTo>
                  <a:pt x="1158398" y="91531"/>
                </a:lnTo>
                <a:lnTo>
                  <a:pt x="1158331" y="91787"/>
                </a:lnTo>
                <a:lnTo>
                  <a:pt x="1158260" y="92030"/>
                </a:lnTo>
                <a:lnTo>
                  <a:pt x="1158186" y="92262"/>
                </a:lnTo>
                <a:lnTo>
                  <a:pt x="1158108" y="92482"/>
                </a:lnTo>
                <a:lnTo>
                  <a:pt x="1158026" y="92691"/>
                </a:lnTo>
                <a:lnTo>
                  <a:pt x="1157941" y="92888"/>
                </a:lnTo>
                <a:lnTo>
                  <a:pt x="1157876" y="93020"/>
                </a:lnTo>
                <a:lnTo>
                  <a:pt x="1157808" y="93149"/>
                </a:lnTo>
                <a:lnTo>
                  <a:pt x="1157739" y="93275"/>
                </a:lnTo>
                <a:lnTo>
                  <a:pt x="1157666" y="93399"/>
                </a:lnTo>
                <a:lnTo>
                  <a:pt x="1157592" y="93519"/>
                </a:lnTo>
                <a:lnTo>
                  <a:pt x="1157514" y="93636"/>
                </a:lnTo>
                <a:lnTo>
                  <a:pt x="1157435" y="93751"/>
                </a:lnTo>
                <a:lnTo>
                  <a:pt x="1157353" y="93863"/>
                </a:lnTo>
                <a:lnTo>
                  <a:pt x="1157269" y="93971"/>
                </a:lnTo>
                <a:lnTo>
                  <a:pt x="1157182" y="94077"/>
                </a:lnTo>
                <a:lnTo>
                  <a:pt x="1157093" y="94180"/>
                </a:lnTo>
                <a:lnTo>
                  <a:pt x="1157001" y="94280"/>
                </a:lnTo>
                <a:lnTo>
                  <a:pt x="1156907" y="94377"/>
                </a:lnTo>
                <a:lnTo>
                  <a:pt x="1156810" y="94471"/>
                </a:lnTo>
                <a:lnTo>
                  <a:pt x="1156712" y="94563"/>
                </a:lnTo>
                <a:lnTo>
                  <a:pt x="1156610" y="94651"/>
                </a:lnTo>
                <a:lnTo>
                  <a:pt x="1156507" y="94736"/>
                </a:lnTo>
                <a:lnTo>
                  <a:pt x="1156400" y="94819"/>
                </a:lnTo>
                <a:lnTo>
                  <a:pt x="1156292" y="94899"/>
                </a:lnTo>
                <a:lnTo>
                  <a:pt x="1156181" y="94975"/>
                </a:lnTo>
                <a:lnTo>
                  <a:pt x="1156067" y="95049"/>
                </a:lnTo>
                <a:lnTo>
                  <a:pt x="1155952" y="95120"/>
                </a:lnTo>
                <a:lnTo>
                  <a:pt x="1155833" y="95188"/>
                </a:lnTo>
                <a:lnTo>
                  <a:pt x="1155713" y="95253"/>
                </a:lnTo>
                <a:lnTo>
                  <a:pt x="1155505" y="95350"/>
                </a:lnTo>
                <a:lnTo>
                  <a:pt x="1155290" y="95442"/>
                </a:lnTo>
                <a:lnTo>
                  <a:pt x="1155065" y="95531"/>
                </a:lnTo>
                <a:lnTo>
                  <a:pt x="1154833" y="95615"/>
                </a:lnTo>
                <a:lnTo>
                  <a:pt x="1154592" y="95695"/>
                </a:lnTo>
                <a:lnTo>
                  <a:pt x="1154342" y="95771"/>
                </a:lnTo>
                <a:lnTo>
                  <a:pt x="1154084" y="95843"/>
                </a:lnTo>
                <a:lnTo>
                  <a:pt x="1153817" y="95911"/>
                </a:lnTo>
                <a:lnTo>
                  <a:pt x="1153542" y="95975"/>
                </a:lnTo>
                <a:lnTo>
                  <a:pt x="1153259" y="96034"/>
                </a:lnTo>
                <a:lnTo>
                  <a:pt x="1152967" y="96090"/>
                </a:lnTo>
                <a:lnTo>
                  <a:pt x="1152666" y="96141"/>
                </a:lnTo>
                <a:lnTo>
                  <a:pt x="1152358" y="96188"/>
                </a:lnTo>
                <a:lnTo>
                  <a:pt x="1152040" y="96231"/>
                </a:lnTo>
                <a:lnTo>
                  <a:pt x="1151715" y="96270"/>
                </a:lnTo>
                <a:lnTo>
                  <a:pt x="1151380" y="96305"/>
                </a:lnTo>
                <a:lnTo>
                  <a:pt x="1151038" y="96336"/>
                </a:lnTo>
                <a:lnTo>
                  <a:pt x="1150686" y="96363"/>
                </a:lnTo>
                <a:lnTo>
                  <a:pt x="1150327" y="96386"/>
                </a:lnTo>
                <a:lnTo>
                  <a:pt x="1149959" y="96404"/>
                </a:lnTo>
                <a:lnTo>
                  <a:pt x="1149582" y="96418"/>
                </a:lnTo>
                <a:lnTo>
                  <a:pt x="1149197" y="96429"/>
                </a:lnTo>
                <a:lnTo>
                  <a:pt x="1148804" y="96435"/>
                </a:lnTo>
                <a:lnTo>
                  <a:pt x="1148402" y="96437"/>
                </a:lnTo>
                <a:lnTo>
                  <a:pt x="1148402" y="99013"/>
                </a:lnTo>
                <a:lnTo>
                  <a:pt x="1180849" y="99013"/>
                </a:lnTo>
                <a:lnTo>
                  <a:pt x="1180849" y="96437"/>
                </a:lnTo>
                <a:lnTo>
                  <a:pt x="1180409" y="96430"/>
                </a:lnTo>
                <a:lnTo>
                  <a:pt x="1179982" y="96420"/>
                </a:lnTo>
                <a:lnTo>
                  <a:pt x="1179567" y="96408"/>
                </a:lnTo>
                <a:lnTo>
                  <a:pt x="1179166" y="96392"/>
                </a:lnTo>
                <a:lnTo>
                  <a:pt x="1178778" y="96375"/>
                </a:lnTo>
                <a:lnTo>
                  <a:pt x="1178403" y="96354"/>
                </a:lnTo>
                <a:lnTo>
                  <a:pt x="1178041" y="96331"/>
                </a:lnTo>
                <a:lnTo>
                  <a:pt x="1177693" y="96306"/>
                </a:lnTo>
                <a:lnTo>
                  <a:pt x="1177357" y="96277"/>
                </a:lnTo>
                <a:lnTo>
                  <a:pt x="1177034" y="96246"/>
                </a:lnTo>
                <a:lnTo>
                  <a:pt x="1176724" y="96213"/>
                </a:lnTo>
                <a:lnTo>
                  <a:pt x="1176428" y="96176"/>
                </a:lnTo>
                <a:lnTo>
                  <a:pt x="1176144" y="96137"/>
                </a:lnTo>
                <a:lnTo>
                  <a:pt x="1175873" y="96096"/>
                </a:lnTo>
                <a:lnTo>
                  <a:pt x="1175616" y="96052"/>
                </a:lnTo>
                <a:lnTo>
                  <a:pt x="1175372" y="96005"/>
                </a:lnTo>
                <a:lnTo>
                  <a:pt x="1175140" y="95955"/>
                </a:lnTo>
                <a:lnTo>
                  <a:pt x="1174922" y="95903"/>
                </a:lnTo>
                <a:lnTo>
                  <a:pt x="1174717" y="95848"/>
                </a:lnTo>
                <a:lnTo>
                  <a:pt x="1174524" y="95790"/>
                </a:lnTo>
                <a:lnTo>
                  <a:pt x="1174345" y="95730"/>
                </a:lnTo>
                <a:lnTo>
                  <a:pt x="1174179" y="95667"/>
                </a:lnTo>
                <a:lnTo>
                  <a:pt x="1174026" y="95602"/>
                </a:lnTo>
                <a:lnTo>
                  <a:pt x="1173886" y="95534"/>
                </a:lnTo>
                <a:lnTo>
                  <a:pt x="1173754" y="95463"/>
                </a:lnTo>
                <a:lnTo>
                  <a:pt x="1173624" y="95387"/>
                </a:lnTo>
                <a:lnTo>
                  <a:pt x="1173497" y="95308"/>
                </a:lnTo>
                <a:lnTo>
                  <a:pt x="1173373" y="95225"/>
                </a:lnTo>
                <a:lnTo>
                  <a:pt x="1173251" y="95138"/>
                </a:lnTo>
                <a:lnTo>
                  <a:pt x="1173131" y="95048"/>
                </a:lnTo>
                <a:lnTo>
                  <a:pt x="1173014" y="94953"/>
                </a:lnTo>
                <a:lnTo>
                  <a:pt x="1172900" y="94855"/>
                </a:lnTo>
                <a:lnTo>
                  <a:pt x="1172788" y="94753"/>
                </a:lnTo>
                <a:lnTo>
                  <a:pt x="1172678" y="94646"/>
                </a:lnTo>
                <a:lnTo>
                  <a:pt x="1172572" y="94536"/>
                </a:lnTo>
                <a:lnTo>
                  <a:pt x="1172467" y="94423"/>
                </a:lnTo>
                <a:lnTo>
                  <a:pt x="1172366" y="94305"/>
                </a:lnTo>
                <a:lnTo>
                  <a:pt x="1172266" y="94183"/>
                </a:lnTo>
                <a:lnTo>
                  <a:pt x="1172170" y="94058"/>
                </a:lnTo>
                <a:lnTo>
                  <a:pt x="1172076" y="93929"/>
                </a:lnTo>
                <a:lnTo>
                  <a:pt x="1171984" y="93795"/>
                </a:lnTo>
                <a:lnTo>
                  <a:pt x="1171895" y="93658"/>
                </a:lnTo>
                <a:lnTo>
                  <a:pt x="1171809" y="93518"/>
                </a:lnTo>
                <a:lnTo>
                  <a:pt x="1171725" y="93373"/>
                </a:lnTo>
                <a:lnTo>
                  <a:pt x="1171643" y="93224"/>
                </a:lnTo>
                <a:lnTo>
                  <a:pt x="1171564" y="93072"/>
                </a:lnTo>
                <a:lnTo>
                  <a:pt x="1171488" y="92915"/>
                </a:lnTo>
                <a:lnTo>
                  <a:pt x="1171414" y="92755"/>
                </a:lnTo>
                <a:lnTo>
                  <a:pt x="1171343" y="92586"/>
                </a:lnTo>
                <a:lnTo>
                  <a:pt x="1171275" y="92401"/>
                </a:lnTo>
                <a:lnTo>
                  <a:pt x="1171210" y="92202"/>
                </a:lnTo>
                <a:lnTo>
                  <a:pt x="1171148" y="91988"/>
                </a:lnTo>
                <a:lnTo>
                  <a:pt x="1171089" y="91760"/>
                </a:lnTo>
                <a:lnTo>
                  <a:pt x="1171033" y="91517"/>
                </a:lnTo>
                <a:lnTo>
                  <a:pt x="1170981" y="91259"/>
                </a:lnTo>
                <a:lnTo>
                  <a:pt x="1170931" y="90986"/>
                </a:lnTo>
                <a:lnTo>
                  <a:pt x="1170884" y="90699"/>
                </a:lnTo>
                <a:lnTo>
                  <a:pt x="1170840" y="90397"/>
                </a:lnTo>
                <a:lnTo>
                  <a:pt x="1170799" y="90080"/>
                </a:lnTo>
                <a:lnTo>
                  <a:pt x="1170761" y="89749"/>
                </a:lnTo>
                <a:lnTo>
                  <a:pt x="1170727" y="89402"/>
                </a:lnTo>
                <a:lnTo>
                  <a:pt x="1170695" y="89042"/>
                </a:lnTo>
                <a:lnTo>
                  <a:pt x="1170666" y="88666"/>
                </a:lnTo>
                <a:lnTo>
                  <a:pt x="1170641" y="88276"/>
                </a:lnTo>
                <a:lnTo>
                  <a:pt x="1170618" y="87871"/>
                </a:lnTo>
                <a:lnTo>
                  <a:pt x="1170598" y="87451"/>
                </a:lnTo>
                <a:lnTo>
                  <a:pt x="1170582" y="87017"/>
                </a:lnTo>
                <a:lnTo>
                  <a:pt x="1170568" y="86567"/>
                </a:lnTo>
                <a:lnTo>
                  <a:pt x="1170557" y="86104"/>
                </a:lnTo>
                <a:lnTo>
                  <a:pt x="1170550" y="85625"/>
                </a:lnTo>
                <a:lnTo>
                  <a:pt x="1170545" y="85132"/>
                </a:lnTo>
                <a:lnTo>
                  <a:pt x="1170544" y="84624"/>
                </a:lnTo>
                <a:lnTo>
                  <a:pt x="1170544" y="63502"/>
                </a:lnTo>
                <a:lnTo>
                  <a:pt x="1190110" y="88447"/>
                </a:lnTo>
                <a:lnTo>
                  <a:pt x="1190337" y="88739"/>
                </a:lnTo>
                <a:lnTo>
                  <a:pt x="1190555" y="89024"/>
                </a:lnTo>
                <a:lnTo>
                  <a:pt x="1190763" y="89302"/>
                </a:lnTo>
                <a:lnTo>
                  <a:pt x="1190961" y="89574"/>
                </a:lnTo>
                <a:lnTo>
                  <a:pt x="1191149" y="89839"/>
                </a:lnTo>
                <a:lnTo>
                  <a:pt x="1191328" y="90097"/>
                </a:lnTo>
                <a:lnTo>
                  <a:pt x="1191498" y="90348"/>
                </a:lnTo>
                <a:lnTo>
                  <a:pt x="1191657" y="90593"/>
                </a:lnTo>
                <a:lnTo>
                  <a:pt x="1191807" y="90830"/>
                </a:lnTo>
                <a:lnTo>
                  <a:pt x="1191947" y="91062"/>
                </a:lnTo>
                <a:lnTo>
                  <a:pt x="1192078" y="91286"/>
                </a:lnTo>
                <a:lnTo>
                  <a:pt x="1192199" y="91504"/>
                </a:lnTo>
                <a:lnTo>
                  <a:pt x="1192310" y="91714"/>
                </a:lnTo>
                <a:lnTo>
                  <a:pt x="1192411" y="91919"/>
                </a:lnTo>
                <a:lnTo>
                  <a:pt x="1192503" y="92116"/>
                </a:lnTo>
                <a:lnTo>
                  <a:pt x="1192585" y="92307"/>
                </a:lnTo>
                <a:lnTo>
                  <a:pt x="1192658" y="92490"/>
                </a:lnTo>
                <a:lnTo>
                  <a:pt x="1192721" y="92668"/>
                </a:lnTo>
                <a:lnTo>
                  <a:pt x="1192774" y="92838"/>
                </a:lnTo>
                <a:lnTo>
                  <a:pt x="1192818" y="93002"/>
                </a:lnTo>
                <a:lnTo>
                  <a:pt x="1192851" y="93158"/>
                </a:lnTo>
                <a:lnTo>
                  <a:pt x="1192876" y="93309"/>
                </a:lnTo>
                <a:lnTo>
                  <a:pt x="1192890" y="93452"/>
                </a:lnTo>
                <a:lnTo>
                  <a:pt x="1192895" y="93589"/>
                </a:lnTo>
                <a:lnTo>
                  <a:pt x="1192893" y="93697"/>
                </a:lnTo>
                <a:lnTo>
                  <a:pt x="1192888" y="93804"/>
                </a:lnTo>
                <a:lnTo>
                  <a:pt x="1192880" y="93909"/>
                </a:lnTo>
                <a:lnTo>
                  <a:pt x="1192869" y="94012"/>
                </a:lnTo>
                <a:lnTo>
                  <a:pt x="1192854" y="94113"/>
                </a:lnTo>
                <a:lnTo>
                  <a:pt x="1192836" y="94211"/>
                </a:lnTo>
                <a:lnTo>
                  <a:pt x="1192815" y="94308"/>
                </a:lnTo>
                <a:lnTo>
                  <a:pt x="1192791" y="94402"/>
                </a:lnTo>
                <a:lnTo>
                  <a:pt x="1192763" y="94495"/>
                </a:lnTo>
                <a:lnTo>
                  <a:pt x="1192732" y="94585"/>
                </a:lnTo>
                <a:lnTo>
                  <a:pt x="1192697" y="94674"/>
                </a:lnTo>
                <a:lnTo>
                  <a:pt x="1192660" y="94760"/>
                </a:lnTo>
                <a:lnTo>
                  <a:pt x="1192619" y="94845"/>
                </a:lnTo>
                <a:lnTo>
                  <a:pt x="1192575" y="94927"/>
                </a:lnTo>
                <a:lnTo>
                  <a:pt x="1192528" y="95007"/>
                </a:lnTo>
                <a:lnTo>
                  <a:pt x="1192477" y="95086"/>
                </a:lnTo>
                <a:lnTo>
                  <a:pt x="1192423" y="95162"/>
                </a:lnTo>
                <a:lnTo>
                  <a:pt x="1192366" y="95236"/>
                </a:lnTo>
                <a:lnTo>
                  <a:pt x="1192306" y="95308"/>
                </a:lnTo>
                <a:lnTo>
                  <a:pt x="1192242" y="95378"/>
                </a:lnTo>
                <a:lnTo>
                  <a:pt x="1192175" y="95446"/>
                </a:lnTo>
                <a:lnTo>
                  <a:pt x="1192105" y="95512"/>
                </a:lnTo>
                <a:lnTo>
                  <a:pt x="1192032" y="95576"/>
                </a:lnTo>
                <a:lnTo>
                  <a:pt x="1191955" y="95638"/>
                </a:lnTo>
                <a:lnTo>
                  <a:pt x="1191874" y="95698"/>
                </a:lnTo>
                <a:lnTo>
                  <a:pt x="1191786" y="95755"/>
                </a:lnTo>
                <a:lnTo>
                  <a:pt x="1191693" y="95810"/>
                </a:lnTo>
                <a:lnTo>
                  <a:pt x="1191594" y="95863"/>
                </a:lnTo>
                <a:lnTo>
                  <a:pt x="1191489" y="95913"/>
                </a:lnTo>
                <a:lnTo>
                  <a:pt x="1191378" y="95962"/>
                </a:lnTo>
                <a:lnTo>
                  <a:pt x="1191262" y="96007"/>
                </a:lnTo>
                <a:lnTo>
                  <a:pt x="1191139" y="96051"/>
                </a:lnTo>
                <a:lnTo>
                  <a:pt x="1191010" y="96092"/>
                </a:lnTo>
                <a:lnTo>
                  <a:pt x="1190875" y="96131"/>
                </a:lnTo>
                <a:lnTo>
                  <a:pt x="1190735" y="96168"/>
                </a:lnTo>
                <a:lnTo>
                  <a:pt x="1190588" y="96202"/>
                </a:lnTo>
                <a:lnTo>
                  <a:pt x="1190436" y="96235"/>
                </a:lnTo>
                <a:lnTo>
                  <a:pt x="1190278" y="96264"/>
                </a:lnTo>
                <a:lnTo>
                  <a:pt x="1190114" y="96292"/>
                </a:lnTo>
                <a:lnTo>
                  <a:pt x="1189943" y="96317"/>
                </a:lnTo>
                <a:lnTo>
                  <a:pt x="1189767" y="96340"/>
                </a:lnTo>
                <a:lnTo>
                  <a:pt x="1189585" y="96361"/>
                </a:lnTo>
                <a:lnTo>
                  <a:pt x="1189397" y="96379"/>
                </a:lnTo>
                <a:lnTo>
                  <a:pt x="1189204" y="96395"/>
                </a:lnTo>
                <a:lnTo>
                  <a:pt x="1189004" y="96409"/>
                </a:lnTo>
                <a:lnTo>
                  <a:pt x="1188798" y="96421"/>
                </a:lnTo>
                <a:lnTo>
                  <a:pt x="1188587" y="96430"/>
                </a:lnTo>
                <a:lnTo>
                  <a:pt x="1188369" y="96437"/>
                </a:lnTo>
                <a:lnTo>
                  <a:pt x="1188369" y="99013"/>
                </a:lnTo>
                <a:lnTo>
                  <a:pt x="1219354" y="99013"/>
                </a:lnTo>
                <a:lnTo>
                  <a:pt x="1219354" y="96437"/>
                </a:lnTo>
                <a:lnTo>
                  <a:pt x="1218999" y="96436"/>
                </a:lnTo>
                <a:lnTo>
                  <a:pt x="1218653" y="96432"/>
                </a:lnTo>
                <a:lnTo>
                  <a:pt x="1218315" y="96426"/>
                </a:lnTo>
                <a:lnTo>
                  <a:pt x="1217987" y="96418"/>
                </a:lnTo>
                <a:lnTo>
                  <a:pt x="1217667" y="96407"/>
                </a:lnTo>
                <a:lnTo>
                  <a:pt x="1217357" y="96394"/>
                </a:lnTo>
                <a:lnTo>
                  <a:pt x="1217055" y="96378"/>
                </a:lnTo>
                <a:lnTo>
                  <a:pt x="1216762" y="96360"/>
                </a:lnTo>
                <a:lnTo>
                  <a:pt x="1216479" y="96339"/>
                </a:lnTo>
                <a:lnTo>
                  <a:pt x="1216204" y="96316"/>
                </a:lnTo>
                <a:lnTo>
                  <a:pt x="1215938" y="96291"/>
                </a:lnTo>
                <a:lnTo>
                  <a:pt x="1215681" y="96263"/>
                </a:lnTo>
                <a:lnTo>
                  <a:pt x="1215433" y="96233"/>
                </a:lnTo>
                <a:lnTo>
                  <a:pt x="1215194" y="96201"/>
                </a:lnTo>
                <a:lnTo>
                  <a:pt x="1214964" y="96166"/>
                </a:lnTo>
                <a:lnTo>
                  <a:pt x="1214743" y="96128"/>
                </a:lnTo>
                <a:lnTo>
                  <a:pt x="1214531" y="96089"/>
                </a:lnTo>
                <a:lnTo>
                  <a:pt x="1214328" y="96046"/>
                </a:lnTo>
                <a:lnTo>
                  <a:pt x="1214134" y="96002"/>
                </a:lnTo>
                <a:lnTo>
                  <a:pt x="1213948" y="95955"/>
                </a:lnTo>
                <a:lnTo>
                  <a:pt x="1213772" y="95905"/>
                </a:lnTo>
                <a:lnTo>
                  <a:pt x="1213604" y="95854"/>
                </a:lnTo>
                <a:lnTo>
                  <a:pt x="1213446" y="95799"/>
                </a:lnTo>
                <a:lnTo>
                  <a:pt x="1213296" y="95743"/>
                </a:lnTo>
                <a:lnTo>
                  <a:pt x="1213086" y="95658"/>
                </a:lnTo>
                <a:lnTo>
                  <a:pt x="1212873" y="95564"/>
                </a:lnTo>
                <a:lnTo>
                  <a:pt x="1212657" y="95463"/>
                </a:lnTo>
                <a:lnTo>
                  <a:pt x="1212438" y="95354"/>
                </a:lnTo>
                <a:lnTo>
                  <a:pt x="1212216" y="95237"/>
                </a:lnTo>
                <a:lnTo>
                  <a:pt x="1211991" y="95112"/>
                </a:lnTo>
                <a:lnTo>
                  <a:pt x="1211763" y="94979"/>
                </a:lnTo>
                <a:lnTo>
                  <a:pt x="1211532" y="94838"/>
                </a:lnTo>
                <a:lnTo>
                  <a:pt x="1211299" y="94689"/>
                </a:lnTo>
                <a:lnTo>
                  <a:pt x="1211062" y="94533"/>
                </a:lnTo>
                <a:lnTo>
                  <a:pt x="1210823" y="94368"/>
                </a:lnTo>
                <a:lnTo>
                  <a:pt x="1210581" y="94195"/>
                </a:lnTo>
                <a:lnTo>
                  <a:pt x="1210336" y="94014"/>
                </a:lnTo>
                <a:lnTo>
                  <a:pt x="1210088" y="93826"/>
                </a:lnTo>
                <a:lnTo>
                  <a:pt x="1209837" y="93629"/>
                </a:lnTo>
                <a:lnTo>
                  <a:pt x="1209583" y="93425"/>
                </a:lnTo>
                <a:lnTo>
                  <a:pt x="1209326" y="93212"/>
                </a:lnTo>
                <a:lnTo>
                  <a:pt x="1209066" y="92992"/>
                </a:lnTo>
                <a:lnTo>
                  <a:pt x="1208804" y="92763"/>
                </a:lnTo>
                <a:lnTo>
                  <a:pt x="1208538" y="92527"/>
                </a:lnTo>
                <a:lnTo>
                  <a:pt x="1208270" y="92283"/>
                </a:lnTo>
                <a:lnTo>
                  <a:pt x="1207999" y="92030"/>
                </a:lnTo>
                <a:lnTo>
                  <a:pt x="1207725" y="91770"/>
                </a:lnTo>
                <a:lnTo>
                  <a:pt x="1207448" y="91502"/>
                </a:lnTo>
                <a:lnTo>
                  <a:pt x="1207243" y="91300"/>
                </a:lnTo>
                <a:lnTo>
                  <a:pt x="1207022" y="91076"/>
                </a:lnTo>
                <a:lnTo>
                  <a:pt x="1206786" y="90831"/>
                </a:lnTo>
                <a:lnTo>
                  <a:pt x="1206535" y="90564"/>
                </a:lnTo>
                <a:lnTo>
                  <a:pt x="1206268" y="90275"/>
                </a:lnTo>
                <a:lnTo>
                  <a:pt x="1205985" y="89964"/>
                </a:lnTo>
                <a:lnTo>
                  <a:pt x="1205687" y="89632"/>
                </a:lnTo>
                <a:lnTo>
                  <a:pt x="1205374" y="89278"/>
                </a:lnTo>
                <a:lnTo>
                  <a:pt x="1205045" y="88902"/>
                </a:lnTo>
                <a:lnTo>
                  <a:pt x="1204701" y="88505"/>
                </a:lnTo>
                <a:lnTo>
                  <a:pt x="1204341" y="88086"/>
                </a:lnTo>
                <a:lnTo>
                  <a:pt x="1203966" y="87645"/>
                </a:lnTo>
                <a:lnTo>
                  <a:pt x="1203575" y="87183"/>
                </a:lnTo>
                <a:lnTo>
                  <a:pt x="1203169" y="86698"/>
                </a:lnTo>
                <a:lnTo>
                  <a:pt x="1202748" y="86192"/>
                </a:lnTo>
                <a:lnTo>
                  <a:pt x="1202310" y="85665"/>
                </a:lnTo>
                <a:lnTo>
                  <a:pt x="1201858" y="85115"/>
                </a:lnTo>
                <a:lnTo>
                  <a:pt x="1201390" y="84544"/>
                </a:lnTo>
                <a:lnTo>
                  <a:pt x="1200906" y="83951"/>
                </a:lnTo>
                <a:lnTo>
                  <a:pt x="1200407" y="83337"/>
                </a:lnTo>
                <a:lnTo>
                  <a:pt x="1199893" y="82701"/>
                </a:lnTo>
                <a:lnTo>
                  <a:pt x="1199363" y="82043"/>
                </a:lnTo>
                <a:lnTo>
                  <a:pt x="1198817" y="81363"/>
                </a:lnTo>
                <a:lnTo>
                  <a:pt x="1198256" y="80661"/>
                </a:lnTo>
                <a:lnTo>
                  <a:pt x="1181893" y="60021"/>
                </a:lnTo>
                <a:lnTo>
                  <a:pt x="1198256" y="44911"/>
                </a:lnTo>
                <a:lnTo>
                  <a:pt x="1198632" y="44573"/>
                </a:lnTo>
                <a:lnTo>
                  <a:pt x="1199006" y="44244"/>
                </a:lnTo>
                <a:lnTo>
                  <a:pt x="1199376" y="43923"/>
                </a:lnTo>
                <a:lnTo>
                  <a:pt x="1199745" y="43611"/>
                </a:lnTo>
                <a:lnTo>
                  <a:pt x="1200110" y="43308"/>
                </a:lnTo>
                <a:lnTo>
                  <a:pt x="1200474" y="43014"/>
                </a:lnTo>
                <a:lnTo>
                  <a:pt x="1200834" y="42728"/>
                </a:lnTo>
                <a:lnTo>
                  <a:pt x="1201192" y="42451"/>
                </a:lnTo>
                <a:lnTo>
                  <a:pt x="1201548" y="42182"/>
                </a:lnTo>
                <a:lnTo>
                  <a:pt x="1201901" y="41923"/>
                </a:lnTo>
                <a:lnTo>
                  <a:pt x="1202252" y="41672"/>
                </a:lnTo>
                <a:lnTo>
                  <a:pt x="1202600" y="41430"/>
                </a:lnTo>
                <a:lnTo>
                  <a:pt x="1202945" y="41196"/>
                </a:lnTo>
                <a:lnTo>
                  <a:pt x="1203288" y="40971"/>
                </a:lnTo>
                <a:lnTo>
                  <a:pt x="1203628" y="40755"/>
                </a:lnTo>
                <a:lnTo>
                  <a:pt x="1203966" y="40548"/>
                </a:lnTo>
                <a:lnTo>
                  <a:pt x="1204301" y="40349"/>
                </a:lnTo>
                <a:lnTo>
                  <a:pt x="1204634" y="40159"/>
                </a:lnTo>
                <a:lnTo>
                  <a:pt x="1204964" y="39978"/>
                </a:lnTo>
                <a:lnTo>
                  <a:pt x="1205292" y="39805"/>
                </a:lnTo>
                <a:lnTo>
                  <a:pt x="1205617" y="39641"/>
                </a:lnTo>
                <a:lnTo>
                  <a:pt x="1205940" y="39486"/>
                </a:lnTo>
                <a:lnTo>
                  <a:pt x="1206260" y="39339"/>
                </a:lnTo>
                <a:lnTo>
                  <a:pt x="1206577" y="39201"/>
                </a:lnTo>
                <a:lnTo>
                  <a:pt x="1206897" y="39071"/>
                </a:lnTo>
                <a:lnTo>
                  <a:pt x="1207223" y="38945"/>
                </a:lnTo>
                <a:lnTo>
                  <a:pt x="1207556" y="38824"/>
                </a:lnTo>
                <a:lnTo>
                  <a:pt x="1207895" y="38708"/>
                </a:lnTo>
                <a:lnTo>
                  <a:pt x="1208241" y="38598"/>
                </a:lnTo>
                <a:lnTo>
                  <a:pt x="1208594" y="38492"/>
                </a:lnTo>
                <a:lnTo>
                  <a:pt x="1208954" y="38392"/>
                </a:lnTo>
                <a:lnTo>
                  <a:pt x="1209320" y="38296"/>
                </a:lnTo>
                <a:lnTo>
                  <a:pt x="1209693" y="38206"/>
                </a:lnTo>
                <a:lnTo>
                  <a:pt x="1210072" y="38121"/>
                </a:lnTo>
                <a:lnTo>
                  <a:pt x="1210458" y="38041"/>
                </a:lnTo>
                <a:lnTo>
                  <a:pt x="1210851" y="37966"/>
                </a:lnTo>
                <a:lnTo>
                  <a:pt x="1211250" y="37896"/>
                </a:lnTo>
                <a:lnTo>
                  <a:pt x="1211656" y="37831"/>
                </a:lnTo>
                <a:lnTo>
                  <a:pt x="1212069" y="37771"/>
                </a:lnTo>
                <a:lnTo>
                  <a:pt x="1212488" y="37716"/>
                </a:lnTo>
                <a:lnTo>
                  <a:pt x="1212914" y="37666"/>
                </a:lnTo>
                <a:lnTo>
                  <a:pt x="1213346" y="37622"/>
                </a:lnTo>
                <a:lnTo>
                  <a:pt x="1213786" y="37582"/>
                </a:lnTo>
                <a:lnTo>
                  <a:pt x="1214232" y="37548"/>
                </a:lnTo>
                <a:lnTo>
                  <a:pt x="1214684" y="37518"/>
                </a:lnTo>
                <a:lnTo>
                  <a:pt x="1215143" y="37494"/>
                </a:lnTo>
                <a:lnTo>
                  <a:pt x="1215609" y="37475"/>
                </a:lnTo>
                <a:lnTo>
                  <a:pt x="1216082" y="37461"/>
                </a:lnTo>
                <a:lnTo>
                  <a:pt x="1216082" y="35233"/>
                </a:lnTo>
                <a:lnTo>
                  <a:pt x="1188369" y="35233"/>
                </a:lnTo>
                <a:lnTo>
                  <a:pt x="1188369" y="37461"/>
                </a:lnTo>
                <a:lnTo>
                  <a:pt x="1188587" y="37474"/>
                </a:lnTo>
                <a:lnTo>
                  <a:pt x="1188800" y="37490"/>
                </a:lnTo>
                <a:lnTo>
                  <a:pt x="1189007" y="37509"/>
                </a:lnTo>
                <a:lnTo>
                  <a:pt x="1189209" y="37531"/>
                </a:lnTo>
                <a:lnTo>
                  <a:pt x="1189407" y="37556"/>
                </a:lnTo>
                <a:lnTo>
                  <a:pt x="1189598" y="37585"/>
                </a:lnTo>
                <a:lnTo>
                  <a:pt x="1189785" y="37616"/>
                </a:lnTo>
                <a:lnTo>
                  <a:pt x="1189967" y="37650"/>
                </a:lnTo>
                <a:lnTo>
                  <a:pt x="1190143" y="37688"/>
                </a:lnTo>
                <a:lnTo>
                  <a:pt x="1190314" y="37728"/>
                </a:lnTo>
                <a:lnTo>
                  <a:pt x="1190480" y="37771"/>
                </a:lnTo>
                <a:lnTo>
                  <a:pt x="1190641" y="37818"/>
                </a:lnTo>
                <a:lnTo>
                  <a:pt x="1190796" y="37867"/>
                </a:lnTo>
                <a:lnTo>
                  <a:pt x="1190947" y="37919"/>
                </a:lnTo>
                <a:lnTo>
                  <a:pt x="1191092" y="37975"/>
                </a:lnTo>
                <a:lnTo>
                  <a:pt x="1191232" y="38033"/>
                </a:lnTo>
                <a:lnTo>
                  <a:pt x="1191366" y="38095"/>
                </a:lnTo>
                <a:lnTo>
                  <a:pt x="1191496" y="38159"/>
                </a:lnTo>
                <a:lnTo>
                  <a:pt x="1191620" y="38227"/>
                </a:lnTo>
                <a:lnTo>
                  <a:pt x="1191739" y="38297"/>
                </a:lnTo>
                <a:lnTo>
                  <a:pt x="1191853" y="38371"/>
                </a:lnTo>
                <a:lnTo>
                  <a:pt x="1191962" y="38447"/>
                </a:lnTo>
                <a:lnTo>
                  <a:pt x="1192066" y="38527"/>
                </a:lnTo>
                <a:lnTo>
                  <a:pt x="1192164" y="38610"/>
                </a:lnTo>
                <a:lnTo>
                  <a:pt x="1192258" y="38694"/>
                </a:lnTo>
                <a:lnTo>
                  <a:pt x="1192347" y="38781"/>
                </a:lnTo>
                <a:lnTo>
                  <a:pt x="1192433" y="38868"/>
                </a:lnTo>
                <a:lnTo>
                  <a:pt x="1192515" y="38957"/>
                </a:lnTo>
                <a:lnTo>
                  <a:pt x="1192593" y="39047"/>
                </a:lnTo>
                <a:lnTo>
                  <a:pt x="1192666" y="39138"/>
                </a:lnTo>
                <a:lnTo>
                  <a:pt x="1192736" y="39231"/>
                </a:lnTo>
                <a:lnTo>
                  <a:pt x="1192802" y="39325"/>
                </a:lnTo>
                <a:lnTo>
                  <a:pt x="1192864" y="39421"/>
                </a:lnTo>
                <a:lnTo>
                  <a:pt x="1192922" y="39517"/>
                </a:lnTo>
                <a:lnTo>
                  <a:pt x="1192976" y="39616"/>
                </a:lnTo>
                <a:lnTo>
                  <a:pt x="1193026" y="39715"/>
                </a:lnTo>
                <a:lnTo>
                  <a:pt x="1193071" y="39816"/>
                </a:lnTo>
                <a:lnTo>
                  <a:pt x="1193113" y="39918"/>
                </a:lnTo>
                <a:lnTo>
                  <a:pt x="1193151" y="40021"/>
                </a:lnTo>
                <a:lnTo>
                  <a:pt x="1193185" y="40126"/>
                </a:lnTo>
                <a:lnTo>
                  <a:pt x="1193215" y="40232"/>
                </a:lnTo>
                <a:lnTo>
                  <a:pt x="1193241" y="40339"/>
                </a:lnTo>
                <a:lnTo>
                  <a:pt x="1193263" y="40448"/>
                </a:lnTo>
                <a:lnTo>
                  <a:pt x="1193281" y="40558"/>
                </a:lnTo>
                <a:lnTo>
                  <a:pt x="1193295" y="40670"/>
                </a:lnTo>
                <a:lnTo>
                  <a:pt x="1193305" y="40782"/>
                </a:lnTo>
                <a:lnTo>
                  <a:pt x="1193311" y="40896"/>
                </a:lnTo>
                <a:lnTo>
                  <a:pt x="1193313" y="41012"/>
                </a:lnTo>
                <a:lnTo>
                  <a:pt x="1193312" y="41081"/>
                </a:lnTo>
                <a:lnTo>
                  <a:pt x="1193309" y="41151"/>
                </a:lnTo>
                <a:lnTo>
                  <a:pt x="1193304" y="41221"/>
                </a:lnTo>
                <a:lnTo>
                  <a:pt x="1193297" y="41290"/>
                </a:lnTo>
                <a:lnTo>
                  <a:pt x="1193289" y="41360"/>
                </a:lnTo>
                <a:lnTo>
                  <a:pt x="1193278" y="41430"/>
                </a:lnTo>
                <a:lnTo>
                  <a:pt x="1193265" y="41499"/>
                </a:lnTo>
                <a:lnTo>
                  <a:pt x="1193251" y="41569"/>
                </a:lnTo>
                <a:lnTo>
                  <a:pt x="1193234" y="41638"/>
                </a:lnTo>
                <a:lnTo>
                  <a:pt x="1193216" y="41708"/>
                </a:lnTo>
                <a:lnTo>
                  <a:pt x="1193196" y="41778"/>
                </a:lnTo>
                <a:lnTo>
                  <a:pt x="1193173" y="41847"/>
                </a:lnTo>
                <a:lnTo>
                  <a:pt x="1193149" y="41917"/>
                </a:lnTo>
                <a:lnTo>
                  <a:pt x="1193123" y="41987"/>
                </a:lnTo>
                <a:lnTo>
                  <a:pt x="1193095" y="42056"/>
                </a:lnTo>
                <a:lnTo>
                  <a:pt x="1193065" y="42126"/>
                </a:lnTo>
                <a:lnTo>
                  <a:pt x="1193033" y="42195"/>
                </a:lnTo>
                <a:lnTo>
                  <a:pt x="1192999" y="42265"/>
                </a:lnTo>
                <a:lnTo>
                  <a:pt x="1192964" y="42335"/>
                </a:lnTo>
                <a:lnTo>
                  <a:pt x="1192926" y="42404"/>
                </a:lnTo>
                <a:lnTo>
                  <a:pt x="1192886" y="42474"/>
                </a:lnTo>
                <a:lnTo>
                  <a:pt x="1192845" y="42544"/>
                </a:lnTo>
                <a:lnTo>
                  <a:pt x="1192801" y="42613"/>
                </a:lnTo>
                <a:lnTo>
                  <a:pt x="1192756" y="42683"/>
                </a:lnTo>
                <a:lnTo>
                  <a:pt x="1192679" y="42793"/>
                </a:lnTo>
                <a:lnTo>
                  <a:pt x="1192586" y="42916"/>
                </a:lnTo>
                <a:lnTo>
                  <a:pt x="1192479" y="43051"/>
                </a:lnTo>
                <a:lnTo>
                  <a:pt x="1192357" y="43197"/>
                </a:lnTo>
                <a:lnTo>
                  <a:pt x="1192220" y="43356"/>
                </a:lnTo>
                <a:lnTo>
                  <a:pt x="1192068" y="43527"/>
                </a:lnTo>
                <a:lnTo>
                  <a:pt x="1191901" y="43710"/>
                </a:lnTo>
                <a:lnTo>
                  <a:pt x="1191719" y="43905"/>
                </a:lnTo>
                <a:lnTo>
                  <a:pt x="1191522" y="44112"/>
                </a:lnTo>
                <a:lnTo>
                  <a:pt x="1191310" y="44332"/>
                </a:lnTo>
                <a:lnTo>
                  <a:pt x="1191083" y="44563"/>
                </a:lnTo>
                <a:lnTo>
                  <a:pt x="1190841" y="44807"/>
                </a:lnTo>
                <a:lnTo>
                  <a:pt x="1190584" y="45062"/>
                </a:lnTo>
                <a:lnTo>
                  <a:pt x="1190312" y="45330"/>
                </a:lnTo>
                <a:lnTo>
                  <a:pt x="1190025" y="45610"/>
                </a:lnTo>
                <a:lnTo>
                  <a:pt x="1189723" y="45901"/>
                </a:lnTo>
                <a:lnTo>
                  <a:pt x="1189406" y="46205"/>
                </a:lnTo>
                <a:lnTo>
                  <a:pt x="1189074" y="46521"/>
                </a:lnTo>
                <a:lnTo>
                  <a:pt x="1188727" y="46849"/>
                </a:lnTo>
                <a:lnTo>
                  <a:pt x="1188365" y="47189"/>
                </a:lnTo>
                <a:lnTo>
                  <a:pt x="1187988" y="47542"/>
                </a:lnTo>
                <a:lnTo>
                  <a:pt x="1187596" y="47906"/>
                </a:lnTo>
                <a:lnTo>
                  <a:pt x="1187189" y="48283"/>
                </a:lnTo>
                <a:lnTo>
                  <a:pt x="1186768" y="48671"/>
                </a:lnTo>
                <a:lnTo>
                  <a:pt x="1170544" y="63433"/>
                </a:lnTo>
                <a:lnTo>
                  <a:pt x="1170544" y="0"/>
                </a:lnTo>
                <a:lnTo>
                  <a:pt x="1167341" y="0"/>
                </a:lnTo>
                <a:lnTo>
                  <a:pt x="1148402" y="7792"/>
                </a:lnTo>
                <a:lnTo>
                  <a:pt x="1149585" y="10229"/>
                </a:lnTo>
                <a:lnTo>
                  <a:pt x="1149827" y="10132"/>
                </a:lnTo>
                <a:close/>
                <a:moveTo>
                  <a:pt x="1319203" y="30593"/>
                </a:moveTo>
                <a:lnTo>
                  <a:pt x="1319205" y="29360"/>
                </a:lnTo>
                <a:lnTo>
                  <a:pt x="1319210" y="28166"/>
                </a:lnTo>
                <a:lnTo>
                  <a:pt x="1319218" y="27012"/>
                </a:lnTo>
                <a:lnTo>
                  <a:pt x="1319230" y="25898"/>
                </a:lnTo>
                <a:lnTo>
                  <a:pt x="1319245" y="24823"/>
                </a:lnTo>
                <a:lnTo>
                  <a:pt x="1319264" y="23788"/>
                </a:lnTo>
                <a:lnTo>
                  <a:pt x="1319286" y="22793"/>
                </a:lnTo>
                <a:lnTo>
                  <a:pt x="1319311" y="21837"/>
                </a:lnTo>
                <a:lnTo>
                  <a:pt x="1319340" y="20921"/>
                </a:lnTo>
                <a:lnTo>
                  <a:pt x="1319372" y="20044"/>
                </a:lnTo>
                <a:lnTo>
                  <a:pt x="1319408" y="19208"/>
                </a:lnTo>
                <a:lnTo>
                  <a:pt x="1319447" y="18410"/>
                </a:lnTo>
                <a:lnTo>
                  <a:pt x="1319489" y="17653"/>
                </a:lnTo>
                <a:lnTo>
                  <a:pt x="1319535" y="16935"/>
                </a:lnTo>
                <a:lnTo>
                  <a:pt x="1319584" y="16257"/>
                </a:lnTo>
                <a:lnTo>
                  <a:pt x="1319636" y="15618"/>
                </a:lnTo>
                <a:lnTo>
                  <a:pt x="1319692" y="15019"/>
                </a:lnTo>
                <a:lnTo>
                  <a:pt x="1319751" y="14460"/>
                </a:lnTo>
                <a:lnTo>
                  <a:pt x="1319814" y="13940"/>
                </a:lnTo>
                <a:lnTo>
                  <a:pt x="1319880" y="13461"/>
                </a:lnTo>
                <a:lnTo>
                  <a:pt x="1319949" y="13020"/>
                </a:lnTo>
                <a:lnTo>
                  <a:pt x="1320022" y="12620"/>
                </a:lnTo>
                <a:lnTo>
                  <a:pt x="1320098" y="12258"/>
                </a:lnTo>
                <a:lnTo>
                  <a:pt x="1320178" y="11937"/>
                </a:lnTo>
                <a:lnTo>
                  <a:pt x="1320261" y="11639"/>
                </a:lnTo>
                <a:lnTo>
                  <a:pt x="1320349" y="11347"/>
                </a:lnTo>
                <a:lnTo>
                  <a:pt x="1320441" y="11062"/>
                </a:lnTo>
                <a:lnTo>
                  <a:pt x="1320537" y="10784"/>
                </a:lnTo>
                <a:lnTo>
                  <a:pt x="1320638" y="10512"/>
                </a:lnTo>
                <a:lnTo>
                  <a:pt x="1320743" y="10246"/>
                </a:lnTo>
                <a:lnTo>
                  <a:pt x="1320853" y="9988"/>
                </a:lnTo>
                <a:lnTo>
                  <a:pt x="1320967" y="9736"/>
                </a:lnTo>
                <a:lnTo>
                  <a:pt x="1321085" y="9490"/>
                </a:lnTo>
                <a:lnTo>
                  <a:pt x="1321208" y="9251"/>
                </a:lnTo>
                <a:lnTo>
                  <a:pt x="1321335" y="9019"/>
                </a:lnTo>
                <a:lnTo>
                  <a:pt x="1321466" y="8793"/>
                </a:lnTo>
                <a:lnTo>
                  <a:pt x="1321601" y="8574"/>
                </a:lnTo>
                <a:lnTo>
                  <a:pt x="1321741" y="8361"/>
                </a:lnTo>
                <a:lnTo>
                  <a:pt x="1321886" y="8155"/>
                </a:lnTo>
                <a:lnTo>
                  <a:pt x="1322034" y="7956"/>
                </a:lnTo>
                <a:lnTo>
                  <a:pt x="1322188" y="7763"/>
                </a:lnTo>
                <a:lnTo>
                  <a:pt x="1322345" y="7577"/>
                </a:lnTo>
                <a:lnTo>
                  <a:pt x="1322507" y="7397"/>
                </a:lnTo>
                <a:lnTo>
                  <a:pt x="1322673" y="7224"/>
                </a:lnTo>
                <a:lnTo>
                  <a:pt x="1322843" y="7057"/>
                </a:lnTo>
                <a:lnTo>
                  <a:pt x="1323018" y="6897"/>
                </a:lnTo>
                <a:lnTo>
                  <a:pt x="1323197" y="6744"/>
                </a:lnTo>
                <a:lnTo>
                  <a:pt x="1323381" y="6597"/>
                </a:lnTo>
                <a:lnTo>
                  <a:pt x="1323568" y="6457"/>
                </a:lnTo>
                <a:lnTo>
                  <a:pt x="1323759" y="6322"/>
                </a:lnTo>
                <a:lnTo>
                  <a:pt x="1323953" y="6193"/>
                </a:lnTo>
                <a:lnTo>
                  <a:pt x="1324150" y="6071"/>
                </a:lnTo>
                <a:lnTo>
                  <a:pt x="1324351" y="5954"/>
                </a:lnTo>
                <a:lnTo>
                  <a:pt x="1324556" y="5843"/>
                </a:lnTo>
                <a:lnTo>
                  <a:pt x="1324763" y="5739"/>
                </a:lnTo>
                <a:lnTo>
                  <a:pt x="1324974" y="5640"/>
                </a:lnTo>
                <a:lnTo>
                  <a:pt x="1325189" y="5547"/>
                </a:lnTo>
                <a:lnTo>
                  <a:pt x="1325407" y="5460"/>
                </a:lnTo>
                <a:lnTo>
                  <a:pt x="1325628" y="5380"/>
                </a:lnTo>
                <a:lnTo>
                  <a:pt x="1325853" y="5305"/>
                </a:lnTo>
                <a:lnTo>
                  <a:pt x="1326081" y="5236"/>
                </a:lnTo>
                <a:lnTo>
                  <a:pt x="1326312" y="5173"/>
                </a:lnTo>
                <a:lnTo>
                  <a:pt x="1326547" y="5116"/>
                </a:lnTo>
                <a:lnTo>
                  <a:pt x="1326785" y="5066"/>
                </a:lnTo>
                <a:lnTo>
                  <a:pt x="1327026" y="5021"/>
                </a:lnTo>
                <a:lnTo>
                  <a:pt x="1327271" y="4982"/>
                </a:lnTo>
                <a:lnTo>
                  <a:pt x="1327520" y="4949"/>
                </a:lnTo>
                <a:lnTo>
                  <a:pt x="1327771" y="4922"/>
                </a:lnTo>
                <a:lnTo>
                  <a:pt x="1328026" y="4901"/>
                </a:lnTo>
                <a:lnTo>
                  <a:pt x="1328285" y="4886"/>
                </a:lnTo>
                <a:lnTo>
                  <a:pt x="1328547" y="4877"/>
                </a:lnTo>
                <a:lnTo>
                  <a:pt x="1328812" y="4874"/>
                </a:lnTo>
                <a:lnTo>
                  <a:pt x="1329031" y="4876"/>
                </a:lnTo>
                <a:lnTo>
                  <a:pt x="1329249" y="4883"/>
                </a:lnTo>
                <a:lnTo>
                  <a:pt x="1329466" y="4895"/>
                </a:lnTo>
                <a:lnTo>
                  <a:pt x="1329680" y="4911"/>
                </a:lnTo>
                <a:lnTo>
                  <a:pt x="1329893" y="4932"/>
                </a:lnTo>
                <a:lnTo>
                  <a:pt x="1330104" y="4958"/>
                </a:lnTo>
                <a:lnTo>
                  <a:pt x="1330314" y="4988"/>
                </a:lnTo>
                <a:lnTo>
                  <a:pt x="1330522" y="5023"/>
                </a:lnTo>
                <a:lnTo>
                  <a:pt x="1330728" y="5062"/>
                </a:lnTo>
                <a:lnTo>
                  <a:pt x="1330932" y="5106"/>
                </a:lnTo>
                <a:lnTo>
                  <a:pt x="1331135" y="5155"/>
                </a:lnTo>
                <a:lnTo>
                  <a:pt x="1331336" y="5209"/>
                </a:lnTo>
                <a:lnTo>
                  <a:pt x="1331535" y="5267"/>
                </a:lnTo>
                <a:lnTo>
                  <a:pt x="1331733" y="5329"/>
                </a:lnTo>
                <a:lnTo>
                  <a:pt x="1331929" y="5397"/>
                </a:lnTo>
                <a:lnTo>
                  <a:pt x="1332123" y="5469"/>
                </a:lnTo>
                <a:lnTo>
                  <a:pt x="1332316" y="5545"/>
                </a:lnTo>
                <a:lnTo>
                  <a:pt x="1332506" y="5627"/>
                </a:lnTo>
                <a:lnTo>
                  <a:pt x="1332696" y="5713"/>
                </a:lnTo>
                <a:lnTo>
                  <a:pt x="1332883" y="5803"/>
                </a:lnTo>
                <a:lnTo>
                  <a:pt x="1333069" y="5899"/>
                </a:lnTo>
                <a:lnTo>
                  <a:pt x="1333253" y="5999"/>
                </a:lnTo>
                <a:lnTo>
                  <a:pt x="1333435" y="6103"/>
                </a:lnTo>
                <a:lnTo>
                  <a:pt x="1333616" y="6212"/>
                </a:lnTo>
                <a:lnTo>
                  <a:pt x="1333797" y="6328"/>
                </a:lnTo>
                <a:lnTo>
                  <a:pt x="1333979" y="6453"/>
                </a:lnTo>
                <a:lnTo>
                  <a:pt x="1334162" y="6586"/>
                </a:lnTo>
                <a:lnTo>
                  <a:pt x="1334347" y="6728"/>
                </a:lnTo>
                <a:lnTo>
                  <a:pt x="1334534" y="6878"/>
                </a:lnTo>
                <a:lnTo>
                  <a:pt x="1334722" y="7037"/>
                </a:lnTo>
                <a:lnTo>
                  <a:pt x="1334911" y="7205"/>
                </a:lnTo>
                <a:lnTo>
                  <a:pt x="1335102" y="7382"/>
                </a:lnTo>
                <a:lnTo>
                  <a:pt x="1335294" y="7567"/>
                </a:lnTo>
                <a:lnTo>
                  <a:pt x="1335488" y="7761"/>
                </a:lnTo>
                <a:lnTo>
                  <a:pt x="1335683" y="7964"/>
                </a:lnTo>
                <a:lnTo>
                  <a:pt x="1335879" y="8175"/>
                </a:lnTo>
                <a:lnTo>
                  <a:pt x="1336077" y="8395"/>
                </a:lnTo>
                <a:lnTo>
                  <a:pt x="1336277" y="8623"/>
                </a:lnTo>
                <a:lnTo>
                  <a:pt x="1336478" y="8861"/>
                </a:lnTo>
                <a:lnTo>
                  <a:pt x="1336680" y="9107"/>
                </a:lnTo>
                <a:lnTo>
                  <a:pt x="1336884" y="9361"/>
                </a:lnTo>
                <a:lnTo>
                  <a:pt x="1337089" y="9625"/>
                </a:lnTo>
                <a:lnTo>
                  <a:pt x="1337296" y="9897"/>
                </a:lnTo>
                <a:lnTo>
                  <a:pt x="1337504" y="10177"/>
                </a:lnTo>
                <a:lnTo>
                  <a:pt x="1337713" y="10467"/>
                </a:lnTo>
                <a:lnTo>
                  <a:pt x="1337925" y="10765"/>
                </a:lnTo>
                <a:lnTo>
                  <a:pt x="1338137" y="11071"/>
                </a:lnTo>
                <a:lnTo>
                  <a:pt x="1338351" y="11387"/>
                </a:lnTo>
                <a:lnTo>
                  <a:pt x="1338564" y="11702"/>
                </a:lnTo>
                <a:lnTo>
                  <a:pt x="1338775" y="12007"/>
                </a:lnTo>
                <a:lnTo>
                  <a:pt x="1338983" y="12304"/>
                </a:lnTo>
                <a:lnTo>
                  <a:pt x="1339188" y="12591"/>
                </a:lnTo>
                <a:lnTo>
                  <a:pt x="1339390" y="12869"/>
                </a:lnTo>
                <a:lnTo>
                  <a:pt x="1339589" y="13138"/>
                </a:lnTo>
                <a:lnTo>
                  <a:pt x="1339786" y="13397"/>
                </a:lnTo>
                <a:lnTo>
                  <a:pt x="1339980" y="13647"/>
                </a:lnTo>
                <a:lnTo>
                  <a:pt x="1340171" y="13888"/>
                </a:lnTo>
                <a:lnTo>
                  <a:pt x="1340359" y="14119"/>
                </a:lnTo>
                <a:lnTo>
                  <a:pt x="1340544" y="14341"/>
                </a:lnTo>
                <a:lnTo>
                  <a:pt x="1340727" y="14554"/>
                </a:lnTo>
                <a:lnTo>
                  <a:pt x="1340907" y="14758"/>
                </a:lnTo>
                <a:lnTo>
                  <a:pt x="1341084" y="14952"/>
                </a:lnTo>
                <a:lnTo>
                  <a:pt x="1341259" y="15137"/>
                </a:lnTo>
                <a:lnTo>
                  <a:pt x="1341430" y="15313"/>
                </a:lnTo>
                <a:lnTo>
                  <a:pt x="1341599" y="15479"/>
                </a:lnTo>
                <a:lnTo>
                  <a:pt x="1341765" y="15637"/>
                </a:lnTo>
                <a:lnTo>
                  <a:pt x="1341928" y="15784"/>
                </a:lnTo>
                <a:lnTo>
                  <a:pt x="1342089" y="15923"/>
                </a:lnTo>
                <a:lnTo>
                  <a:pt x="1342246" y="16052"/>
                </a:lnTo>
                <a:lnTo>
                  <a:pt x="1342401" y="16172"/>
                </a:lnTo>
                <a:lnTo>
                  <a:pt x="1342554" y="16283"/>
                </a:lnTo>
                <a:lnTo>
                  <a:pt x="1342703" y="16385"/>
                </a:lnTo>
                <a:lnTo>
                  <a:pt x="1342851" y="16480"/>
                </a:lnTo>
                <a:lnTo>
                  <a:pt x="1342998" y="16570"/>
                </a:lnTo>
                <a:lnTo>
                  <a:pt x="1343144" y="16657"/>
                </a:lnTo>
                <a:lnTo>
                  <a:pt x="1343290" y="16740"/>
                </a:lnTo>
                <a:lnTo>
                  <a:pt x="1343435" y="16818"/>
                </a:lnTo>
                <a:lnTo>
                  <a:pt x="1343580" y="16893"/>
                </a:lnTo>
                <a:lnTo>
                  <a:pt x="1343724" y="16964"/>
                </a:lnTo>
                <a:lnTo>
                  <a:pt x="1343867" y="17030"/>
                </a:lnTo>
                <a:lnTo>
                  <a:pt x="1344010" y="17093"/>
                </a:lnTo>
                <a:lnTo>
                  <a:pt x="1344152" y="17151"/>
                </a:lnTo>
                <a:lnTo>
                  <a:pt x="1344294" y="17206"/>
                </a:lnTo>
                <a:lnTo>
                  <a:pt x="1344435" y="17256"/>
                </a:lnTo>
                <a:lnTo>
                  <a:pt x="1344575" y="17303"/>
                </a:lnTo>
                <a:lnTo>
                  <a:pt x="1344715" y="17345"/>
                </a:lnTo>
                <a:lnTo>
                  <a:pt x="1344854" y="17383"/>
                </a:lnTo>
                <a:lnTo>
                  <a:pt x="1344993" y="17418"/>
                </a:lnTo>
                <a:lnTo>
                  <a:pt x="1345131" y="17448"/>
                </a:lnTo>
                <a:lnTo>
                  <a:pt x="1345268" y="17474"/>
                </a:lnTo>
                <a:lnTo>
                  <a:pt x="1345405" y="17496"/>
                </a:lnTo>
                <a:lnTo>
                  <a:pt x="1345541" y="17514"/>
                </a:lnTo>
                <a:lnTo>
                  <a:pt x="1345677" y="17528"/>
                </a:lnTo>
                <a:lnTo>
                  <a:pt x="1345812" y="17539"/>
                </a:lnTo>
                <a:lnTo>
                  <a:pt x="1345946" y="17545"/>
                </a:lnTo>
                <a:lnTo>
                  <a:pt x="1346080" y="17547"/>
                </a:lnTo>
                <a:lnTo>
                  <a:pt x="1346253" y="17543"/>
                </a:lnTo>
                <a:lnTo>
                  <a:pt x="1346426" y="17534"/>
                </a:lnTo>
                <a:lnTo>
                  <a:pt x="1346598" y="17518"/>
                </a:lnTo>
                <a:lnTo>
                  <a:pt x="1346768" y="17495"/>
                </a:lnTo>
                <a:lnTo>
                  <a:pt x="1346938" y="17467"/>
                </a:lnTo>
                <a:lnTo>
                  <a:pt x="1347107" y="17431"/>
                </a:lnTo>
                <a:lnTo>
                  <a:pt x="1347275" y="17390"/>
                </a:lnTo>
                <a:lnTo>
                  <a:pt x="1347442" y="17342"/>
                </a:lnTo>
                <a:lnTo>
                  <a:pt x="1347607" y="17287"/>
                </a:lnTo>
                <a:lnTo>
                  <a:pt x="1347772" y="17226"/>
                </a:lnTo>
                <a:lnTo>
                  <a:pt x="1347936" y="17159"/>
                </a:lnTo>
                <a:lnTo>
                  <a:pt x="1348099" y="17085"/>
                </a:lnTo>
                <a:lnTo>
                  <a:pt x="1348261" y="17005"/>
                </a:lnTo>
                <a:lnTo>
                  <a:pt x="1348422" y="16919"/>
                </a:lnTo>
                <a:lnTo>
                  <a:pt x="1348582" y="16826"/>
                </a:lnTo>
                <a:lnTo>
                  <a:pt x="1348741" y="16727"/>
                </a:lnTo>
                <a:lnTo>
                  <a:pt x="1348899" y="16621"/>
                </a:lnTo>
                <a:lnTo>
                  <a:pt x="1349057" y="16509"/>
                </a:lnTo>
                <a:lnTo>
                  <a:pt x="1349213" y="16390"/>
                </a:lnTo>
                <a:lnTo>
                  <a:pt x="1349368" y="16265"/>
                </a:lnTo>
                <a:lnTo>
                  <a:pt x="1349522" y="16134"/>
                </a:lnTo>
                <a:lnTo>
                  <a:pt x="1349675" y="15996"/>
                </a:lnTo>
                <a:lnTo>
                  <a:pt x="1349828" y="15852"/>
                </a:lnTo>
                <a:lnTo>
                  <a:pt x="1349979" y="15701"/>
                </a:lnTo>
                <a:lnTo>
                  <a:pt x="1350127" y="15547"/>
                </a:lnTo>
                <a:lnTo>
                  <a:pt x="1350268" y="15392"/>
                </a:lnTo>
                <a:lnTo>
                  <a:pt x="1350403" y="15236"/>
                </a:lnTo>
                <a:lnTo>
                  <a:pt x="1350532" y="15080"/>
                </a:lnTo>
                <a:lnTo>
                  <a:pt x="1350655" y="14922"/>
                </a:lnTo>
                <a:lnTo>
                  <a:pt x="1350771" y="14764"/>
                </a:lnTo>
                <a:lnTo>
                  <a:pt x="1350881" y="14604"/>
                </a:lnTo>
                <a:lnTo>
                  <a:pt x="1350985" y="14444"/>
                </a:lnTo>
                <a:lnTo>
                  <a:pt x="1351082" y="14283"/>
                </a:lnTo>
                <a:lnTo>
                  <a:pt x="1351173" y="14122"/>
                </a:lnTo>
                <a:lnTo>
                  <a:pt x="1351258" y="13959"/>
                </a:lnTo>
                <a:lnTo>
                  <a:pt x="1351337" y="13795"/>
                </a:lnTo>
                <a:lnTo>
                  <a:pt x="1351409" y="13631"/>
                </a:lnTo>
                <a:lnTo>
                  <a:pt x="1351475" y="13466"/>
                </a:lnTo>
                <a:lnTo>
                  <a:pt x="1351535" y="13300"/>
                </a:lnTo>
                <a:lnTo>
                  <a:pt x="1351588" y="13133"/>
                </a:lnTo>
                <a:lnTo>
                  <a:pt x="1351636" y="12965"/>
                </a:lnTo>
                <a:lnTo>
                  <a:pt x="1351676" y="12797"/>
                </a:lnTo>
                <a:lnTo>
                  <a:pt x="1351711" y="12627"/>
                </a:lnTo>
                <a:lnTo>
                  <a:pt x="1351739" y="12457"/>
                </a:lnTo>
                <a:lnTo>
                  <a:pt x="1351761" y="12286"/>
                </a:lnTo>
                <a:lnTo>
                  <a:pt x="1351777" y="12114"/>
                </a:lnTo>
                <a:lnTo>
                  <a:pt x="1351786" y="11941"/>
                </a:lnTo>
                <a:lnTo>
                  <a:pt x="1351790" y="11767"/>
                </a:lnTo>
                <a:lnTo>
                  <a:pt x="1351783" y="11444"/>
                </a:lnTo>
                <a:lnTo>
                  <a:pt x="1351761" y="11123"/>
                </a:lnTo>
                <a:lnTo>
                  <a:pt x="1351726" y="10805"/>
                </a:lnTo>
                <a:lnTo>
                  <a:pt x="1351677" y="10489"/>
                </a:lnTo>
                <a:lnTo>
                  <a:pt x="1351614" y="10176"/>
                </a:lnTo>
                <a:lnTo>
                  <a:pt x="1351537" y="9866"/>
                </a:lnTo>
                <a:lnTo>
                  <a:pt x="1351446" y="9558"/>
                </a:lnTo>
                <a:lnTo>
                  <a:pt x="1351341" y="9253"/>
                </a:lnTo>
                <a:lnTo>
                  <a:pt x="1351222" y="8951"/>
                </a:lnTo>
                <a:lnTo>
                  <a:pt x="1351088" y="8651"/>
                </a:lnTo>
                <a:lnTo>
                  <a:pt x="1350941" y="8354"/>
                </a:lnTo>
                <a:lnTo>
                  <a:pt x="1350780" y="8060"/>
                </a:lnTo>
                <a:lnTo>
                  <a:pt x="1350605" y="7768"/>
                </a:lnTo>
                <a:lnTo>
                  <a:pt x="1350415" y="7479"/>
                </a:lnTo>
                <a:lnTo>
                  <a:pt x="1350212" y="7193"/>
                </a:lnTo>
                <a:lnTo>
                  <a:pt x="1349995" y="6909"/>
                </a:lnTo>
                <a:lnTo>
                  <a:pt x="1349763" y="6628"/>
                </a:lnTo>
                <a:lnTo>
                  <a:pt x="1349518" y="6349"/>
                </a:lnTo>
                <a:lnTo>
                  <a:pt x="1349258" y="6074"/>
                </a:lnTo>
                <a:lnTo>
                  <a:pt x="1348985" y="5801"/>
                </a:lnTo>
                <a:lnTo>
                  <a:pt x="1348698" y="5530"/>
                </a:lnTo>
                <a:lnTo>
                  <a:pt x="1348396" y="5262"/>
                </a:lnTo>
                <a:lnTo>
                  <a:pt x="1348081" y="4997"/>
                </a:lnTo>
                <a:lnTo>
                  <a:pt x="1347751" y="4735"/>
                </a:lnTo>
                <a:lnTo>
                  <a:pt x="1347238" y="4348"/>
                </a:lnTo>
                <a:lnTo>
                  <a:pt x="1346722" y="3979"/>
                </a:lnTo>
                <a:lnTo>
                  <a:pt x="1346201" y="3625"/>
                </a:lnTo>
                <a:lnTo>
                  <a:pt x="1345676" y="3288"/>
                </a:lnTo>
                <a:lnTo>
                  <a:pt x="1345147" y="2967"/>
                </a:lnTo>
                <a:lnTo>
                  <a:pt x="1344613" y="2663"/>
                </a:lnTo>
                <a:lnTo>
                  <a:pt x="1344076" y="2376"/>
                </a:lnTo>
                <a:lnTo>
                  <a:pt x="1343535" y="2104"/>
                </a:lnTo>
                <a:lnTo>
                  <a:pt x="1342989" y="1850"/>
                </a:lnTo>
                <a:lnTo>
                  <a:pt x="1342439" y="1611"/>
                </a:lnTo>
                <a:lnTo>
                  <a:pt x="1341886" y="1389"/>
                </a:lnTo>
                <a:lnTo>
                  <a:pt x="1341328" y="1184"/>
                </a:lnTo>
                <a:lnTo>
                  <a:pt x="1340766" y="995"/>
                </a:lnTo>
                <a:lnTo>
                  <a:pt x="1340200" y="822"/>
                </a:lnTo>
                <a:lnTo>
                  <a:pt x="1339629" y="666"/>
                </a:lnTo>
                <a:lnTo>
                  <a:pt x="1339055" y="526"/>
                </a:lnTo>
                <a:lnTo>
                  <a:pt x="1338477" y="403"/>
                </a:lnTo>
                <a:lnTo>
                  <a:pt x="1337894" y="296"/>
                </a:lnTo>
                <a:lnTo>
                  <a:pt x="1337307" y="206"/>
                </a:lnTo>
                <a:lnTo>
                  <a:pt x="1336717" y="132"/>
                </a:lnTo>
                <a:lnTo>
                  <a:pt x="1336122" y="74"/>
                </a:lnTo>
                <a:lnTo>
                  <a:pt x="1335523" y="33"/>
                </a:lnTo>
                <a:lnTo>
                  <a:pt x="1334920" y="8"/>
                </a:lnTo>
                <a:lnTo>
                  <a:pt x="1334313" y="0"/>
                </a:lnTo>
                <a:lnTo>
                  <a:pt x="1333660" y="7"/>
                </a:lnTo>
                <a:lnTo>
                  <a:pt x="1333012" y="28"/>
                </a:lnTo>
                <a:lnTo>
                  <a:pt x="1332370" y="64"/>
                </a:lnTo>
                <a:lnTo>
                  <a:pt x="1331733" y="114"/>
                </a:lnTo>
                <a:lnTo>
                  <a:pt x="1331102" y="178"/>
                </a:lnTo>
                <a:lnTo>
                  <a:pt x="1330476" y="256"/>
                </a:lnTo>
                <a:lnTo>
                  <a:pt x="1329856" y="348"/>
                </a:lnTo>
                <a:lnTo>
                  <a:pt x="1329241" y="455"/>
                </a:lnTo>
                <a:lnTo>
                  <a:pt x="1328632" y="575"/>
                </a:lnTo>
                <a:lnTo>
                  <a:pt x="1328028" y="710"/>
                </a:lnTo>
                <a:lnTo>
                  <a:pt x="1327429" y="859"/>
                </a:lnTo>
                <a:lnTo>
                  <a:pt x="1326836" y="1023"/>
                </a:lnTo>
                <a:lnTo>
                  <a:pt x="1326248" y="1200"/>
                </a:lnTo>
                <a:lnTo>
                  <a:pt x="1325666" y="1392"/>
                </a:lnTo>
                <a:lnTo>
                  <a:pt x="1325089" y="1598"/>
                </a:lnTo>
                <a:lnTo>
                  <a:pt x="1324518" y="1818"/>
                </a:lnTo>
                <a:lnTo>
                  <a:pt x="1323952" y="2052"/>
                </a:lnTo>
                <a:lnTo>
                  <a:pt x="1323392" y="2301"/>
                </a:lnTo>
                <a:lnTo>
                  <a:pt x="1322837" y="2564"/>
                </a:lnTo>
                <a:lnTo>
                  <a:pt x="1322287" y="2841"/>
                </a:lnTo>
                <a:lnTo>
                  <a:pt x="1321743" y="3132"/>
                </a:lnTo>
                <a:lnTo>
                  <a:pt x="1321204" y="3437"/>
                </a:lnTo>
                <a:lnTo>
                  <a:pt x="1320671" y="3757"/>
                </a:lnTo>
                <a:lnTo>
                  <a:pt x="1320143" y="4091"/>
                </a:lnTo>
                <a:lnTo>
                  <a:pt x="1319623" y="4436"/>
                </a:lnTo>
                <a:lnTo>
                  <a:pt x="1319115" y="4790"/>
                </a:lnTo>
                <a:lnTo>
                  <a:pt x="1318618" y="5153"/>
                </a:lnTo>
                <a:lnTo>
                  <a:pt x="1318132" y="5524"/>
                </a:lnTo>
                <a:lnTo>
                  <a:pt x="1317658" y="5905"/>
                </a:lnTo>
                <a:lnTo>
                  <a:pt x="1317195" y="6295"/>
                </a:lnTo>
                <a:lnTo>
                  <a:pt x="1316742" y="6693"/>
                </a:lnTo>
                <a:lnTo>
                  <a:pt x="1316302" y="7100"/>
                </a:lnTo>
                <a:lnTo>
                  <a:pt x="1315872" y="7516"/>
                </a:lnTo>
                <a:lnTo>
                  <a:pt x="1315454" y="7941"/>
                </a:lnTo>
                <a:lnTo>
                  <a:pt x="1315047" y="8375"/>
                </a:lnTo>
                <a:lnTo>
                  <a:pt x="1314651" y="8817"/>
                </a:lnTo>
                <a:lnTo>
                  <a:pt x="1314266" y="9269"/>
                </a:lnTo>
                <a:lnTo>
                  <a:pt x="1313893" y="9729"/>
                </a:lnTo>
                <a:lnTo>
                  <a:pt x="1313531" y="10198"/>
                </a:lnTo>
                <a:lnTo>
                  <a:pt x="1313180" y="10677"/>
                </a:lnTo>
                <a:lnTo>
                  <a:pt x="1312840" y="11163"/>
                </a:lnTo>
                <a:lnTo>
                  <a:pt x="1312512" y="11659"/>
                </a:lnTo>
                <a:lnTo>
                  <a:pt x="1312195" y="12164"/>
                </a:lnTo>
                <a:lnTo>
                  <a:pt x="1311889" y="12677"/>
                </a:lnTo>
                <a:lnTo>
                  <a:pt x="1311594" y="13200"/>
                </a:lnTo>
                <a:lnTo>
                  <a:pt x="1311311" y="13731"/>
                </a:lnTo>
                <a:lnTo>
                  <a:pt x="1311039" y="14271"/>
                </a:lnTo>
                <a:lnTo>
                  <a:pt x="1310778" y="14820"/>
                </a:lnTo>
                <a:lnTo>
                  <a:pt x="1310528" y="15379"/>
                </a:lnTo>
                <a:lnTo>
                  <a:pt x="1310288" y="15947"/>
                </a:lnTo>
                <a:lnTo>
                  <a:pt x="1310060" y="16526"/>
                </a:lnTo>
                <a:lnTo>
                  <a:pt x="1309842" y="17115"/>
                </a:lnTo>
                <a:lnTo>
                  <a:pt x="1309634" y="17715"/>
                </a:lnTo>
                <a:lnTo>
                  <a:pt x="1309437" y="18324"/>
                </a:lnTo>
                <a:lnTo>
                  <a:pt x="1309251" y="18944"/>
                </a:lnTo>
                <a:lnTo>
                  <a:pt x="1309076" y="19574"/>
                </a:lnTo>
                <a:lnTo>
                  <a:pt x="1308911" y="20214"/>
                </a:lnTo>
                <a:lnTo>
                  <a:pt x="1308757" y="20864"/>
                </a:lnTo>
                <a:lnTo>
                  <a:pt x="1308613" y="21524"/>
                </a:lnTo>
                <a:lnTo>
                  <a:pt x="1308480" y="22195"/>
                </a:lnTo>
                <a:lnTo>
                  <a:pt x="1308358" y="22876"/>
                </a:lnTo>
                <a:lnTo>
                  <a:pt x="1308246" y="23567"/>
                </a:lnTo>
                <a:lnTo>
                  <a:pt x="1308145" y="24268"/>
                </a:lnTo>
                <a:lnTo>
                  <a:pt x="1308054" y="24979"/>
                </a:lnTo>
                <a:lnTo>
                  <a:pt x="1307975" y="25701"/>
                </a:lnTo>
                <a:lnTo>
                  <a:pt x="1307906" y="26433"/>
                </a:lnTo>
                <a:lnTo>
                  <a:pt x="1307847" y="27175"/>
                </a:lnTo>
                <a:lnTo>
                  <a:pt x="1307799" y="27927"/>
                </a:lnTo>
                <a:lnTo>
                  <a:pt x="1307762" y="28689"/>
                </a:lnTo>
                <a:lnTo>
                  <a:pt x="1307735" y="29462"/>
                </a:lnTo>
                <a:lnTo>
                  <a:pt x="1307719" y="30244"/>
                </a:lnTo>
                <a:lnTo>
                  <a:pt x="1307714" y="31037"/>
                </a:lnTo>
                <a:lnTo>
                  <a:pt x="1307714" y="35233"/>
                </a:lnTo>
                <a:lnTo>
                  <a:pt x="1295320" y="35233"/>
                </a:lnTo>
                <a:lnTo>
                  <a:pt x="1295320" y="40107"/>
                </a:lnTo>
                <a:lnTo>
                  <a:pt x="1307714" y="40107"/>
                </a:lnTo>
                <a:lnTo>
                  <a:pt x="1307714" y="82076"/>
                </a:lnTo>
                <a:lnTo>
                  <a:pt x="1307713" y="82637"/>
                </a:lnTo>
                <a:lnTo>
                  <a:pt x="1307708" y="83184"/>
                </a:lnTo>
                <a:lnTo>
                  <a:pt x="1307700" y="83714"/>
                </a:lnTo>
                <a:lnTo>
                  <a:pt x="1307690" y="84229"/>
                </a:lnTo>
                <a:lnTo>
                  <a:pt x="1307676" y="84729"/>
                </a:lnTo>
                <a:lnTo>
                  <a:pt x="1307660" y="85213"/>
                </a:lnTo>
                <a:lnTo>
                  <a:pt x="1307640" y="85682"/>
                </a:lnTo>
                <a:lnTo>
                  <a:pt x="1307617" y="86135"/>
                </a:lnTo>
                <a:lnTo>
                  <a:pt x="1307592" y="86573"/>
                </a:lnTo>
                <a:lnTo>
                  <a:pt x="1307563" y="86995"/>
                </a:lnTo>
                <a:lnTo>
                  <a:pt x="1307531" y="87401"/>
                </a:lnTo>
                <a:lnTo>
                  <a:pt x="1307496" y="87793"/>
                </a:lnTo>
                <a:lnTo>
                  <a:pt x="1307459" y="88168"/>
                </a:lnTo>
                <a:lnTo>
                  <a:pt x="1307418" y="88528"/>
                </a:lnTo>
                <a:lnTo>
                  <a:pt x="1307374" y="88873"/>
                </a:lnTo>
                <a:lnTo>
                  <a:pt x="1307327" y="89202"/>
                </a:lnTo>
                <a:lnTo>
                  <a:pt x="1307277" y="89516"/>
                </a:lnTo>
                <a:lnTo>
                  <a:pt x="1307224" y="89814"/>
                </a:lnTo>
                <a:lnTo>
                  <a:pt x="1307169" y="90097"/>
                </a:lnTo>
                <a:lnTo>
                  <a:pt x="1307110" y="90364"/>
                </a:lnTo>
                <a:lnTo>
                  <a:pt x="1307048" y="90616"/>
                </a:lnTo>
                <a:lnTo>
                  <a:pt x="1306983" y="90852"/>
                </a:lnTo>
                <a:lnTo>
                  <a:pt x="1306915" y="91073"/>
                </a:lnTo>
                <a:lnTo>
                  <a:pt x="1306844" y="91278"/>
                </a:lnTo>
                <a:lnTo>
                  <a:pt x="1306769" y="91474"/>
                </a:lnTo>
                <a:lnTo>
                  <a:pt x="1306689" y="91666"/>
                </a:lnTo>
                <a:lnTo>
                  <a:pt x="1306604" y="91855"/>
                </a:lnTo>
                <a:lnTo>
                  <a:pt x="1306514" y="92041"/>
                </a:lnTo>
                <a:lnTo>
                  <a:pt x="1306419" y="92223"/>
                </a:lnTo>
                <a:lnTo>
                  <a:pt x="1306319" y="92402"/>
                </a:lnTo>
                <a:lnTo>
                  <a:pt x="1306215" y="92577"/>
                </a:lnTo>
                <a:lnTo>
                  <a:pt x="1306105" y="92749"/>
                </a:lnTo>
                <a:lnTo>
                  <a:pt x="1305990" y="92918"/>
                </a:lnTo>
                <a:lnTo>
                  <a:pt x="1305871" y="93083"/>
                </a:lnTo>
                <a:lnTo>
                  <a:pt x="1305746" y="93245"/>
                </a:lnTo>
                <a:lnTo>
                  <a:pt x="1305616" y="93404"/>
                </a:lnTo>
                <a:lnTo>
                  <a:pt x="1305482" y="93559"/>
                </a:lnTo>
                <a:lnTo>
                  <a:pt x="1305343" y="93711"/>
                </a:lnTo>
                <a:lnTo>
                  <a:pt x="1305198" y="93859"/>
                </a:lnTo>
                <a:lnTo>
                  <a:pt x="1305049" y="94004"/>
                </a:lnTo>
                <a:lnTo>
                  <a:pt x="1304894" y="94146"/>
                </a:lnTo>
                <a:lnTo>
                  <a:pt x="1304735" y="94284"/>
                </a:lnTo>
                <a:lnTo>
                  <a:pt x="1304571" y="94419"/>
                </a:lnTo>
                <a:lnTo>
                  <a:pt x="1304402" y="94550"/>
                </a:lnTo>
                <a:lnTo>
                  <a:pt x="1304228" y="94678"/>
                </a:lnTo>
                <a:lnTo>
                  <a:pt x="1304049" y="94803"/>
                </a:lnTo>
                <a:lnTo>
                  <a:pt x="1303865" y="94924"/>
                </a:lnTo>
                <a:lnTo>
                  <a:pt x="1303676" y="95042"/>
                </a:lnTo>
                <a:lnTo>
                  <a:pt x="1303483" y="95156"/>
                </a:lnTo>
                <a:lnTo>
                  <a:pt x="1303289" y="95265"/>
                </a:lnTo>
                <a:lnTo>
                  <a:pt x="1303093" y="95369"/>
                </a:lnTo>
                <a:lnTo>
                  <a:pt x="1302896" y="95468"/>
                </a:lnTo>
                <a:lnTo>
                  <a:pt x="1302697" y="95563"/>
                </a:lnTo>
                <a:lnTo>
                  <a:pt x="1302496" y="95652"/>
                </a:lnTo>
                <a:lnTo>
                  <a:pt x="1302294" y="95737"/>
                </a:lnTo>
                <a:lnTo>
                  <a:pt x="1302090" y="95817"/>
                </a:lnTo>
                <a:lnTo>
                  <a:pt x="1301884" y="95892"/>
                </a:lnTo>
                <a:lnTo>
                  <a:pt x="1301676" y="95962"/>
                </a:lnTo>
                <a:lnTo>
                  <a:pt x="1301467" y="96028"/>
                </a:lnTo>
                <a:lnTo>
                  <a:pt x="1301256" y="96088"/>
                </a:lnTo>
                <a:lnTo>
                  <a:pt x="1301043" y="96144"/>
                </a:lnTo>
                <a:lnTo>
                  <a:pt x="1300829" y="96195"/>
                </a:lnTo>
                <a:lnTo>
                  <a:pt x="1300613" y="96241"/>
                </a:lnTo>
                <a:lnTo>
                  <a:pt x="1300395" y="96282"/>
                </a:lnTo>
                <a:lnTo>
                  <a:pt x="1300176" y="96318"/>
                </a:lnTo>
                <a:lnTo>
                  <a:pt x="1299955" y="96350"/>
                </a:lnTo>
                <a:lnTo>
                  <a:pt x="1299732" y="96376"/>
                </a:lnTo>
                <a:lnTo>
                  <a:pt x="1299507" y="96398"/>
                </a:lnTo>
                <a:lnTo>
                  <a:pt x="1299281" y="96415"/>
                </a:lnTo>
                <a:lnTo>
                  <a:pt x="1299053" y="96427"/>
                </a:lnTo>
                <a:lnTo>
                  <a:pt x="1298824" y="96434"/>
                </a:lnTo>
                <a:lnTo>
                  <a:pt x="1298593" y="96437"/>
                </a:lnTo>
                <a:lnTo>
                  <a:pt x="1295738" y="96437"/>
                </a:lnTo>
                <a:lnTo>
                  <a:pt x="1295738" y="99013"/>
                </a:lnTo>
                <a:lnTo>
                  <a:pt x="1333825" y="99013"/>
                </a:lnTo>
                <a:lnTo>
                  <a:pt x="1333825" y="96437"/>
                </a:lnTo>
                <a:lnTo>
                  <a:pt x="1328046" y="96437"/>
                </a:lnTo>
                <a:lnTo>
                  <a:pt x="1327689" y="96432"/>
                </a:lnTo>
                <a:lnTo>
                  <a:pt x="1327338" y="96416"/>
                </a:lnTo>
                <a:lnTo>
                  <a:pt x="1326994" y="96389"/>
                </a:lnTo>
                <a:lnTo>
                  <a:pt x="1326655" y="96352"/>
                </a:lnTo>
                <a:lnTo>
                  <a:pt x="1326323" y="96304"/>
                </a:lnTo>
                <a:lnTo>
                  <a:pt x="1325996" y="96245"/>
                </a:lnTo>
                <a:lnTo>
                  <a:pt x="1325676" y="96176"/>
                </a:lnTo>
                <a:lnTo>
                  <a:pt x="1325361" y="96096"/>
                </a:lnTo>
                <a:lnTo>
                  <a:pt x="1325053" y="96005"/>
                </a:lnTo>
                <a:lnTo>
                  <a:pt x="1324751" y="95904"/>
                </a:lnTo>
                <a:lnTo>
                  <a:pt x="1324454" y="95792"/>
                </a:lnTo>
                <a:lnTo>
                  <a:pt x="1324164" y="95670"/>
                </a:lnTo>
                <a:lnTo>
                  <a:pt x="1323880" y="95537"/>
                </a:lnTo>
                <a:lnTo>
                  <a:pt x="1323602" y="95393"/>
                </a:lnTo>
                <a:lnTo>
                  <a:pt x="1323330" y="95238"/>
                </a:lnTo>
                <a:lnTo>
                  <a:pt x="1323063" y="95073"/>
                </a:lnTo>
                <a:lnTo>
                  <a:pt x="1322803" y="94898"/>
                </a:lnTo>
                <a:lnTo>
                  <a:pt x="1322549" y="94711"/>
                </a:lnTo>
                <a:lnTo>
                  <a:pt x="1322302" y="94514"/>
                </a:lnTo>
                <a:lnTo>
                  <a:pt x="1322060" y="94306"/>
                </a:lnTo>
                <a:lnTo>
                  <a:pt x="1321824" y="94088"/>
                </a:lnTo>
                <a:lnTo>
                  <a:pt x="1321594" y="93859"/>
                </a:lnTo>
                <a:lnTo>
                  <a:pt x="1321370" y="93619"/>
                </a:lnTo>
                <a:lnTo>
                  <a:pt x="1321153" y="93369"/>
                </a:lnTo>
                <a:lnTo>
                  <a:pt x="1320993" y="93160"/>
                </a:lnTo>
                <a:lnTo>
                  <a:pt x="1320841" y="92928"/>
                </a:lnTo>
                <a:lnTo>
                  <a:pt x="1320696" y="92674"/>
                </a:lnTo>
                <a:lnTo>
                  <a:pt x="1320557" y="92397"/>
                </a:lnTo>
                <a:lnTo>
                  <a:pt x="1320425" y="92097"/>
                </a:lnTo>
                <a:lnTo>
                  <a:pt x="1320300" y="91774"/>
                </a:lnTo>
                <a:lnTo>
                  <a:pt x="1320181" y="91429"/>
                </a:lnTo>
                <a:lnTo>
                  <a:pt x="1320069" y="91061"/>
                </a:lnTo>
                <a:lnTo>
                  <a:pt x="1319964" y="90670"/>
                </a:lnTo>
                <a:lnTo>
                  <a:pt x="1319866" y="90256"/>
                </a:lnTo>
                <a:lnTo>
                  <a:pt x="1319775" y="89820"/>
                </a:lnTo>
                <a:lnTo>
                  <a:pt x="1319690" y="89361"/>
                </a:lnTo>
                <a:lnTo>
                  <a:pt x="1319612" y="88879"/>
                </a:lnTo>
                <a:lnTo>
                  <a:pt x="1319541" y="88374"/>
                </a:lnTo>
                <a:lnTo>
                  <a:pt x="1319477" y="87847"/>
                </a:lnTo>
                <a:lnTo>
                  <a:pt x="1319420" y="87297"/>
                </a:lnTo>
                <a:lnTo>
                  <a:pt x="1319369" y="86724"/>
                </a:lnTo>
                <a:lnTo>
                  <a:pt x="1319325" y="86128"/>
                </a:lnTo>
                <a:lnTo>
                  <a:pt x="1319288" y="85509"/>
                </a:lnTo>
                <a:lnTo>
                  <a:pt x="1319257" y="84868"/>
                </a:lnTo>
                <a:lnTo>
                  <a:pt x="1319233" y="84204"/>
                </a:lnTo>
                <a:lnTo>
                  <a:pt x="1319216" y="83518"/>
                </a:lnTo>
                <a:lnTo>
                  <a:pt x="1319206" y="82808"/>
                </a:lnTo>
                <a:lnTo>
                  <a:pt x="1319203" y="82076"/>
                </a:lnTo>
                <a:lnTo>
                  <a:pt x="1319203" y="40107"/>
                </a:lnTo>
                <a:lnTo>
                  <a:pt x="1335635" y="40107"/>
                </a:lnTo>
                <a:lnTo>
                  <a:pt x="1335635" y="35233"/>
                </a:lnTo>
                <a:lnTo>
                  <a:pt x="1319203" y="35233"/>
                </a:lnTo>
                <a:lnTo>
                  <a:pt x="1319203" y="30593"/>
                </a:lnTo>
                <a:close/>
                <a:moveTo>
                  <a:pt x="784043" y="91632"/>
                </a:moveTo>
                <a:lnTo>
                  <a:pt x="784079" y="92056"/>
                </a:lnTo>
                <a:lnTo>
                  <a:pt x="784122" y="92468"/>
                </a:lnTo>
                <a:lnTo>
                  <a:pt x="784172" y="92868"/>
                </a:lnTo>
                <a:lnTo>
                  <a:pt x="784228" y="93257"/>
                </a:lnTo>
                <a:lnTo>
                  <a:pt x="784292" y="93634"/>
                </a:lnTo>
                <a:lnTo>
                  <a:pt x="784362" y="94000"/>
                </a:lnTo>
                <a:lnTo>
                  <a:pt x="784439" y="94354"/>
                </a:lnTo>
                <a:lnTo>
                  <a:pt x="784522" y="94696"/>
                </a:lnTo>
                <a:lnTo>
                  <a:pt x="784613" y="95027"/>
                </a:lnTo>
                <a:lnTo>
                  <a:pt x="784710" y="95346"/>
                </a:lnTo>
                <a:lnTo>
                  <a:pt x="784814" y="95654"/>
                </a:lnTo>
                <a:lnTo>
                  <a:pt x="784925" y="95949"/>
                </a:lnTo>
                <a:lnTo>
                  <a:pt x="785042" y="96234"/>
                </a:lnTo>
                <a:lnTo>
                  <a:pt x="785166" y="96507"/>
                </a:lnTo>
                <a:lnTo>
                  <a:pt x="785297" y="96768"/>
                </a:lnTo>
                <a:lnTo>
                  <a:pt x="785435" y="97017"/>
                </a:lnTo>
                <a:lnTo>
                  <a:pt x="785580" y="97255"/>
                </a:lnTo>
                <a:lnTo>
                  <a:pt x="785731" y="97481"/>
                </a:lnTo>
                <a:lnTo>
                  <a:pt x="785889" y="97696"/>
                </a:lnTo>
                <a:lnTo>
                  <a:pt x="786054" y="97899"/>
                </a:lnTo>
                <a:lnTo>
                  <a:pt x="786225" y="98092"/>
                </a:lnTo>
                <a:lnTo>
                  <a:pt x="786400" y="98277"/>
                </a:lnTo>
                <a:lnTo>
                  <a:pt x="786581" y="98454"/>
                </a:lnTo>
                <a:lnTo>
                  <a:pt x="786766" y="98622"/>
                </a:lnTo>
                <a:lnTo>
                  <a:pt x="786956" y="98783"/>
                </a:lnTo>
                <a:lnTo>
                  <a:pt x="787151" y="98935"/>
                </a:lnTo>
                <a:lnTo>
                  <a:pt x="787350" y="99079"/>
                </a:lnTo>
                <a:lnTo>
                  <a:pt x="787555" y="99214"/>
                </a:lnTo>
                <a:lnTo>
                  <a:pt x="787764" y="99342"/>
                </a:lnTo>
                <a:lnTo>
                  <a:pt x="787979" y="99461"/>
                </a:lnTo>
                <a:lnTo>
                  <a:pt x="788198" y="99572"/>
                </a:lnTo>
                <a:lnTo>
                  <a:pt x="788422" y="99675"/>
                </a:lnTo>
                <a:lnTo>
                  <a:pt x="788650" y="99769"/>
                </a:lnTo>
                <a:lnTo>
                  <a:pt x="788884" y="99856"/>
                </a:lnTo>
                <a:lnTo>
                  <a:pt x="789122" y="99934"/>
                </a:lnTo>
                <a:lnTo>
                  <a:pt x="789365" y="100003"/>
                </a:lnTo>
                <a:lnTo>
                  <a:pt x="789613" y="100065"/>
                </a:lnTo>
                <a:lnTo>
                  <a:pt x="789866" y="100119"/>
                </a:lnTo>
                <a:lnTo>
                  <a:pt x="790124" y="100164"/>
                </a:lnTo>
                <a:lnTo>
                  <a:pt x="790387" y="100201"/>
                </a:lnTo>
                <a:lnTo>
                  <a:pt x="790654" y="100230"/>
                </a:lnTo>
                <a:lnTo>
                  <a:pt x="790926" y="100250"/>
                </a:lnTo>
                <a:lnTo>
                  <a:pt x="791203" y="100262"/>
                </a:lnTo>
                <a:lnTo>
                  <a:pt x="791485" y="100267"/>
                </a:lnTo>
                <a:lnTo>
                  <a:pt x="792078" y="100248"/>
                </a:lnTo>
                <a:lnTo>
                  <a:pt x="792674" y="100194"/>
                </a:lnTo>
                <a:lnTo>
                  <a:pt x="793272" y="100103"/>
                </a:lnTo>
                <a:lnTo>
                  <a:pt x="793872" y="99976"/>
                </a:lnTo>
                <a:lnTo>
                  <a:pt x="794475" y="99813"/>
                </a:lnTo>
                <a:lnTo>
                  <a:pt x="795080" y="99614"/>
                </a:lnTo>
                <a:lnTo>
                  <a:pt x="795687" y="99378"/>
                </a:lnTo>
                <a:lnTo>
                  <a:pt x="796297" y="99106"/>
                </a:lnTo>
                <a:lnTo>
                  <a:pt x="796910" y="98798"/>
                </a:lnTo>
                <a:lnTo>
                  <a:pt x="797525" y="98453"/>
                </a:lnTo>
                <a:lnTo>
                  <a:pt x="798142" y="98072"/>
                </a:lnTo>
                <a:lnTo>
                  <a:pt x="798762" y="97655"/>
                </a:lnTo>
                <a:lnTo>
                  <a:pt x="799384" y="97202"/>
                </a:lnTo>
                <a:lnTo>
                  <a:pt x="800008" y="96713"/>
                </a:lnTo>
                <a:lnTo>
                  <a:pt x="800635" y="96187"/>
                </a:lnTo>
                <a:lnTo>
                  <a:pt x="801264" y="95625"/>
                </a:lnTo>
                <a:lnTo>
                  <a:pt x="801896" y="95026"/>
                </a:lnTo>
                <a:lnTo>
                  <a:pt x="802530" y="94392"/>
                </a:lnTo>
                <a:lnTo>
                  <a:pt x="803167" y="93721"/>
                </a:lnTo>
                <a:lnTo>
                  <a:pt x="803806" y="93013"/>
                </a:lnTo>
                <a:lnTo>
                  <a:pt x="804447" y="92270"/>
                </a:lnTo>
                <a:lnTo>
                  <a:pt x="805091" y="91490"/>
                </a:lnTo>
                <a:lnTo>
                  <a:pt x="805737" y="90674"/>
                </a:lnTo>
                <a:lnTo>
                  <a:pt x="806386" y="89822"/>
                </a:lnTo>
                <a:lnTo>
                  <a:pt x="806386" y="85923"/>
                </a:lnTo>
                <a:lnTo>
                  <a:pt x="806043" y="86265"/>
                </a:lnTo>
                <a:lnTo>
                  <a:pt x="805709" y="86596"/>
                </a:lnTo>
                <a:lnTo>
                  <a:pt x="805384" y="86916"/>
                </a:lnTo>
                <a:lnTo>
                  <a:pt x="805069" y="87225"/>
                </a:lnTo>
                <a:lnTo>
                  <a:pt x="804763" y="87522"/>
                </a:lnTo>
                <a:lnTo>
                  <a:pt x="804467" y="87807"/>
                </a:lnTo>
                <a:lnTo>
                  <a:pt x="804180" y="88081"/>
                </a:lnTo>
                <a:lnTo>
                  <a:pt x="803902" y="88344"/>
                </a:lnTo>
                <a:lnTo>
                  <a:pt x="803634" y="88596"/>
                </a:lnTo>
                <a:lnTo>
                  <a:pt x="803376" y="88836"/>
                </a:lnTo>
                <a:lnTo>
                  <a:pt x="803127" y="89065"/>
                </a:lnTo>
                <a:lnTo>
                  <a:pt x="802887" y="89282"/>
                </a:lnTo>
                <a:lnTo>
                  <a:pt x="802657" y="89489"/>
                </a:lnTo>
                <a:lnTo>
                  <a:pt x="802436" y="89683"/>
                </a:lnTo>
                <a:lnTo>
                  <a:pt x="802224" y="89867"/>
                </a:lnTo>
                <a:lnTo>
                  <a:pt x="802023" y="90039"/>
                </a:lnTo>
                <a:lnTo>
                  <a:pt x="801830" y="90199"/>
                </a:lnTo>
                <a:lnTo>
                  <a:pt x="801647" y="90349"/>
                </a:lnTo>
                <a:lnTo>
                  <a:pt x="801473" y="90487"/>
                </a:lnTo>
                <a:lnTo>
                  <a:pt x="801309" y="90613"/>
                </a:lnTo>
                <a:lnTo>
                  <a:pt x="801154" y="90728"/>
                </a:lnTo>
                <a:lnTo>
                  <a:pt x="801009" y="90832"/>
                </a:lnTo>
                <a:lnTo>
                  <a:pt x="800873" y="90925"/>
                </a:lnTo>
                <a:lnTo>
                  <a:pt x="800746" y="91006"/>
                </a:lnTo>
                <a:lnTo>
                  <a:pt x="800676" y="91046"/>
                </a:lnTo>
                <a:lnTo>
                  <a:pt x="800605" y="91084"/>
                </a:lnTo>
                <a:lnTo>
                  <a:pt x="800533" y="91120"/>
                </a:lnTo>
                <a:lnTo>
                  <a:pt x="800460" y="91155"/>
                </a:lnTo>
                <a:lnTo>
                  <a:pt x="800386" y="91188"/>
                </a:lnTo>
                <a:lnTo>
                  <a:pt x="800311" y="91219"/>
                </a:lnTo>
                <a:lnTo>
                  <a:pt x="800235" y="91249"/>
                </a:lnTo>
                <a:lnTo>
                  <a:pt x="800158" y="91277"/>
                </a:lnTo>
                <a:lnTo>
                  <a:pt x="800080" y="91303"/>
                </a:lnTo>
                <a:lnTo>
                  <a:pt x="800001" y="91327"/>
                </a:lnTo>
                <a:lnTo>
                  <a:pt x="799922" y="91350"/>
                </a:lnTo>
                <a:lnTo>
                  <a:pt x="799841" y="91371"/>
                </a:lnTo>
                <a:lnTo>
                  <a:pt x="799759" y="91391"/>
                </a:lnTo>
                <a:lnTo>
                  <a:pt x="799676" y="91409"/>
                </a:lnTo>
                <a:lnTo>
                  <a:pt x="799593" y="91425"/>
                </a:lnTo>
                <a:lnTo>
                  <a:pt x="799508" y="91439"/>
                </a:lnTo>
                <a:lnTo>
                  <a:pt x="799423" y="91452"/>
                </a:lnTo>
                <a:lnTo>
                  <a:pt x="799336" y="91463"/>
                </a:lnTo>
                <a:lnTo>
                  <a:pt x="799248" y="91472"/>
                </a:lnTo>
                <a:lnTo>
                  <a:pt x="799160" y="91480"/>
                </a:lnTo>
                <a:lnTo>
                  <a:pt x="799070" y="91486"/>
                </a:lnTo>
                <a:lnTo>
                  <a:pt x="798980" y="91490"/>
                </a:lnTo>
                <a:lnTo>
                  <a:pt x="798889" y="91492"/>
                </a:lnTo>
                <a:lnTo>
                  <a:pt x="798796" y="91493"/>
                </a:lnTo>
                <a:lnTo>
                  <a:pt x="798710" y="91492"/>
                </a:lnTo>
                <a:lnTo>
                  <a:pt x="798624" y="91488"/>
                </a:lnTo>
                <a:lnTo>
                  <a:pt x="798539" y="91482"/>
                </a:lnTo>
                <a:lnTo>
                  <a:pt x="798455" y="91474"/>
                </a:lnTo>
                <a:lnTo>
                  <a:pt x="798372" y="91463"/>
                </a:lnTo>
                <a:lnTo>
                  <a:pt x="798289" y="91450"/>
                </a:lnTo>
                <a:lnTo>
                  <a:pt x="798208" y="91434"/>
                </a:lnTo>
                <a:lnTo>
                  <a:pt x="798127" y="91416"/>
                </a:lnTo>
                <a:lnTo>
                  <a:pt x="798047" y="91396"/>
                </a:lnTo>
                <a:lnTo>
                  <a:pt x="797968" y="91373"/>
                </a:lnTo>
                <a:lnTo>
                  <a:pt x="797890" y="91347"/>
                </a:lnTo>
                <a:lnTo>
                  <a:pt x="797813" y="91320"/>
                </a:lnTo>
                <a:lnTo>
                  <a:pt x="797736" y="91290"/>
                </a:lnTo>
                <a:lnTo>
                  <a:pt x="797661" y="91257"/>
                </a:lnTo>
                <a:lnTo>
                  <a:pt x="797586" y="91222"/>
                </a:lnTo>
                <a:lnTo>
                  <a:pt x="797512" y="91185"/>
                </a:lnTo>
                <a:lnTo>
                  <a:pt x="797439" y="91145"/>
                </a:lnTo>
                <a:lnTo>
                  <a:pt x="797367" y="91103"/>
                </a:lnTo>
                <a:lnTo>
                  <a:pt x="797295" y="91058"/>
                </a:lnTo>
                <a:lnTo>
                  <a:pt x="797225" y="91011"/>
                </a:lnTo>
                <a:lnTo>
                  <a:pt x="797155" y="90962"/>
                </a:lnTo>
                <a:lnTo>
                  <a:pt x="797086" y="90910"/>
                </a:lnTo>
                <a:lnTo>
                  <a:pt x="797018" y="90856"/>
                </a:lnTo>
                <a:lnTo>
                  <a:pt x="796951" y="90799"/>
                </a:lnTo>
                <a:lnTo>
                  <a:pt x="796885" y="90739"/>
                </a:lnTo>
                <a:lnTo>
                  <a:pt x="796821" y="90674"/>
                </a:lnTo>
                <a:lnTo>
                  <a:pt x="796758" y="90604"/>
                </a:lnTo>
                <a:lnTo>
                  <a:pt x="796697" y="90529"/>
                </a:lnTo>
                <a:lnTo>
                  <a:pt x="796637" y="90450"/>
                </a:lnTo>
                <a:lnTo>
                  <a:pt x="796579" y="90366"/>
                </a:lnTo>
                <a:lnTo>
                  <a:pt x="796523" y="90278"/>
                </a:lnTo>
                <a:lnTo>
                  <a:pt x="796468" y="90184"/>
                </a:lnTo>
                <a:lnTo>
                  <a:pt x="796414" y="90086"/>
                </a:lnTo>
                <a:lnTo>
                  <a:pt x="796362" y="89983"/>
                </a:lnTo>
                <a:lnTo>
                  <a:pt x="796312" y="89876"/>
                </a:lnTo>
                <a:lnTo>
                  <a:pt x="796264" y="89764"/>
                </a:lnTo>
                <a:lnTo>
                  <a:pt x="796216" y="89647"/>
                </a:lnTo>
                <a:lnTo>
                  <a:pt x="796171" y="89525"/>
                </a:lnTo>
                <a:lnTo>
                  <a:pt x="796127" y="89399"/>
                </a:lnTo>
                <a:lnTo>
                  <a:pt x="796085" y="89268"/>
                </a:lnTo>
                <a:lnTo>
                  <a:pt x="796044" y="89133"/>
                </a:lnTo>
                <a:lnTo>
                  <a:pt x="796005" y="88992"/>
                </a:lnTo>
                <a:lnTo>
                  <a:pt x="795967" y="88847"/>
                </a:lnTo>
                <a:lnTo>
                  <a:pt x="795931" y="88697"/>
                </a:lnTo>
                <a:lnTo>
                  <a:pt x="795896" y="88543"/>
                </a:lnTo>
                <a:lnTo>
                  <a:pt x="795863" y="88383"/>
                </a:lnTo>
                <a:lnTo>
                  <a:pt x="795832" y="88220"/>
                </a:lnTo>
                <a:lnTo>
                  <a:pt x="795802" y="88051"/>
                </a:lnTo>
                <a:lnTo>
                  <a:pt x="795774" y="87868"/>
                </a:lnTo>
                <a:lnTo>
                  <a:pt x="795747" y="87660"/>
                </a:lnTo>
                <a:lnTo>
                  <a:pt x="795721" y="87428"/>
                </a:lnTo>
                <a:lnTo>
                  <a:pt x="795696" y="87171"/>
                </a:lnTo>
                <a:lnTo>
                  <a:pt x="795672" y="86890"/>
                </a:lnTo>
                <a:lnTo>
                  <a:pt x="795650" y="86584"/>
                </a:lnTo>
                <a:lnTo>
                  <a:pt x="795629" y="86253"/>
                </a:lnTo>
                <a:lnTo>
                  <a:pt x="795609" y="85899"/>
                </a:lnTo>
                <a:lnTo>
                  <a:pt x="795590" y="85519"/>
                </a:lnTo>
                <a:lnTo>
                  <a:pt x="795573" y="85116"/>
                </a:lnTo>
                <a:lnTo>
                  <a:pt x="795556" y="84687"/>
                </a:lnTo>
                <a:lnTo>
                  <a:pt x="795541" y="84234"/>
                </a:lnTo>
                <a:lnTo>
                  <a:pt x="795527" y="83757"/>
                </a:lnTo>
                <a:lnTo>
                  <a:pt x="795515" y="83255"/>
                </a:lnTo>
                <a:lnTo>
                  <a:pt x="795503" y="82729"/>
                </a:lnTo>
                <a:lnTo>
                  <a:pt x="795493" y="82178"/>
                </a:lnTo>
                <a:lnTo>
                  <a:pt x="795484" y="81602"/>
                </a:lnTo>
                <a:lnTo>
                  <a:pt x="795476" y="81003"/>
                </a:lnTo>
                <a:lnTo>
                  <a:pt x="795469" y="80378"/>
                </a:lnTo>
                <a:lnTo>
                  <a:pt x="795464" y="79729"/>
                </a:lnTo>
                <a:lnTo>
                  <a:pt x="795460" y="79056"/>
                </a:lnTo>
                <a:lnTo>
                  <a:pt x="795457" y="78358"/>
                </a:lnTo>
                <a:lnTo>
                  <a:pt x="795455" y="77635"/>
                </a:lnTo>
                <a:lnTo>
                  <a:pt x="795454" y="76888"/>
                </a:lnTo>
                <a:lnTo>
                  <a:pt x="795454" y="55260"/>
                </a:lnTo>
                <a:lnTo>
                  <a:pt x="795452" y="54500"/>
                </a:lnTo>
                <a:lnTo>
                  <a:pt x="795445" y="53762"/>
                </a:lnTo>
                <a:lnTo>
                  <a:pt x="795435" y="53045"/>
                </a:lnTo>
                <a:lnTo>
                  <a:pt x="795419" y="52350"/>
                </a:lnTo>
                <a:lnTo>
                  <a:pt x="795400" y="51677"/>
                </a:lnTo>
                <a:lnTo>
                  <a:pt x="795376" y="51026"/>
                </a:lnTo>
                <a:lnTo>
                  <a:pt x="795347" y="50397"/>
                </a:lnTo>
                <a:lnTo>
                  <a:pt x="795315" y="49789"/>
                </a:lnTo>
                <a:lnTo>
                  <a:pt x="795278" y="49203"/>
                </a:lnTo>
                <a:lnTo>
                  <a:pt x="795237" y="48638"/>
                </a:lnTo>
                <a:lnTo>
                  <a:pt x="795191" y="48096"/>
                </a:lnTo>
                <a:lnTo>
                  <a:pt x="795141" y="47575"/>
                </a:lnTo>
                <a:lnTo>
                  <a:pt x="795086" y="47076"/>
                </a:lnTo>
                <a:lnTo>
                  <a:pt x="795028" y="46598"/>
                </a:lnTo>
                <a:lnTo>
                  <a:pt x="794965" y="46143"/>
                </a:lnTo>
                <a:lnTo>
                  <a:pt x="794897" y="45709"/>
                </a:lnTo>
                <a:lnTo>
                  <a:pt x="794825" y="45297"/>
                </a:lnTo>
                <a:lnTo>
                  <a:pt x="794749" y="44906"/>
                </a:lnTo>
                <a:lnTo>
                  <a:pt x="794669" y="44538"/>
                </a:lnTo>
                <a:lnTo>
                  <a:pt x="794584" y="44191"/>
                </a:lnTo>
                <a:lnTo>
                  <a:pt x="794495" y="43865"/>
                </a:lnTo>
                <a:lnTo>
                  <a:pt x="794401" y="43562"/>
                </a:lnTo>
                <a:lnTo>
                  <a:pt x="794303" y="43280"/>
                </a:lnTo>
                <a:lnTo>
                  <a:pt x="794201" y="43020"/>
                </a:lnTo>
                <a:lnTo>
                  <a:pt x="794035" y="42642"/>
                </a:lnTo>
                <a:lnTo>
                  <a:pt x="793861" y="42272"/>
                </a:lnTo>
                <a:lnTo>
                  <a:pt x="793680" y="41910"/>
                </a:lnTo>
                <a:lnTo>
                  <a:pt x="793491" y="41557"/>
                </a:lnTo>
                <a:lnTo>
                  <a:pt x="793295" y="41213"/>
                </a:lnTo>
                <a:lnTo>
                  <a:pt x="793091" y="40877"/>
                </a:lnTo>
                <a:lnTo>
                  <a:pt x="792880" y="40549"/>
                </a:lnTo>
                <a:lnTo>
                  <a:pt x="792661" y="40230"/>
                </a:lnTo>
                <a:lnTo>
                  <a:pt x="792435" y="39919"/>
                </a:lnTo>
                <a:lnTo>
                  <a:pt x="792201" y="39617"/>
                </a:lnTo>
                <a:lnTo>
                  <a:pt x="791960" y="39323"/>
                </a:lnTo>
                <a:lnTo>
                  <a:pt x="791712" y="39038"/>
                </a:lnTo>
                <a:lnTo>
                  <a:pt x="791455" y="38761"/>
                </a:lnTo>
                <a:lnTo>
                  <a:pt x="791192" y="38492"/>
                </a:lnTo>
                <a:lnTo>
                  <a:pt x="790921" y="38232"/>
                </a:lnTo>
                <a:lnTo>
                  <a:pt x="790642" y="37981"/>
                </a:lnTo>
                <a:lnTo>
                  <a:pt x="790356" y="37738"/>
                </a:lnTo>
                <a:lnTo>
                  <a:pt x="790062" y="37503"/>
                </a:lnTo>
                <a:lnTo>
                  <a:pt x="789761" y="37277"/>
                </a:lnTo>
                <a:lnTo>
                  <a:pt x="789452" y="37059"/>
                </a:lnTo>
                <a:lnTo>
                  <a:pt x="789136" y="36850"/>
                </a:lnTo>
                <a:lnTo>
                  <a:pt x="788813" y="36649"/>
                </a:lnTo>
                <a:lnTo>
                  <a:pt x="788482" y="36457"/>
                </a:lnTo>
                <a:lnTo>
                  <a:pt x="788143" y="36273"/>
                </a:lnTo>
                <a:lnTo>
                  <a:pt x="787685" y="36040"/>
                </a:lnTo>
                <a:lnTo>
                  <a:pt x="787217" y="35817"/>
                </a:lnTo>
                <a:lnTo>
                  <a:pt x="786737" y="35605"/>
                </a:lnTo>
                <a:lnTo>
                  <a:pt x="786248" y="35402"/>
                </a:lnTo>
                <a:lnTo>
                  <a:pt x="785747" y="35209"/>
                </a:lnTo>
                <a:lnTo>
                  <a:pt x="785236" y="35026"/>
                </a:lnTo>
                <a:lnTo>
                  <a:pt x="784714" y="34852"/>
                </a:lnTo>
                <a:lnTo>
                  <a:pt x="784182" y="34689"/>
                </a:lnTo>
                <a:lnTo>
                  <a:pt x="783639" y="34536"/>
                </a:lnTo>
                <a:lnTo>
                  <a:pt x="783085" y="34392"/>
                </a:lnTo>
                <a:lnTo>
                  <a:pt x="782521" y="34259"/>
                </a:lnTo>
                <a:lnTo>
                  <a:pt x="781946" y="34135"/>
                </a:lnTo>
                <a:lnTo>
                  <a:pt x="781360" y="34021"/>
                </a:lnTo>
                <a:lnTo>
                  <a:pt x="780764" y="33917"/>
                </a:lnTo>
                <a:lnTo>
                  <a:pt x="780157" y="33823"/>
                </a:lnTo>
                <a:lnTo>
                  <a:pt x="779540" y="33739"/>
                </a:lnTo>
                <a:lnTo>
                  <a:pt x="778912" y="33665"/>
                </a:lnTo>
                <a:lnTo>
                  <a:pt x="778273" y="33600"/>
                </a:lnTo>
                <a:lnTo>
                  <a:pt x="777624" y="33546"/>
                </a:lnTo>
                <a:lnTo>
                  <a:pt x="776964" y="33501"/>
                </a:lnTo>
                <a:lnTo>
                  <a:pt x="776293" y="33467"/>
                </a:lnTo>
                <a:lnTo>
                  <a:pt x="775612" y="33442"/>
                </a:lnTo>
                <a:lnTo>
                  <a:pt x="774920" y="33427"/>
                </a:lnTo>
                <a:lnTo>
                  <a:pt x="774217" y="33422"/>
                </a:lnTo>
                <a:lnTo>
                  <a:pt x="773303" y="33431"/>
                </a:lnTo>
                <a:lnTo>
                  <a:pt x="772406" y="33457"/>
                </a:lnTo>
                <a:lnTo>
                  <a:pt x="771527" y="33500"/>
                </a:lnTo>
                <a:lnTo>
                  <a:pt x="770664" y="33561"/>
                </a:lnTo>
                <a:lnTo>
                  <a:pt x="769819" y="33639"/>
                </a:lnTo>
                <a:lnTo>
                  <a:pt x="768991" y="33735"/>
                </a:lnTo>
                <a:lnTo>
                  <a:pt x="768180" y="33847"/>
                </a:lnTo>
                <a:lnTo>
                  <a:pt x="767386" y="33978"/>
                </a:lnTo>
                <a:lnTo>
                  <a:pt x="766609" y="34125"/>
                </a:lnTo>
                <a:lnTo>
                  <a:pt x="765849" y="34290"/>
                </a:lnTo>
                <a:lnTo>
                  <a:pt x="765107" y="34472"/>
                </a:lnTo>
                <a:lnTo>
                  <a:pt x="764382" y="34672"/>
                </a:lnTo>
                <a:lnTo>
                  <a:pt x="763674" y="34889"/>
                </a:lnTo>
                <a:lnTo>
                  <a:pt x="762983" y="35123"/>
                </a:lnTo>
                <a:lnTo>
                  <a:pt x="762309" y="35375"/>
                </a:lnTo>
                <a:lnTo>
                  <a:pt x="761653" y="35644"/>
                </a:lnTo>
                <a:lnTo>
                  <a:pt x="761013" y="35930"/>
                </a:lnTo>
                <a:lnTo>
                  <a:pt x="760391" y="36234"/>
                </a:lnTo>
                <a:lnTo>
                  <a:pt x="759786" y="36555"/>
                </a:lnTo>
                <a:lnTo>
                  <a:pt x="759198" y="36893"/>
                </a:lnTo>
                <a:lnTo>
                  <a:pt x="758628" y="37249"/>
                </a:lnTo>
                <a:lnTo>
                  <a:pt x="758074" y="37622"/>
                </a:lnTo>
                <a:lnTo>
                  <a:pt x="757538" y="38012"/>
                </a:lnTo>
                <a:lnTo>
                  <a:pt x="757019" y="38420"/>
                </a:lnTo>
                <a:lnTo>
                  <a:pt x="756519" y="38838"/>
                </a:lnTo>
                <a:lnTo>
                  <a:pt x="756040" y="39260"/>
                </a:lnTo>
                <a:lnTo>
                  <a:pt x="755583" y="39685"/>
                </a:lnTo>
                <a:lnTo>
                  <a:pt x="755146" y="40113"/>
                </a:lnTo>
                <a:lnTo>
                  <a:pt x="754731" y="40545"/>
                </a:lnTo>
                <a:lnTo>
                  <a:pt x="754338" y="40980"/>
                </a:lnTo>
                <a:lnTo>
                  <a:pt x="753966" y="41418"/>
                </a:lnTo>
                <a:lnTo>
                  <a:pt x="753615" y="41860"/>
                </a:lnTo>
                <a:lnTo>
                  <a:pt x="753285" y="42305"/>
                </a:lnTo>
                <a:lnTo>
                  <a:pt x="752976" y="42754"/>
                </a:lnTo>
                <a:lnTo>
                  <a:pt x="752689" y="43206"/>
                </a:lnTo>
                <a:lnTo>
                  <a:pt x="752423" y="43661"/>
                </a:lnTo>
                <a:lnTo>
                  <a:pt x="752178" y="44120"/>
                </a:lnTo>
                <a:lnTo>
                  <a:pt x="751955" y="44582"/>
                </a:lnTo>
                <a:lnTo>
                  <a:pt x="751753" y="45047"/>
                </a:lnTo>
                <a:lnTo>
                  <a:pt x="751572" y="45516"/>
                </a:lnTo>
                <a:lnTo>
                  <a:pt x="751412" y="45988"/>
                </a:lnTo>
                <a:lnTo>
                  <a:pt x="751274" y="46463"/>
                </a:lnTo>
                <a:lnTo>
                  <a:pt x="751157" y="46942"/>
                </a:lnTo>
                <a:lnTo>
                  <a:pt x="751061" y="47424"/>
                </a:lnTo>
                <a:lnTo>
                  <a:pt x="750987" y="47910"/>
                </a:lnTo>
                <a:lnTo>
                  <a:pt x="750934" y="48399"/>
                </a:lnTo>
                <a:lnTo>
                  <a:pt x="750902" y="48891"/>
                </a:lnTo>
                <a:lnTo>
                  <a:pt x="750891" y="49387"/>
                </a:lnTo>
                <a:lnTo>
                  <a:pt x="750894" y="49645"/>
                </a:lnTo>
                <a:lnTo>
                  <a:pt x="750903" y="49899"/>
                </a:lnTo>
                <a:lnTo>
                  <a:pt x="750917" y="50147"/>
                </a:lnTo>
                <a:lnTo>
                  <a:pt x="750937" y="50392"/>
                </a:lnTo>
                <a:lnTo>
                  <a:pt x="750962" y="50632"/>
                </a:lnTo>
                <a:lnTo>
                  <a:pt x="750993" y="50867"/>
                </a:lnTo>
                <a:lnTo>
                  <a:pt x="751030" y="51097"/>
                </a:lnTo>
                <a:lnTo>
                  <a:pt x="751073" y="51323"/>
                </a:lnTo>
                <a:lnTo>
                  <a:pt x="751121" y="51545"/>
                </a:lnTo>
                <a:lnTo>
                  <a:pt x="751175" y="51762"/>
                </a:lnTo>
                <a:lnTo>
                  <a:pt x="751235" y="51974"/>
                </a:lnTo>
                <a:lnTo>
                  <a:pt x="751300" y="52182"/>
                </a:lnTo>
                <a:lnTo>
                  <a:pt x="751371" y="52385"/>
                </a:lnTo>
                <a:lnTo>
                  <a:pt x="751448" y="52584"/>
                </a:lnTo>
                <a:lnTo>
                  <a:pt x="751530" y="52778"/>
                </a:lnTo>
                <a:lnTo>
                  <a:pt x="751618" y="52967"/>
                </a:lnTo>
                <a:lnTo>
                  <a:pt x="751712" y="53152"/>
                </a:lnTo>
                <a:lnTo>
                  <a:pt x="751812" y="53332"/>
                </a:lnTo>
                <a:lnTo>
                  <a:pt x="751917" y="53508"/>
                </a:lnTo>
                <a:lnTo>
                  <a:pt x="752028" y="53679"/>
                </a:lnTo>
                <a:lnTo>
                  <a:pt x="752144" y="53845"/>
                </a:lnTo>
                <a:lnTo>
                  <a:pt x="752266" y="54007"/>
                </a:lnTo>
                <a:lnTo>
                  <a:pt x="752394" y="54165"/>
                </a:lnTo>
                <a:lnTo>
                  <a:pt x="752528" y="54318"/>
                </a:lnTo>
                <a:lnTo>
                  <a:pt x="752665" y="54465"/>
                </a:lnTo>
                <a:lnTo>
                  <a:pt x="752807" y="54606"/>
                </a:lnTo>
                <a:lnTo>
                  <a:pt x="752951" y="54740"/>
                </a:lnTo>
                <a:lnTo>
                  <a:pt x="753099" y="54869"/>
                </a:lnTo>
                <a:lnTo>
                  <a:pt x="753250" y="54991"/>
                </a:lnTo>
                <a:lnTo>
                  <a:pt x="753404" y="55107"/>
                </a:lnTo>
                <a:lnTo>
                  <a:pt x="753562" y="55216"/>
                </a:lnTo>
                <a:lnTo>
                  <a:pt x="753723" y="55320"/>
                </a:lnTo>
                <a:lnTo>
                  <a:pt x="753887" y="55417"/>
                </a:lnTo>
                <a:lnTo>
                  <a:pt x="754054" y="55508"/>
                </a:lnTo>
                <a:lnTo>
                  <a:pt x="754225" y="55592"/>
                </a:lnTo>
                <a:lnTo>
                  <a:pt x="754399" y="55670"/>
                </a:lnTo>
                <a:lnTo>
                  <a:pt x="754576" y="55742"/>
                </a:lnTo>
                <a:lnTo>
                  <a:pt x="754756" y="55808"/>
                </a:lnTo>
                <a:lnTo>
                  <a:pt x="754940" y="55868"/>
                </a:lnTo>
                <a:lnTo>
                  <a:pt x="755127" y="55921"/>
                </a:lnTo>
                <a:lnTo>
                  <a:pt x="755317" y="55968"/>
                </a:lnTo>
                <a:lnTo>
                  <a:pt x="755511" y="56009"/>
                </a:lnTo>
                <a:lnTo>
                  <a:pt x="755707" y="56043"/>
                </a:lnTo>
                <a:lnTo>
                  <a:pt x="755907" y="56071"/>
                </a:lnTo>
                <a:lnTo>
                  <a:pt x="756111" y="56093"/>
                </a:lnTo>
                <a:lnTo>
                  <a:pt x="756317" y="56109"/>
                </a:lnTo>
                <a:lnTo>
                  <a:pt x="756527" y="56118"/>
                </a:lnTo>
                <a:lnTo>
                  <a:pt x="756740" y="56121"/>
                </a:lnTo>
                <a:lnTo>
                  <a:pt x="756959" y="56118"/>
                </a:lnTo>
                <a:lnTo>
                  <a:pt x="757174" y="56109"/>
                </a:lnTo>
                <a:lnTo>
                  <a:pt x="757386" y="56094"/>
                </a:lnTo>
                <a:lnTo>
                  <a:pt x="757594" y="56073"/>
                </a:lnTo>
                <a:lnTo>
                  <a:pt x="757799" y="56046"/>
                </a:lnTo>
                <a:lnTo>
                  <a:pt x="758000" y="56013"/>
                </a:lnTo>
                <a:lnTo>
                  <a:pt x="758198" y="55974"/>
                </a:lnTo>
                <a:lnTo>
                  <a:pt x="758392" y="55929"/>
                </a:lnTo>
                <a:lnTo>
                  <a:pt x="758583" y="55878"/>
                </a:lnTo>
                <a:lnTo>
                  <a:pt x="758770" y="55820"/>
                </a:lnTo>
                <a:lnTo>
                  <a:pt x="758953" y="55757"/>
                </a:lnTo>
                <a:lnTo>
                  <a:pt x="759134" y="55688"/>
                </a:lnTo>
                <a:lnTo>
                  <a:pt x="759310" y="55613"/>
                </a:lnTo>
                <a:lnTo>
                  <a:pt x="759483" y="55531"/>
                </a:lnTo>
                <a:lnTo>
                  <a:pt x="759653" y="55444"/>
                </a:lnTo>
                <a:lnTo>
                  <a:pt x="759819" y="55351"/>
                </a:lnTo>
                <a:lnTo>
                  <a:pt x="759982" y="55251"/>
                </a:lnTo>
                <a:lnTo>
                  <a:pt x="760141" y="55146"/>
                </a:lnTo>
                <a:lnTo>
                  <a:pt x="760297" y="55035"/>
                </a:lnTo>
                <a:lnTo>
                  <a:pt x="760449" y="54917"/>
                </a:lnTo>
                <a:lnTo>
                  <a:pt x="760597" y="54794"/>
                </a:lnTo>
                <a:lnTo>
                  <a:pt x="760743" y="54664"/>
                </a:lnTo>
                <a:lnTo>
                  <a:pt x="760884" y="54529"/>
                </a:lnTo>
                <a:lnTo>
                  <a:pt x="761022" y="54387"/>
                </a:lnTo>
                <a:lnTo>
                  <a:pt x="761156" y="54240"/>
                </a:lnTo>
                <a:lnTo>
                  <a:pt x="761284" y="54088"/>
                </a:lnTo>
                <a:lnTo>
                  <a:pt x="761406" y="53931"/>
                </a:lnTo>
                <a:lnTo>
                  <a:pt x="761522" y="53769"/>
                </a:lnTo>
                <a:lnTo>
                  <a:pt x="761633" y="53601"/>
                </a:lnTo>
                <a:lnTo>
                  <a:pt x="761738" y="53429"/>
                </a:lnTo>
                <a:lnTo>
                  <a:pt x="761838" y="53252"/>
                </a:lnTo>
                <a:lnTo>
                  <a:pt x="761931" y="53069"/>
                </a:lnTo>
                <a:lnTo>
                  <a:pt x="762019" y="52882"/>
                </a:lnTo>
                <a:lnTo>
                  <a:pt x="762102" y="52689"/>
                </a:lnTo>
                <a:lnTo>
                  <a:pt x="762179" y="52492"/>
                </a:lnTo>
                <a:lnTo>
                  <a:pt x="762250" y="52289"/>
                </a:lnTo>
                <a:lnTo>
                  <a:pt x="762315" y="52081"/>
                </a:lnTo>
                <a:lnTo>
                  <a:pt x="762375" y="51869"/>
                </a:lnTo>
                <a:lnTo>
                  <a:pt x="762429" y="51651"/>
                </a:lnTo>
                <a:lnTo>
                  <a:pt x="762477" y="51428"/>
                </a:lnTo>
                <a:lnTo>
                  <a:pt x="762519" y="51200"/>
                </a:lnTo>
                <a:lnTo>
                  <a:pt x="762556" y="50967"/>
                </a:lnTo>
                <a:lnTo>
                  <a:pt x="762588" y="50729"/>
                </a:lnTo>
                <a:lnTo>
                  <a:pt x="762613" y="50486"/>
                </a:lnTo>
                <a:lnTo>
                  <a:pt x="762633" y="50238"/>
                </a:lnTo>
                <a:lnTo>
                  <a:pt x="762647" y="49985"/>
                </a:lnTo>
                <a:lnTo>
                  <a:pt x="762656" y="49726"/>
                </a:lnTo>
                <a:lnTo>
                  <a:pt x="762659" y="49463"/>
                </a:lnTo>
                <a:lnTo>
                  <a:pt x="762519" y="45440"/>
                </a:lnTo>
                <a:lnTo>
                  <a:pt x="762524" y="45187"/>
                </a:lnTo>
                <a:lnTo>
                  <a:pt x="762538" y="44936"/>
                </a:lnTo>
                <a:lnTo>
                  <a:pt x="762561" y="44687"/>
                </a:lnTo>
                <a:lnTo>
                  <a:pt x="762593" y="44441"/>
                </a:lnTo>
                <a:lnTo>
                  <a:pt x="762634" y="44198"/>
                </a:lnTo>
                <a:lnTo>
                  <a:pt x="762685" y="43957"/>
                </a:lnTo>
                <a:lnTo>
                  <a:pt x="762744" y="43718"/>
                </a:lnTo>
                <a:lnTo>
                  <a:pt x="762813" y="43482"/>
                </a:lnTo>
                <a:lnTo>
                  <a:pt x="762891" y="43248"/>
                </a:lnTo>
                <a:lnTo>
                  <a:pt x="762979" y="43016"/>
                </a:lnTo>
                <a:lnTo>
                  <a:pt x="763075" y="42787"/>
                </a:lnTo>
                <a:lnTo>
                  <a:pt x="763181" y="42561"/>
                </a:lnTo>
                <a:lnTo>
                  <a:pt x="763296" y="42336"/>
                </a:lnTo>
                <a:lnTo>
                  <a:pt x="763420" y="42114"/>
                </a:lnTo>
                <a:lnTo>
                  <a:pt x="763553" y="41895"/>
                </a:lnTo>
                <a:lnTo>
                  <a:pt x="763695" y="41678"/>
                </a:lnTo>
                <a:lnTo>
                  <a:pt x="763847" y="41463"/>
                </a:lnTo>
                <a:lnTo>
                  <a:pt x="764008" y="41251"/>
                </a:lnTo>
                <a:lnTo>
                  <a:pt x="764178" y="41041"/>
                </a:lnTo>
                <a:lnTo>
                  <a:pt x="764357" y="40834"/>
                </a:lnTo>
                <a:lnTo>
                  <a:pt x="764545" y="40629"/>
                </a:lnTo>
                <a:lnTo>
                  <a:pt x="764743" y="40426"/>
                </a:lnTo>
                <a:lnTo>
                  <a:pt x="764949" y="40226"/>
                </a:lnTo>
                <a:lnTo>
                  <a:pt x="765165" y="40028"/>
                </a:lnTo>
                <a:lnTo>
                  <a:pt x="765383" y="39836"/>
                </a:lnTo>
                <a:lnTo>
                  <a:pt x="765607" y="39652"/>
                </a:lnTo>
                <a:lnTo>
                  <a:pt x="765838" y="39475"/>
                </a:lnTo>
                <a:lnTo>
                  <a:pt x="766074" y="39308"/>
                </a:lnTo>
                <a:lnTo>
                  <a:pt x="766317" y="39148"/>
                </a:lnTo>
                <a:lnTo>
                  <a:pt x="766567" y="38996"/>
                </a:lnTo>
                <a:lnTo>
                  <a:pt x="766822" y="38853"/>
                </a:lnTo>
                <a:lnTo>
                  <a:pt x="767084" y="38718"/>
                </a:lnTo>
                <a:lnTo>
                  <a:pt x="767352" y="38591"/>
                </a:lnTo>
                <a:lnTo>
                  <a:pt x="767626" y="38472"/>
                </a:lnTo>
                <a:lnTo>
                  <a:pt x="767907" y="38362"/>
                </a:lnTo>
                <a:lnTo>
                  <a:pt x="768194" y="38259"/>
                </a:lnTo>
                <a:lnTo>
                  <a:pt x="768487" y="38165"/>
                </a:lnTo>
                <a:lnTo>
                  <a:pt x="768787" y="38079"/>
                </a:lnTo>
                <a:lnTo>
                  <a:pt x="769093" y="38001"/>
                </a:lnTo>
                <a:lnTo>
                  <a:pt x="769405" y="37932"/>
                </a:lnTo>
                <a:lnTo>
                  <a:pt x="769723" y="37870"/>
                </a:lnTo>
                <a:lnTo>
                  <a:pt x="770048" y="37817"/>
                </a:lnTo>
                <a:lnTo>
                  <a:pt x="770379" y="37772"/>
                </a:lnTo>
                <a:lnTo>
                  <a:pt x="770716" y="37735"/>
                </a:lnTo>
                <a:lnTo>
                  <a:pt x="771060" y="37706"/>
                </a:lnTo>
                <a:lnTo>
                  <a:pt x="771410" y="37686"/>
                </a:lnTo>
                <a:lnTo>
                  <a:pt x="771766" y="37674"/>
                </a:lnTo>
                <a:lnTo>
                  <a:pt x="772128" y="37670"/>
                </a:lnTo>
                <a:lnTo>
                  <a:pt x="772605" y="37676"/>
                </a:lnTo>
                <a:lnTo>
                  <a:pt x="773072" y="37694"/>
                </a:lnTo>
                <a:lnTo>
                  <a:pt x="773530" y="37725"/>
                </a:lnTo>
                <a:lnTo>
                  <a:pt x="773978" y="37768"/>
                </a:lnTo>
                <a:lnTo>
                  <a:pt x="774417" y="37824"/>
                </a:lnTo>
                <a:lnTo>
                  <a:pt x="774846" y="37892"/>
                </a:lnTo>
                <a:lnTo>
                  <a:pt x="775265" y="37972"/>
                </a:lnTo>
                <a:lnTo>
                  <a:pt x="775675" y="38064"/>
                </a:lnTo>
                <a:lnTo>
                  <a:pt x="776076" y="38169"/>
                </a:lnTo>
                <a:lnTo>
                  <a:pt x="776467" y="38286"/>
                </a:lnTo>
                <a:lnTo>
                  <a:pt x="776848" y="38416"/>
                </a:lnTo>
                <a:lnTo>
                  <a:pt x="777220" y="38557"/>
                </a:lnTo>
                <a:lnTo>
                  <a:pt x="777582" y="38711"/>
                </a:lnTo>
                <a:lnTo>
                  <a:pt x="777935" y="38878"/>
                </a:lnTo>
                <a:lnTo>
                  <a:pt x="778278" y="39057"/>
                </a:lnTo>
                <a:lnTo>
                  <a:pt x="778612" y="39248"/>
                </a:lnTo>
                <a:lnTo>
                  <a:pt x="778936" y="39451"/>
                </a:lnTo>
                <a:lnTo>
                  <a:pt x="779250" y="39667"/>
                </a:lnTo>
                <a:lnTo>
                  <a:pt x="779555" y="39895"/>
                </a:lnTo>
                <a:lnTo>
                  <a:pt x="779850" y="40136"/>
                </a:lnTo>
                <a:lnTo>
                  <a:pt x="780136" y="40388"/>
                </a:lnTo>
                <a:lnTo>
                  <a:pt x="780412" y="40653"/>
                </a:lnTo>
                <a:lnTo>
                  <a:pt x="780679" y="40931"/>
                </a:lnTo>
                <a:lnTo>
                  <a:pt x="780936" y="41221"/>
                </a:lnTo>
                <a:lnTo>
                  <a:pt x="781184" y="41527"/>
                </a:lnTo>
                <a:lnTo>
                  <a:pt x="781420" y="41854"/>
                </a:lnTo>
                <a:lnTo>
                  <a:pt x="781646" y="42202"/>
                </a:lnTo>
                <a:lnTo>
                  <a:pt x="781862" y="42571"/>
                </a:lnTo>
                <a:lnTo>
                  <a:pt x="782067" y="42960"/>
                </a:lnTo>
                <a:lnTo>
                  <a:pt x="782261" y="43370"/>
                </a:lnTo>
                <a:lnTo>
                  <a:pt x="782446" y="43802"/>
                </a:lnTo>
                <a:lnTo>
                  <a:pt x="782619" y="44253"/>
                </a:lnTo>
                <a:lnTo>
                  <a:pt x="782782" y="44726"/>
                </a:lnTo>
                <a:lnTo>
                  <a:pt x="782935" y="45220"/>
                </a:lnTo>
                <a:lnTo>
                  <a:pt x="783077" y="45734"/>
                </a:lnTo>
                <a:lnTo>
                  <a:pt x="783208" y="46269"/>
                </a:lnTo>
                <a:lnTo>
                  <a:pt x="783329" y="46825"/>
                </a:lnTo>
                <a:lnTo>
                  <a:pt x="783439" y="47401"/>
                </a:lnTo>
                <a:lnTo>
                  <a:pt x="783539" y="47999"/>
                </a:lnTo>
                <a:lnTo>
                  <a:pt x="783629" y="48617"/>
                </a:lnTo>
                <a:lnTo>
                  <a:pt x="783708" y="49256"/>
                </a:lnTo>
                <a:lnTo>
                  <a:pt x="783776" y="49916"/>
                </a:lnTo>
                <a:lnTo>
                  <a:pt x="783834" y="50596"/>
                </a:lnTo>
                <a:lnTo>
                  <a:pt x="783881" y="51298"/>
                </a:lnTo>
                <a:lnTo>
                  <a:pt x="783918" y="52020"/>
                </a:lnTo>
                <a:lnTo>
                  <a:pt x="783944" y="52763"/>
                </a:lnTo>
                <a:lnTo>
                  <a:pt x="783960" y="53526"/>
                </a:lnTo>
                <a:lnTo>
                  <a:pt x="783965" y="54311"/>
                </a:lnTo>
                <a:lnTo>
                  <a:pt x="783965" y="56818"/>
                </a:lnTo>
                <a:lnTo>
                  <a:pt x="782612" y="57314"/>
                </a:lnTo>
                <a:lnTo>
                  <a:pt x="781292" y="57803"/>
                </a:lnTo>
                <a:lnTo>
                  <a:pt x="780003" y="58286"/>
                </a:lnTo>
                <a:lnTo>
                  <a:pt x="778748" y="58763"/>
                </a:lnTo>
                <a:lnTo>
                  <a:pt x="777525" y="59234"/>
                </a:lnTo>
                <a:lnTo>
                  <a:pt x="776334" y="59699"/>
                </a:lnTo>
                <a:lnTo>
                  <a:pt x="775176" y="60157"/>
                </a:lnTo>
                <a:lnTo>
                  <a:pt x="774051" y="60609"/>
                </a:lnTo>
                <a:lnTo>
                  <a:pt x="772958" y="61054"/>
                </a:lnTo>
                <a:lnTo>
                  <a:pt x="771897" y="61494"/>
                </a:lnTo>
                <a:lnTo>
                  <a:pt x="770869" y="61927"/>
                </a:lnTo>
                <a:lnTo>
                  <a:pt x="769874" y="62353"/>
                </a:lnTo>
                <a:lnTo>
                  <a:pt x="768911" y="62774"/>
                </a:lnTo>
                <a:lnTo>
                  <a:pt x="767981" y="63188"/>
                </a:lnTo>
                <a:lnTo>
                  <a:pt x="767083" y="63596"/>
                </a:lnTo>
                <a:lnTo>
                  <a:pt x="766217" y="63997"/>
                </a:lnTo>
                <a:lnTo>
                  <a:pt x="765385" y="64393"/>
                </a:lnTo>
                <a:lnTo>
                  <a:pt x="764584" y="64782"/>
                </a:lnTo>
                <a:lnTo>
                  <a:pt x="763816" y="65164"/>
                </a:lnTo>
                <a:lnTo>
                  <a:pt x="763081" y="65541"/>
                </a:lnTo>
                <a:lnTo>
                  <a:pt x="762378" y="65911"/>
                </a:lnTo>
                <a:lnTo>
                  <a:pt x="761708" y="66275"/>
                </a:lnTo>
                <a:lnTo>
                  <a:pt x="761070" y="66632"/>
                </a:lnTo>
                <a:lnTo>
                  <a:pt x="760465" y="66984"/>
                </a:lnTo>
                <a:lnTo>
                  <a:pt x="759884" y="67333"/>
                </a:lnTo>
                <a:lnTo>
                  <a:pt x="759317" y="67684"/>
                </a:lnTo>
                <a:lnTo>
                  <a:pt x="758764" y="68037"/>
                </a:lnTo>
                <a:lnTo>
                  <a:pt x="758226" y="68392"/>
                </a:lnTo>
                <a:lnTo>
                  <a:pt x="757703" y="68749"/>
                </a:lnTo>
                <a:lnTo>
                  <a:pt x="757195" y="69107"/>
                </a:lnTo>
                <a:lnTo>
                  <a:pt x="756701" y="69468"/>
                </a:lnTo>
                <a:lnTo>
                  <a:pt x="756222" y="69831"/>
                </a:lnTo>
                <a:lnTo>
                  <a:pt x="755757" y="70195"/>
                </a:lnTo>
                <a:lnTo>
                  <a:pt x="755307" y="70562"/>
                </a:lnTo>
                <a:lnTo>
                  <a:pt x="754872" y="70930"/>
                </a:lnTo>
                <a:lnTo>
                  <a:pt x="754451" y="71301"/>
                </a:lnTo>
                <a:lnTo>
                  <a:pt x="754045" y="71673"/>
                </a:lnTo>
                <a:lnTo>
                  <a:pt x="753653" y="72047"/>
                </a:lnTo>
                <a:lnTo>
                  <a:pt x="753277" y="72423"/>
                </a:lnTo>
                <a:lnTo>
                  <a:pt x="752914" y="72802"/>
                </a:lnTo>
                <a:lnTo>
                  <a:pt x="752567" y="73182"/>
                </a:lnTo>
                <a:lnTo>
                  <a:pt x="752234" y="73564"/>
                </a:lnTo>
                <a:lnTo>
                  <a:pt x="751915" y="73948"/>
                </a:lnTo>
                <a:lnTo>
                  <a:pt x="751612" y="74333"/>
                </a:lnTo>
                <a:lnTo>
                  <a:pt x="751323" y="74721"/>
                </a:lnTo>
                <a:lnTo>
                  <a:pt x="751048" y="75111"/>
                </a:lnTo>
                <a:lnTo>
                  <a:pt x="750788" y="75503"/>
                </a:lnTo>
                <a:lnTo>
                  <a:pt x="750543" y="75896"/>
                </a:lnTo>
                <a:lnTo>
                  <a:pt x="750373" y="76183"/>
                </a:lnTo>
                <a:lnTo>
                  <a:pt x="750209" y="76474"/>
                </a:lnTo>
                <a:lnTo>
                  <a:pt x="750053" y="76769"/>
                </a:lnTo>
                <a:lnTo>
                  <a:pt x="749905" y="77068"/>
                </a:lnTo>
                <a:lnTo>
                  <a:pt x="749763" y="77372"/>
                </a:lnTo>
                <a:lnTo>
                  <a:pt x="749629" y="77680"/>
                </a:lnTo>
                <a:lnTo>
                  <a:pt x="749502" y="77993"/>
                </a:lnTo>
                <a:lnTo>
                  <a:pt x="749383" y="78310"/>
                </a:lnTo>
                <a:lnTo>
                  <a:pt x="749270" y="78631"/>
                </a:lnTo>
                <a:lnTo>
                  <a:pt x="749165" y="78957"/>
                </a:lnTo>
                <a:lnTo>
                  <a:pt x="749067" y="79287"/>
                </a:lnTo>
                <a:lnTo>
                  <a:pt x="748976" y="79621"/>
                </a:lnTo>
                <a:lnTo>
                  <a:pt x="748893" y="79960"/>
                </a:lnTo>
                <a:lnTo>
                  <a:pt x="748817" y="80303"/>
                </a:lnTo>
                <a:lnTo>
                  <a:pt x="748748" y="80651"/>
                </a:lnTo>
                <a:lnTo>
                  <a:pt x="748686" y="81002"/>
                </a:lnTo>
                <a:lnTo>
                  <a:pt x="748632" y="81358"/>
                </a:lnTo>
                <a:lnTo>
                  <a:pt x="748585" y="81719"/>
                </a:lnTo>
                <a:lnTo>
                  <a:pt x="748545" y="82084"/>
                </a:lnTo>
                <a:lnTo>
                  <a:pt x="748512" y="82453"/>
                </a:lnTo>
                <a:lnTo>
                  <a:pt x="748487" y="82827"/>
                </a:lnTo>
                <a:lnTo>
                  <a:pt x="748469" y="83204"/>
                </a:lnTo>
                <a:lnTo>
                  <a:pt x="748458" y="83587"/>
                </a:lnTo>
                <a:lnTo>
                  <a:pt x="748454" y="83973"/>
                </a:lnTo>
                <a:lnTo>
                  <a:pt x="748462" y="84583"/>
                </a:lnTo>
                <a:lnTo>
                  <a:pt x="748484" y="85184"/>
                </a:lnTo>
                <a:lnTo>
                  <a:pt x="748521" y="85774"/>
                </a:lnTo>
                <a:lnTo>
                  <a:pt x="748573" y="86354"/>
                </a:lnTo>
                <a:lnTo>
                  <a:pt x="748640" y="86925"/>
                </a:lnTo>
                <a:lnTo>
                  <a:pt x="748722" y="87485"/>
                </a:lnTo>
                <a:lnTo>
                  <a:pt x="748818" y="88036"/>
                </a:lnTo>
                <a:lnTo>
                  <a:pt x="748930" y="88577"/>
                </a:lnTo>
                <a:lnTo>
                  <a:pt x="749056" y="89107"/>
                </a:lnTo>
                <a:lnTo>
                  <a:pt x="749198" y="89628"/>
                </a:lnTo>
                <a:lnTo>
                  <a:pt x="749354" y="90139"/>
                </a:lnTo>
                <a:lnTo>
                  <a:pt x="749525" y="90640"/>
                </a:lnTo>
                <a:lnTo>
                  <a:pt x="749711" y="91131"/>
                </a:lnTo>
                <a:lnTo>
                  <a:pt x="749911" y="91613"/>
                </a:lnTo>
                <a:lnTo>
                  <a:pt x="750127" y="92084"/>
                </a:lnTo>
                <a:lnTo>
                  <a:pt x="750357" y="92545"/>
                </a:lnTo>
                <a:lnTo>
                  <a:pt x="750603" y="92997"/>
                </a:lnTo>
                <a:lnTo>
                  <a:pt x="750863" y="93438"/>
                </a:lnTo>
                <a:lnTo>
                  <a:pt x="751138" y="93870"/>
                </a:lnTo>
                <a:lnTo>
                  <a:pt x="751428" y="94292"/>
                </a:lnTo>
                <a:lnTo>
                  <a:pt x="751733" y="94704"/>
                </a:lnTo>
                <a:lnTo>
                  <a:pt x="752052" y="95106"/>
                </a:lnTo>
                <a:lnTo>
                  <a:pt x="752387" y="95498"/>
                </a:lnTo>
                <a:lnTo>
                  <a:pt x="752736" y="95880"/>
                </a:lnTo>
                <a:lnTo>
                  <a:pt x="753097" y="96249"/>
                </a:lnTo>
                <a:lnTo>
                  <a:pt x="753466" y="96603"/>
                </a:lnTo>
                <a:lnTo>
                  <a:pt x="753843" y="96941"/>
                </a:lnTo>
                <a:lnTo>
                  <a:pt x="754229" y="97263"/>
                </a:lnTo>
                <a:lnTo>
                  <a:pt x="754622" y="97569"/>
                </a:lnTo>
                <a:lnTo>
                  <a:pt x="755023" y="97860"/>
                </a:lnTo>
                <a:lnTo>
                  <a:pt x="755433" y="98135"/>
                </a:lnTo>
                <a:lnTo>
                  <a:pt x="755850" y="98394"/>
                </a:lnTo>
                <a:lnTo>
                  <a:pt x="756276" y="98638"/>
                </a:lnTo>
                <a:lnTo>
                  <a:pt x="756710" y="98866"/>
                </a:lnTo>
                <a:lnTo>
                  <a:pt x="757152" y="99078"/>
                </a:lnTo>
                <a:lnTo>
                  <a:pt x="757602" y="99274"/>
                </a:lnTo>
                <a:lnTo>
                  <a:pt x="758060" y="99455"/>
                </a:lnTo>
                <a:lnTo>
                  <a:pt x="758526" y="99620"/>
                </a:lnTo>
                <a:lnTo>
                  <a:pt x="759000" y="99769"/>
                </a:lnTo>
                <a:lnTo>
                  <a:pt x="759483" y="99903"/>
                </a:lnTo>
                <a:lnTo>
                  <a:pt x="759973" y="100021"/>
                </a:lnTo>
                <a:lnTo>
                  <a:pt x="760472" y="100123"/>
                </a:lnTo>
                <a:lnTo>
                  <a:pt x="760978" y="100209"/>
                </a:lnTo>
                <a:lnTo>
                  <a:pt x="761493" y="100280"/>
                </a:lnTo>
                <a:lnTo>
                  <a:pt x="762016" y="100335"/>
                </a:lnTo>
                <a:lnTo>
                  <a:pt x="762547" y="100374"/>
                </a:lnTo>
                <a:lnTo>
                  <a:pt x="763086" y="100398"/>
                </a:lnTo>
                <a:lnTo>
                  <a:pt x="763633" y="100406"/>
                </a:lnTo>
                <a:lnTo>
                  <a:pt x="763987" y="100403"/>
                </a:lnTo>
                <a:lnTo>
                  <a:pt x="764338" y="100393"/>
                </a:lnTo>
                <a:lnTo>
                  <a:pt x="764688" y="100378"/>
                </a:lnTo>
                <a:lnTo>
                  <a:pt x="765036" y="100355"/>
                </a:lnTo>
                <a:lnTo>
                  <a:pt x="765382" y="100327"/>
                </a:lnTo>
                <a:lnTo>
                  <a:pt x="765727" y="100293"/>
                </a:lnTo>
                <a:lnTo>
                  <a:pt x="766070" y="100252"/>
                </a:lnTo>
                <a:lnTo>
                  <a:pt x="766411" y="100205"/>
                </a:lnTo>
                <a:lnTo>
                  <a:pt x="766750" y="100151"/>
                </a:lnTo>
                <a:lnTo>
                  <a:pt x="767088" y="100091"/>
                </a:lnTo>
                <a:lnTo>
                  <a:pt x="767424" y="100025"/>
                </a:lnTo>
                <a:lnTo>
                  <a:pt x="767759" y="99953"/>
                </a:lnTo>
                <a:lnTo>
                  <a:pt x="768092" y="99875"/>
                </a:lnTo>
                <a:lnTo>
                  <a:pt x="768423" y="99790"/>
                </a:lnTo>
                <a:lnTo>
                  <a:pt x="768752" y="99699"/>
                </a:lnTo>
                <a:lnTo>
                  <a:pt x="769080" y="99601"/>
                </a:lnTo>
                <a:lnTo>
                  <a:pt x="769406" y="99497"/>
                </a:lnTo>
                <a:lnTo>
                  <a:pt x="769730" y="99387"/>
                </a:lnTo>
                <a:lnTo>
                  <a:pt x="770053" y="99271"/>
                </a:lnTo>
                <a:lnTo>
                  <a:pt x="770374" y="99149"/>
                </a:lnTo>
                <a:lnTo>
                  <a:pt x="770693" y="99020"/>
                </a:lnTo>
                <a:lnTo>
                  <a:pt x="771011" y="98885"/>
                </a:lnTo>
                <a:lnTo>
                  <a:pt x="771327" y="98743"/>
                </a:lnTo>
                <a:lnTo>
                  <a:pt x="771641" y="98595"/>
                </a:lnTo>
                <a:lnTo>
                  <a:pt x="771862" y="98486"/>
                </a:lnTo>
                <a:lnTo>
                  <a:pt x="772109" y="98354"/>
                </a:lnTo>
                <a:lnTo>
                  <a:pt x="772382" y="98199"/>
                </a:lnTo>
                <a:lnTo>
                  <a:pt x="772679" y="98023"/>
                </a:lnTo>
                <a:lnTo>
                  <a:pt x="773003" y="97824"/>
                </a:lnTo>
                <a:lnTo>
                  <a:pt x="773351" y="97603"/>
                </a:lnTo>
                <a:lnTo>
                  <a:pt x="773725" y="97360"/>
                </a:lnTo>
                <a:lnTo>
                  <a:pt x="774124" y="97095"/>
                </a:lnTo>
                <a:lnTo>
                  <a:pt x="774549" y="96807"/>
                </a:lnTo>
                <a:lnTo>
                  <a:pt x="774999" y="96497"/>
                </a:lnTo>
                <a:lnTo>
                  <a:pt x="775474" y="96165"/>
                </a:lnTo>
                <a:lnTo>
                  <a:pt x="775975" y="95810"/>
                </a:lnTo>
                <a:lnTo>
                  <a:pt x="776501" y="95434"/>
                </a:lnTo>
                <a:lnTo>
                  <a:pt x="777053" y="95035"/>
                </a:lnTo>
                <a:lnTo>
                  <a:pt x="777630" y="94613"/>
                </a:lnTo>
                <a:lnTo>
                  <a:pt x="778232" y="94170"/>
                </a:lnTo>
                <a:lnTo>
                  <a:pt x="778860" y="93704"/>
                </a:lnTo>
                <a:lnTo>
                  <a:pt x="779513" y="93217"/>
                </a:lnTo>
                <a:lnTo>
                  <a:pt x="780192" y="92706"/>
                </a:lnTo>
                <a:lnTo>
                  <a:pt x="780896" y="92174"/>
                </a:lnTo>
                <a:lnTo>
                  <a:pt x="781625" y="91619"/>
                </a:lnTo>
                <a:lnTo>
                  <a:pt x="782380" y="91043"/>
                </a:lnTo>
                <a:lnTo>
                  <a:pt x="783160" y="90443"/>
                </a:lnTo>
                <a:lnTo>
                  <a:pt x="783965" y="89822"/>
                </a:lnTo>
                <a:lnTo>
                  <a:pt x="783974" y="90292"/>
                </a:lnTo>
                <a:lnTo>
                  <a:pt x="783990" y="90750"/>
                </a:lnTo>
                <a:lnTo>
                  <a:pt x="784013" y="91197"/>
                </a:lnTo>
                <a:lnTo>
                  <a:pt x="784043" y="91632"/>
                </a:lnTo>
                <a:close/>
                <a:moveTo>
                  <a:pt x="781180" y="87375"/>
                </a:moveTo>
                <a:lnTo>
                  <a:pt x="780513" y="87845"/>
                </a:lnTo>
                <a:lnTo>
                  <a:pt x="779857" y="88290"/>
                </a:lnTo>
                <a:lnTo>
                  <a:pt x="779213" y="88711"/>
                </a:lnTo>
                <a:lnTo>
                  <a:pt x="778581" y="89108"/>
                </a:lnTo>
                <a:lnTo>
                  <a:pt x="777960" y="89481"/>
                </a:lnTo>
                <a:lnTo>
                  <a:pt x="777350" y="89831"/>
                </a:lnTo>
                <a:lnTo>
                  <a:pt x="776753" y="90155"/>
                </a:lnTo>
                <a:lnTo>
                  <a:pt x="776167" y="90456"/>
                </a:lnTo>
                <a:lnTo>
                  <a:pt x="775592" y="90733"/>
                </a:lnTo>
                <a:lnTo>
                  <a:pt x="775029" y="90986"/>
                </a:lnTo>
                <a:lnTo>
                  <a:pt x="774478" y="91215"/>
                </a:lnTo>
                <a:lnTo>
                  <a:pt x="773939" y="91419"/>
                </a:lnTo>
                <a:lnTo>
                  <a:pt x="773411" y="91600"/>
                </a:lnTo>
                <a:lnTo>
                  <a:pt x="772894" y="91756"/>
                </a:lnTo>
                <a:lnTo>
                  <a:pt x="772389" y="91889"/>
                </a:lnTo>
                <a:lnTo>
                  <a:pt x="771896" y="91997"/>
                </a:lnTo>
                <a:lnTo>
                  <a:pt x="771415" y="92081"/>
                </a:lnTo>
                <a:lnTo>
                  <a:pt x="770945" y="92141"/>
                </a:lnTo>
                <a:lnTo>
                  <a:pt x="770486" y="92177"/>
                </a:lnTo>
                <a:lnTo>
                  <a:pt x="770039" y="92190"/>
                </a:lnTo>
                <a:lnTo>
                  <a:pt x="769716" y="92184"/>
                </a:lnTo>
                <a:lnTo>
                  <a:pt x="769396" y="92167"/>
                </a:lnTo>
                <a:lnTo>
                  <a:pt x="769079" y="92138"/>
                </a:lnTo>
                <a:lnTo>
                  <a:pt x="768765" y="92098"/>
                </a:lnTo>
                <a:lnTo>
                  <a:pt x="768454" y="92047"/>
                </a:lnTo>
                <a:lnTo>
                  <a:pt x="768146" y="91984"/>
                </a:lnTo>
                <a:lnTo>
                  <a:pt x="767842" y="91909"/>
                </a:lnTo>
                <a:lnTo>
                  <a:pt x="767540" y="91824"/>
                </a:lnTo>
                <a:lnTo>
                  <a:pt x="767242" y="91727"/>
                </a:lnTo>
                <a:lnTo>
                  <a:pt x="766947" y="91618"/>
                </a:lnTo>
                <a:lnTo>
                  <a:pt x="766655" y="91498"/>
                </a:lnTo>
                <a:lnTo>
                  <a:pt x="766366" y="91366"/>
                </a:lnTo>
                <a:lnTo>
                  <a:pt x="766081" y="91224"/>
                </a:lnTo>
                <a:lnTo>
                  <a:pt x="765798" y="91069"/>
                </a:lnTo>
                <a:lnTo>
                  <a:pt x="765519" y="90903"/>
                </a:lnTo>
                <a:lnTo>
                  <a:pt x="765243" y="90726"/>
                </a:lnTo>
                <a:lnTo>
                  <a:pt x="764970" y="90538"/>
                </a:lnTo>
                <a:lnTo>
                  <a:pt x="764700" y="90338"/>
                </a:lnTo>
                <a:lnTo>
                  <a:pt x="764433" y="90126"/>
                </a:lnTo>
                <a:lnTo>
                  <a:pt x="764169" y="89903"/>
                </a:lnTo>
                <a:lnTo>
                  <a:pt x="763909" y="89669"/>
                </a:lnTo>
                <a:lnTo>
                  <a:pt x="763651" y="89423"/>
                </a:lnTo>
                <a:lnTo>
                  <a:pt x="763397" y="89166"/>
                </a:lnTo>
                <a:lnTo>
                  <a:pt x="763146" y="88897"/>
                </a:lnTo>
                <a:lnTo>
                  <a:pt x="762902" y="88620"/>
                </a:lnTo>
                <a:lnTo>
                  <a:pt x="762668" y="88337"/>
                </a:lnTo>
                <a:lnTo>
                  <a:pt x="762444" y="88048"/>
                </a:lnTo>
                <a:lnTo>
                  <a:pt x="762231" y="87753"/>
                </a:lnTo>
                <a:lnTo>
                  <a:pt x="762028" y="87452"/>
                </a:lnTo>
                <a:lnTo>
                  <a:pt x="761836" y="87145"/>
                </a:lnTo>
                <a:lnTo>
                  <a:pt x="761654" y="86832"/>
                </a:lnTo>
                <a:lnTo>
                  <a:pt x="761483" y="86514"/>
                </a:lnTo>
                <a:lnTo>
                  <a:pt x="761322" y="86189"/>
                </a:lnTo>
                <a:lnTo>
                  <a:pt x="761171" y="85859"/>
                </a:lnTo>
                <a:lnTo>
                  <a:pt x="761030" y="85523"/>
                </a:lnTo>
                <a:lnTo>
                  <a:pt x="760900" y="85180"/>
                </a:lnTo>
                <a:lnTo>
                  <a:pt x="760781" y="84832"/>
                </a:lnTo>
                <a:lnTo>
                  <a:pt x="760672" y="84478"/>
                </a:lnTo>
                <a:lnTo>
                  <a:pt x="760573" y="84118"/>
                </a:lnTo>
                <a:lnTo>
                  <a:pt x="760485" y="83752"/>
                </a:lnTo>
                <a:lnTo>
                  <a:pt x="760407" y="83381"/>
                </a:lnTo>
                <a:lnTo>
                  <a:pt x="760339" y="83003"/>
                </a:lnTo>
                <a:lnTo>
                  <a:pt x="760282" y="82620"/>
                </a:lnTo>
                <a:lnTo>
                  <a:pt x="760235" y="82230"/>
                </a:lnTo>
                <a:lnTo>
                  <a:pt x="760199" y="81835"/>
                </a:lnTo>
                <a:lnTo>
                  <a:pt x="760173" y="81434"/>
                </a:lnTo>
                <a:lnTo>
                  <a:pt x="760157" y="81027"/>
                </a:lnTo>
                <a:lnTo>
                  <a:pt x="760152" y="80614"/>
                </a:lnTo>
                <a:lnTo>
                  <a:pt x="760156" y="80285"/>
                </a:lnTo>
                <a:lnTo>
                  <a:pt x="760168" y="79959"/>
                </a:lnTo>
                <a:lnTo>
                  <a:pt x="760189" y="79635"/>
                </a:lnTo>
                <a:lnTo>
                  <a:pt x="760218" y="79314"/>
                </a:lnTo>
                <a:lnTo>
                  <a:pt x="760255" y="78994"/>
                </a:lnTo>
                <a:lnTo>
                  <a:pt x="760300" y="78677"/>
                </a:lnTo>
                <a:lnTo>
                  <a:pt x="760353" y="78362"/>
                </a:lnTo>
                <a:lnTo>
                  <a:pt x="760415" y="78049"/>
                </a:lnTo>
                <a:lnTo>
                  <a:pt x="760485" y="77738"/>
                </a:lnTo>
                <a:lnTo>
                  <a:pt x="760563" y="77429"/>
                </a:lnTo>
                <a:lnTo>
                  <a:pt x="760649" y="77123"/>
                </a:lnTo>
                <a:lnTo>
                  <a:pt x="760744" y="76818"/>
                </a:lnTo>
                <a:lnTo>
                  <a:pt x="760847" y="76516"/>
                </a:lnTo>
                <a:lnTo>
                  <a:pt x="760958" y="76216"/>
                </a:lnTo>
                <a:lnTo>
                  <a:pt x="761077" y="75918"/>
                </a:lnTo>
                <a:lnTo>
                  <a:pt x="761204" y="75623"/>
                </a:lnTo>
                <a:lnTo>
                  <a:pt x="761340" y="75329"/>
                </a:lnTo>
                <a:lnTo>
                  <a:pt x="761484" y="75038"/>
                </a:lnTo>
                <a:lnTo>
                  <a:pt x="761636" y="74748"/>
                </a:lnTo>
                <a:lnTo>
                  <a:pt x="761796" y="74461"/>
                </a:lnTo>
                <a:lnTo>
                  <a:pt x="761964" y="74177"/>
                </a:lnTo>
                <a:lnTo>
                  <a:pt x="762141" y="73894"/>
                </a:lnTo>
                <a:lnTo>
                  <a:pt x="762326" y="73613"/>
                </a:lnTo>
                <a:lnTo>
                  <a:pt x="762519" y="73335"/>
                </a:lnTo>
                <a:lnTo>
                  <a:pt x="762722" y="73058"/>
                </a:lnTo>
                <a:lnTo>
                  <a:pt x="762936" y="72783"/>
                </a:lnTo>
                <a:lnTo>
                  <a:pt x="763160" y="72508"/>
                </a:lnTo>
                <a:lnTo>
                  <a:pt x="763396" y="72234"/>
                </a:lnTo>
                <a:lnTo>
                  <a:pt x="763642" y="71961"/>
                </a:lnTo>
                <a:lnTo>
                  <a:pt x="763899" y="71689"/>
                </a:lnTo>
                <a:lnTo>
                  <a:pt x="764167" y="71418"/>
                </a:lnTo>
                <a:lnTo>
                  <a:pt x="764446" y="71148"/>
                </a:lnTo>
                <a:lnTo>
                  <a:pt x="764736" y="70879"/>
                </a:lnTo>
                <a:lnTo>
                  <a:pt x="765036" y="70611"/>
                </a:lnTo>
                <a:lnTo>
                  <a:pt x="765348" y="70343"/>
                </a:lnTo>
                <a:lnTo>
                  <a:pt x="765670" y="70077"/>
                </a:lnTo>
                <a:lnTo>
                  <a:pt x="766003" y="69812"/>
                </a:lnTo>
                <a:lnTo>
                  <a:pt x="766348" y="69548"/>
                </a:lnTo>
                <a:lnTo>
                  <a:pt x="766703" y="69284"/>
                </a:lnTo>
                <a:lnTo>
                  <a:pt x="767068" y="69022"/>
                </a:lnTo>
                <a:lnTo>
                  <a:pt x="767445" y="68761"/>
                </a:lnTo>
                <a:lnTo>
                  <a:pt x="767833" y="68500"/>
                </a:lnTo>
                <a:lnTo>
                  <a:pt x="768232" y="68241"/>
                </a:lnTo>
                <a:lnTo>
                  <a:pt x="768641" y="67982"/>
                </a:lnTo>
                <a:lnTo>
                  <a:pt x="769061" y="67724"/>
                </a:lnTo>
                <a:lnTo>
                  <a:pt x="769492" y="67468"/>
                </a:lnTo>
                <a:lnTo>
                  <a:pt x="769935" y="67212"/>
                </a:lnTo>
                <a:lnTo>
                  <a:pt x="770387" y="66958"/>
                </a:lnTo>
                <a:lnTo>
                  <a:pt x="770656" y="66809"/>
                </a:lnTo>
                <a:lnTo>
                  <a:pt x="770950" y="66652"/>
                </a:lnTo>
                <a:lnTo>
                  <a:pt x="771270" y="66486"/>
                </a:lnTo>
                <a:lnTo>
                  <a:pt x="771616" y="66312"/>
                </a:lnTo>
                <a:lnTo>
                  <a:pt x="771987" y="66130"/>
                </a:lnTo>
                <a:lnTo>
                  <a:pt x="772385" y="65939"/>
                </a:lnTo>
                <a:lnTo>
                  <a:pt x="772808" y="65740"/>
                </a:lnTo>
                <a:lnTo>
                  <a:pt x="773258" y="65532"/>
                </a:lnTo>
                <a:lnTo>
                  <a:pt x="773733" y="65316"/>
                </a:lnTo>
                <a:lnTo>
                  <a:pt x="774234" y="65091"/>
                </a:lnTo>
                <a:lnTo>
                  <a:pt x="774761" y="64859"/>
                </a:lnTo>
                <a:lnTo>
                  <a:pt x="775314" y="64617"/>
                </a:lnTo>
                <a:lnTo>
                  <a:pt x="775892" y="64368"/>
                </a:lnTo>
                <a:lnTo>
                  <a:pt x="776497" y="64109"/>
                </a:lnTo>
                <a:lnTo>
                  <a:pt x="777127" y="63843"/>
                </a:lnTo>
                <a:lnTo>
                  <a:pt x="777784" y="63568"/>
                </a:lnTo>
                <a:lnTo>
                  <a:pt x="778466" y="63285"/>
                </a:lnTo>
                <a:lnTo>
                  <a:pt x="779174" y="62993"/>
                </a:lnTo>
                <a:lnTo>
                  <a:pt x="779908" y="62692"/>
                </a:lnTo>
                <a:lnTo>
                  <a:pt x="780668" y="62384"/>
                </a:lnTo>
                <a:lnTo>
                  <a:pt x="781453" y="62067"/>
                </a:lnTo>
                <a:lnTo>
                  <a:pt x="782265" y="61741"/>
                </a:lnTo>
                <a:lnTo>
                  <a:pt x="783102" y="61407"/>
                </a:lnTo>
                <a:lnTo>
                  <a:pt x="783965" y="61065"/>
                </a:lnTo>
                <a:lnTo>
                  <a:pt x="783965" y="85257"/>
                </a:lnTo>
                <a:lnTo>
                  <a:pt x="783252" y="85823"/>
                </a:lnTo>
                <a:lnTo>
                  <a:pt x="782549" y="86364"/>
                </a:lnTo>
                <a:lnTo>
                  <a:pt x="781859" y="86882"/>
                </a:lnTo>
                <a:lnTo>
                  <a:pt x="781180" y="87375"/>
                </a:lnTo>
                <a:close/>
                <a:moveTo>
                  <a:pt x="862386" y="75832"/>
                </a:moveTo>
                <a:lnTo>
                  <a:pt x="862082" y="76471"/>
                </a:lnTo>
                <a:lnTo>
                  <a:pt x="861777" y="77091"/>
                </a:lnTo>
                <a:lnTo>
                  <a:pt x="861471" y="77694"/>
                </a:lnTo>
                <a:lnTo>
                  <a:pt x="861165" y="78278"/>
                </a:lnTo>
                <a:lnTo>
                  <a:pt x="860858" y="78844"/>
                </a:lnTo>
                <a:lnTo>
                  <a:pt x="860550" y="79392"/>
                </a:lnTo>
                <a:lnTo>
                  <a:pt x="860241" y="79922"/>
                </a:lnTo>
                <a:lnTo>
                  <a:pt x="859932" y="80433"/>
                </a:lnTo>
                <a:lnTo>
                  <a:pt x="859622" y="80927"/>
                </a:lnTo>
                <a:lnTo>
                  <a:pt x="859311" y="81402"/>
                </a:lnTo>
                <a:lnTo>
                  <a:pt x="859000" y="81860"/>
                </a:lnTo>
                <a:lnTo>
                  <a:pt x="858687" y="82299"/>
                </a:lnTo>
                <a:lnTo>
                  <a:pt x="858374" y="82720"/>
                </a:lnTo>
                <a:lnTo>
                  <a:pt x="858061" y="83123"/>
                </a:lnTo>
                <a:lnTo>
                  <a:pt x="857746" y="83508"/>
                </a:lnTo>
                <a:lnTo>
                  <a:pt x="857431" y="83874"/>
                </a:lnTo>
                <a:lnTo>
                  <a:pt x="857115" y="84223"/>
                </a:lnTo>
                <a:lnTo>
                  <a:pt x="856799" y="84553"/>
                </a:lnTo>
                <a:lnTo>
                  <a:pt x="856481" y="84865"/>
                </a:lnTo>
                <a:lnTo>
                  <a:pt x="856163" y="85159"/>
                </a:lnTo>
                <a:lnTo>
                  <a:pt x="855844" y="85435"/>
                </a:lnTo>
                <a:lnTo>
                  <a:pt x="855389" y="85816"/>
                </a:lnTo>
                <a:lnTo>
                  <a:pt x="854930" y="86181"/>
                </a:lnTo>
                <a:lnTo>
                  <a:pt x="854465" y="86529"/>
                </a:lnTo>
                <a:lnTo>
                  <a:pt x="853995" y="86861"/>
                </a:lnTo>
                <a:lnTo>
                  <a:pt x="853521" y="87177"/>
                </a:lnTo>
                <a:lnTo>
                  <a:pt x="853042" y="87476"/>
                </a:lnTo>
                <a:lnTo>
                  <a:pt x="852558" y="87760"/>
                </a:lnTo>
                <a:lnTo>
                  <a:pt x="852069" y="88027"/>
                </a:lnTo>
                <a:lnTo>
                  <a:pt x="851575" y="88278"/>
                </a:lnTo>
                <a:lnTo>
                  <a:pt x="851077" y="88513"/>
                </a:lnTo>
                <a:lnTo>
                  <a:pt x="850573" y="88732"/>
                </a:lnTo>
                <a:lnTo>
                  <a:pt x="850065" y="88934"/>
                </a:lnTo>
                <a:lnTo>
                  <a:pt x="849552" y="89121"/>
                </a:lnTo>
                <a:lnTo>
                  <a:pt x="849034" y="89291"/>
                </a:lnTo>
                <a:lnTo>
                  <a:pt x="848512" y="89445"/>
                </a:lnTo>
                <a:lnTo>
                  <a:pt x="847984" y="89582"/>
                </a:lnTo>
                <a:lnTo>
                  <a:pt x="847452" y="89704"/>
                </a:lnTo>
                <a:lnTo>
                  <a:pt x="846914" y="89809"/>
                </a:lnTo>
                <a:lnTo>
                  <a:pt x="846372" y="89898"/>
                </a:lnTo>
                <a:lnTo>
                  <a:pt x="845826" y="89971"/>
                </a:lnTo>
                <a:lnTo>
                  <a:pt x="845274" y="90028"/>
                </a:lnTo>
                <a:lnTo>
                  <a:pt x="844717" y="90068"/>
                </a:lnTo>
                <a:lnTo>
                  <a:pt x="844156" y="90093"/>
                </a:lnTo>
                <a:lnTo>
                  <a:pt x="843590" y="90101"/>
                </a:lnTo>
                <a:lnTo>
                  <a:pt x="842802" y="90085"/>
                </a:lnTo>
                <a:lnTo>
                  <a:pt x="842027" y="90040"/>
                </a:lnTo>
                <a:lnTo>
                  <a:pt x="841266" y="89964"/>
                </a:lnTo>
                <a:lnTo>
                  <a:pt x="840519" y="89858"/>
                </a:lnTo>
                <a:lnTo>
                  <a:pt x="839786" y="89721"/>
                </a:lnTo>
                <a:lnTo>
                  <a:pt x="839066" y="89554"/>
                </a:lnTo>
                <a:lnTo>
                  <a:pt x="838360" y="89357"/>
                </a:lnTo>
                <a:lnTo>
                  <a:pt x="837667" y="89130"/>
                </a:lnTo>
                <a:lnTo>
                  <a:pt x="836988" y="88872"/>
                </a:lnTo>
                <a:lnTo>
                  <a:pt x="836323" y="88584"/>
                </a:lnTo>
                <a:lnTo>
                  <a:pt x="835672" y="88265"/>
                </a:lnTo>
                <a:lnTo>
                  <a:pt x="835034" y="87916"/>
                </a:lnTo>
                <a:lnTo>
                  <a:pt x="834410" y="87537"/>
                </a:lnTo>
                <a:lnTo>
                  <a:pt x="833799" y="87127"/>
                </a:lnTo>
                <a:lnTo>
                  <a:pt x="833202" y="86687"/>
                </a:lnTo>
                <a:lnTo>
                  <a:pt x="832619" y="86217"/>
                </a:lnTo>
                <a:lnTo>
                  <a:pt x="832050" y="85716"/>
                </a:lnTo>
                <a:lnTo>
                  <a:pt x="831494" y="85185"/>
                </a:lnTo>
                <a:lnTo>
                  <a:pt x="830951" y="84624"/>
                </a:lnTo>
                <a:lnTo>
                  <a:pt x="830423" y="84032"/>
                </a:lnTo>
                <a:lnTo>
                  <a:pt x="829908" y="83410"/>
                </a:lnTo>
                <a:lnTo>
                  <a:pt x="829407" y="82758"/>
                </a:lnTo>
                <a:lnTo>
                  <a:pt x="828919" y="82075"/>
                </a:lnTo>
                <a:lnTo>
                  <a:pt x="828445" y="81362"/>
                </a:lnTo>
                <a:lnTo>
                  <a:pt x="827988" y="80629"/>
                </a:lnTo>
                <a:lnTo>
                  <a:pt x="827550" y="79887"/>
                </a:lnTo>
                <a:lnTo>
                  <a:pt x="827132" y="79136"/>
                </a:lnTo>
                <a:lnTo>
                  <a:pt x="826733" y="78375"/>
                </a:lnTo>
                <a:lnTo>
                  <a:pt x="826353" y="77605"/>
                </a:lnTo>
                <a:lnTo>
                  <a:pt x="825993" y="76825"/>
                </a:lnTo>
                <a:lnTo>
                  <a:pt x="825652" y="76037"/>
                </a:lnTo>
                <a:lnTo>
                  <a:pt x="825331" y="75239"/>
                </a:lnTo>
                <a:lnTo>
                  <a:pt x="825030" y="74431"/>
                </a:lnTo>
                <a:lnTo>
                  <a:pt x="824747" y="73615"/>
                </a:lnTo>
                <a:lnTo>
                  <a:pt x="824485" y="72789"/>
                </a:lnTo>
                <a:lnTo>
                  <a:pt x="824241" y="71953"/>
                </a:lnTo>
                <a:lnTo>
                  <a:pt x="824018" y="71109"/>
                </a:lnTo>
                <a:lnTo>
                  <a:pt x="823813" y="70255"/>
                </a:lnTo>
                <a:lnTo>
                  <a:pt x="823628" y="69392"/>
                </a:lnTo>
                <a:lnTo>
                  <a:pt x="823463" y="68519"/>
                </a:lnTo>
                <a:lnTo>
                  <a:pt x="823317" y="67638"/>
                </a:lnTo>
                <a:lnTo>
                  <a:pt x="823190" y="66746"/>
                </a:lnTo>
                <a:lnTo>
                  <a:pt x="823083" y="65846"/>
                </a:lnTo>
                <a:lnTo>
                  <a:pt x="822996" y="64936"/>
                </a:lnTo>
                <a:lnTo>
                  <a:pt x="822928" y="64017"/>
                </a:lnTo>
                <a:lnTo>
                  <a:pt x="822879" y="63089"/>
                </a:lnTo>
                <a:lnTo>
                  <a:pt x="822850" y="62151"/>
                </a:lnTo>
                <a:lnTo>
                  <a:pt x="822840" y="61204"/>
                </a:lnTo>
                <a:lnTo>
                  <a:pt x="822850" y="60278"/>
                </a:lnTo>
                <a:lnTo>
                  <a:pt x="822879" y="59366"/>
                </a:lnTo>
                <a:lnTo>
                  <a:pt x="822928" y="58470"/>
                </a:lnTo>
                <a:lnTo>
                  <a:pt x="822997" y="57589"/>
                </a:lnTo>
                <a:lnTo>
                  <a:pt x="823085" y="56724"/>
                </a:lnTo>
                <a:lnTo>
                  <a:pt x="823193" y="55873"/>
                </a:lnTo>
                <a:lnTo>
                  <a:pt x="823320" y="55038"/>
                </a:lnTo>
                <a:lnTo>
                  <a:pt x="823467" y="54218"/>
                </a:lnTo>
                <a:lnTo>
                  <a:pt x="823633" y="53413"/>
                </a:lnTo>
                <a:lnTo>
                  <a:pt x="823819" y="52624"/>
                </a:lnTo>
                <a:lnTo>
                  <a:pt x="824025" y="51850"/>
                </a:lnTo>
                <a:lnTo>
                  <a:pt x="824250" y="51091"/>
                </a:lnTo>
                <a:lnTo>
                  <a:pt x="824495" y="50347"/>
                </a:lnTo>
                <a:lnTo>
                  <a:pt x="824759" y="49618"/>
                </a:lnTo>
                <a:lnTo>
                  <a:pt x="825043" y="48905"/>
                </a:lnTo>
                <a:lnTo>
                  <a:pt x="825347" y="48207"/>
                </a:lnTo>
                <a:lnTo>
                  <a:pt x="825670" y="47524"/>
                </a:lnTo>
                <a:lnTo>
                  <a:pt x="826013" y="46856"/>
                </a:lnTo>
                <a:lnTo>
                  <a:pt x="826375" y="46204"/>
                </a:lnTo>
                <a:lnTo>
                  <a:pt x="826757" y="45567"/>
                </a:lnTo>
                <a:lnTo>
                  <a:pt x="827158" y="44945"/>
                </a:lnTo>
                <a:lnTo>
                  <a:pt x="827579" y="44338"/>
                </a:lnTo>
                <a:lnTo>
                  <a:pt x="828020" y="43747"/>
                </a:lnTo>
                <a:lnTo>
                  <a:pt x="828480" y="43170"/>
                </a:lnTo>
                <a:lnTo>
                  <a:pt x="828839" y="42750"/>
                </a:lnTo>
                <a:lnTo>
                  <a:pt x="829207" y="42347"/>
                </a:lnTo>
                <a:lnTo>
                  <a:pt x="829584" y="41963"/>
                </a:lnTo>
                <a:lnTo>
                  <a:pt x="829971" y="41596"/>
                </a:lnTo>
                <a:lnTo>
                  <a:pt x="830368" y="41247"/>
                </a:lnTo>
                <a:lnTo>
                  <a:pt x="830773" y="40916"/>
                </a:lnTo>
                <a:lnTo>
                  <a:pt x="831189" y="40603"/>
                </a:lnTo>
                <a:lnTo>
                  <a:pt x="831613" y="40308"/>
                </a:lnTo>
                <a:lnTo>
                  <a:pt x="832047" y="40030"/>
                </a:lnTo>
                <a:lnTo>
                  <a:pt x="832491" y="39771"/>
                </a:lnTo>
                <a:lnTo>
                  <a:pt x="832944" y="39530"/>
                </a:lnTo>
                <a:lnTo>
                  <a:pt x="833406" y="39306"/>
                </a:lnTo>
                <a:lnTo>
                  <a:pt x="833878" y="39100"/>
                </a:lnTo>
                <a:lnTo>
                  <a:pt x="834359" y="38912"/>
                </a:lnTo>
                <a:lnTo>
                  <a:pt x="834850" y="38742"/>
                </a:lnTo>
                <a:lnTo>
                  <a:pt x="835350" y="38590"/>
                </a:lnTo>
                <a:lnTo>
                  <a:pt x="835860" y="38456"/>
                </a:lnTo>
                <a:lnTo>
                  <a:pt x="836379" y="38340"/>
                </a:lnTo>
                <a:lnTo>
                  <a:pt x="836907" y="38241"/>
                </a:lnTo>
                <a:lnTo>
                  <a:pt x="837445" y="38161"/>
                </a:lnTo>
                <a:lnTo>
                  <a:pt x="837992" y="38098"/>
                </a:lnTo>
                <a:lnTo>
                  <a:pt x="838549" y="38054"/>
                </a:lnTo>
                <a:lnTo>
                  <a:pt x="839115" y="38027"/>
                </a:lnTo>
                <a:lnTo>
                  <a:pt x="839690" y="38018"/>
                </a:lnTo>
                <a:lnTo>
                  <a:pt x="840047" y="38021"/>
                </a:lnTo>
                <a:lnTo>
                  <a:pt x="840397" y="38032"/>
                </a:lnTo>
                <a:lnTo>
                  <a:pt x="840740" y="38050"/>
                </a:lnTo>
                <a:lnTo>
                  <a:pt x="841077" y="38076"/>
                </a:lnTo>
                <a:lnTo>
                  <a:pt x="841408" y="38108"/>
                </a:lnTo>
                <a:lnTo>
                  <a:pt x="841731" y="38148"/>
                </a:lnTo>
                <a:lnTo>
                  <a:pt x="842049" y="38195"/>
                </a:lnTo>
                <a:lnTo>
                  <a:pt x="842360" y="38250"/>
                </a:lnTo>
                <a:lnTo>
                  <a:pt x="842664" y="38311"/>
                </a:lnTo>
                <a:lnTo>
                  <a:pt x="842962" y="38380"/>
                </a:lnTo>
                <a:lnTo>
                  <a:pt x="843253" y="38457"/>
                </a:lnTo>
                <a:lnTo>
                  <a:pt x="843537" y="38540"/>
                </a:lnTo>
                <a:lnTo>
                  <a:pt x="843816" y="38631"/>
                </a:lnTo>
                <a:lnTo>
                  <a:pt x="844087" y="38729"/>
                </a:lnTo>
                <a:lnTo>
                  <a:pt x="844352" y="38834"/>
                </a:lnTo>
                <a:lnTo>
                  <a:pt x="844611" y="38946"/>
                </a:lnTo>
                <a:lnTo>
                  <a:pt x="844863" y="39066"/>
                </a:lnTo>
                <a:lnTo>
                  <a:pt x="845108" y="39193"/>
                </a:lnTo>
                <a:lnTo>
                  <a:pt x="845347" y="39327"/>
                </a:lnTo>
                <a:lnTo>
                  <a:pt x="845580" y="39468"/>
                </a:lnTo>
                <a:lnTo>
                  <a:pt x="845806" y="39617"/>
                </a:lnTo>
                <a:lnTo>
                  <a:pt x="846025" y="39773"/>
                </a:lnTo>
                <a:lnTo>
                  <a:pt x="846238" y="39936"/>
                </a:lnTo>
                <a:lnTo>
                  <a:pt x="846444" y="40107"/>
                </a:lnTo>
                <a:lnTo>
                  <a:pt x="846644" y="40290"/>
                </a:lnTo>
                <a:lnTo>
                  <a:pt x="846836" y="40480"/>
                </a:lnTo>
                <a:lnTo>
                  <a:pt x="847022" y="40677"/>
                </a:lnTo>
                <a:lnTo>
                  <a:pt x="847200" y="40880"/>
                </a:lnTo>
                <a:lnTo>
                  <a:pt x="847371" y="41091"/>
                </a:lnTo>
                <a:lnTo>
                  <a:pt x="847535" y="41308"/>
                </a:lnTo>
                <a:lnTo>
                  <a:pt x="847691" y="41532"/>
                </a:lnTo>
                <a:lnTo>
                  <a:pt x="847841" y="41762"/>
                </a:lnTo>
                <a:lnTo>
                  <a:pt x="847983" y="42000"/>
                </a:lnTo>
                <a:lnTo>
                  <a:pt x="848119" y="42244"/>
                </a:lnTo>
                <a:lnTo>
                  <a:pt x="848247" y="42495"/>
                </a:lnTo>
                <a:lnTo>
                  <a:pt x="848368" y="42753"/>
                </a:lnTo>
                <a:lnTo>
                  <a:pt x="848482" y="43017"/>
                </a:lnTo>
                <a:lnTo>
                  <a:pt x="848589" y="43288"/>
                </a:lnTo>
                <a:lnTo>
                  <a:pt x="848688" y="43566"/>
                </a:lnTo>
                <a:lnTo>
                  <a:pt x="848781" y="43851"/>
                </a:lnTo>
                <a:lnTo>
                  <a:pt x="848866" y="44143"/>
                </a:lnTo>
                <a:lnTo>
                  <a:pt x="848945" y="44441"/>
                </a:lnTo>
                <a:lnTo>
                  <a:pt x="849016" y="44746"/>
                </a:lnTo>
                <a:lnTo>
                  <a:pt x="849080" y="45058"/>
                </a:lnTo>
                <a:lnTo>
                  <a:pt x="849137" y="45377"/>
                </a:lnTo>
                <a:lnTo>
                  <a:pt x="849186" y="45702"/>
                </a:lnTo>
                <a:lnTo>
                  <a:pt x="849229" y="46034"/>
                </a:lnTo>
                <a:lnTo>
                  <a:pt x="849264" y="46373"/>
                </a:lnTo>
                <a:lnTo>
                  <a:pt x="849298" y="46711"/>
                </a:lnTo>
                <a:lnTo>
                  <a:pt x="849334" y="47040"/>
                </a:lnTo>
                <a:lnTo>
                  <a:pt x="849373" y="47359"/>
                </a:lnTo>
                <a:lnTo>
                  <a:pt x="849414" y="47669"/>
                </a:lnTo>
                <a:lnTo>
                  <a:pt x="849459" y="47970"/>
                </a:lnTo>
                <a:lnTo>
                  <a:pt x="849506" y="48262"/>
                </a:lnTo>
                <a:lnTo>
                  <a:pt x="849556" y="48545"/>
                </a:lnTo>
                <a:lnTo>
                  <a:pt x="849609" y="48818"/>
                </a:lnTo>
                <a:lnTo>
                  <a:pt x="849664" y="49082"/>
                </a:lnTo>
                <a:lnTo>
                  <a:pt x="849723" y="49337"/>
                </a:lnTo>
                <a:lnTo>
                  <a:pt x="849784" y="49583"/>
                </a:lnTo>
                <a:lnTo>
                  <a:pt x="849848" y="49820"/>
                </a:lnTo>
                <a:lnTo>
                  <a:pt x="849914" y="50047"/>
                </a:lnTo>
                <a:lnTo>
                  <a:pt x="849984" y="50266"/>
                </a:lnTo>
                <a:lnTo>
                  <a:pt x="850056" y="50475"/>
                </a:lnTo>
                <a:lnTo>
                  <a:pt x="850131" y="50675"/>
                </a:lnTo>
                <a:lnTo>
                  <a:pt x="850209" y="50866"/>
                </a:lnTo>
                <a:lnTo>
                  <a:pt x="850289" y="51047"/>
                </a:lnTo>
                <a:lnTo>
                  <a:pt x="850373" y="51220"/>
                </a:lnTo>
                <a:lnTo>
                  <a:pt x="850459" y="51383"/>
                </a:lnTo>
                <a:lnTo>
                  <a:pt x="850548" y="51537"/>
                </a:lnTo>
                <a:lnTo>
                  <a:pt x="850639" y="51682"/>
                </a:lnTo>
                <a:lnTo>
                  <a:pt x="850734" y="51817"/>
                </a:lnTo>
                <a:lnTo>
                  <a:pt x="850831" y="51944"/>
                </a:lnTo>
                <a:lnTo>
                  <a:pt x="851009" y="52160"/>
                </a:lnTo>
                <a:lnTo>
                  <a:pt x="851193" y="52366"/>
                </a:lnTo>
                <a:lnTo>
                  <a:pt x="851385" y="52564"/>
                </a:lnTo>
                <a:lnTo>
                  <a:pt x="851584" y="52752"/>
                </a:lnTo>
                <a:lnTo>
                  <a:pt x="851789" y="52931"/>
                </a:lnTo>
                <a:lnTo>
                  <a:pt x="852002" y="53101"/>
                </a:lnTo>
                <a:lnTo>
                  <a:pt x="852221" y="53262"/>
                </a:lnTo>
                <a:lnTo>
                  <a:pt x="852448" y="53414"/>
                </a:lnTo>
                <a:lnTo>
                  <a:pt x="852682" y="53556"/>
                </a:lnTo>
                <a:lnTo>
                  <a:pt x="852922" y="53689"/>
                </a:lnTo>
                <a:lnTo>
                  <a:pt x="853170" y="53813"/>
                </a:lnTo>
                <a:lnTo>
                  <a:pt x="853425" y="53928"/>
                </a:lnTo>
                <a:lnTo>
                  <a:pt x="853687" y="54034"/>
                </a:lnTo>
                <a:lnTo>
                  <a:pt x="853955" y="54130"/>
                </a:lnTo>
                <a:lnTo>
                  <a:pt x="854231" y="54217"/>
                </a:lnTo>
                <a:lnTo>
                  <a:pt x="854514" y="54296"/>
                </a:lnTo>
                <a:lnTo>
                  <a:pt x="854804" y="54364"/>
                </a:lnTo>
                <a:lnTo>
                  <a:pt x="855100" y="54424"/>
                </a:lnTo>
                <a:lnTo>
                  <a:pt x="855404" y="54475"/>
                </a:lnTo>
                <a:lnTo>
                  <a:pt x="855715" y="54516"/>
                </a:lnTo>
                <a:lnTo>
                  <a:pt x="856033" y="54548"/>
                </a:lnTo>
                <a:lnTo>
                  <a:pt x="856357" y="54571"/>
                </a:lnTo>
                <a:lnTo>
                  <a:pt x="856689" y="54585"/>
                </a:lnTo>
                <a:lnTo>
                  <a:pt x="857028" y="54590"/>
                </a:lnTo>
                <a:lnTo>
                  <a:pt x="857281" y="54587"/>
                </a:lnTo>
                <a:lnTo>
                  <a:pt x="857529" y="54578"/>
                </a:lnTo>
                <a:lnTo>
                  <a:pt x="857773" y="54564"/>
                </a:lnTo>
                <a:lnTo>
                  <a:pt x="858012" y="54544"/>
                </a:lnTo>
                <a:lnTo>
                  <a:pt x="858246" y="54519"/>
                </a:lnTo>
                <a:lnTo>
                  <a:pt x="858475" y="54488"/>
                </a:lnTo>
                <a:lnTo>
                  <a:pt x="858700" y="54451"/>
                </a:lnTo>
                <a:lnTo>
                  <a:pt x="858920" y="54408"/>
                </a:lnTo>
                <a:lnTo>
                  <a:pt x="859135" y="54360"/>
                </a:lnTo>
                <a:lnTo>
                  <a:pt x="859346" y="54307"/>
                </a:lnTo>
                <a:lnTo>
                  <a:pt x="859551" y="54247"/>
                </a:lnTo>
                <a:lnTo>
                  <a:pt x="859752" y="54182"/>
                </a:lnTo>
                <a:lnTo>
                  <a:pt x="859949" y="54111"/>
                </a:lnTo>
                <a:lnTo>
                  <a:pt x="860140" y="54035"/>
                </a:lnTo>
                <a:lnTo>
                  <a:pt x="860327" y="53953"/>
                </a:lnTo>
                <a:lnTo>
                  <a:pt x="860510" y="53865"/>
                </a:lnTo>
                <a:lnTo>
                  <a:pt x="860687" y="53772"/>
                </a:lnTo>
                <a:lnTo>
                  <a:pt x="860860" y="53673"/>
                </a:lnTo>
                <a:lnTo>
                  <a:pt x="861028" y="53568"/>
                </a:lnTo>
                <a:lnTo>
                  <a:pt x="861191" y="53458"/>
                </a:lnTo>
                <a:lnTo>
                  <a:pt x="861350" y="53342"/>
                </a:lnTo>
                <a:lnTo>
                  <a:pt x="861504" y="53220"/>
                </a:lnTo>
                <a:lnTo>
                  <a:pt x="861653" y="53093"/>
                </a:lnTo>
                <a:lnTo>
                  <a:pt x="861798" y="52960"/>
                </a:lnTo>
                <a:lnTo>
                  <a:pt x="861937" y="52822"/>
                </a:lnTo>
                <a:lnTo>
                  <a:pt x="862070" y="52681"/>
                </a:lnTo>
                <a:lnTo>
                  <a:pt x="862198" y="52536"/>
                </a:lnTo>
                <a:lnTo>
                  <a:pt x="862319" y="52388"/>
                </a:lnTo>
                <a:lnTo>
                  <a:pt x="862435" y="52236"/>
                </a:lnTo>
                <a:lnTo>
                  <a:pt x="862544" y="52081"/>
                </a:lnTo>
                <a:lnTo>
                  <a:pt x="862648" y="51922"/>
                </a:lnTo>
                <a:lnTo>
                  <a:pt x="862746" y="51760"/>
                </a:lnTo>
                <a:lnTo>
                  <a:pt x="862837" y="51594"/>
                </a:lnTo>
                <a:lnTo>
                  <a:pt x="862923" y="51425"/>
                </a:lnTo>
                <a:lnTo>
                  <a:pt x="863003" y="51253"/>
                </a:lnTo>
                <a:lnTo>
                  <a:pt x="863077" y="51077"/>
                </a:lnTo>
                <a:lnTo>
                  <a:pt x="863145" y="50897"/>
                </a:lnTo>
                <a:lnTo>
                  <a:pt x="863208" y="50714"/>
                </a:lnTo>
                <a:lnTo>
                  <a:pt x="863264" y="50527"/>
                </a:lnTo>
                <a:lnTo>
                  <a:pt x="863314" y="50337"/>
                </a:lnTo>
                <a:lnTo>
                  <a:pt x="863359" y="50143"/>
                </a:lnTo>
                <a:lnTo>
                  <a:pt x="863397" y="49946"/>
                </a:lnTo>
                <a:lnTo>
                  <a:pt x="863430" y="49746"/>
                </a:lnTo>
                <a:lnTo>
                  <a:pt x="863456" y="49542"/>
                </a:lnTo>
                <a:lnTo>
                  <a:pt x="863477" y="49334"/>
                </a:lnTo>
                <a:lnTo>
                  <a:pt x="863492" y="49123"/>
                </a:lnTo>
                <a:lnTo>
                  <a:pt x="863501" y="48909"/>
                </a:lnTo>
                <a:lnTo>
                  <a:pt x="863504" y="48691"/>
                </a:lnTo>
                <a:lnTo>
                  <a:pt x="863493" y="48246"/>
                </a:lnTo>
                <a:lnTo>
                  <a:pt x="863462" y="47803"/>
                </a:lnTo>
                <a:lnTo>
                  <a:pt x="863409" y="47361"/>
                </a:lnTo>
                <a:lnTo>
                  <a:pt x="863335" y="46920"/>
                </a:lnTo>
                <a:lnTo>
                  <a:pt x="863241" y="46481"/>
                </a:lnTo>
                <a:lnTo>
                  <a:pt x="863125" y="46043"/>
                </a:lnTo>
                <a:lnTo>
                  <a:pt x="862988" y="45606"/>
                </a:lnTo>
                <a:lnTo>
                  <a:pt x="862831" y="45170"/>
                </a:lnTo>
                <a:lnTo>
                  <a:pt x="862652" y="44736"/>
                </a:lnTo>
                <a:lnTo>
                  <a:pt x="862452" y="44304"/>
                </a:lnTo>
                <a:lnTo>
                  <a:pt x="862231" y="43872"/>
                </a:lnTo>
                <a:lnTo>
                  <a:pt x="861989" y="43442"/>
                </a:lnTo>
                <a:lnTo>
                  <a:pt x="861726" y="43014"/>
                </a:lnTo>
                <a:lnTo>
                  <a:pt x="861442" y="42586"/>
                </a:lnTo>
                <a:lnTo>
                  <a:pt x="861137" y="42160"/>
                </a:lnTo>
                <a:lnTo>
                  <a:pt x="860811" y="41735"/>
                </a:lnTo>
                <a:lnTo>
                  <a:pt x="860464" y="41312"/>
                </a:lnTo>
                <a:lnTo>
                  <a:pt x="860096" y="40890"/>
                </a:lnTo>
                <a:lnTo>
                  <a:pt x="859707" y="40469"/>
                </a:lnTo>
                <a:lnTo>
                  <a:pt x="859297" y="40050"/>
                </a:lnTo>
                <a:lnTo>
                  <a:pt x="858866" y="39632"/>
                </a:lnTo>
                <a:lnTo>
                  <a:pt x="858413" y="39215"/>
                </a:lnTo>
                <a:lnTo>
                  <a:pt x="857940" y="38800"/>
                </a:lnTo>
                <a:lnTo>
                  <a:pt x="857446" y="38385"/>
                </a:lnTo>
                <a:lnTo>
                  <a:pt x="856935" y="37980"/>
                </a:lnTo>
                <a:lnTo>
                  <a:pt x="856413" y="37593"/>
                </a:lnTo>
                <a:lnTo>
                  <a:pt x="855879" y="37222"/>
                </a:lnTo>
                <a:lnTo>
                  <a:pt x="855334" y="36869"/>
                </a:lnTo>
                <a:lnTo>
                  <a:pt x="854777" y="36533"/>
                </a:lnTo>
                <a:lnTo>
                  <a:pt x="854208" y="36214"/>
                </a:lnTo>
                <a:lnTo>
                  <a:pt x="853628" y="35912"/>
                </a:lnTo>
                <a:lnTo>
                  <a:pt x="853036" y="35628"/>
                </a:lnTo>
                <a:lnTo>
                  <a:pt x="852433" y="35361"/>
                </a:lnTo>
                <a:lnTo>
                  <a:pt x="851818" y="35111"/>
                </a:lnTo>
                <a:lnTo>
                  <a:pt x="851191" y="34878"/>
                </a:lnTo>
                <a:lnTo>
                  <a:pt x="850553" y="34663"/>
                </a:lnTo>
                <a:lnTo>
                  <a:pt x="849903" y="34465"/>
                </a:lnTo>
                <a:lnTo>
                  <a:pt x="849241" y="34284"/>
                </a:lnTo>
                <a:lnTo>
                  <a:pt x="848568" y="34120"/>
                </a:lnTo>
                <a:lnTo>
                  <a:pt x="847883" y="33974"/>
                </a:lnTo>
                <a:lnTo>
                  <a:pt x="847187" y="33844"/>
                </a:lnTo>
                <a:lnTo>
                  <a:pt x="846479" y="33732"/>
                </a:lnTo>
                <a:lnTo>
                  <a:pt x="845760" y="33638"/>
                </a:lnTo>
                <a:lnTo>
                  <a:pt x="845029" y="33560"/>
                </a:lnTo>
                <a:lnTo>
                  <a:pt x="844286" y="33500"/>
                </a:lnTo>
                <a:lnTo>
                  <a:pt x="843532" y="33457"/>
                </a:lnTo>
                <a:lnTo>
                  <a:pt x="842766" y="33431"/>
                </a:lnTo>
                <a:lnTo>
                  <a:pt x="841988" y="33422"/>
                </a:lnTo>
                <a:lnTo>
                  <a:pt x="840950" y="33438"/>
                </a:lnTo>
                <a:lnTo>
                  <a:pt x="839924" y="33487"/>
                </a:lnTo>
                <a:lnTo>
                  <a:pt x="838911" y="33569"/>
                </a:lnTo>
                <a:lnTo>
                  <a:pt x="837910" y="33683"/>
                </a:lnTo>
                <a:lnTo>
                  <a:pt x="836922" y="33830"/>
                </a:lnTo>
                <a:lnTo>
                  <a:pt x="835946" y="34009"/>
                </a:lnTo>
                <a:lnTo>
                  <a:pt x="834982" y="34221"/>
                </a:lnTo>
                <a:lnTo>
                  <a:pt x="834031" y="34466"/>
                </a:lnTo>
                <a:lnTo>
                  <a:pt x="833092" y="34743"/>
                </a:lnTo>
                <a:lnTo>
                  <a:pt x="832166" y="35053"/>
                </a:lnTo>
                <a:lnTo>
                  <a:pt x="831253" y="35395"/>
                </a:lnTo>
                <a:lnTo>
                  <a:pt x="830351" y="35770"/>
                </a:lnTo>
                <a:lnTo>
                  <a:pt x="829463" y="36178"/>
                </a:lnTo>
                <a:lnTo>
                  <a:pt x="828586" y="36618"/>
                </a:lnTo>
                <a:lnTo>
                  <a:pt x="827722" y="37091"/>
                </a:lnTo>
                <a:lnTo>
                  <a:pt x="826871" y="37596"/>
                </a:lnTo>
                <a:lnTo>
                  <a:pt x="826032" y="38134"/>
                </a:lnTo>
                <a:lnTo>
                  <a:pt x="825205" y="38705"/>
                </a:lnTo>
                <a:lnTo>
                  <a:pt x="824391" y="39308"/>
                </a:lnTo>
                <a:lnTo>
                  <a:pt x="823590" y="39944"/>
                </a:lnTo>
                <a:lnTo>
                  <a:pt x="822800" y="40612"/>
                </a:lnTo>
                <a:lnTo>
                  <a:pt x="822024" y="41313"/>
                </a:lnTo>
                <a:lnTo>
                  <a:pt x="821259" y="42047"/>
                </a:lnTo>
                <a:lnTo>
                  <a:pt x="820507" y="42813"/>
                </a:lnTo>
                <a:lnTo>
                  <a:pt x="819777" y="43606"/>
                </a:lnTo>
                <a:lnTo>
                  <a:pt x="819078" y="44417"/>
                </a:lnTo>
                <a:lnTo>
                  <a:pt x="818410" y="45249"/>
                </a:lnTo>
                <a:lnTo>
                  <a:pt x="817774" y="46100"/>
                </a:lnTo>
                <a:lnTo>
                  <a:pt x="817168" y="46970"/>
                </a:lnTo>
                <a:lnTo>
                  <a:pt x="816593" y="47860"/>
                </a:lnTo>
                <a:lnTo>
                  <a:pt x="816049" y="48770"/>
                </a:lnTo>
                <a:lnTo>
                  <a:pt x="815537" y="49699"/>
                </a:lnTo>
                <a:lnTo>
                  <a:pt x="815055" y="50648"/>
                </a:lnTo>
                <a:lnTo>
                  <a:pt x="814605" y="51616"/>
                </a:lnTo>
                <a:lnTo>
                  <a:pt x="814185" y="52604"/>
                </a:lnTo>
                <a:lnTo>
                  <a:pt x="813797" y="53611"/>
                </a:lnTo>
                <a:lnTo>
                  <a:pt x="813440" y="54639"/>
                </a:lnTo>
                <a:lnTo>
                  <a:pt x="813113" y="55685"/>
                </a:lnTo>
                <a:lnTo>
                  <a:pt x="812818" y="56751"/>
                </a:lnTo>
                <a:lnTo>
                  <a:pt x="812554" y="57837"/>
                </a:lnTo>
                <a:lnTo>
                  <a:pt x="812321" y="58942"/>
                </a:lnTo>
                <a:lnTo>
                  <a:pt x="812119" y="60067"/>
                </a:lnTo>
                <a:lnTo>
                  <a:pt x="811948" y="61212"/>
                </a:lnTo>
                <a:lnTo>
                  <a:pt x="811809" y="62376"/>
                </a:lnTo>
                <a:lnTo>
                  <a:pt x="811700" y="63559"/>
                </a:lnTo>
                <a:lnTo>
                  <a:pt x="811622" y="64762"/>
                </a:lnTo>
                <a:lnTo>
                  <a:pt x="811576" y="65985"/>
                </a:lnTo>
                <a:lnTo>
                  <a:pt x="811560" y="67227"/>
                </a:lnTo>
                <a:lnTo>
                  <a:pt x="811574" y="68509"/>
                </a:lnTo>
                <a:lnTo>
                  <a:pt x="811616" y="69768"/>
                </a:lnTo>
                <a:lnTo>
                  <a:pt x="811686" y="71005"/>
                </a:lnTo>
                <a:lnTo>
                  <a:pt x="811784" y="72220"/>
                </a:lnTo>
                <a:lnTo>
                  <a:pt x="811911" y="73413"/>
                </a:lnTo>
                <a:lnTo>
                  <a:pt x="812065" y="74583"/>
                </a:lnTo>
                <a:lnTo>
                  <a:pt x="812247" y="75732"/>
                </a:lnTo>
                <a:lnTo>
                  <a:pt x="812458" y="76858"/>
                </a:lnTo>
                <a:lnTo>
                  <a:pt x="812696" y="77962"/>
                </a:lnTo>
                <a:lnTo>
                  <a:pt x="812962" y="79043"/>
                </a:lnTo>
                <a:lnTo>
                  <a:pt x="813257" y="80102"/>
                </a:lnTo>
                <a:lnTo>
                  <a:pt x="813579" y="81140"/>
                </a:lnTo>
                <a:lnTo>
                  <a:pt x="813930" y="82155"/>
                </a:lnTo>
                <a:lnTo>
                  <a:pt x="814308" y="83147"/>
                </a:lnTo>
                <a:lnTo>
                  <a:pt x="814715" y="84118"/>
                </a:lnTo>
                <a:lnTo>
                  <a:pt x="815150" y="85066"/>
                </a:lnTo>
                <a:lnTo>
                  <a:pt x="815613" y="85992"/>
                </a:lnTo>
                <a:lnTo>
                  <a:pt x="816103" y="86896"/>
                </a:lnTo>
                <a:lnTo>
                  <a:pt x="816622" y="87777"/>
                </a:lnTo>
                <a:lnTo>
                  <a:pt x="817169" y="88637"/>
                </a:lnTo>
                <a:lnTo>
                  <a:pt x="817744" y="89474"/>
                </a:lnTo>
                <a:lnTo>
                  <a:pt x="818347" y="90289"/>
                </a:lnTo>
                <a:lnTo>
                  <a:pt x="818978" y="91082"/>
                </a:lnTo>
                <a:lnTo>
                  <a:pt x="819637" y="91852"/>
                </a:lnTo>
                <a:lnTo>
                  <a:pt x="820315" y="92596"/>
                </a:lnTo>
                <a:lnTo>
                  <a:pt x="821003" y="93307"/>
                </a:lnTo>
                <a:lnTo>
                  <a:pt x="821700" y="93988"/>
                </a:lnTo>
                <a:lnTo>
                  <a:pt x="822407" y="94636"/>
                </a:lnTo>
                <a:lnTo>
                  <a:pt x="823123" y="95253"/>
                </a:lnTo>
                <a:lnTo>
                  <a:pt x="823850" y="95838"/>
                </a:lnTo>
                <a:lnTo>
                  <a:pt x="824586" y="96392"/>
                </a:lnTo>
                <a:lnTo>
                  <a:pt x="825331" y="96914"/>
                </a:lnTo>
                <a:lnTo>
                  <a:pt x="826087" y="97404"/>
                </a:lnTo>
                <a:lnTo>
                  <a:pt x="826851" y="97863"/>
                </a:lnTo>
                <a:lnTo>
                  <a:pt x="827626" y="98290"/>
                </a:lnTo>
                <a:lnTo>
                  <a:pt x="828410" y="98685"/>
                </a:lnTo>
                <a:lnTo>
                  <a:pt x="829204" y="99049"/>
                </a:lnTo>
                <a:lnTo>
                  <a:pt x="830008" y="99381"/>
                </a:lnTo>
                <a:lnTo>
                  <a:pt x="830821" y="99682"/>
                </a:lnTo>
                <a:lnTo>
                  <a:pt x="831644" y="99951"/>
                </a:lnTo>
                <a:lnTo>
                  <a:pt x="832477" y="100188"/>
                </a:lnTo>
                <a:lnTo>
                  <a:pt x="833319" y="100393"/>
                </a:lnTo>
                <a:lnTo>
                  <a:pt x="834171" y="100567"/>
                </a:lnTo>
                <a:lnTo>
                  <a:pt x="835033" y="100710"/>
                </a:lnTo>
                <a:lnTo>
                  <a:pt x="835904" y="100820"/>
                </a:lnTo>
                <a:lnTo>
                  <a:pt x="836785" y="100900"/>
                </a:lnTo>
                <a:lnTo>
                  <a:pt x="837676" y="100947"/>
                </a:lnTo>
                <a:lnTo>
                  <a:pt x="838576" y="100963"/>
                </a:lnTo>
                <a:lnTo>
                  <a:pt x="839334" y="100951"/>
                </a:lnTo>
                <a:lnTo>
                  <a:pt x="840085" y="100916"/>
                </a:lnTo>
                <a:lnTo>
                  <a:pt x="840832" y="100857"/>
                </a:lnTo>
                <a:lnTo>
                  <a:pt x="841572" y="100774"/>
                </a:lnTo>
                <a:lnTo>
                  <a:pt x="842307" y="100668"/>
                </a:lnTo>
                <a:lnTo>
                  <a:pt x="843037" y="100539"/>
                </a:lnTo>
                <a:lnTo>
                  <a:pt x="843761" y="100385"/>
                </a:lnTo>
                <a:lnTo>
                  <a:pt x="844479" y="100209"/>
                </a:lnTo>
                <a:lnTo>
                  <a:pt x="845192" y="100008"/>
                </a:lnTo>
                <a:lnTo>
                  <a:pt x="845900" y="99784"/>
                </a:lnTo>
                <a:lnTo>
                  <a:pt x="846601" y="99537"/>
                </a:lnTo>
                <a:lnTo>
                  <a:pt x="847297" y="99266"/>
                </a:lnTo>
                <a:lnTo>
                  <a:pt x="847988" y="98971"/>
                </a:lnTo>
                <a:lnTo>
                  <a:pt x="848673" y="98653"/>
                </a:lnTo>
                <a:lnTo>
                  <a:pt x="849353" y="98311"/>
                </a:lnTo>
                <a:lnTo>
                  <a:pt x="850027" y="97946"/>
                </a:lnTo>
                <a:lnTo>
                  <a:pt x="850695" y="97557"/>
                </a:lnTo>
                <a:lnTo>
                  <a:pt x="851358" y="97144"/>
                </a:lnTo>
                <a:lnTo>
                  <a:pt x="852015" y="96708"/>
                </a:lnTo>
                <a:lnTo>
                  <a:pt x="852667" y="96248"/>
                </a:lnTo>
                <a:lnTo>
                  <a:pt x="853313" y="95765"/>
                </a:lnTo>
                <a:lnTo>
                  <a:pt x="853953" y="95258"/>
                </a:lnTo>
                <a:lnTo>
                  <a:pt x="854588" y="94728"/>
                </a:lnTo>
                <a:lnTo>
                  <a:pt x="855218" y="94174"/>
                </a:lnTo>
                <a:lnTo>
                  <a:pt x="855836" y="93598"/>
                </a:lnTo>
                <a:lnTo>
                  <a:pt x="856437" y="93002"/>
                </a:lnTo>
                <a:lnTo>
                  <a:pt x="857021" y="92386"/>
                </a:lnTo>
                <a:lnTo>
                  <a:pt x="857587" y="91749"/>
                </a:lnTo>
                <a:lnTo>
                  <a:pt x="858137" y="91093"/>
                </a:lnTo>
                <a:lnTo>
                  <a:pt x="858669" y="90416"/>
                </a:lnTo>
                <a:lnTo>
                  <a:pt x="859184" y="89719"/>
                </a:lnTo>
                <a:lnTo>
                  <a:pt x="859682" y="89002"/>
                </a:lnTo>
                <a:lnTo>
                  <a:pt x="860163" y="88265"/>
                </a:lnTo>
                <a:lnTo>
                  <a:pt x="860626" y="87507"/>
                </a:lnTo>
                <a:lnTo>
                  <a:pt x="861073" y="86729"/>
                </a:lnTo>
                <a:lnTo>
                  <a:pt x="861502" y="85932"/>
                </a:lnTo>
                <a:lnTo>
                  <a:pt x="861914" y="85113"/>
                </a:lnTo>
                <a:lnTo>
                  <a:pt x="862309" y="84275"/>
                </a:lnTo>
                <a:lnTo>
                  <a:pt x="862687" y="83417"/>
                </a:lnTo>
                <a:lnTo>
                  <a:pt x="863047" y="82538"/>
                </a:lnTo>
                <a:lnTo>
                  <a:pt x="863391" y="81639"/>
                </a:lnTo>
                <a:lnTo>
                  <a:pt x="863717" y="80720"/>
                </a:lnTo>
                <a:lnTo>
                  <a:pt x="864026" y="79781"/>
                </a:lnTo>
                <a:lnTo>
                  <a:pt x="864318" y="78822"/>
                </a:lnTo>
                <a:lnTo>
                  <a:pt x="864593" y="77842"/>
                </a:lnTo>
                <a:lnTo>
                  <a:pt x="864850" y="76842"/>
                </a:lnTo>
                <a:lnTo>
                  <a:pt x="865091" y="75822"/>
                </a:lnTo>
                <a:lnTo>
                  <a:pt x="865314" y="74782"/>
                </a:lnTo>
                <a:lnTo>
                  <a:pt x="863295" y="73807"/>
                </a:lnTo>
                <a:lnTo>
                  <a:pt x="862993" y="74500"/>
                </a:lnTo>
                <a:lnTo>
                  <a:pt x="862690" y="75175"/>
                </a:lnTo>
                <a:lnTo>
                  <a:pt x="862386" y="75832"/>
                </a:lnTo>
                <a:close/>
                <a:moveTo>
                  <a:pt x="1068303" y="75832"/>
                </a:moveTo>
                <a:lnTo>
                  <a:pt x="1067999" y="76471"/>
                </a:lnTo>
                <a:lnTo>
                  <a:pt x="1067694" y="77091"/>
                </a:lnTo>
                <a:lnTo>
                  <a:pt x="1067388" y="77694"/>
                </a:lnTo>
                <a:lnTo>
                  <a:pt x="1067082" y="78278"/>
                </a:lnTo>
                <a:lnTo>
                  <a:pt x="1066774" y="78844"/>
                </a:lnTo>
                <a:lnTo>
                  <a:pt x="1066466" y="79392"/>
                </a:lnTo>
                <a:lnTo>
                  <a:pt x="1066158" y="79922"/>
                </a:lnTo>
                <a:lnTo>
                  <a:pt x="1065849" y="80433"/>
                </a:lnTo>
                <a:lnTo>
                  <a:pt x="1065538" y="80927"/>
                </a:lnTo>
                <a:lnTo>
                  <a:pt x="1065228" y="81402"/>
                </a:lnTo>
                <a:lnTo>
                  <a:pt x="1064916" y="81860"/>
                </a:lnTo>
                <a:lnTo>
                  <a:pt x="1064604" y="82299"/>
                </a:lnTo>
                <a:lnTo>
                  <a:pt x="1064291" y="82720"/>
                </a:lnTo>
                <a:lnTo>
                  <a:pt x="1063977" y="83123"/>
                </a:lnTo>
                <a:lnTo>
                  <a:pt x="1063663" y="83508"/>
                </a:lnTo>
                <a:lnTo>
                  <a:pt x="1063348" y="83874"/>
                </a:lnTo>
                <a:lnTo>
                  <a:pt x="1063032" y="84223"/>
                </a:lnTo>
                <a:lnTo>
                  <a:pt x="1062715" y="84553"/>
                </a:lnTo>
                <a:lnTo>
                  <a:pt x="1062398" y="84865"/>
                </a:lnTo>
                <a:lnTo>
                  <a:pt x="1062080" y="85159"/>
                </a:lnTo>
                <a:lnTo>
                  <a:pt x="1061761" y="85435"/>
                </a:lnTo>
                <a:lnTo>
                  <a:pt x="1061306" y="85816"/>
                </a:lnTo>
                <a:lnTo>
                  <a:pt x="1060846" y="86181"/>
                </a:lnTo>
                <a:lnTo>
                  <a:pt x="1060382" y="86529"/>
                </a:lnTo>
                <a:lnTo>
                  <a:pt x="1059912" y="86861"/>
                </a:lnTo>
                <a:lnTo>
                  <a:pt x="1059438" y="87177"/>
                </a:lnTo>
                <a:lnTo>
                  <a:pt x="1058958" y="87476"/>
                </a:lnTo>
                <a:lnTo>
                  <a:pt x="1058474" y="87760"/>
                </a:lnTo>
                <a:lnTo>
                  <a:pt x="1057986" y="88027"/>
                </a:lnTo>
                <a:lnTo>
                  <a:pt x="1057492" y="88278"/>
                </a:lnTo>
                <a:lnTo>
                  <a:pt x="1056993" y="88513"/>
                </a:lnTo>
                <a:lnTo>
                  <a:pt x="1056490" y="88732"/>
                </a:lnTo>
                <a:lnTo>
                  <a:pt x="1055982" y="88934"/>
                </a:lnTo>
                <a:lnTo>
                  <a:pt x="1055469" y="89121"/>
                </a:lnTo>
                <a:lnTo>
                  <a:pt x="1054951" y="89291"/>
                </a:lnTo>
                <a:lnTo>
                  <a:pt x="1054428" y="89445"/>
                </a:lnTo>
                <a:lnTo>
                  <a:pt x="1053901" y="89582"/>
                </a:lnTo>
                <a:lnTo>
                  <a:pt x="1053368" y="89704"/>
                </a:lnTo>
                <a:lnTo>
                  <a:pt x="1052831" y="89809"/>
                </a:lnTo>
                <a:lnTo>
                  <a:pt x="1052289" y="89898"/>
                </a:lnTo>
                <a:lnTo>
                  <a:pt x="1051742" y="89971"/>
                </a:lnTo>
                <a:lnTo>
                  <a:pt x="1051190" y="90028"/>
                </a:lnTo>
                <a:lnTo>
                  <a:pt x="1050634" y="90068"/>
                </a:lnTo>
                <a:lnTo>
                  <a:pt x="1050072" y="90093"/>
                </a:lnTo>
                <a:lnTo>
                  <a:pt x="1049506" y="90101"/>
                </a:lnTo>
                <a:lnTo>
                  <a:pt x="1048718" y="90085"/>
                </a:lnTo>
                <a:lnTo>
                  <a:pt x="1047944" y="90040"/>
                </a:lnTo>
                <a:lnTo>
                  <a:pt x="1047183" y="89964"/>
                </a:lnTo>
                <a:lnTo>
                  <a:pt x="1046436" y="89858"/>
                </a:lnTo>
                <a:lnTo>
                  <a:pt x="1045702" y="89721"/>
                </a:lnTo>
                <a:lnTo>
                  <a:pt x="1044982" y="89554"/>
                </a:lnTo>
                <a:lnTo>
                  <a:pt x="1044276" y="89357"/>
                </a:lnTo>
                <a:lnTo>
                  <a:pt x="1043584" y="89130"/>
                </a:lnTo>
                <a:lnTo>
                  <a:pt x="1042905" y="88872"/>
                </a:lnTo>
                <a:lnTo>
                  <a:pt x="1042240" y="88584"/>
                </a:lnTo>
                <a:lnTo>
                  <a:pt x="1041588" y="88265"/>
                </a:lnTo>
                <a:lnTo>
                  <a:pt x="1040951" y="87916"/>
                </a:lnTo>
                <a:lnTo>
                  <a:pt x="1040326" y="87537"/>
                </a:lnTo>
                <a:lnTo>
                  <a:pt x="1039716" y="87127"/>
                </a:lnTo>
                <a:lnTo>
                  <a:pt x="1039119" y="86687"/>
                </a:lnTo>
                <a:lnTo>
                  <a:pt x="1038536" y="86217"/>
                </a:lnTo>
                <a:lnTo>
                  <a:pt x="1037966" y="85716"/>
                </a:lnTo>
                <a:lnTo>
                  <a:pt x="1037410" y="85185"/>
                </a:lnTo>
                <a:lnTo>
                  <a:pt x="1036868" y="84624"/>
                </a:lnTo>
                <a:lnTo>
                  <a:pt x="1036339" y="84032"/>
                </a:lnTo>
                <a:lnTo>
                  <a:pt x="1035825" y="83410"/>
                </a:lnTo>
                <a:lnTo>
                  <a:pt x="1035323" y="82758"/>
                </a:lnTo>
                <a:lnTo>
                  <a:pt x="1034836" y="82075"/>
                </a:lnTo>
                <a:lnTo>
                  <a:pt x="1034362" y="81362"/>
                </a:lnTo>
                <a:lnTo>
                  <a:pt x="1033904" y="80629"/>
                </a:lnTo>
                <a:lnTo>
                  <a:pt x="1033467" y="79887"/>
                </a:lnTo>
                <a:lnTo>
                  <a:pt x="1033048" y="79136"/>
                </a:lnTo>
                <a:lnTo>
                  <a:pt x="1032649" y="78375"/>
                </a:lnTo>
                <a:lnTo>
                  <a:pt x="1032270" y="77605"/>
                </a:lnTo>
                <a:lnTo>
                  <a:pt x="1031910" y="76825"/>
                </a:lnTo>
                <a:lnTo>
                  <a:pt x="1031569" y="76037"/>
                </a:lnTo>
                <a:lnTo>
                  <a:pt x="1031248" y="75239"/>
                </a:lnTo>
                <a:lnTo>
                  <a:pt x="1030946" y="74431"/>
                </a:lnTo>
                <a:lnTo>
                  <a:pt x="1030664" y="73615"/>
                </a:lnTo>
                <a:lnTo>
                  <a:pt x="1030401" y="72789"/>
                </a:lnTo>
                <a:lnTo>
                  <a:pt x="1030158" y="71953"/>
                </a:lnTo>
                <a:lnTo>
                  <a:pt x="1029934" y="71109"/>
                </a:lnTo>
                <a:lnTo>
                  <a:pt x="1029730" y="70255"/>
                </a:lnTo>
                <a:lnTo>
                  <a:pt x="1029545" y="69392"/>
                </a:lnTo>
                <a:lnTo>
                  <a:pt x="1029379" y="68519"/>
                </a:lnTo>
                <a:lnTo>
                  <a:pt x="1029233" y="67638"/>
                </a:lnTo>
                <a:lnTo>
                  <a:pt x="1029107" y="66746"/>
                </a:lnTo>
                <a:lnTo>
                  <a:pt x="1029000" y="65846"/>
                </a:lnTo>
                <a:lnTo>
                  <a:pt x="1028912" y="64936"/>
                </a:lnTo>
                <a:lnTo>
                  <a:pt x="1028844" y="64017"/>
                </a:lnTo>
                <a:lnTo>
                  <a:pt x="1028796" y="63089"/>
                </a:lnTo>
                <a:lnTo>
                  <a:pt x="1028766" y="62151"/>
                </a:lnTo>
                <a:lnTo>
                  <a:pt x="1028757" y="61204"/>
                </a:lnTo>
                <a:lnTo>
                  <a:pt x="1028766" y="60278"/>
                </a:lnTo>
                <a:lnTo>
                  <a:pt x="1028796" y="59366"/>
                </a:lnTo>
                <a:lnTo>
                  <a:pt x="1028845" y="58470"/>
                </a:lnTo>
                <a:lnTo>
                  <a:pt x="1028913" y="57589"/>
                </a:lnTo>
                <a:lnTo>
                  <a:pt x="1029001" y="56724"/>
                </a:lnTo>
                <a:lnTo>
                  <a:pt x="1029109" y="55873"/>
                </a:lnTo>
                <a:lnTo>
                  <a:pt x="1029236" y="55038"/>
                </a:lnTo>
                <a:lnTo>
                  <a:pt x="1029383" y="54218"/>
                </a:lnTo>
                <a:lnTo>
                  <a:pt x="1029550" y="53413"/>
                </a:lnTo>
                <a:lnTo>
                  <a:pt x="1029736" y="52624"/>
                </a:lnTo>
                <a:lnTo>
                  <a:pt x="1029941" y="51850"/>
                </a:lnTo>
                <a:lnTo>
                  <a:pt x="1030167" y="51091"/>
                </a:lnTo>
                <a:lnTo>
                  <a:pt x="1030411" y="50347"/>
                </a:lnTo>
                <a:lnTo>
                  <a:pt x="1030676" y="49618"/>
                </a:lnTo>
                <a:lnTo>
                  <a:pt x="1030960" y="48905"/>
                </a:lnTo>
                <a:lnTo>
                  <a:pt x="1031263" y="48207"/>
                </a:lnTo>
                <a:lnTo>
                  <a:pt x="1031586" y="47524"/>
                </a:lnTo>
                <a:lnTo>
                  <a:pt x="1031929" y="46856"/>
                </a:lnTo>
                <a:lnTo>
                  <a:pt x="1032291" y="46204"/>
                </a:lnTo>
                <a:lnTo>
                  <a:pt x="1032673" y="45567"/>
                </a:lnTo>
                <a:lnTo>
                  <a:pt x="1033075" y="44945"/>
                </a:lnTo>
                <a:lnTo>
                  <a:pt x="1033496" y="44338"/>
                </a:lnTo>
                <a:lnTo>
                  <a:pt x="1033936" y="43747"/>
                </a:lnTo>
                <a:lnTo>
                  <a:pt x="1034397" y="43170"/>
                </a:lnTo>
                <a:lnTo>
                  <a:pt x="1034755" y="42750"/>
                </a:lnTo>
                <a:lnTo>
                  <a:pt x="1035123" y="42347"/>
                </a:lnTo>
                <a:lnTo>
                  <a:pt x="1035501" y="41963"/>
                </a:lnTo>
                <a:lnTo>
                  <a:pt x="1035888" y="41596"/>
                </a:lnTo>
                <a:lnTo>
                  <a:pt x="1036284" y="41247"/>
                </a:lnTo>
                <a:lnTo>
                  <a:pt x="1036690" y="40916"/>
                </a:lnTo>
                <a:lnTo>
                  <a:pt x="1037105" y="40603"/>
                </a:lnTo>
                <a:lnTo>
                  <a:pt x="1037530" y="40308"/>
                </a:lnTo>
                <a:lnTo>
                  <a:pt x="1037964" y="40030"/>
                </a:lnTo>
                <a:lnTo>
                  <a:pt x="1038408" y="39771"/>
                </a:lnTo>
                <a:lnTo>
                  <a:pt x="1038861" y="39530"/>
                </a:lnTo>
                <a:lnTo>
                  <a:pt x="1039323" y="39306"/>
                </a:lnTo>
                <a:lnTo>
                  <a:pt x="1039795" y="39100"/>
                </a:lnTo>
                <a:lnTo>
                  <a:pt x="1040276" y="38912"/>
                </a:lnTo>
                <a:lnTo>
                  <a:pt x="1040767" y="38742"/>
                </a:lnTo>
                <a:lnTo>
                  <a:pt x="1041267" y="38590"/>
                </a:lnTo>
                <a:lnTo>
                  <a:pt x="1041776" y="38456"/>
                </a:lnTo>
                <a:lnTo>
                  <a:pt x="1042295" y="38340"/>
                </a:lnTo>
                <a:lnTo>
                  <a:pt x="1042824" y="38241"/>
                </a:lnTo>
                <a:lnTo>
                  <a:pt x="1043361" y="38161"/>
                </a:lnTo>
                <a:lnTo>
                  <a:pt x="1043909" y="38098"/>
                </a:lnTo>
                <a:lnTo>
                  <a:pt x="1044465" y="38054"/>
                </a:lnTo>
                <a:lnTo>
                  <a:pt x="1045031" y="38027"/>
                </a:lnTo>
                <a:lnTo>
                  <a:pt x="1045607" y="38018"/>
                </a:lnTo>
                <a:lnTo>
                  <a:pt x="1045963" y="38021"/>
                </a:lnTo>
                <a:lnTo>
                  <a:pt x="1046313" y="38032"/>
                </a:lnTo>
                <a:lnTo>
                  <a:pt x="1046657" y="38050"/>
                </a:lnTo>
                <a:lnTo>
                  <a:pt x="1046994" y="38076"/>
                </a:lnTo>
                <a:lnTo>
                  <a:pt x="1047324" y="38108"/>
                </a:lnTo>
                <a:lnTo>
                  <a:pt x="1047648" y="38148"/>
                </a:lnTo>
                <a:lnTo>
                  <a:pt x="1047965" y="38195"/>
                </a:lnTo>
                <a:lnTo>
                  <a:pt x="1048276" y="38250"/>
                </a:lnTo>
                <a:lnTo>
                  <a:pt x="1048580" y="38311"/>
                </a:lnTo>
                <a:lnTo>
                  <a:pt x="1048878" y="38380"/>
                </a:lnTo>
                <a:lnTo>
                  <a:pt x="1049169" y="38457"/>
                </a:lnTo>
                <a:lnTo>
                  <a:pt x="1049454" y="38540"/>
                </a:lnTo>
                <a:lnTo>
                  <a:pt x="1049732" y="38631"/>
                </a:lnTo>
                <a:lnTo>
                  <a:pt x="1050004" y="38729"/>
                </a:lnTo>
                <a:lnTo>
                  <a:pt x="1050269" y="38834"/>
                </a:lnTo>
                <a:lnTo>
                  <a:pt x="1050527" y="38946"/>
                </a:lnTo>
                <a:lnTo>
                  <a:pt x="1050780" y="39066"/>
                </a:lnTo>
                <a:lnTo>
                  <a:pt x="1051025" y="39193"/>
                </a:lnTo>
                <a:lnTo>
                  <a:pt x="1051264" y="39327"/>
                </a:lnTo>
                <a:lnTo>
                  <a:pt x="1051496" y="39468"/>
                </a:lnTo>
                <a:lnTo>
                  <a:pt x="1051722" y="39617"/>
                </a:lnTo>
                <a:lnTo>
                  <a:pt x="1051942" y="39773"/>
                </a:lnTo>
                <a:lnTo>
                  <a:pt x="1052155" y="39936"/>
                </a:lnTo>
                <a:lnTo>
                  <a:pt x="1052361" y="40107"/>
                </a:lnTo>
                <a:lnTo>
                  <a:pt x="1052561" y="40290"/>
                </a:lnTo>
                <a:lnTo>
                  <a:pt x="1052753" y="40480"/>
                </a:lnTo>
                <a:lnTo>
                  <a:pt x="1052938" y="40677"/>
                </a:lnTo>
                <a:lnTo>
                  <a:pt x="1053116" y="40880"/>
                </a:lnTo>
                <a:lnTo>
                  <a:pt x="1053287" y="41091"/>
                </a:lnTo>
                <a:lnTo>
                  <a:pt x="1053451" y="41308"/>
                </a:lnTo>
                <a:lnTo>
                  <a:pt x="1053608" y="41532"/>
                </a:lnTo>
                <a:lnTo>
                  <a:pt x="1053758" y="41762"/>
                </a:lnTo>
                <a:lnTo>
                  <a:pt x="1053900" y="42000"/>
                </a:lnTo>
                <a:lnTo>
                  <a:pt x="1054035" y="42244"/>
                </a:lnTo>
                <a:lnTo>
                  <a:pt x="1054163" y="42495"/>
                </a:lnTo>
                <a:lnTo>
                  <a:pt x="1054285" y="42753"/>
                </a:lnTo>
                <a:lnTo>
                  <a:pt x="1054398" y="43017"/>
                </a:lnTo>
                <a:lnTo>
                  <a:pt x="1054505" y="43288"/>
                </a:lnTo>
                <a:lnTo>
                  <a:pt x="1054605" y="43566"/>
                </a:lnTo>
                <a:lnTo>
                  <a:pt x="1054698" y="43851"/>
                </a:lnTo>
                <a:lnTo>
                  <a:pt x="1054783" y="44143"/>
                </a:lnTo>
                <a:lnTo>
                  <a:pt x="1054861" y="44441"/>
                </a:lnTo>
                <a:lnTo>
                  <a:pt x="1054932" y="44746"/>
                </a:lnTo>
                <a:lnTo>
                  <a:pt x="1054996" y="45058"/>
                </a:lnTo>
                <a:lnTo>
                  <a:pt x="1055053" y="45377"/>
                </a:lnTo>
                <a:lnTo>
                  <a:pt x="1055103" y="45702"/>
                </a:lnTo>
                <a:lnTo>
                  <a:pt x="1055146" y="46034"/>
                </a:lnTo>
                <a:lnTo>
                  <a:pt x="1055181" y="46373"/>
                </a:lnTo>
                <a:lnTo>
                  <a:pt x="1055214" y="46711"/>
                </a:lnTo>
                <a:lnTo>
                  <a:pt x="1055250" y="47040"/>
                </a:lnTo>
                <a:lnTo>
                  <a:pt x="1055289" y="47359"/>
                </a:lnTo>
                <a:lnTo>
                  <a:pt x="1055331" y="47669"/>
                </a:lnTo>
                <a:lnTo>
                  <a:pt x="1055375" y="47970"/>
                </a:lnTo>
                <a:lnTo>
                  <a:pt x="1055423" y="48262"/>
                </a:lnTo>
                <a:lnTo>
                  <a:pt x="1055473" y="48545"/>
                </a:lnTo>
                <a:lnTo>
                  <a:pt x="1055525" y="48818"/>
                </a:lnTo>
                <a:lnTo>
                  <a:pt x="1055581" y="49082"/>
                </a:lnTo>
                <a:lnTo>
                  <a:pt x="1055639" y="49337"/>
                </a:lnTo>
                <a:lnTo>
                  <a:pt x="1055700" y="49583"/>
                </a:lnTo>
                <a:lnTo>
                  <a:pt x="1055764" y="49820"/>
                </a:lnTo>
                <a:lnTo>
                  <a:pt x="1055831" y="50047"/>
                </a:lnTo>
                <a:lnTo>
                  <a:pt x="1055900" y="50266"/>
                </a:lnTo>
                <a:lnTo>
                  <a:pt x="1055973" y="50475"/>
                </a:lnTo>
                <a:lnTo>
                  <a:pt x="1056048" y="50675"/>
                </a:lnTo>
                <a:lnTo>
                  <a:pt x="1056125" y="50866"/>
                </a:lnTo>
                <a:lnTo>
                  <a:pt x="1056206" y="51047"/>
                </a:lnTo>
                <a:lnTo>
                  <a:pt x="1056289" y="51220"/>
                </a:lnTo>
                <a:lnTo>
                  <a:pt x="1056375" y="51383"/>
                </a:lnTo>
                <a:lnTo>
                  <a:pt x="1056464" y="51537"/>
                </a:lnTo>
                <a:lnTo>
                  <a:pt x="1056556" y="51682"/>
                </a:lnTo>
                <a:lnTo>
                  <a:pt x="1056650" y="51817"/>
                </a:lnTo>
                <a:lnTo>
                  <a:pt x="1056748" y="51944"/>
                </a:lnTo>
                <a:lnTo>
                  <a:pt x="1056925" y="52160"/>
                </a:lnTo>
                <a:lnTo>
                  <a:pt x="1057110" y="52366"/>
                </a:lnTo>
                <a:lnTo>
                  <a:pt x="1057301" y="52564"/>
                </a:lnTo>
                <a:lnTo>
                  <a:pt x="1057500" y="52752"/>
                </a:lnTo>
                <a:lnTo>
                  <a:pt x="1057706" y="52931"/>
                </a:lnTo>
                <a:lnTo>
                  <a:pt x="1057918" y="53101"/>
                </a:lnTo>
                <a:lnTo>
                  <a:pt x="1058138" y="53262"/>
                </a:lnTo>
                <a:lnTo>
                  <a:pt x="1058365" y="53414"/>
                </a:lnTo>
                <a:lnTo>
                  <a:pt x="1058598" y="53556"/>
                </a:lnTo>
                <a:lnTo>
                  <a:pt x="1058839" y="53689"/>
                </a:lnTo>
                <a:lnTo>
                  <a:pt x="1059087" y="53813"/>
                </a:lnTo>
                <a:lnTo>
                  <a:pt x="1059341" y="53928"/>
                </a:lnTo>
                <a:lnTo>
                  <a:pt x="1059603" y="54034"/>
                </a:lnTo>
                <a:lnTo>
                  <a:pt x="1059872" y="54130"/>
                </a:lnTo>
                <a:lnTo>
                  <a:pt x="1060148" y="54217"/>
                </a:lnTo>
                <a:lnTo>
                  <a:pt x="1060430" y="54296"/>
                </a:lnTo>
                <a:lnTo>
                  <a:pt x="1060720" y="54364"/>
                </a:lnTo>
                <a:lnTo>
                  <a:pt x="1061017" y="54424"/>
                </a:lnTo>
                <a:lnTo>
                  <a:pt x="1061321" y="54475"/>
                </a:lnTo>
                <a:lnTo>
                  <a:pt x="1061631" y="54516"/>
                </a:lnTo>
                <a:lnTo>
                  <a:pt x="1061949" y="54548"/>
                </a:lnTo>
                <a:lnTo>
                  <a:pt x="1062274" y="54571"/>
                </a:lnTo>
                <a:lnTo>
                  <a:pt x="1062606" y="54585"/>
                </a:lnTo>
                <a:lnTo>
                  <a:pt x="1062945" y="54590"/>
                </a:lnTo>
                <a:lnTo>
                  <a:pt x="1063198" y="54587"/>
                </a:lnTo>
                <a:lnTo>
                  <a:pt x="1063446" y="54578"/>
                </a:lnTo>
                <a:lnTo>
                  <a:pt x="1063689" y="54564"/>
                </a:lnTo>
                <a:lnTo>
                  <a:pt x="1063928" y="54544"/>
                </a:lnTo>
                <a:lnTo>
                  <a:pt x="1064162" y="54519"/>
                </a:lnTo>
                <a:lnTo>
                  <a:pt x="1064392" y="54488"/>
                </a:lnTo>
                <a:lnTo>
                  <a:pt x="1064616" y="54451"/>
                </a:lnTo>
                <a:lnTo>
                  <a:pt x="1064836" y="54408"/>
                </a:lnTo>
                <a:lnTo>
                  <a:pt x="1065052" y="54360"/>
                </a:lnTo>
                <a:lnTo>
                  <a:pt x="1065262" y="54307"/>
                </a:lnTo>
                <a:lnTo>
                  <a:pt x="1065468" y="54247"/>
                </a:lnTo>
                <a:lnTo>
                  <a:pt x="1065669" y="54182"/>
                </a:lnTo>
                <a:lnTo>
                  <a:pt x="1065865" y="54111"/>
                </a:lnTo>
                <a:lnTo>
                  <a:pt x="1066057" y="54035"/>
                </a:lnTo>
                <a:lnTo>
                  <a:pt x="1066244" y="53953"/>
                </a:lnTo>
                <a:lnTo>
                  <a:pt x="1066426" y="53865"/>
                </a:lnTo>
                <a:lnTo>
                  <a:pt x="1066604" y="53772"/>
                </a:lnTo>
                <a:lnTo>
                  <a:pt x="1066777" y="53673"/>
                </a:lnTo>
                <a:lnTo>
                  <a:pt x="1066945" y="53568"/>
                </a:lnTo>
                <a:lnTo>
                  <a:pt x="1067108" y="53458"/>
                </a:lnTo>
                <a:lnTo>
                  <a:pt x="1067267" y="53342"/>
                </a:lnTo>
                <a:lnTo>
                  <a:pt x="1067421" y="53220"/>
                </a:lnTo>
                <a:lnTo>
                  <a:pt x="1067570" y="53093"/>
                </a:lnTo>
                <a:lnTo>
                  <a:pt x="1067714" y="52960"/>
                </a:lnTo>
                <a:lnTo>
                  <a:pt x="1067854" y="52822"/>
                </a:lnTo>
                <a:lnTo>
                  <a:pt x="1067987" y="52681"/>
                </a:lnTo>
                <a:lnTo>
                  <a:pt x="1068114" y="52536"/>
                </a:lnTo>
                <a:lnTo>
                  <a:pt x="1068236" y="52388"/>
                </a:lnTo>
                <a:lnTo>
                  <a:pt x="1068351" y="52236"/>
                </a:lnTo>
                <a:lnTo>
                  <a:pt x="1068461" y="52081"/>
                </a:lnTo>
                <a:lnTo>
                  <a:pt x="1068564" y="51922"/>
                </a:lnTo>
                <a:lnTo>
                  <a:pt x="1068662" y="51760"/>
                </a:lnTo>
                <a:lnTo>
                  <a:pt x="1068754" y="51594"/>
                </a:lnTo>
                <a:lnTo>
                  <a:pt x="1068840" y="51425"/>
                </a:lnTo>
                <a:lnTo>
                  <a:pt x="1068920" y="51253"/>
                </a:lnTo>
                <a:lnTo>
                  <a:pt x="1068994" y="51077"/>
                </a:lnTo>
                <a:lnTo>
                  <a:pt x="1069062" y="50897"/>
                </a:lnTo>
                <a:lnTo>
                  <a:pt x="1069124" y="50714"/>
                </a:lnTo>
                <a:lnTo>
                  <a:pt x="1069180" y="50527"/>
                </a:lnTo>
                <a:lnTo>
                  <a:pt x="1069231" y="50337"/>
                </a:lnTo>
                <a:lnTo>
                  <a:pt x="1069275" y="50143"/>
                </a:lnTo>
                <a:lnTo>
                  <a:pt x="1069314" y="49946"/>
                </a:lnTo>
                <a:lnTo>
                  <a:pt x="1069346" y="49746"/>
                </a:lnTo>
                <a:lnTo>
                  <a:pt x="1069373" y="49542"/>
                </a:lnTo>
                <a:lnTo>
                  <a:pt x="1069394" y="49334"/>
                </a:lnTo>
                <a:lnTo>
                  <a:pt x="1069408" y="49123"/>
                </a:lnTo>
                <a:lnTo>
                  <a:pt x="1069417" y="48909"/>
                </a:lnTo>
                <a:lnTo>
                  <a:pt x="1069420" y="48691"/>
                </a:lnTo>
                <a:lnTo>
                  <a:pt x="1069410" y="48246"/>
                </a:lnTo>
                <a:lnTo>
                  <a:pt x="1069378" y="47803"/>
                </a:lnTo>
                <a:lnTo>
                  <a:pt x="1069326" y="47361"/>
                </a:lnTo>
                <a:lnTo>
                  <a:pt x="1069252" y="46920"/>
                </a:lnTo>
                <a:lnTo>
                  <a:pt x="1069157" y="46481"/>
                </a:lnTo>
                <a:lnTo>
                  <a:pt x="1069042" y="46043"/>
                </a:lnTo>
                <a:lnTo>
                  <a:pt x="1068905" y="45606"/>
                </a:lnTo>
                <a:lnTo>
                  <a:pt x="1068747" y="45170"/>
                </a:lnTo>
                <a:lnTo>
                  <a:pt x="1068568" y="44736"/>
                </a:lnTo>
                <a:lnTo>
                  <a:pt x="1068369" y="44304"/>
                </a:lnTo>
                <a:lnTo>
                  <a:pt x="1068148" y="43872"/>
                </a:lnTo>
                <a:lnTo>
                  <a:pt x="1067906" y="43442"/>
                </a:lnTo>
                <a:lnTo>
                  <a:pt x="1067643" y="43014"/>
                </a:lnTo>
                <a:lnTo>
                  <a:pt x="1067359" y="42586"/>
                </a:lnTo>
                <a:lnTo>
                  <a:pt x="1067054" y="42160"/>
                </a:lnTo>
                <a:lnTo>
                  <a:pt x="1066728" y="41735"/>
                </a:lnTo>
                <a:lnTo>
                  <a:pt x="1066381" y="41312"/>
                </a:lnTo>
                <a:lnTo>
                  <a:pt x="1066013" y="40890"/>
                </a:lnTo>
                <a:lnTo>
                  <a:pt x="1065624" y="40469"/>
                </a:lnTo>
                <a:lnTo>
                  <a:pt x="1065214" y="40050"/>
                </a:lnTo>
                <a:lnTo>
                  <a:pt x="1064782" y="39632"/>
                </a:lnTo>
                <a:lnTo>
                  <a:pt x="1064330" y="39215"/>
                </a:lnTo>
                <a:lnTo>
                  <a:pt x="1063857" y="38800"/>
                </a:lnTo>
                <a:lnTo>
                  <a:pt x="1063363" y="38385"/>
                </a:lnTo>
                <a:lnTo>
                  <a:pt x="1062852" y="37980"/>
                </a:lnTo>
                <a:lnTo>
                  <a:pt x="1062330" y="37593"/>
                </a:lnTo>
                <a:lnTo>
                  <a:pt x="1061796" y="37222"/>
                </a:lnTo>
                <a:lnTo>
                  <a:pt x="1061250" y="36869"/>
                </a:lnTo>
                <a:lnTo>
                  <a:pt x="1060693" y="36533"/>
                </a:lnTo>
                <a:lnTo>
                  <a:pt x="1060125" y="36214"/>
                </a:lnTo>
                <a:lnTo>
                  <a:pt x="1059544" y="35912"/>
                </a:lnTo>
                <a:lnTo>
                  <a:pt x="1058953" y="35628"/>
                </a:lnTo>
                <a:lnTo>
                  <a:pt x="1058349" y="35361"/>
                </a:lnTo>
                <a:lnTo>
                  <a:pt x="1057734" y="35111"/>
                </a:lnTo>
                <a:lnTo>
                  <a:pt x="1057107" y="34878"/>
                </a:lnTo>
                <a:lnTo>
                  <a:pt x="1056469" y="34663"/>
                </a:lnTo>
                <a:lnTo>
                  <a:pt x="1055819" y="34465"/>
                </a:lnTo>
                <a:lnTo>
                  <a:pt x="1055158" y="34284"/>
                </a:lnTo>
                <a:lnTo>
                  <a:pt x="1054485" y="34120"/>
                </a:lnTo>
                <a:lnTo>
                  <a:pt x="1053800" y="33974"/>
                </a:lnTo>
                <a:lnTo>
                  <a:pt x="1053104" y="33844"/>
                </a:lnTo>
                <a:lnTo>
                  <a:pt x="1052396" y="33732"/>
                </a:lnTo>
                <a:lnTo>
                  <a:pt x="1051676" y="33638"/>
                </a:lnTo>
                <a:lnTo>
                  <a:pt x="1050945" y="33560"/>
                </a:lnTo>
                <a:lnTo>
                  <a:pt x="1050203" y="33500"/>
                </a:lnTo>
                <a:lnTo>
                  <a:pt x="1049448" y="33457"/>
                </a:lnTo>
                <a:lnTo>
                  <a:pt x="1048682" y="33431"/>
                </a:lnTo>
                <a:lnTo>
                  <a:pt x="1047905" y="33422"/>
                </a:lnTo>
                <a:lnTo>
                  <a:pt x="1046867" y="33438"/>
                </a:lnTo>
                <a:lnTo>
                  <a:pt x="1045841" y="33487"/>
                </a:lnTo>
                <a:lnTo>
                  <a:pt x="1044827" y="33569"/>
                </a:lnTo>
                <a:lnTo>
                  <a:pt x="1043827" y="33683"/>
                </a:lnTo>
                <a:lnTo>
                  <a:pt x="1042838" y="33830"/>
                </a:lnTo>
                <a:lnTo>
                  <a:pt x="1041862" y="34009"/>
                </a:lnTo>
                <a:lnTo>
                  <a:pt x="1040899" y="34221"/>
                </a:lnTo>
                <a:lnTo>
                  <a:pt x="1039948" y="34466"/>
                </a:lnTo>
                <a:lnTo>
                  <a:pt x="1039009" y="34743"/>
                </a:lnTo>
                <a:lnTo>
                  <a:pt x="1038083" y="35053"/>
                </a:lnTo>
                <a:lnTo>
                  <a:pt x="1037169" y="35395"/>
                </a:lnTo>
                <a:lnTo>
                  <a:pt x="1036268" y="35770"/>
                </a:lnTo>
                <a:lnTo>
                  <a:pt x="1035379" y="36178"/>
                </a:lnTo>
                <a:lnTo>
                  <a:pt x="1034503" y="36618"/>
                </a:lnTo>
                <a:lnTo>
                  <a:pt x="1033639" y="37091"/>
                </a:lnTo>
                <a:lnTo>
                  <a:pt x="1032787" y="37596"/>
                </a:lnTo>
                <a:lnTo>
                  <a:pt x="1031948" y="38134"/>
                </a:lnTo>
                <a:lnTo>
                  <a:pt x="1031122" y="38705"/>
                </a:lnTo>
                <a:lnTo>
                  <a:pt x="1030308" y="39308"/>
                </a:lnTo>
                <a:lnTo>
                  <a:pt x="1029506" y="39944"/>
                </a:lnTo>
                <a:lnTo>
                  <a:pt x="1028717" y="40612"/>
                </a:lnTo>
                <a:lnTo>
                  <a:pt x="1027940" y="41313"/>
                </a:lnTo>
                <a:lnTo>
                  <a:pt x="1027176" y="42047"/>
                </a:lnTo>
                <a:lnTo>
                  <a:pt x="1026424" y="42813"/>
                </a:lnTo>
                <a:lnTo>
                  <a:pt x="1025694" y="43606"/>
                </a:lnTo>
                <a:lnTo>
                  <a:pt x="1024995" y="44417"/>
                </a:lnTo>
                <a:lnTo>
                  <a:pt x="1024327" y="45249"/>
                </a:lnTo>
                <a:lnTo>
                  <a:pt x="1023690" y="46100"/>
                </a:lnTo>
                <a:lnTo>
                  <a:pt x="1023084" y="46970"/>
                </a:lnTo>
                <a:lnTo>
                  <a:pt x="1022510" y="47860"/>
                </a:lnTo>
                <a:lnTo>
                  <a:pt x="1021966" y="48770"/>
                </a:lnTo>
                <a:lnTo>
                  <a:pt x="1021453" y="49699"/>
                </a:lnTo>
                <a:lnTo>
                  <a:pt x="1020972" y="50648"/>
                </a:lnTo>
                <a:lnTo>
                  <a:pt x="1020521" y="51616"/>
                </a:lnTo>
                <a:lnTo>
                  <a:pt x="1020102" y="52604"/>
                </a:lnTo>
                <a:lnTo>
                  <a:pt x="1019714" y="53611"/>
                </a:lnTo>
                <a:lnTo>
                  <a:pt x="1019356" y="54639"/>
                </a:lnTo>
                <a:lnTo>
                  <a:pt x="1019030" y="55685"/>
                </a:lnTo>
                <a:lnTo>
                  <a:pt x="1018735" y="56751"/>
                </a:lnTo>
                <a:lnTo>
                  <a:pt x="1018471" y="57837"/>
                </a:lnTo>
                <a:lnTo>
                  <a:pt x="1018238" y="58942"/>
                </a:lnTo>
                <a:lnTo>
                  <a:pt x="1018036" y="60067"/>
                </a:lnTo>
                <a:lnTo>
                  <a:pt x="1017865" y="61212"/>
                </a:lnTo>
                <a:lnTo>
                  <a:pt x="1017725" y="62376"/>
                </a:lnTo>
                <a:lnTo>
                  <a:pt x="1017616" y="63559"/>
                </a:lnTo>
                <a:lnTo>
                  <a:pt x="1017539" y="64762"/>
                </a:lnTo>
                <a:lnTo>
                  <a:pt x="1017492" y="65985"/>
                </a:lnTo>
                <a:lnTo>
                  <a:pt x="1017477" y="67227"/>
                </a:lnTo>
                <a:lnTo>
                  <a:pt x="1017491" y="68509"/>
                </a:lnTo>
                <a:lnTo>
                  <a:pt x="1017533" y="69768"/>
                </a:lnTo>
                <a:lnTo>
                  <a:pt x="1017603" y="71005"/>
                </a:lnTo>
                <a:lnTo>
                  <a:pt x="1017701" y="72220"/>
                </a:lnTo>
                <a:lnTo>
                  <a:pt x="1017827" y="73413"/>
                </a:lnTo>
                <a:lnTo>
                  <a:pt x="1017981" y="74583"/>
                </a:lnTo>
                <a:lnTo>
                  <a:pt x="1018164" y="75732"/>
                </a:lnTo>
                <a:lnTo>
                  <a:pt x="1018374" y="76858"/>
                </a:lnTo>
                <a:lnTo>
                  <a:pt x="1018612" y="77962"/>
                </a:lnTo>
                <a:lnTo>
                  <a:pt x="1018879" y="79043"/>
                </a:lnTo>
                <a:lnTo>
                  <a:pt x="1019173" y="80102"/>
                </a:lnTo>
                <a:lnTo>
                  <a:pt x="1019496" y="81140"/>
                </a:lnTo>
                <a:lnTo>
                  <a:pt x="1019846" y="82155"/>
                </a:lnTo>
                <a:lnTo>
                  <a:pt x="1020225" y="83147"/>
                </a:lnTo>
                <a:lnTo>
                  <a:pt x="1020632" y="84118"/>
                </a:lnTo>
                <a:lnTo>
                  <a:pt x="1021066" y="85066"/>
                </a:lnTo>
                <a:lnTo>
                  <a:pt x="1021529" y="85992"/>
                </a:lnTo>
                <a:lnTo>
                  <a:pt x="1022020" y="86896"/>
                </a:lnTo>
                <a:lnTo>
                  <a:pt x="1022539" y="87777"/>
                </a:lnTo>
                <a:lnTo>
                  <a:pt x="1023086" y="88637"/>
                </a:lnTo>
                <a:lnTo>
                  <a:pt x="1023661" y="89474"/>
                </a:lnTo>
                <a:lnTo>
                  <a:pt x="1024264" y="90289"/>
                </a:lnTo>
                <a:lnTo>
                  <a:pt x="1024895" y="91082"/>
                </a:lnTo>
                <a:lnTo>
                  <a:pt x="1025554" y="91852"/>
                </a:lnTo>
                <a:lnTo>
                  <a:pt x="1026232" y="92596"/>
                </a:lnTo>
                <a:lnTo>
                  <a:pt x="1026919" y="93307"/>
                </a:lnTo>
                <a:lnTo>
                  <a:pt x="1027616" y="93988"/>
                </a:lnTo>
                <a:lnTo>
                  <a:pt x="1028323" y="94636"/>
                </a:lnTo>
                <a:lnTo>
                  <a:pt x="1029040" y="95253"/>
                </a:lnTo>
                <a:lnTo>
                  <a:pt x="1029766" y="95838"/>
                </a:lnTo>
                <a:lnTo>
                  <a:pt x="1030502" y="96392"/>
                </a:lnTo>
                <a:lnTo>
                  <a:pt x="1031248" y="96914"/>
                </a:lnTo>
                <a:lnTo>
                  <a:pt x="1032003" y="97404"/>
                </a:lnTo>
                <a:lnTo>
                  <a:pt x="1032768" y="97863"/>
                </a:lnTo>
                <a:lnTo>
                  <a:pt x="1033543" y="98290"/>
                </a:lnTo>
                <a:lnTo>
                  <a:pt x="1034327" y="98685"/>
                </a:lnTo>
                <a:lnTo>
                  <a:pt x="1035121" y="99049"/>
                </a:lnTo>
                <a:lnTo>
                  <a:pt x="1035925" y="99381"/>
                </a:lnTo>
                <a:lnTo>
                  <a:pt x="1036738" y="99682"/>
                </a:lnTo>
                <a:lnTo>
                  <a:pt x="1037561" y="99951"/>
                </a:lnTo>
                <a:lnTo>
                  <a:pt x="1038394" y="100188"/>
                </a:lnTo>
                <a:lnTo>
                  <a:pt x="1039236" y="100393"/>
                </a:lnTo>
                <a:lnTo>
                  <a:pt x="1040088" y="100567"/>
                </a:lnTo>
                <a:lnTo>
                  <a:pt x="1040950" y="100710"/>
                </a:lnTo>
                <a:lnTo>
                  <a:pt x="1041821" y="100820"/>
                </a:lnTo>
                <a:lnTo>
                  <a:pt x="1042702" y="100900"/>
                </a:lnTo>
                <a:lnTo>
                  <a:pt x="1043593" y="100947"/>
                </a:lnTo>
                <a:lnTo>
                  <a:pt x="1044493" y="100963"/>
                </a:lnTo>
                <a:lnTo>
                  <a:pt x="1045250" y="100951"/>
                </a:lnTo>
                <a:lnTo>
                  <a:pt x="1046002" y="100916"/>
                </a:lnTo>
                <a:lnTo>
                  <a:pt x="1046748" y="100857"/>
                </a:lnTo>
                <a:lnTo>
                  <a:pt x="1047489" y="100774"/>
                </a:lnTo>
                <a:lnTo>
                  <a:pt x="1048224" y="100668"/>
                </a:lnTo>
                <a:lnTo>
                  <a:pt x="1048954" y="100539"/>
                </a:lnTo>
                <a:lnTo>
                  <a:pt x="1049678" y="100385"/>
                </a:lnTo>
                <a:lnTo>
                  <a:pt x="1050396" y="100209"/>
                </a:lnTo>
                <a:lnTo>
                  <a:pt x="1051109" y="100008"/>
                </a:lnTo>
                <a:lnTo>
                  <a:pt x="1051816" y="99784"/>
                </a:lnTo>
                <a:lnTo>
                  <a:pt x="1052518" y="99537"/>
                </a:lnTo>
                <a:lnTo>
                  <a:pt x="1053214" y="99266"/>
                </a:lnTo>
                <a:lnTo>
                  <a:pt x="1053905" y="98971"/>
                </a:lnTo>
                <a:lnTo>
                  <a:pt x="1054590" y="98653"/>
                </a:lnTo>
                <a:lnTo>
                  <a:pt x="1055269" y="98311"/>
                </a:lnTo>
                <a:lnTo>
                  <a:pt x="1055943" y="97946"/>
                </a:lnTo>
                <a:lnTo>
                  <a:pt x="1056611" y="97557"/>
                </a:lnTo>
                <a:lnTo>
                  <a:pt x="1057274" y="97144"/>
                </a:lnTo>
                <a:lnTo>
                  <a:pt x="1057932" y="96708"/>
                </a:lnTo>
                <a:lnTo>
                  <a:pt x="1058583" y="96248"/>
                </a:lnTo>
                <a:lnTo>
                  <a:pt x="1059229" y="95765"/>
                </a:lnTo>
                <a:lnTo>
                  <a:pt x="1059870" y="95258"/>
                </a:lnTo>
                <a:lnTo>
                  <a:pt x="1060505" y="94728"/>
                </a:lnTo>
                <a:lnTo>
                  <a:pt x="1061134" y="94174"/>
                </a:lnTo>
                <a:lnTo>
                  <a:pt x="1061752" y="93598"/>
                </a:lnTo>
                <a:lnTo>
                  <a:pt x="1062353" y="93002"/>
                </a:lnTo>
                <a:lnTo>
                  <a:pt x="1062937" y="92386"/>
                </a:lnTo>
                <a:lnTo>
                  <a:pt x="1063504" y="91749"/>
                </a:lnTo>
                <a:lnTo>
                  <a:pt x="1064053" y="91093"/>
                </a:lnTo>
                <a:lnTo>
                  <a:pt x="1064585" y="90416"/>
                </a:lnTo>
                <a:lnTo>
                  <a:pt x="1065100" y="89719"/>
                </a:lnTo>
                <a:lnTo>
                  <a:pt x="1065598" y="89002"/>
                </a:lnTo>
                <a:lnTo>
                  <a:pt x="1066079" y="88265"/>
                </a:lnTo>
                <a:lnTo>
                  <a:pt x="1066543" y="87507"/>
                </a:lnTo>
                <a:lnTo>
                  <a:pt x="1066989" y="86729"/>
                </a:lnTo>
                <a:lnTo>
                  <a:pt x="1067418" y="85932"/>
                </a:lnTo>
                <a:lnTo>
                  <a:pt x="1067831" y="85113"/>
                </a:lnTo>
                <a:lnTo>
                  <a:pt x="1068225" y="84275"/>
                </a:lnTo>
                <a:lnTo>
                  <a:pt x="1068603" y="83417"/>
                </a:lnTo>
                <a:lnTo>
                  <a:pt x="1068964" y="82538"/>
                </a:lnTo>
                <a:lnTo>
                  <a:pt x="1069307" y="81639"/>
                </a:lnTo>
                <a:lnTo>
                  <a:pt x="1069634" y="80720"/>
                </a:lnTo>
                <a:lnTo>
                  <a:pt x="1069943" y="79781"/>
                </a:lnTo>
                <a:lnTo>
                  <a:pt x="1070235" y="78822"/>
                </a:lnTo>
                <a:lnTo>
                  <a:pt x="1070509" y="77842"/>
                </a:lnTo>
                <a:lnTo>
                  <a:pt x="1070767" y="76842"/>
                </a:lnTo>
                <a:lnTo>
                  <a:pt x="1071007" y="75822"/>
                </a:lnTo>
                <a:lnTo>
                  <a:pt x="1071231" y="74782"/>
                </a:lnTo>
                <a:lnTo>
                  <a:pt x="1069211" y="73807"/>
                </a:lnTo>
                <a:lnTo>
                  <a:pt x="1068909" y="74500"/>
                </a:lnTo>
                <a:lnTo>
                  <a:pt x="1068606" y="75175"/>
                </a:lnTo>
                <a:lnTo>
                  <a:pt x="1068303" y="75832"/>
                </a:lnTo>
                <a:close/>
                <a:moveTo>
                  <a:pt x="1013856" y="124010"/>
                </a:moveTo>
                <a:lnTo>
                  <a:pt x="940118" y="124010"/>
                </a:lnTo>
                <a:lnTo>
                  <a:pt x="940118" y="129789"/>
                </a:lnTo>
                <a:lnTo>
                  <a:pt x="1013856" y="129789"/>
                </a:lnTo>
                <a:lnTo>
                  <a:pt x="1013856" y="124010"/>
                </a:lnTo>
                <a:close/>
                <a:moveTo>
                  <a:pt x="1291073" y="124010"/>
                </a:moveTo>
                <a:lnTo>
                  <a:pt x="1217335" y="124010"/>
                </a:lnTo>
                <a:lnTo>
                  <a:pt x="1217335" y="129789"/>
                </a:lnTo>
                <a:lnTo>
                  <a:pt x="1291073" y="129789"/>
                </a:lnTo>
                <a:lnTo>
                  <a:pt x="1291073" y="1240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Text ai">
            <a:extLst xmlns:a="http://schemas.openxmlformats.org/drawingml/2006/main">
              <a:ext uri="{FF2B5EF4-FFF2-40B4-BE49-F238E27FC236}">
                <a16:creationId xmlns:a16="http://schemas.microsoft.com/office/drawing/2014/main" id="{7B221548-47B3-4A12-85F3-80F9E779A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4570" y="5217108"/>
            <a:ext cx="94370" cy="100406"/>
          </a:xfrm>
          <a:custGeom xmlns:a="http://schemas.openxmlformats.org/drawingml/2006/main">
            <a:pathLst>
              <a:path w="94370" h="100406">
                <a:moveTo>
                  <a:pt x="35511" y="89822"/>
                </a:moveTo>
                <a:cubicBezTo>
                  <a:pt x="28966" y="94882"/>
                  <a:pt x="24858" y="97806"/>
                  <a:pt x="23187" y="98595"/>
                </a:cubicBezTo>
                <a:cubicBezTo>
                  <a:pt x="20680" y="99802"/>
                  <a:pt x="18011" y="100406"/>
                  <a:pt x="15179" y="100406"/>
                </a:cubicBezTo>
                <a:cubicBezTo>
                  <a:pt x="10769" y="100406"/>
                  <a:pt x="7137" y="98897"/>
                  <a:pt x="4282" y="95880"/>
                </a:cubicBezTo>
                <a:cubicBezTo>
                  <a:pt x="1427" y="92863"/>
                  <a:pt x="0" y="88894"/>
                  <a:pt x="0" y="83973"/>
                </a:cubicBezTo>
                <a:cubicBezTo>
                  <a:pt x="0" y="80863"/>
                  <a:pt x="696" y="78171"/>
                  <a:pt x="2089" y="75896"/>
                </a:cubicBezTo>
                <a:cubicBezTo>
                  <a:pt x="3992" y="72740"/>
                  <a:pt x="7299" y="69769"/>
                  <a:pt x="12011" y="66984"/>
                </a:cubicBezTo>
                <a:cubicBezTo>
                  <a:pt x="16723" y="64198"/>
                  <a:pt x="24556" y="60810"/>
                  <a:pt x="35511" y="56818"/>
                </a:cubicBezTo>
                <a:lnTo>
                  <a:pt x="35511" y="54311"/>
                </a:lnTo>
                <a:cubicBezTo>
                  <a:pt x="35511" y="47952"/>
                  <a:pt x="34501" y="43588"/>
                  <a:pt x="32482" y="41221"/>
                </a:cubicBezTo>
                <a:cubicBezTo>
                  <a:pt x="30463" y="38853"/>
                  <a:pt x="27527" y="37670"/>
                  <a:pt x="23674" y="37670"/>
                </a:cubicBezTo>
                <a:cubicBezTo>
                  <a:pt x="20750" y="37670"/>
                  <a:pt x="18429" y="38456"/>
                  <a:pt x="16711" y="40028"/>
                </a:cubicBezTo>
                <a:cubicBezTo>
                  <a:pt x="14947" y="41601"/>
                  <a:pt x="14065" y="43405"/>
                  <a:pt x="14065" y="45440"/>
                </a:cubicBezTo>
                <a:lnTo>
                  <a:pt x="14204" y="49463"/>
                </a:lnTo>
                <a:cubicBezTo>
                  <a:pt x="14204" y="51590"/>
                  <a:pt x="13659" y="53231"/>
                  <a:pt x="12568" y="54387"/>
                </a:cubicBezTo>
                <a:cubicBezTo>
                  <a:pt x="11477" y="55543"/>
                  <a:pt x="10050" y="56121"/>
                  <a:pt x="8286" y="56121"/>
                </a:cubicBezTo>
                <a:cubicBezTo>
                  <a:pt x="6568" y="56121"/>
                  <a:pt x="5164" y="55520"/>
                  <a:pt x="4073" y="54318"/>
                </a:cubicBezTo>
                <a:cubicBezTo>
                  <a:pt x="2982" y="53114"/>
                  <a:pt x="2437" y="51470"/>
                  <a:pt x="2437" y="49387"/>
                </a:cubicBezTo>
                <a:cubicBezTo>
                  <a:pt x="2437" y="45408"/>
                  <a:pt x="4479" y="41752"/>
                  <a:pt x="8564" y="38420"/>
                </a:cubicBezTo>
                <a:cubicBezTo>
                  <a:pt x="12649" y="35088"/>
                  <a:pt x="18382" y="33422"/>
                  <a:pt x="25763" y="33422"/>
                </a:cubicBezTo>
                <a:cubicBezTo>
                  <a:pt x="31426" y="33422"/>
                  <a:pt x="36068" y="34372"/>
                  <a:pt x="39689" y="36273"/>
                </a:cubicBezTo>
                <a:cubicBezTo>
                  <a:pt x="42428" y="37710"/>
                  <a:pt x="44447" y="39959"/>
                  <a:pt x="45747" y="43020"/>
                </a:cubicBezTo>
                <a:cubicBezTo>
                  <a:pt x="46582" y="45013"/>
                  <a:pt x="47000" y="49093"/>
                  <a:pt x="47000" y="55260"/>
                </a:cubicBezTo>
                <a:lnTo>
                  <a:pt x="47000" y="76888"/>
                </a:lnTo>
                <a:cubicBezTo>
                  <a:pt x="47000" y="82962"/>
                  <a:pt x="47116" y="86683"/>
                  <a:pt x="47348" y="88051"/>
                </a:cubicBezTo>
                <a:cubicBezTo>
                  <a:pt x="47580" y="89419"/>
                  <a:pt x="47963" y="90335"/>
                  <a:pt x="48497" y="90799"/>
                </a:cubicBezTo>
                <a:cubicBezTo>
                  <a:pt x="49031" y="91262"/>
                  <a:pt x="49646" y="91493"/>
                  <a:pt x="50342" y="91493"/>
                </a:cubicBezTo>
                <a:cubicBezTo>
                  <a:pt x="51085" y="91493"/>
                  <a:pt x="51735" y="91331"/>
                  <a:pt x="52292" y="91006"/>
                </a:cubicBezTo>
                <a:cubicBezTo>
                  <a:pt x="53267" y="90402"/>
                  <a:pt x="55147" y="88708"/>
                  <a:pt x="57932" y="85923"/>
                </a:cubicBezTo>
                <a:lnTo>
                  <a:pt x="57932" y="89822"/>
                </a:lnTo>
                <a:cubicBezTo>
                  <a:pt x="52733" y="96785"/>
                  <a:pt x="47766" y="100267"/>
                  <a:pt x="43031" y="100267"/>
                </a:cubicBezTo>
                <a:cubicBezTo>
                  <a:pt x="40756" y="100267"/>
                  <a:pt x="38946" y="99477"/>
                  <a:pt x="37600" y="97899"/>
                </a:cubicBezTo>
                <a:cubicBezTo>
                  <a:pt x="36254" y="96321"/>
                  <a:pt x="35557" y="93629"/>
                  <a:pt x="35511" y="89822"/>
                </a:cubicBezTo>
                <a:moveTo>
                  <a:pt x="35511" y="85257"/>
                </a:moveTo>
                <a:lnTo>
                  <a:pt x="35511" y="61065"/>
                </a:lnTo>
                <a:cubicBezTo>
                  <a:pt x="28502" y="63837"/>
                  <a:pt x="23976" y="65801"/>
                  <a:pt x="21933" y="66958"/>
                </a:cubicBezTo>
                <a:cubicBezTo>
                  <a:pt x="18266" y="68991"/>
                  <a:pt x="15643" y="71117"/>
                  <a:pt x="14065" y="73335"/>
                </a:cubicBezTo>
                <a:cubicBezTo>
                  <a:pt x="12487" y="75553"/>
                  <a:pt x="11698" y="77979"/>
                  <a:pt x="11698" y="80614"/>
                </a:cubicBezTo>
                <a:cubicBezTo>
                  <a:pt x="11698" y="83941"/>
                  <a:pt x="12696" y="86703"/>
                  <a:pt x="14692" y="88897"/>
                </a:cubicBezTo>
                <a:cubicBezTo>
                  <a:pt x="16688" y="91092"/>
                  <a:pt x="18986" y="92190"/>
                  <a:pt x="21585" y="92190"/>
                </a:cubicBezTo>
                <a:cubicBezTo>
                  <a:pt x="25113" y="92190"/>
                  <a:pt x="29755" y="89879"/>
                  <a:pt x="35511" y="85257"/>
                </a:cubicBezTo>
                <a:close/>
                <a:moveTo>
                  <a:pt x="78912" y="0"/>
                </a:moveTo>
                <a:cubicBezTo>
                  <a:pt x="80862" y="0"/>
                  <a:pt x="82521" y="688"/>
                  <a:pt x="83891" y="2065"/>
                </a:cubicBezTo>
                <a:cubicBezTo>
                  <a:pt x="85260" y="3440"/>
                  <a:pt x="85945" y="5108"/>
                  <a:pt x="85945" y="7067"/>
                </a:cubicBezTo>
                <a:cubicBezTo>
                  <a:pt x="85945" y="9027"/>
                  <a:pt x="85260" y="10707"/>
                  <a:pt x="83891" y="12107"/>
                </a:cubicBezTo>
                <a:cubicBezTo>
                  <a:pt x="82521" y="13505"/>
                  <a:pt x="80862" y="14204"/>
                  <a:pt x="78912" y="14204"/>
                </a:cubicBezTo>
                <a:cubicBezTo>
                  <a:pt x="76962" y="14204"/>
                  <a:pt x="75291" y="13505"/>
                  <a:pt x="73899" y="12107"/>
                </a:cubicBezTo>
                <a:cubicBezTo>
                  <a:pt x="72506" y="10707"/>
                  <a:pt x="71810" y="9027"/>
                  <a:pt x="71810" y="7067"/>
                </a:cubicBezTo>
                <a:cubicBezTo>
                  <a:pt x="71810" y="5108"/>
                  <a:pt x="72495" y="3440"/>
                  <a:pt x="73864" y="2065"/>
                </a:cubicBezTo>
                <a:cubicBezTo>
                  <a:pt x="75233" y="688"/>
                  <a:pt x="76916" y="0"/>
                  <a:pt x="78912" y="0"/>
                </a:cubicBezTo>
                <a:moveTo>
                  <a:pt x="84691" y="33422"/>
                </a:moveTo>
                <a:lnTo>
                  <a:pt x="84691" y="84556"/>
                </a:lnTo>
                <a:cubicBezTo>
                  <a:pt x="84691" y="88540"/>
                  <a:pt x="84981" y="91191"/>
                  <a:pt x="85562" y="92512"/>
                </a:cubicBezTo>
                <a:cubicBezTo>
                  <a:pt x="86142" y="93832"/>
                  <a:pt x="87001" y="94816"/>
                  <a:pt x="88138" y="95464"/>
                </a:cubicBezTo>
                <a:cubicBezTo>
                  <a:pt x="89275" y="96113"/>
                  <a:pt x="91353" y="96437"/>
                  <a:pt x="94370" y="96437"/>
                </a:cubicBezTo>
                <a:lnTo>
                  <a:pt x="94370" y="99013"/>
                </a:lnTo>
                <a:lnTo>
                  <a:pt x="63385" y="99013"/>
                </a:lnTo>
                <a:lnTo>
                  <a:pt x="63385" y="96437"/>
                </a:lnTo>
                <a:cubicBezTo>
                  <a:pt x="66495" y="96437"/>
                  <a:pt x="68584" y="96136"/>
                  <a:pt x="69651" y="95534"/>
                </a:cubicBezTo>
                <a:cubicBezTo>
                  <a:pt x="70719" y="94932"/>
                  <a:pt x="71566" y="93936"/>
                  <a:pt x="72193" y="92546"/>
                </a:cubicBezTo>
                <a:cubicBezTo>
                  <a:pt x="72819" y="91157"/>
                  <a:pt x="73133" y="88493"/>
                  <a:pt x="73133" y="84556"/>
                </a:cubicBezTo>
                <a:lnTo>
                  <a:pt x="73133" y="60032"/>
                </a:lnTo>
                <a:cubicBezTo>
                  <a:pt x="73133" y="53130"/>
                  <a:pt x="72924" y="48660"/>
                  <a:pt x="72506" y="46624"/>
                </a:cubicBezTo>
                <a:cubicBezTo>
                  <a:pt x="72181" y="45141"/>
                  <a:pt x="71671" y="44110"/>
                  <a:pt x="70974" y="43532"/>
                </a:cubicBezTo>
                <a:cubicBezTo>
                  <a:pt x="70278" y="42953"/>
                  <a:pt x="69326" y="42663"/>
                  <a:pt x="68119" y="42663"/>
                </a:cubicBezTo>
                <a:cubicBezTo>
                  <a:pt x="66820" y="42663"/>
                  <a:pt x="65241" y="43011"/>
                  <a:pt x="63385" y="43706"/>
                </a:cubicBezTo>
                <a:lnTo>
                  <a:pt x="62410" y="41203"/>
                </a:lnTo>
                <a:lnTo>
                  <a:pt x="81628" y="33422"/>
                </a:lnTo>
                <a:lnTo>
                  <a:pt x="84691" y="3342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AC30D3-F38F-4B2A-9450-E3C8EAE51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693" y="2415076"/>
            <a:ext cx="10" cy="187164"/>
          </a:xfrm>
          <a:custGeom xmlns:a="http://schemas.openxmlformats.org/drawingml/2006/main">
            <a:pathLst>
              <a:path w="1" h="187164" fill="none">
                <a:moveTo>
                  <a:pt x="0" y="8913"/>
                </a:moveTo>
                <a:lnTo>
                  <a:pt x="0" y="187164"/>
                </a:lnTo>
                <a:lnTo>
                  <a:pt x="0" y="0"/>
                </a:lnTo>
                <a:lnTo>
                  <a:pt x="0" y="121478"/>
                </a:lnTo>
              </a:path>
            </a:pathLst>
          </a:custGeom>
          <a:noFill xmlns:a="http://schemas.openxmlformats.org/drawingml/2006/main"/>
          <a:ln xmlns:a="http://schemas.openxmlformats.org/drawingml/2006/main" w="8913" cap="flat">
            <a:solidFill>
              <a:srgbClr val="000000"/>
            </a:solidFill>
            <a:miter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6BDF6F-D50C-4CA3-89AD-7D7EEC324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9499" y="2520958"/>
            <a:ext cx="62388" cy="62388"/>
          </a:xfrm>
          <a:custGeom xmlns:a="http://schemas.openxmlformats.org/drawingml/2006/main">
            <a:pathLst>
              <a:path w="62388" h="62388">
                <a:moveTo>
                  <a:pt x="31194" y="62388"/>
                </a:moveTo>
                <a:lnTo>
                  <a:pt x="0" y="0"/>
                </a:lnTo>
                <a:lnTo>
                  <a:pt x="31194" y="15597"/>
                </a:lnTo>
                <a:lnTo>
                  <a:pt x="62388" y="0"/>
                </a:lnTo>
                <a:lnTo>
                  <a:pt x="31194" y="6238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930424-6062-4BCD-B8FC-A9E405A68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9499" y="2520958"/>
            <a:ext cx="62388" cy="62388"/>
          </a:xfrm>
          <a:custGeom xmlns:a="http://schemas.openxmlformats.org/drawingml/2006/main">
            <a:pathLst>
              <a:path w="62388" h="62388" fill="none">
                <a:moveTo>
                  <a:pt x="31194" y="62388"/>
                </a:moveTo>
                <a:lnTo>
                  <a:pt x="0" y="0"/>
                </a:lnTo>
                <a:lnTo>
                  <a:pt x="31194" y="15597"/>
                </a:lnTo>
                <a:lnTo>
                  <a:pt x="62388" y="0"/>
                </a:lnTo>
                <a:lnTo>
                  <a:pt x="31194" y="6238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913" cap="flat">
            <a:solidFill>
              <a:srgbClr val="000000"/>
            </a:solidFill>
            <a:miter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796C17-A6A1-470D-A78A-CCCF5D3BC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9989" y="677123"/>
            <a:ext cx="2183582" cy="1729040"/>
          </a:xfrm>
          <a:custGeom xmlns:a="http://schemas.openxmlformats.org/drawingml/2006/main">
            <a:pathLst>
              <a:path w="2183582" h="1729040" fill="none">
                <a:moveTo>
                  <a:pt x="0" y="1688934"/>
                </a:moveTo>
                <a:lnTo>
                  <a:pt x="0" y="40107"/>
                </a:lnTo>
                <a:cubicBezTo>
                  <a:pt x="0" y="34788"/>
                  <a:pt x="1018" y="29672"/>
                  <a:pt x="3053" y="24758"/>
                </a:cubicBezTo>
                <a:cubicBezTo>
                  <a:pt x="5088" y="19845"/>
                  <a:pt x="7986" y="15508"/>
                  <a:pt x="11747" y="11747"/>
                </a:cubicBezTo>
                <a:cubicBezTo>
                  <a:pt x="15507" y="7986"/>
                  <a:pt x="19844" y="5088"/>
                  <a:pt x="24758" y="3053"/>
                </a:cubicBezTo>
                <a:cubicBezTo>
                  <a:pt x="29672" y="1018"/>
                  <a:pt x="34788" y="0"/>
                  <a:pt x="40107" y="0"/>
                </a:cubicBezTo>
                <a:lnTo>
                  <a:pt x="2143476" y="0"/>
                </a:lnTo>
                <a:cubicBezTo>
                  <a:pt x="2148794" y="0"/>
                  <a:pt x="2153910" y="1018"/>
                  <a:pt x="2158824" y="3053"/>
                </a:cubicBezTo>
                <a:cubicBezTo>
                  <a:pt x="2163737" y="5088"/>
                  <a:pt x="2168074" y="7986"/>
                  <a:pt x="2171835" y="11747"/>
                </a:cubicBezTo>
                <a:cubicBezTo>
                  <a:pt x="2175596" y="15508"/>
                  <a:pt x="2178493" y="19845"/>
                  <a:pt x="2180528" y="24758"/>
                </a:cubicBezTo>
                <a:cubicBezTo>
                  <a:pt x="2182564" y="29672"/>
                  <a:pt x="2183582" y="34788"/>
                  <a:pt x="2183582" y="40107"/>
                </a:cubicBezTo>
                <a:lnTo>
                  <a:pt x="2183582" y="1688934"/>
                </a:lnTo>
                <a:cubicBezTo>
                  <a:pt x="2183582" y="1694252"/>
                  <a:pt x="2182564" y="1699368"/>
                  <a:pt x="2180528" y="1704282"/>
                </a:cubicBezTo>
                <a:cubicBezTo>
                  <a:pt x="2178493" y="1709195"/>
                  <a:pt x="2175596" y="1713533"/>
                  <a:pt x="2171835" y="1717294"/>
                </a:cubicBezTo>
                <a:cubicBezTo>
                  <a:pt x="2168074" y="1721054"/>
                  <a:pt x="2163737" y="1723952"/>
                  <a:pt x="2158824" y="1725987"/>
                </a:cubicBezTo>
                <a:cubicBezTo>
                  <a:pt x="2153910" y="1728023"/>
                  <a:pt x="2148794" y="1729040"/>
                  <a:pt x="2143476" y="1729040"/>
                </a:cubicBezTo>
                <a:lnTo>
                  <a:pt x="40107" y="1729040"/>
                </a:lnTo>
                <a:cubicBezTo>
                  <a:pt x="34788" y="1729040"/>
                  <a:pt x="29672" y="1728023"/>
                  <a:pt x="24758" y="1725987"/>
                </a:cubicBezTo>
                <a:cubicBezTo>
                  <a:pt x="19844" y="1723952"/>
                  <a:pt x="15507" y="1721054"/>
                  <a:pt x="11747" y="1717294"/>
                </a:cubicBezTo>
                <a:cubicBezTo>
                  <a:pt x="7986" y="1713533"/>
                  <a:pt x="5088" y="1709195"/>
                  <a:pt x="3053" y="1704282"/>
                </a:cubicBezTo>
                <a:cubicBezTo>
                  <a:pt x="1018" y="1699368"/>
                  <a:pt x="0" y="1694252"/>
                  <a:pt x="0" y="168893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8913" cap="flat">
            <a:solidFill>
              <a:srgbClr val="CCCCCC"/>
            </a:solidFill>
            <a:miter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7EDEA4-485F-413F-BF95-8A3B1B8FB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3572" y="770706"/>
            <a:ext cx="1996418" cy="169339"/>
          </a:xfrm>
          <a:custGeom xmlns:a="http://schemas.openxmlformats.org/drawingml/2006/main">
            <a:pathLst>
              <a:path w="1996418" h="169339">
                <a:moveTo>
                  <a:pt x="0" y="0"/>
                </a:moveTo>
                <a:lnTo>
                  <a:pt x="1996418" y="0"/>
                </a:lnTo>
                <a:lnTo>
                  <a:pt x="1996418" y="169339"/>
                </a:lnTo>
                <a:lnTo>
                  <a:pt x="0" y="16933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A90BB8-8D66-4C1C-91DB-72965B3EA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3572" y="940045"/>
            <a:ext cx="1996418" cy="169339"/>
          </a:xfrm>
          <a:custGeom xmlns:a="http://schemas.openxmlformats.org/drawingml/2006/main">
            <a:pathLst>
              <a:path w="1996418" h="169339">
                <a:moveTo>
                  <a:pt x="0" y="0"/>
                </a:moveTo>
                <a:lnTo>
                  <a:pt x="1996418" y="0"/>
                </a:lnTo>
                <a:lnTo>
                  <a:pt x="1996418" y="169339"/>
                </a:lnTo>
                <a:lnTo>
                  <a:pt x="0" y="16933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6CA589-0A26-4660-AE3A-96C278576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3572" y="1456974"/>
            <a:ext cx="1996418" cy="169339"/>
          </a:xfrm>
          <a:custGeom xmlns:a="http://schemas.openxmlformats.org/drawingml/2006/main">
            <a:pathLst>
              <a:path w="1996418" h="169339">
                <a:moveTo>
                  <a:pt x="0" y="0"/>
                </a:moveTo>
                <a:lnTo>
                  <a:pt x="1996418" y="0"/>
                </a:lnTo>
                <a:lnTo>
                  <a:pt x="1996418" y="169339"/>
                </a:lnTo>
                <a:lnTo>
                  <a:pt x="0" y="16933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5AD768-AC75-4F5E-92A1-77D0520C8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3572" y="1964991"/>
            <a:ext cx="1996418" cy="178252"/>
          </a:xfrm>
          <a:custGeom xmlns:a="http://schemas.openxmlformats.org/drawingml/2006/main">
            <a:pathLst>
              <a:path w="1996418" h="178252">
                <a:moveTo>
                  <a:pt x="0" y="0"/>
                </a:moveTo>
                <a:lnTo>
                  <a:pt x="1996418" y="0"/>
                </a:lnTo>
                <a:lnTo>
                  <a:pt x="1996418" y="178252"/>
                </a:lnTo>
                <a:lnTo>
                  <a:pt x="0" y="17825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FCC886-F064-4C5C-B543-40BBB4C98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3572" y="2143243"/>
            <a:ext cx="1996418" cy="169339"/>
          </a:xfrm>
          <a:custGeom xmlns:a="http://schemas.openxmlformats.org/drawingml/2006/main">
            <a:pathLst>
              <a:path w="1996418" h="169339">
                <a:moveTo>
                  <a:pt x="0" y="0"/>
                </a:moveTo>
                <a:lnTo>
                  <a:pt x="1996418" y="0"/>
                </a:lnTo>
                <a:lnTo>
                  <a:pt x="1996418" y="169339"/>
                </a:lnTo>
                <a:lnTo>
                  <a:pt x="0" y="16933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Text loc_A178A">
            <a:extLst xmlns:a="http://schemas.openxmlformats.org/drawingml/2006/main">
              <a:ext uri="{FF2B5EF4-FFF2-40B4-BE49-F238E27FC236}">
                <a16:creationId xmlns:a16="http://schemas.microsoft.com/office/drawing/2014/main" id="{E5B94007-FAA7-441B-9D5B-6EC6D668C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7819" y="805381"/>
            <a:ext cx="659553" cy="129789"/>
          </a:xfrm>
          <a:custGeom xmlns:a="http://schemas.openxmlformats.org/drawingml/2006/main">
            <a:pathLst>
              <a:path w="659553" h="129789">
                <a:moveTo>
                  <a:pt x="22142" y="0"/>
                </a:moveTo>
                <a:lnTo>
                  <a:pt x="22142" y="84539"/>
                </a:lnTo>
                <a:cubicBezTo>
                  <a:pt x="22142" y="88528"/>
                  <a:pt x="22432" y="91173"/>
                  <a:pt x="23013" y="92472"/>
                </a:cubicBezTo>
                <a:cubicBezTo>
                  <a:pt x="23593" y="93771"/>
                  <a:pt x="24486" y="94756"/>
                  <a:pt x="25693" y="95429"/>
                </a:cubicBezTo>
                <a:cubicBezTo>
                  <a:pt x="26900" y="96101"/>
                  <a:pt x="29152" y="96437"/>
                  <a:pt x="32447" y="96437"/>
                </a:cubicBezTo>
                <a:lnTo>
                  <a:pt x="32447" y="99013"/>
                </a:lnTo>
                <a:lnTo>
                  <a:pt x="1184" y="99013"/>
                </a:lnTo>
                <a:lnTo>
                  <a:pt x="1184" y="96437"/>
                </a:lnTo>
                <a:cubicBezTo>
                  <a:pt x="4108" y="96437"/>
                  <a:pt x="6104" y="96136"/>
                  <a:pt x="7172" y="95534"/>
                </a:cubicBezTo>
                <a:cubicBezTo>
                  <a:pt x="8239" y="94930"/>
                  <a:pt x="9075" y="93933"/>
                  <a:pt x="9679" y="92542"/>
                </a:cubicBezTo>
                <a:cubicBezTo>
                  <a:pt x="10282" y="91149"/>
                  <a:pt x="10584" y="88482"/>
                  <a:pt x="10584" y="84539"/>
                </a:cubicBezTo>
                <a:lnTo>
                  <a:pt x="10584" y="26649"/>
                </a:lnTo>
                <a:cubicBezTo>
                  <a:pt x="10584" y="19459"/>
                  <a:pt x="10421" y="15041"/>
                  <a:pt x="10096" y="13395"/>
                </a:cubicBezTo>
                <a:cubicBezTo>
                  <a:pt x="9771" y="11747"/>
                  <a:pt x="9249" y="10622"/>
                  <a:pt x="8530" y="10020"/>
                </a:cubicBezTo>
                <a:cubicBezTo>
                  <a:pt x="7810" y="9417"/>
                  <a:pt x="6893" y="9115"/>
                  <a:pt x="5779" y="9115"/>
                </a:cubicBezTo>
                <a:cubicBezTo>
                  <a:pt x="4572" y="9115"/>
                  <a:pt x="3040" y="9486"/>
                  <a:pt x="1184" y="10229"/>
                </a:cubicBezTo>
                <a:lnTo>
                  <a:pt x="0" y="7792"/>
                </a:lnTo>
                <a:lnTo>
                  <a:pt x="19009" y="0"/>
                </a:lnTo>
                <a:lnTo>
                  <a:pt x="22142" y="0"/>
                </a:lnTo>
                <a:close/>
                <a:moveTo>
                  <a:pt x="71046" y="33422"/>
                </a:moveTo>
                <a:cubicBezTo>
                  <a:pt x="80701" y="33422"/>
                  <a:pt x="88454" y="37086"/>
                  <a:pt x="94302" y="44413"/>
                </a:cubicBezTo>
                <a:cubicBezTo>
                  <a:pt x="99269" y="50672"/>
                  <a:pt x="101753" y="57860"/>
                  <a:pt x="101753" y="65976"/>
                </a:cubicBezTo>
                <a:cubicBezTo>
                  <a:pt x="101753" y="71680"/>
                  <a:pt x="100383" y="77453"/>
                  <a:pt x="97645" y="83297"/>
                </a:cubicBezTo>
                <a:cubicBezTo>
                  <a:pt x="94906" y="89138"/>
                  <a:pt x="91134" y="93543"/>
                  <a:pt x="86330" y="96511"/>
                </a:cubicBezTo>
                <a:cubicBezTo>
                  <a:pt x="81525" y="99479"/>
                  <a:pt x="76176" y="100963"/>
                  <a:pt x="70280" y="100963"/>
                </a:cubicBezTo>
                <a:cubicBezTo>
                  <a:pt x="60671" y="100963"/>
                  <a:pt x="53035" y="97137"/>
                  <a:pt x="47372" y="89485"/>
                </a:cubicBezTo>
                <a:cubicBezTo>
                  <a:pt x="42591" y="83040"/>
                  <a:pt x="40200" y="75806"/>
                  <a:pt x="40200" y="67784"/>
                </a:cubicBezTo>
                <a:cubicBezTo>
                  <a:pt x="40200" y="61941"/>
                  <a:pt x="41651" y="56133"/>
                  <a:pt x="44552" y="50360"/>
                </a:cubicBezTo>
                <a:cubicBezTo>
                  <a:pt x="47453" y="44586"/>
                  <a:pt x="51271" y="40320"/>
                  <a:pt x="56006" y="37561"/>
                </a:cubicBezTo>
                <a:cubicBezTo>
                  <a:pt x="60741" y="34802"/>
                  <a:pt x="65754" y="33422"/>
                  <a:pt x="71046" y="33422"/>
                </a:cubicBezTo>
                <a:moveTo>
                  <a:pt x="68888" y="38018"/>
                </a:moveTo>
                <a:cubicBezTo>
                  <a:pt x="66427" y="38018"/>
                  <a:pt x="63956" y="38748"/>
                  <a:pt x="61472" y="40209"/>
                </a:cubicBezTo>
                <a:cubicBezTo>
                  <a:pt x="58989" y="41670"/>
                  <a:pt x="56981" y="44231"/>
                  <a:pt x="55449" y="47894"/>
                </a:cubicBezTo>
                <a:cubicBezTo>
                  <a:pt x="53917" y="51557"/>
                  <a:pt x="53151" y="56263"/>
                  <a:pt x="53151" y="62012"/>
                </a:cubicBezTo>
                <a:cubicBezTo>
                  <a:pt x="53151" y="71284"/>
                  <a:pt x="54997" y="79282"/>
                  <a:pt x="58687" y="86006"/>
                </a:cubicBezTo>
                <a:cubicBezTo>
                  <a:pt x="62377" y="92728"/>
                  <a:pt x="67240" y="96089"/>
                  <a:pt x="73274" y="96089"/>
                </a:cubicBezTo>
                <a:cubicBezTo>
                  <a:pt x="77777" y="96089"/>
                  <a:pt x="81491" y="94234"/>
                  <a:pt x="84415" y="90525"/>
                </a:cubicBezTo>
                <a:cubicBezTo>
                  <a:pt x="87339" y="86816"/>
                  <a:pt x="88802" y="80441"/>
                  <a:pt x="88802" y="71401"/>
                </a:cubicBezTo>
                <a:cubicBezTo>
                  <a:pt x="88802" y="60087"/>
                  <a:pt x="86365" y="51185"/>
                  <a:pt x="81491" y="44693"/>
                </a:cubicBezTo>
                <a:cubicBezTo>
                  <a:pt x="78195" y="40243"/>
                  <a:pt x="73994" y="38018"/>
                  <a:pt x="68888" y="38018"/>
                </a:cubicBezTo>
                <a:close/>
                <a:moveTo>
                  <a:pt x="165325" y="74782"/>
                </a:moveTo>
                <a:cubicBezTo>
                  <a:pt x="163607" y="83184"/>
                  <a:pt x="160242" y="89648"/>
                  <a:pt x="155228" y="94174"/>
                </a:cubicBezTo>
                <a:cubicBezTo>
                  <a:pt x="150215" y="98700"/>
                  <a:pt x="144668" y="100963"/>
                  <a:pt x="138587" y="100963"/>
                </a:cubicBezTo>
                <a:cubicBezTo>
                  <a:pt x="131345" y="100963"/>
                  <a:pt x="125032" y="97926"/>
                  <a:pt x="119648" y="91852"/>
                </a:cubicBezTo>
                <a:cubicBezTo>
                  <a:pt x="114263" y="85777"/>
                  <a:pt x="111571" y="77569"/>
                  <a:pt x="111571" y="67227"/>
                </a:cubicBezTo>
                <a:cubicBezTo>
                  <a:pt x="111571" y="57211"/>
                  <a:pt x="114553" y="49073"/>
                  <a:pt x="120518" y="42813"/>
                </a:cubicBezTo>
                <a:cubicBezTo>
                  <a:pt x="126483" y="36553"/>
                  <a:pt x="133643" y="33422"/>
                  <a:pt x="141999" y="33422"/>
                </a:cubicBezTo>
                <a:cubicBezTo>
                  <a:pt x="148265" y="33422"/>
                  <a:pt x="153418" y="35077"/>
                  <a:pt x="157456" y="38385"/>
                </a:cubicBezTo>
                <a:cubicBezTo>
                  <a:pt x="161495" y="41693"/>
                  <a:pt x="163514" y="45128"/>
                  <a:pt x="163514" y="48691"/>
                </a:cubicBezTo>
                <a:cubicBezTo>
                  <a:pt x="163514" y="50449"/>
                  <a:pt x="162946" y="51872"/>
                  <a:pt x="161808" y="52960"/>
                </a:cubicBezTo>
                <a:cubicBezTo>
                  <a:pt x="160671" y="54046"/>
                  <a:pt x="159081" y="54590"/>
                  <a:pt x="157039" y="54590"/>
                </a:cubicBezTo>
                <a:cubicBezTo>
                  <a:pt x="154300" y="54590"/>
                  <a:pt x="152234" y="53708"/>
                  <a:pt x="150842" y="51944"/>
                </a:cubicBezTo>
                <a:cubicBezTo>
                  <a:pt x="150052" y="50969"/>
                  <a:pt x="149530" y="49112"/>
                  <a:pt x="149275" y="46373"/>
                </a:cubicBezTo>
                <a:cubicBezTo>
                  <a:pt x="149020" y="43635"/>
                  <a:pt x="148080" y="41546"/>
                  <a:pt x="146455" y="40107"/>
                </a:cubicBezTo>
                <a:cubicBezTo>
                  <a:pt x="144830" y="38714"/>
                  <a:pt x="142579" y="38018"/>
                  <a:pt x="139701" y="38018"/>
                </a:cubicBezTo>
                <a:cubicBezTo>
                  <a:pt x="135059" y="38018"/>
                  <a:pt x="131322" y="39735"/>
                  <a:pt x="128491" y="43170"/>
                </a:cubicBezTo>
                <a:cubicBezTo>
                  <a:pt x="124731" y="47719"/>
                  <a:pt x="122851" y="53731"/>
                  <a:pt x="122851" y="61204"/>
                </a:cubicBezTo>
                <a:cubicBezTo>
                  <a:pt x="122851" y="68817"/>
                  <a:pt x="124719" y="75536"/>
                  <a:pt x="128456" y="81362"/>
                </a:cubicBezTo>
                <a:cubicBezTo>
                  <a:pt x="132192" y="87188"/>
                  <a:pt x="137241" y="90101"/>
                  <a:pt x="143600" y="90101"/>
                </a:cubicBezTo>
                <a:cubicBezTo>
                  <a:pt x="148149" y="90101"/>
                  <a:pt x="152234" y="88546"/>
                  <a:pt x="155855" y="85435"/>
                </a:cubicBezTo>
                <a:cubicBezTo>
                  <a:pt x="158408" y="83300"/>
                  <a:pt x="160891" y="79424"/>
                  <a:pt x="163305" y="73807"/>
                </a:cubicBezTo>
                <a:lnTo>
                  <a:pt x="165325" y="74782"/>
                </a:lnTo>
                <a:close/>
                <a:moveTo>
                  <a:pt x="242565" y="129789"/>
                </a:moveTo>
                <a:lnTo>
                  <a:pt x="168828" y="129789"/>
                </a:lnTo>
                <a:lnTo>
                  <a:pt x="168828" y="124010"/>
                </a:lnTo>
                <a:lnTo>
                  <a:pt x="242565" y="124010"/>
                </a:lnTo>
                <a:lnTo>
                  <a:pt x="242565" y="129789"/>
                </a:lnTo>
                <a:close/>
                <a:moveTo>
                  <a:pt x="306555" y="67401"/>
                </a:moveTo>
                <a:lnTo>
                  <a:pt x="269999" y="67401"/>
                </a:lnTo>
                <a:lnTo>
                  <a:pt x="263593" y="82302"/>
                </a:lnTo>
                <a:cubicBezTo>
                  <a:pt x="262015" y="85969"/>
                  <a:pt x="261226" y="88708"/>
                  <a:pt x="261226" y="90518"/>
                </a:cubicBezTo>
                <a:cubicBezTo>
                  <a:pt x="261226" y="91957"/>
                  <a:pt x="261911" y="93222"/>
                  <a:pt x="263280" y="94313"/>
                </a:cubicBezTo>
                <a:cubicBezTo>
                  <a:pt x="264649" y="95404"/>
                  <a:pt x="267609" y="96112"/>
                  <a:pt x="272158" y="96437"/>
                </a:cubicBezTo>
                <a:lnTo>
                  <a:pt x="272158" y="99013"/>
                </a:lnTo>
                <a:lnTo>
                  <a:pt x="242426" y="99013"/>
                </a:lnTo>
                <a:lnTo>
                  <a:pt x="242426" y="96437"/>
                </a:lnTo>
                <a:cubicBezTo>
                  <a:pt x="246372" y="95741"/>
                  <a:pt x="248925" y="94836"/>
                  <a:pt x="250085" y="93724"/>
                </a:cubicBezTo>
                <a:cubicBezTo>
                  <a:pt x="252453" y="91497"/>
                  <a:pt x="255075" y="86975"/>
                  <a:pt x="257953" y="80157"/>
                </a:cubicBezTo>
                <a:lnTo>
                  <a:pt x="291167" y="2507"/>
                </a:lnTo>
                <a:lnTo>
                  <a:pt x="293604" y="2507"/>
                </a:lnTo>
                <a:lnTo>
                  <a:pt x="326469" y="80990"/>
                </a:lnTo>
                <a:cubicBezTo>
                  <a:pt x="329115" y="87299"/>
                  <a:pt x="331517" y="91392"/>
                  <a:pt x="333675" y="93271"/>
                </a:cubicBezTo>
                <a:cubicBezTo>
                  <a:pt x="335834" y="95149"/>
                  <a:pt x="338840" y="96205"/>
                  <a:pt x="342692" y="96437"/>
                </a:cubicBezTo>
                <a:lnTo>
                  <a:pt x="342692" y="99013"/>
                </a:lnTo>
                <a:lnTo>
                  <a:pt x="305441" y="99013"/>
                </a:lnTo>
                <a:lnTo>
                  <a:pt x="305441" y="96437"/>
                </a:lnTo>
                <a:cubicBezTo>
                  <a:pt x="309201" y="96251"/>
                  <a:pt x="311742" y="95625"/>
                  <a:pt x="313065" y="94557"/>
                </a:cubicBezTo>
                <a:cubicBezTo>
                  <a:pt x="314388" y="93489"/>
                  <a:pt x="315050" y="92190"/>
                  <a:pt x="315050" y="90658"/>
                </a:cubicBezTo>
                <a:cubicBezTo>
                  <a:pt x="315050" y="88615"/>
                  <a:pt x="314121" y="85389"/>
                  <a:pt x="312264" y="80979"/>
                </a:cubicBezTo>
                <a:lnTo>
                  <a:pt x="306555" y="67401"/>
                </a:lnTo>
                <a:moveTo>
                  <a:pt x="304605" y="62249"/>
                </a:moveTo>
                <a:lnTo>
                  <a:pt x="288590" y="24146"/>
                </a:lnTo>
                <a:lnTo>
                  <a:pt x="272158" y="62249"/>
                </a:lnTo>
                <a:lnTo>
                  <a:pt x="304605" y="62249"/>
                </a:lnTo>
                <a:close/>
                <a:moveTo>
                  <a:pt x="360981" y="13856"/>
                </a:moveTo>
                <a:lnTo>
                  <a:pt x="383959" y="2646"/>
                </a:lnTo>
                <a:lnTo>
                  <a:pt x="386257" y="2646"/>
                </a:lnTo>
                <a:lnTo>
                  <a:pt x="386257" y="82372"/>
                </a:lnTo>
                <a:cubicBezTo>
                  <a:pt x="386257" y="87664"/>
                  <a:pt x="386477" y="90959"/>
                  <a:pt x="386918" y="92259"/>
                </a:cubicBezTo>
                <a:cubicBezTo>
                  <a:pt x="387359" y="93559"/>
                  <a:pt x="388276" y="94557"/>
                  <a:pt x="389669" y="95253"/>
                </a:cubicBezTo>
                <a:cubicBezTo>
                  <a:pt x="391061" y="95949"/>
                  <a:pt x="393893" y="96344"/>
                  <a:pt x="398163" y="96437"/>
                </a:cubicBezTo>
                <a:lnTo>
                  <a:pt x="398163" y="99013"/>
                </a:lnTo>
                <a:lnTo>
                  <a:pt x="362652" y="99013"/>
                </a:lnTo>
                <a:lnTo>
                  <a:pt x="362652" y="96437"/>
                </a:lnTo>
                <a:cubicBezTo>
                  <a:pt x="367109" y="96344"/>
                  <a:pt x="369987" y="95961"/>
                  <a:pt x="371286" y="95288"/>
                </a:cubicBezTo>
                <a:cubicBezTo>
                  <a:pt x="372586" y="94615"/>
                  <a:pt x="373491" y="93710"/>
                  <a:pt x="374002" y="92572"/>
                </a:cubicBezTo>
                <a:cubicBezTo>
                  <a:pt x="374513" y="91435"/>
                  <a:pt x="374768" y="88035"/>
                  <a:pt x="374768" y="82372"/>
                </a:cubicBezTo>
                <a:lnTo>
                  <a:pt x="374768" y="31403"/>
                </a:lnTo>
                <a:cubicBezTo>
                  <a:pt x="374768" y="24533"/>
                  <a:pt x="374536" y="20123"/>
                  <a:pt x="374072" y="18173"/>
                </a:cubicBezTo>
                <a:cubicBezTo>
                  <a:pt x="373747" y="16688"/>
                  <a:pt x="373155" y="15597"/>
                  <a:pt x="372296" y="14901"/>
                </a:cubicBezTo>
                <a:cubicBezTo>
                  <a:pt x="371437" y="14204"/>
                  <a:pt x="370404" y="13856"/>
                  <a:pt x="369198" y="13856"/>
                </a:cubicBezTo>
                <a:cubicBezTo>
                  <a:pt x="367480" y="13856"/>
                  <a:pt x="365089" y="14576"/>
                  <a:pt x="362026" y="16015"/>
                </a:cubicBezTo>
                <a:lnTo>
                  <a:pt x="360981" y="13856"/>
                </a:lnTo>
                <a:close/>
                <a:moveTo>
                  <a:pt x="429914" y="4596"/>
                </a:moveTo>
                <a:lnTo>
                  <a:pt x="480535" y="4596"/>
                </a:lnTo>
                <a:lnTo>
                  <a:pt x="480535" y="7241"/>
                </a:lnTo>
                <a:lnTo>
                  <a:pt x="449063" y="100963"/>
                </a:lnTo>
                <a:lnTo>
                  <a:pt x="441264" y="100963"/>
                </a:lnTo>
                <a:lnTo>
                  <a:pt x="469464" y="15945"/>
                </a:lnTo>
                <a:lnTo>
                  <a:pt x="443492" y="15945"/>
                </a:lnTo>
                <a:cubicBezTo>
                  <a:pt x="438247" y="15945"/>
                  <a:pt x="434510" y="16572"/>
                  <a:pt x="432282" y="17825"/>
                </a:cubicBezTo>
                <a:cubicBezTo>
                  <a:pt x="428383" y="19960"/>
                  <a:pt x="425249" y="23256"/>
                  <a:pt x="422882" y="27713"/>
                </a:cubicBezTo>
                <a:lnTo>
                  <a:pt x="420863" y="26947"/>
                </a:lnTo>
                <a:lnTo>
                  <a:pt x="429914" y="4596"/>
                </a:lnTo>
                <a:close/>
                <a:moveTo>
                  <a:pt x="514236" y="51456"/>
                </a:moveTo>
                <a:cubicBezTo>
                  <a:pt x="506762" y="45329"/>
                  <a:pt x="501946" y="40408"/>
                  <a:pt x="499788" y="36695"/>
                </a:cubicBezTo>
                <a:cubicBezTo>
                  <a:pt x="497629" y="32981"/>
                  <a:pt x="496550" y="29128"/>
                  <a:pt x="496550" y="25136"/>
                </a:cubicBezTo>
                <a:cubicBezTo>
                  <a:pt x="496550" y="19009"/>
                  <a:pt x="498917" y="13729"/>
                  <a:pt x="503652" y="9296"/>
                </a:cubicBezTo>
                <a:cubicBezTo>
                  <a:pt x="508387" y="4862"/>
                  <a:pt x="514677" y="2646"/>
                  <a:pt x="522522" y="2646"/>
                </a:cubicBezTo>
                <a:cubicBezTo>
                  <a:pt x="530135" y="2646"/>
                  <a:pt x="536262" y="4712"/>
                  <a:pt x="540904" y="8843"/>
                </a:cubicBezTo>
                <a:cubicBezTo>
                  <a:pt x="545546" y="12974"/>
                  <a:pt x="547867" y="17686"/>
                  <a:pt x="547867" y="22978"/>
                </a:cubicBezTo>
                <a:cubicBezTo>
                  <a:pt x="547867" y="26506"/>
                  <a:pt x="546614" y="30103"/>
                  <a:pt x="544107" y="33770"/>
                </a:cubicBezTo>
                <a:cubicBezTo>
                  <a:pt x="541600" y="37437"/>
                  <a:pt x="536378" y="41755"/>
                  <a:pt x="528440" y="46721"/>
                </a:cubicBezTo>
                <a:cubicBezTo>
                  <a:pt x="536610" y="53034"/>
                  <a:pt x="542018" y="58001"/>
                  <a:pt x="544664" y="61622"/>
                </a:cubicBezTo>
                <a:cubicBezTo>
                  <a:pt x="548192" y="66357"/>
                  <a:pt x="549956" y="71347"/>
                  <a:pt x="549956" y="76592"/>
                </a:cubicBezTo>
                <a:cubicBezTo>
                  <a:pt x="549956" y="83231"/>
                  <a:pt x="547426" y="88905"/>
                  <a:pt x="542366" y="93617"/>
                </a:cubicBezTo>
                <a:cubicBezTo>
                  <a:pt x="537306" y="98329"/>
                  <a:pt x="530668" y="100684"/>
                  <a:pt x="522452" y="100684"/>
                </a:cubicBezTo>
                <a:cubicBezTo>
                  <a:pt x="513493" y="100684"/>
                  <a:pt x="506507" y="97876"/>
                  <a:pt x="501494" y="92259"/>
                </a:cubicBezTo>
                <a:cubicBezTo>
                  <a:pt x="497502" y="87756"/>
                  <a:pt x="495505" y="82836"/>
                  <a:pt x="495505" y="77498"/>
                </a:cubicBezTo>
                <a:cubicBezTo>
                  <a:pt x="495505" y="73320"/>
                  <a:pt x="496910" y="69177"/>
                  <a:pt x="499718" y="65069"/>
                </a:cubicBezTo>
                <a:cubicBezTo>
                  <a:pt x="502526" y="60961"/>
                  <a:pt x="507366" y="56423"/>
                  <a:pt x="514236" y="51456"/>
                </a:cubicBezTo>
                <a:moveTo>
                  <a:pt x="525168" y="44006"/>
                </a:moveTo>
                <a:cubicBezTo>
                  <a:pt x="530738" y="38993"/>
                  <a:pt x="534266" y="35035"/>
                  <a:pt x="535751" y="32134"/>
                </a:cubicBezTo>
                <a:cubicBezTo>
                  <a:pt x="537237" y="29233"/>
                  <a:pt x="537979" y="25949"/>
                  <a:pt x="537979" y="22281"/>
                </a:cubicBezTo>
                <a:cubicBezTo>
                  <a:pt x="537979" y="17407"/>
                  <a:pt x="536610" y="13589"/>
                  <a:pt x="533871" y="10827"/>
                </a:cubicBezTo>
                <a:cubicBezTo>
                  <a:pt x="531133" y="8065"/>
                  <a:pt x="527396" y="6684"/>
                  <a:pt x="522661" y="6684"/>
                </a:cubicBezTo>
                <a:cubicBezTo>
                  <a:pt x="517926" y="6684"/>
                  <a:pt x="514073" y="8054"/>
                  <a:pt x="511102" y="10793"/>
                </a:cubicBezTo>
                <a:cubicBezTo>
                  <a:pt x="508132" y="13531"/>
                  <a:pt x="506646" y="16734"/>
                  <a:pt x="506646" y="20401"/>
                </a:cubicBezTo>
                <a:cubicBezTo>
                  <a:pt x="506646" y="22815"/>
                  <a:pt x="507261" y="25229"/>
                  <a:pt x="508491" y="27643"/>
                </a:cubicBezTo>
                <a:cubicBezTo>
                  <a:pt x="509722" y="30057"/>
                  <a:pt x="511474" y="32355"/>
                  <a:pt x="513748" y="34536"/>
                </a:cubicBezTo>
                <a:lnTo>
                  <a:pt x="525168" y="44006"/>
                </a:lnTo>
                <a:moveTo>
                  <a:pt x="517508" y="54102"/>
                </a:moveTo>
                <a:cubicBezTo>
                  <a:pt x="513656" y="57352"/>
                  <a:pt x="510801" y="60891"/>
                  <a:pt x="508944" y="64721"/>
                </a:cubicBezTo>
                <a:cubicBezTo>
                  <a:pt x="507087" y="68550"/>
                  <a:pt x="506159" y="72693"/>
                  <a:pt x="506159" y="77150"/>
                </a:cubicBezTo>
                <a:cubicBezTo>
                  <a:pt x="506159" y="83138"/>
                  <a:pt x="507795" y="87930"/>
                  <a:pt x="511068" y="91528"/>
                </a:cubicBezTo>
                <a:cubicBezTo>
                  <a:pt x="514340" y="95126"/>
                  <a:pt x="518506" y="96924"/>
                  <a:pt x="523566" y="96924"/>
                </a:cubicBezTo>
                <a:cubicBezTo>
                  <a:pt x="528580" y="96924"/>
                  <a:pt x="532595" y="95509"/>
                  <a:pt x="535612" y="92677"/>
                </a:cubicBezTo>
                <a:cubicBezTo>
                  <a:pt x="538629" y="89845"/>
                  <a:pt x="540138" y="86410"/>
                  <a:pt x="540138" y="82372"/>
                </a:cubicBezTo>
                <a:cubicBezTo>
                  <a:pt x="540138" y="79030"/>
                  <a:pt x="539256" y="76035"/>
                  <a:pt x="537492" y="73390"/>
                </a:cubicBezTo>
                <a:cubicBezTo>
                  <a:pt x="534196" y="68469"/>
                  <a:pt x="527535" y="62040"/>
                  <a:pt x="517508" y="54102"/>
                </a:cubicBezTo>
                <a:close/>
                <a:moveTo>
                  <a:pt x="623415" y="67401"/>
                </a:moveTo>
                <a:lnTo>
                  <a:pt x="586859" y="67401"/>
                </a:lnTo>
                <a:lnTo>
                  <a:pt x="580453" y="82302"/>
                </a:lnTo>
                <a:cubicBezTo>
                  <a:pt x="578875" y="85969"/>
                  <a:pt x="578086" y="88708"/>
                  <a:pt x="578086" y="90518"/>
                </a:cubicBezTo>
                <a:cubicBezTo>
                  <a:pt x="578086" y="91957"/>
                  <a:pt x="578771" y="93222"/>
                  <a:pt x="580140" y="94313"/>
                </a:cubicBezTo>
                <a:cubicBezTo>
                  <a:pt x="581510" y="95404"/>
                  <a:pt x="584469" y="96112"/>
                  <a:pt x="589018" y="96437"/>
                </a:cubicBezTo>
                <a:lnTo>
                  <a:pt x="589018" y="99013"/>
                </a:lnTo>
                <a:lnTo>
                  <a:pt x="559286" y="99013"/>
                </a:lnTo>
                <a:lnTo>
                  <a:pt x="559286" y="96437"/>
                </a:lnTo>
                <a:cubicBezTo>
                  <a:pt x="563232" y="95741"/>
                  <a:pt x="565785" y="94836"/>
                  <a:pt x="566945" y="93724"/>
                </a:cubicBezTo>
                <a:cubicBezTo>
                  <a:pt x="569313" y="91497"/>
                  <a:pt x="571935" y="86975"/>
                  <a:pt x="574813" y="80157"/>
                </a:cubicBezTo>
                <a:lnTo>
                  <a:pt x="608027" y="2507"/>
                </a:lnTo>
                <a:lnTo>
                  <a:pt x="610464" y="2507"/>
                </a:lnTo>
                <a:lnTo>
                  <a:pt x="643329" y="80990"/>
                </a:lnTo>
                <a:cubicBezTo>
                  <a:pt x="645975" y="87299"/>
                  <a:pt x="648377" y="91392"/>
                  <a:pt x="650536" y="93271"/>
                </a:cubicBezTo>
                <a:cubicBezTo>
                  <a:pt x="652694" y="95149"/>
                  <a:pt x="655700" y="96205"/>
                  <a:pt x="659553" y="96437"/>
                </a:cubicBezTo>
                <a:lnTo>
                  <a:pt x="659553" y="99013"/>
                </a:lnTo>
                <a:lnTo>
                  <a:pt x="622301" y="99013"/>
                </a:lnTo>
                <a:lnTo>
                  <a:pt x="622301" y="96437"/>
                </a:lnTo>
                <a:cubicBezTo>
                  <a:pt x="626061" y="96251"/>
                  <a:pt x="628602" y="95625"/>
                  <a:pt x="629925" y="94557"/>
                </a:cubicBezTo>
                <a:cubicBezTo>
                  <a:pt x="631248" y="93489"/>
                  <a:pt x="631910" y="92190"/>
                  <a:pt x="631910" y="90658"/>
                </a:cubicBezTo>
                <a:cubicBezTo>
                  <a:pt x="631910" y="88615"/>
                  <a:pt x="630981" y="85389"/>
                  <a:pt x="629125" y="80979"/>
                </a:cubicBezTo>
                <a:lnTo>
                  <a:pt x="623415" y="67401"/>
                </a:lnTo>
                <a:moveTo>
                  <a:pt x="621465" y="62249"/>
                </a:moveTo>
                <a:lnTo>
                  <a:pt x="605450" y="24146"/>
                </a:lnTo>
                <a:lnTo>
                  <a:pt x="589018" y="62249"/>
                </a:lnTo>
                <a:lnTo>
                  <a:pt x="621465" y="6224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Text ...">
            <a:extLst xmlns:a="http://schemas.openxmlformats.org/drawingml/2006/main">
              <a:ext uri="{FF2B5EF4-FFF2-40B4-BE49-F238E27FC236}">
                <a16:creationId xmlns:a16="http://schemas.microsoft.com/office/drawing/2014/main" id="{CEAEE763-37BE-472B-8C3F-C3F39647F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3668" y="1060225"/>
            <a:ext cx="86758" cy="15458"/>
          </a:xfrm>
          <a:custGeom xmlns:a="http://schemas.openxmlformats.org/drawingml/2006/main">
            <a:pathLst>
              <a:path w="86758" h="15458">
                <a:moveTo>
                  <a:pt x="7729" y="0"/>
                </a:moveTo>
                <a:cubicBezTo>
                  <a:pt x="9911" y="0"/>
                  <a:pt x="11744" y="754"/>
                  <a:pt x="13230" y="2263"/>
                </a:cubicBezTo>
                <a:cubicBezTo>
                  <a:pt x="14715" y="3772"/>
                  <a:pt x="15458" y="5594"/>
                  <a:pt x="15458" y="7729"/>
                </a:cubicBezTo>
                <a:cubicBezTo>
                  <a:pt x="15458" y="9864"/>
                  <a:pt x="14703" y="11686"/>
                  <a:pt x="13195" y="13195"/>
                </a:cubicBezTo>
                <a:cubicBezTo>
                  <a:pt x="11686" y="14703"/>
                  <a:pt x="9864" y="15458"/>
                  <a:pt x="7729" y="15458"/>
                </a:cubicBezTo>
                <a:cubicBezTo>
                  <a:pt x="5594" y="15458"/>
                  <a:pt x="3772" y="14703"/>
                  <a:pt x="2263" y="13195"/>
                </a:cubicBezTo>
                <a:cubicBezTo>
                  <a:pt x="754" y="11686"/>
                  <a:pt x="0" y="9864"/>
                  <a:pt x="0" y="7729"/>
                </a:cubicBezTo>
                <a:cubicBezTo>
                  <a:pt x="0" y="5547"/>
                  <a:pt x="754" y="3714"/>
                  <a:pt x="2263" y="2228"/>
                </a:cubicBezTo>
                <a:cubicBezTo>
                  <a:pt x="3772" y="743"/>
                  <a:pt x="5594" y="0"/>
                  <a:pt x="7729" y="0"/>
                </a:cubicBezTo>
                <a:close/>
                <a:moveTo>
                  <a:pt x="43379" y="0"/>
                </a:moveTo>
                <a:cubicBezTo>
                  <a:pt x="45561" y="0"/>
                  <a:pt x="47394" y="754"/>
                  <a:pt x="48880" y="2263"/>
                </a:cubicBezTo>
                <a:cubicBezTo>
                  <a:pt x="50365" y="3772"/>
                  <a:pt x="51108" y="5594"/>
                  <a:pt x="51108" y="7729"/>
                </a:cubicBezTo>
                <a:cubicBezTo>
                  <a:pt x="51108" y="9864"/>
                  <a:pt x="50354" y="11686"/>
                  <a:pt x="48845" y="13195"/>
                </a:cubicBezTo>
                <a:cubicBezTo>
                  <a:pt x="47336" y="14703"/>
                  <a:pt x="45514" y="15458"/>
                  <a:pt x="43379" y="15458"/>
                </a:cubicBezTo>
                <a:cubicBezTo>
                  <a:pt x="41244" y="15458"/>
                  <a:pt x="39422" y="14703"/>
                  <a:pt x="37913" y="13195"/>
                </a:cubicBezTo>
                <a:cubicBezTo>
                  <a:pt x="36404" y="11686"/>
                  <a:pt x="35650" y="9864"/>
                  <a:pt x="35650" y="7729"/>
                </a:cubicBezTo>
                <a:cubicBezTo>
                  <a:pt x="35650" y="5547"/>
                  <a:pt x="36404" y="3714"/>
                  <a:pt x="37913" y="2228"/>
                </a:cubicBezTo>
                <a:cubicBezTo>
                  <a:pt x="39422" y="743"/>
                  <a:pt x="41244" y="0"/>
                  <a:pt x="43379" y="0"/>
                </a:cubicBezTo>
                <a:close/>
                <a:moveTo>
                  <a:pt x="79029" y="0"/>
                </a:moveTo>
                <a:cubicBezTo>
                  <a:pt x="81211" y="0"/>
                  <a:pt x="83045" y="754"/>
                  <a:pt x="84530" y="2263"/>
                </a:cubicBezTo>
                <a:cubicBezTo>
                  <a:pt x="86016" y="3772"/>
                  <a:pt x="86758" y="5594"/>
                  <a:pt x="86758" y="7729"/>
                </a:cubicBezTo>
                <a:cubicBezTo>
                  <a:pt x="86758" y="9864"/>
                  <a:pt x="86004" y="11686"/>
                  <a:pt x="84495" y="13195"/>
                </a:cubicBezTo>
                <a:cubicBezTo>
                  <a:pt x="82987" y="14703"/>
                  <a:pt x="81165" y="15458"/>
                  <a:pt x="79029" y="15458"/>
                </a:cubicBezTo>
                <a:cubicBezTo>
                  <a:pt x="76894" y="15458"/>
                  <a:pt x="75072" y="14703"/>
                  <a:pt x="73564" y="13195"/>
                </a:cubicBezTo>
                <a:cubicBezTo>
                  <a:pt x="72055" y="11686"/>
                  <a:pt x="71301" y="9864"/>
                  <a:pt x="71301" y="7729"/>
                </a:cubicBezTo>
                <a:cubicBezTo>
                  <a:pt x="71301" y="5547"/>
                  <a:pt x="72055" y="3714"/>
                  <a:pt x="73564" y="2228"/>
                </a:cubicBezTo>
                <a:cubicBezTo>
                  <a:pt x="75072" y="743"/>
                  <a:pt x="76894" y="0"/>
                  <a:pt x="79029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9C1522-F518-481B-A504-C77485A2D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3572" y="1118296"/>
            <a:ext cx="1996418" cy="151514"/>
          </a:xfrm>
          <a:custGeom xmlns:a="http://schemas.openxmlformats.org/drawingml/2006/main">
            <a:pathLst>
              <a:path w="1996418" h="151514">
                <a:moveTo>
                  <a:pt x="0" y="0"/>
                </a:moveTo>
                <a:lnTo>
                  <a:pt x="1996418" y="0"/>
                </a:lnTo>
                <a:lnTo>
                  <a:pt x="1996418" y="151514"/>
                </a:lnTo>
                <a:lnTo>
                  <a:pt x="0" y="15151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7D07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Text +LDRR3,=(A">
            <a:extLst xmlns:a="http://schemas.openxmlformats.org/drawingml/2006/main">
              <a:ext uri="{FF2B5EF4-FFF2-40B4-BE49-F238E27FC236}">
                <a16:creationId xmlns:a16="http://schemas.microsoft.com/office/drawing/2014/main" id="{14587E3B-F8C7-49F6-AB4C-E87845299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6148" y="1144059"/>
            <a:ext cx="1043966" cy="129511"/>
          </a:xfrm>
          <a:custGeom xmlns:a="http://schemas.openxmlformats.org/drawingml/2006/main">
            <a:pathLst>
              <a:path w="1043966" h="129511">
                <a:moveTo>
                  <a:pt x="34676" y="89265"/>
                </a:moveTo>
                <a:lnTo>
                  <a:pt x="34676" y="54520"/>
                </a:lnTo>
                <a:lnTo>
                  <a:pt x="0" y="54520"/>
                </a:lnTo>
                <a:lnTo>
                  <a:pt x="0" y="48741"/>
                </a:lnTo>
                <a:lnTo>
                  <a:pt x="34676" y="48741"/>
                </a:lnTo>
                <a:lnTo>
                  <a:pt x="34676" y="14135"/>
                </a:lnTo>
                <a:lnTo>
                  <a:pt x="40246" y="14135"/>
                </a:lnTo>
                <a:lnTo>
                  <a:pt x="40246" y="48741"/>
                </a:lnTo>
                <a:lnTo>
                  <a:pt x="75061" y="48741"/>
                </a:lnTo>
                <a:lnTo>
                  <a:pt x="75061" y="54520"/>
                </a:lnTo>
                <a:lnTo>
                  <a:pt x="40246" y="54520"/>
                </a:lnTo>
                <a:lnTo>
                  <a:pt x="40246" y="89265"/>
                </a:lnTo>
                <a:lnTo>
                  <a:pt x="34676" y="89265"/>
                </a:lnTo>
                <a:close/>
                <a:moveTo>
                  <a:pt x="195246" y="72832"/>
                </a:moveTo>
                <a:lnTo>
                  <a:pt x="197544" y="73322"/>
                </a:lnTo>
                <a:lnTo>
                  <a:pt x="189467" y="99013"/>
                </a:lnTo>
                <a:lnTo>
                  <a:pt x="116356" y="99013"/>
                </a:lnTo>
                <a:lnTo>
                  <a:pt x="116356" y="96437"/>
                </a:lnTo>
                <a:lnTo>
                  <a:pt x="119907" y="96437"/>
                </a:lnTo>
                <a:cubicBezTo>
                  <a:pt x="123899" y="96437"/>
                  <a:pt x="126754" y="95137"/>
                  <a:pt x="128471" y="92538"/>
                </a:cubicBezTo>
                <a:cubicBezTo>
                  <a:pt x="129446" y="91052"/>
                  <a:pt x="129933" y="87617"/>
                  <a:pt x="129933" y="82232"/>
                </a:cubicBezTo>
                <a:lnTo>
                  <a:pt x="129933" y="21307"/>
                </a:lnTo>
                <a:cubicBezTo>
                  <a:pt x="129933" y="15411"/>
                  <a:pt x="129283" y="11721"/>
                  <a:pt x="127984" y="10236"/>
                </a:cubicBezTo>
                <a:cubicBezTo>
                  <a:pt x="126173" y="8193"/>
                  <a:pt x="123481" y="7172"/>
                  <a:pt x="119907" y="7172"/>
                </a:cubicBezTo>
                <a:lnTo>
                  <a:pt x="116356" y="7172"/>
                </a:lnTo>
                <a:lnTo>
                  <a:pt x="116356" y="4596"/>
                </a:lnTo>
                <a:lnTo>
                  <a:pt x="159108" y="4596"/>
                </a:lnTo>
                <a:lnTo>
                  <a:pt x="159108" y="7172"/>
                </a:lnTo>
                <a:cubicBezTo>
                  <a:pt x="154095" y="7125"/>
                  <a:pt x="150579" y="7590"/>
                  <a:pt x="148559" y="8567"/>
                </a:cubicBezTo>
                <a:cubicBezTo>
                  <a:pt x="146540" y="9541"/>
                  <a:pt x="145159" y="10772"/>
                  <a:pt x="144416" y="12259"/>
                </a:cubicBezTo>
                <a:cubicBezTo>
                  <a:pt x="143674" y="13746"/>
                  <a:pt x="143302" y="17300"/>
                  <a:pt x="143302" y="22921"/>
                </a:cubicBezTo>
                <a:lnTo>
                  <a:pt x="143302" y="82293"/>
                </a:lnTo>
                <a:cubicBezTo>
                  <a:pt x="143302" y="86149"/>
                  <a:pt x="143674" y="88797"/>
                  <a:pt x="144416" y="90238"/>
                </a:cubicBezTo>
                <a:cubicBezTo>
                  <a:pt x="144973" y="91213"/>
                  <a:pt x="145832" y="91933"/>
                  <a:pt x="146993" y="92398"/>
                </a:cubicBezTo>
                <a:cubicBezTo>
                  <a:pt x="148153" y="92863"/>
                  <a:pt x="151774" y="93095"/>
                  <a:pt x="157855" y="93095"/>
                </a:cubicBezTo>
                <a:lnTo>
                  <a:pt x="164748" y="93095"/>
                </a:lnTo>
                <a:cubicBezTo>
                  <a:pt x="171990" y="93095"/>
                  <a:pt x="177073" y="92557"/>
                  <a:pt x="179997" y="91482"/>
                </a:cubicBezTo>
                <a:cubicBezTo>
                  <a:pt x="182921" y="90407"/>
                  <a:pt x="185591" y="88503"/>
                  <a:pt x="188004" y="85768"/>
                </a:cubicBezTo>
                <a:cubicBezTo>
                  <a:pt x="190418" y="83034"/>
                  <a:pt x="192832" y="78722"/>
                  <a:pt x="195246" y="72832"/>
                </a:cubicBezTo>
                <a:close/>
                <a:moveTo>
                  <a:pt x="203067" y="99013"/>
                </a:moveTo>
                <a:lnTo>
                  <a:pt x="203067" y="96437"/>
                </a:lnTo>
                <a:lnTo>
                  <a:pt x="206618" y="96437"/>
                </a:lnTo>
                <a:cubicBezTo>
                  <a:pt x="210610" y="96437"/>
                  <a:pt x="213442" y="95160"/>
                  <a:pt x="215113" y="92607"/>
                </a:cubicBezTo>
                <a:cubicBezTo>
                  <a:pt x="216134" y="91075"/>
                  <a:pt x="216645" y="87640"/>
                  <a:pt x="216645" y="82302"/>
                </a:cubicBezTo>
                <a:lnTo>
                  <a:pt x="216645" y="21307"/>
                </a:lnTo>
                <a:cubicBezTo>
                  <a:pt x="216645" y="15411"/>
                  <a:pt x="215995" y="11721"/>
                  <a:pt x="214695" y="10236"/>
                </a:cubicBezTo>
                <a:cubicBezTo>
                  <a:pt x="212885" y="8193"/>
                  <a:pt x="210193" y="7172"/>
                  <a:pt x="206618" y="7172"/>
                </a:cubicBezTo>
                <a:lnTo>
                  <a:pt x="203067" y="7172"/>
                </a:lnTo>
                <a:lnTo>
                  <a:pt x="203067" y="4596"/>
                </a:lnTo>
                <a:lnTo>
                  <a:pt x="241503" y="4596"/>
                </a:lnTo>
                <a:cubicBezTo>
                  <a:pt x="255614" y="4596"/>
                  <a:pt x="266349" y="6197"/>
                  <a:pt x="273706" y="9400"/>
                </a:cubicBezTo>
                <a:cubicBezTo>
                  <a:pt x="281064" y="12603"/>
                  <a:pt x="286982" y="17941"/>
                  <a:pt x="291462" y="25415"/>
                </a:cubicBezTo>
                <a:cubicBezTo>
                  <a:pt x="295941" y="32888"/>
                  <a:pt x="298181" y="41522"/>
                  <a:pt x="298181" y="51317"/>
                </a:cubicBezTo>
                <a:cubicBezTo>
                  <a:pt x="298181" y="64454"/>
                  <a:pt x="294189" y="75432"/>
                  <a:pt x="286205" y="84252"/>
                </a:cubicBezTo>
                <a:cubicBezTo>
                  <a:pt x="277246" y="94093"/>
                  <a:pt x="263599" y="99013"/>
                  <a:pt x="245263" y="99013"/>
                </a:cubicBezTo>
                <a:lnTo>
                  <a:pt x="203067" y="99013"/>
                </a:lnTo>
                <a:moveTo>
                  <a:pt x="230014" y="92259"/>
                </a:moveTo>
                <a:cubicBezTo>
                  <a:pt x="235909" y="93512"/>
                  <a:pt x="240853" y="94139"/>
                  <a:pt x="244845" y="94139"/>
                </a:cubicBezTo>
                <a:cubicBezTo>
                  <a:pt x="255614" y="94139"/>
                  <a:pt x="264550" y="90356"/>
                  <a:pt x="271652" y="82790"/>
                </a:cubicBezTo>
                <a:cubicBezTo>
                  <a:pt x="278755" y="75223"/>
                  <a:pt x="282306" y="64964"/>
                  <a:pt x="282306" y="52013"/>
                </a:cubicBezTo>
                <a:cubicBezTo>
                  <a:pt x="282306" y="38969"/>
                  <a:pt x="278755" y="28687"/>
                  <a:pt x="271652" y="21167"/>
                </a:cubicBezTo>
                <a:cubicBezTo>
                  <a:pt x="264550" y="13647"/>
                  <a:pt x="255429" y="9887"/>
                  <a:pt x="244288" y="9887"/>
                </a:cubicBezTo>
                <a:cubicBezTo>
                  <a:pt x="240110" y="9887"/>
                  <a:pt x="235352" y="10560"/>
                  <a:pt x="230014" y="11907"/>
                </a:cubicBezTo>
                <a:lnTo>
                  <a:pt x="230014" y="92259"/>
                </a:lnTo>
                <a:close/>
                <a:moveTo>
                  <a:pt x="399956" y="99013"/>
                </a:moveTo>
                <a:lnTo>
                  <a:pt x="374750" y="99013"/>
                </a:lnTo>
                <a:lnTo>
                  <a:pt x="342790" y="54729"/>
                </a:lnTo>
                <a:cubicBezTo>
                  <a:pt x="340423" y="54822"/>
                  <a:pt x="338496" y="54868"/>
                  <a:pt x="337011" y="54868"/>
                </a:cubicBezTo>
                <a:cubicBezTo>
                  <a:pt x="336407" y="54868"/>
                  <a:pt x="335757" y="54856"/>
                  <a:pt x="335061" y="54833"/>
                </a:cubicBezTo>
                <a:cubicBezTo>
                  <a:pt x="334365" y="54810"/>
                  <a:pt x="333645" y="54775"/>
                  <a:pt x="332903" y="54729"/>
                </a:cubicBezTo>
                <a:lnTo>
                  <a:pt x="332903" y="82254"/>
                </a:lnTo>
                <a:cubicBezTo>
                  <a:pt x="332903" y="88216"/>
                  <a:pt x="333552" y="91919"/>
                  <a:pt x="334852" y="93362"/>
                </a:cubicBezTo>
                <a:cubicBezTo>
                  <a:pt x="336616" y="95412"/>
                  <a:pt x="339262" y="96437"/>
                  <a:pt x="342790" y="96437"/>
                </a:cubicBezTo>
                <a:lnTo>
                  <a:pt x="346480" y="96437"/>
                </a:lnTo>
                <a:lnTo>
                  <a:pt x="346480" y="99013"/>
                </a:lnTo>
                <a:lnTo>
                  <a:pt x="306026" y="99013"/>
                </a:lnTo>
                <a:lnTo>
                  <a:pt x="306026" y="96437"/>
                </a:lnTo>
                <a:lnTo>
                  <a:pt x="309577" y="96437"/>
                </a:lnTo>
                <a:cubicBezTo>
                  <a:pt x="313569" y="96437"/>
                  <a:pt x="316424" y="95137"/>
                  <a:pt x="318141" y="92538"/>
                </a:cubicBezTo>
                <a:cubicBezTo>
                  <a:pt x="319116" y="91099"/>
                  <a:pt x="319603" y="87687"/>
                  <a:pt x="319603" y="82302"/>
                </a:cubicBezTo>
                <a:lnTo>
                  <a:pt x="319603" y="21307"/>
                </a:lnTo>
                <a:cubicBezTo>
                  <a:pt x="319603" y="15365"/>
                  <a:pt x="318953" y="11675"/>
                  <a:pt x="317654" y="10236"/>
                </a:cubicBezTo>
                <a:cubicBezTo>
                  <a:pt x="315843" y="8193"/>
                  <a:pt x="313151" y="7172"/>
                  <a:pt x="309577" y="7172"/>
                </a:cubicBezTo>
                <a:lnTo>
                  <a:pt x="306026" y="7172"/>
                </a:lnTo>
                <a:lnTo>
                  <a:pt x="306026" y="4596"/>
                </a:lnTo>
                <a:lnTo>
                  <a:pt x="340423" y="4596"/>
                </a:lnTo>
                <a:cubicBezTo>
                  <a:pt x="350449" y="4596"/>
                  <a:pt x="357842" y="5324"/>
                  <a:pt x="362600" y="6782"/>
                </a:cubicBezTo>
                <a:cubicBezTo>
                  <a:pt x="367358" y="8240"/>
                  <a:pt x="371396" y="10925"/>
                  <a:pt x="374715" y="14838"/>
                </a:cubicBezTo>
                <a:cubicBezTo>
                  <a:pt x="378034" y="18748"/>
                  <a:pt x="379694" y="23411"/>
                  <a:pt x="379694" y="28827"/>
                </a:cubicBezTo>
                <a:cubicBezTo>
                  <a:pt x="379694" y="34612"/>
                  <a:pt x="377802" y="39634"/>
                  <a:pt x="374019" y="43893"/>
                </a:cubicBezTo>
                <a:cubicBezTo>
                  <a:pt x="370236" y="48150"/>
                  <a:pt x="364375" y="51159"/>
                  <a:pt x="356437" y="52918"/>
                </a:cubicBezTo>
                <a:lnTo>
                  <a:pt x="375934" y="80091"/>
                </a:lnTo>
                <a:cubicBezTo>
                  <a:pt x="380390" y="86332"/>
                  <a:pt x="384220" y="90477"/>
                  <a:pt x="387422" y="92527"/>
                </a:cubicBezTo>
                <a:cubicBezTo>
                  <a:pt x="390625" y="94575"/>
                  <a:pt x="394803" y="95878"/>
                  <a:pt x="399956" y="96437"/>
                </a:cubicBezTo>
                <a:lnTo>
                  <a:pt x="399956" y="99013"/>
                </a:lnTo>
                <a:moveTo>
                  <a:pt x="332903" y="50481"/>
                </a:moveTo>
                <a:cubicBezTo>
                  <a:pt x="333785" y="50481"/>
                  <a:pt x="334550" y="50493"/>
                  <a:pt x="335200" y="50516"/>
                </a:cubicBezTo>
                <a:cubicBezTo>
                  <a:pt x="335850" y="50539"/>
                  <a:pt x="336384" y="50551"/>
                  <a:pt x="336802" y="50551"/>
                </a:cubicBezTo>
                <a:cubicBezTo>
                  <a:pt x="345807" y="50551"/>
                  <a:pt x="352596" y="48601"/>
                  <a:pt x="357168" y="44702"/>
                </a:cubicBezTo>
                <a:cubicBezTo>
                  <a:pt x="361741" y="40803"/>
                  <a:pt x="364027" y="35836"/>
                  <a:pt x="364027" y="29801"/>
                </a:cubicBezTo>
                <a:cubicBezTo>
                  <a:pt x="364027" y="23906"/>
                  <a:pt x="362182" y="19113"/>
                  <a:pt x="358491" y="15423"/>
                </a:cubicBezTo>
                <a:cubicBezTo>
                  <a:pt x="354801" y="11733"/>
                  <a:pt x="349915" y="9887"/>
                  <a:pt x="343834" y="9887"/>
                </a:cubicBezTo>
                <a:cubicBezTo>
                  <a:pt x="341142" y="9887"/>
                  <a:pt x="337498" y="10328"/>
                  <a:pt x="332903" y="11210"/>
                </a:cubicBezTo>
                <a:lnTo>
                  <a:pt x="332903" y="50481"/>
                </a:lnTo>
                <a:close/>
                <a:moveTo>
                  <a:pt x="673322" y="99013"/>
                </a:moveTo>
                <a:lnTo>
                  <a:pt x="648116" y="99013"/>
                </a:lnTo>
                <a:lnTo>
                  <a:pt x="616156" y="54729"/>
                </a:lnTo>
                <a:cubicBezTo>
                  <a:pt x="613789" y="54822"/>
                  <a:pt x="611863" y="54868"/>
                  <a:pt x="610377" y="54868"/>
                </a:cubicBezTo>
                <a:cubicBezTo>
                  <a:pt x="609774" y="54868"/>
                  <a:pt x="609124" y="54856"/>
                  <a:pt x="608428" y="54833"/>
                </a:cubicBezTo>
                <a:cubicBezTo>
                  <a:pt x="607731" y="54810"/>
                  <a:pt x="607012" y="54775"/>
                  <a:pt x="606269" y="54729"/>
                </a:cubicBezTo>
                <a:lnTo>
                  <a:pt x="606269" y="82254"/>
                </a:lnTo>
                <a:cubicBezTo>
                  <a:pt x="606269" y="88216"/>
                  <a:pt x="606919" y="91919"/>
                  <a:pt x="608219" y="93362"/>
                </a:cubicBezTo>
                <a:cubicBezTo>
                  <a:pt x="609983" y="95412"/>
                  <a:pt x="612629" y="96437"/>
                  <a:pt x="616156" y="96437"/>
                </a:cubicBezTo>
                <a:lnTo>
                  <a:pt x="619847" y="96437"/>
                </a:lnTo>
                <a:lnTo>
                  <a:pt x="619847" y="99013"/>
                </a:lnTo>
                <a:lnTo>
                  <a:pt x="579392" y="99013"/>
                </a:lnTo>
                <a:lnTo>
                  <a:pt x="579392" y="96437"/>
                </a:lnTo>
                <a:lnTo>
                  <a:pt x="582943" y="96437"/>
                </a:lnTo>
                <a:cubicBezTo>
                  <a:pt x="586935" y="96437"/>
                  <a:pt x="589790" y="95137"/>
                  <a:pt x="591508" y="92538"/>
                </a:cubicBezTo>
                <a:cubicBezTo>
                  <a:pt x="592482" y="91099"/>
                  <a:pt x="592970" y="87687"/>
                  <a:pt x="592970" y="82302"/>
                </a:cubicBezTo>
                <a:lnTo>
                  <a:pt x="592970" y="21307"/>
                </a:lnTo>
                <a:cubicBezTo>
                  <a:pt x="592970" y="15365"/>
                  <a:pt x="592320" y="11675"/>
                  <a:pt x="591020" y="10236"/>
                </a:cubicBezTo>
                <a:cubicBezTo>
                  <a:pt x="589210" y="8193"/>
                  <a:pt x="586517" y="7172"/>
                  <a:pt x="582943" y="7172"/>
                </a:cubicBezTo>
                <a:lnTo>
                  <a:pt x="579392" y="7172"/>
                </a:lnTo>
                <a:lnTo>
                  <a:pt x="579392" y="4596"/>
                </a:lnTo>
                <a:lnTo>
                  <a:pt x="613789" y="4596"/>
                </a:lnTo>
                <a:cubicBezTo>
                  <a:pt x="623816" y="4596"/>
                  <a:pt x="631208" y="5324"/>
                  <a:pt x="635966" y="6782"/>
                </a:cubicBezTo>
                <a:cubicBezTo>
                  <a:pt x="640724" y="8240"/>
                  <a:pt x="644763" y="10925"/>
                  <a:pt x="648082" y="14838"/>
                </a:cubicBezTo>
                <a:cubicBezTo>
                  <a:pt x="651401" y="18748"/>
                  <a:pt x="653060" y="23411"/>
                  <a:pt x="653060" y="28827"/>
                </a:cubicBezTo>
                <a:cubicBezTo>
                  <a:pt x="653060" y="34612"/>
                  <a:pt x="651168" y="39634"/>
                  <a:pt x="647385" y="43893"/>
                </a:cubicBezTo>
                <a:cubicBezTo>
                  <a:pt x="643602" y="48150"/>
                  <a:pt x="637742" y="51159"/>
                  <a:pt x="629804" y="52918"/>
                </a:cubicBezTo>
                <a:lnTo>
                  <a:pt x="649300" y="80091"/>
                </a:lnTo>
                <a:cubicBezTo>
                  <a:pt x="653756" y="86332"/>
                  <a:pt x="657586" y="90477"/>
                  <a:pt x="660789" y="92527"/>
                </a:cubicBezTo>
                <a:cubicBezTo>
                  <a:pt x="663992" y="94575"/>
                  <a:pt x="668170" y="95878"/>
                  <a:pt x="673322" y="96437"/>
                </a:cubicBezTo>
                <a:lnTo>
                  <a:pt x="673322" y="99013"/>
                </a:lnTo>
                <a:moveTo>
                  <a:pt x="606269" y="50481"/>
                </a:moveTo>
                <a:cubicBezTo>
                  <a:pt x="607151" y="50481"/>
                  <a:pt x="607917" y="50493"/>
                  <a:pt x="608567" y="50516"/>
                </a:cubicBezTo>
                <a:cubicBezTo>
                  <a:pt x="609217" y="50539"/>
                  <a:pt x="609751" y="50551"/>
                  <a:pt x="610168" y="50551"/>
                </a:cubicBezTo>
                <a:cubicBezTo>
                  <a:pt x="619174" y="50551"/>
                  <a:pt x="625963" y="48601"/>
                  <a:pt x="630535" y="44702"/>
                </a:cubicBezTo>
                <a:cubicBezTo>
                  <a:pt x="635107" y="40803"/>
                  <a:pt x="637393" y="35836"/>
                  <a:pt x="637393" y="29801"/>
                </a:cubicBezTo>
                <a:cubicBezTo>
                  <a:pt x="637393" y="23906"/>
                  <a:pt x="635548" y="19113"/>
                  <a:pt x="631858" y="15423"/>
                </a:cubicBezTo>
                <a:cubicBezTo>
                  <a:pt x="628168" y="11733"/>
                  <a:pt x="623282" y="9887"/>
                  <a:pt x="617201" y="9887"/>
                </a:cubicBezTo>
                <a:cubicBezTo>
                  <a:pt x="614509" y="9887"/>
                  <a:pt x="610865" y="10328"/>
                  <a:pt x="606269" y="11210"/>
                </a:cubicBezTo>
                <a:lnTo>
                  <a:pt x="606269" y="50481"/>
                </a:lnTo>
                <a:close/>
                <a:moveTo>
                  <a:pt x="679312" y="22490"/>
                </a:moveTo>
                <a:cubicBezTo>
                  <a:pt x="682004" y="16131"/>
                  <a:pt x="685404" y="11234"/>
                  <a:pt x="689513" y="7799"/>
                </a:cubicBezTo>
                <a:cubicBezTo>
                  <a:pt x="693621" y="4363"/>
                  <a:pt x="698738" y="2646"/>
                  <a:pt x="704866" y="2646"/>
                </a:cubicBezTo>
                <a:cubicBezTo>
                  <a:pt x="712432" y="2646"/>
                  <a:pt x="718235" y="5103"/>
                  <a:pt x="722273" y="10016"/>
                </a:cubicBezTo>
                <a:cubicBezTo>
                  <a:pt x="725337" y="13679"/>
                  <a:pt x="726869" y="17596"/>
                  <a:pt x="726869" y="21768"/>
                </a:cubicBezTo>
                <a:cubicBezTo>
                  <a:pt x="726869" y="28628"/>
                  <a:pt x="722552" y="35720"/>
                  <a:pt x="713918" y="43044"/>
                </a:cubicBezTo>
                <a:cubicBezTo>
                  <a:pt x="719720" y="45322"/>
                  <a:pt x="724107" y="48575"/>
                  <a:pt x="727078" y="52803"/>
                </a:cubicBezTo>
                <a:cubicBezTo>
                  <a:pt x="730049" y="57030"/>
                  <a:pt x="731534" y="62001"/>
                  <a:pt x="731534" y="67717"/>
                </a:cubicBezTo>
                <a:cubicBezTo>
                  <a:pt x="731534" y="75895"/>
                  <a:pt x="728934" y="82982"/>
                  <a:pt x="723735" y="88976"/>
                </a:cubicBezTo>
                <a:cubicBezTo>
                  <a:pt x="716958" y="96781"/>
                  <a:pt x="707140" y="100684"/>
                  <a:pt x="694282" y="100684"/>
                </a:cubicBezTo>
                <a:cubicBezTo>
                  <a:pt x="687923" y="100684"/>
                  <a:pt x="683594" y="99895"/>
                  <a:pt x="681296" y="98317"/>
                </a:cubicBezTo>
                <a:cubicBezTo>
                  <a:pt x="678998" y="96739"/>
                  <a:pt x="677850" y="95044"/>
                  <a:pt x="677850" y="93234"/>
                </a:cubicBezTo>
                <a:cubicBezTo>
                  <a:pt x="677850" y="91888"/>
                  <a:pt x="678395" y="90704"/>
                  <a:pt x="679486" y="89683"/>
                </a:cubicBezTo>
                <a:cubicBezTo>
                  <a:pt x="680577" y="88662"/>
                  <a:pt x="681888" y="88151"/>
                  <a:pt x="683420" y="88151"/>
                </a:cubicBezTo>
                <a:cubicBezTo>
                  <a:pt x="684580" y="88151"/>
                  <a:pt x="685764" y="88337"/>
                  <a:pt x="686971" y="88708"/>
                </a:cubicBezTo>
                <a:cubicBezTo>
                  <a:pt x="687760" y="88940"/>
                  <a:pt x="689547" y="89787"/>
                  <a:pt x="692333" y="91250"/>
                </a:cubicBezTo>
                <a:cubicBezTo>
                  <a:pt x="695118" y="92712"/>
                  <a:pt x="697044" y="93582"/>
                  <a:pt x="698112" y="93861"/>
                </a:cubicBezTo>
                <a:cubicBezTo>
                  <a:pt x="699829" y="94371"/>
                  <a:pt x="701663" y="94627"/>
                  <a:pt x="703612" y="94627"/>
                </a:cubicBezTo>
                <a:cubicBezTo>
                  <a:pt x="708347" y="94627"/>
                  <a:pt x="712467" y="92790"/>
                  <a:pt x="715972" y="89117"/>
                </a:cubicBezTo>
                <a:cubicBezTo>
                  <a:pt x="719476" y="85444"/>
                  <a:pt x="721229" y="81097"/>
                  <a:pt x="721229" y="76075"/>
                </a:cubicBezTo>
                <a:cubicBezTo>
                  <a:pt x="721229" y="72402"/>
                  <a:pt x="720416" y="68822"/>
                  <a:pt x="718792" y="65334"/>
                </a:cubicBezTo>
                <a:cubicBezTo>
                  <a:pt x="717585" y="62730"/>
                  <a:pt x="716262" y="60755"/>
                  <a:pt x="714823" y="59407"/>
                </a:cubicBezTo>
                <a:cubicBezTo>
                  <a:pt x="712827" y="57546"/>
                  <a:pt x="710088" y="55860"/>
                  <a:pt x="706607" y="54350"/>
                </a:cubicBezTo>
                <a:cubicBezTo>
                  <a:pt x="703125" y="52839"/>
                  <a:pt x="699574" y="52083"/>
                  <a:pt x="695953" y="52083"/>
                </a:cubicBezTo>
                <a:lnTo>
                  <a:pt x="693725" y="52083"/>
                </a:lnTo>
                <a:lnTo>
                  <a:pt x="693725" y="49994"/>
                </a:lnTo>
                <a:cubicBezTo>
                  <a:pt x="697392" y="49530"/>
                  <a:pt x="701071" y="48207"/>
                  <a:pt x="704761" y="46025"/>
                </a:cubicBezTo>
                <a:cubicBezTo>
                  <a:pt x="708452" y="43843"/>
                  <a:pt x="711132" y="41221"/>
                  <a:pt x="712804" y="38157"/>
                </a:cubicBezTo>
                <a:cubicBezTo>
                  <a:pt x="714475" y="35093"/>
                  <a:pt x="715310" y="31728"/>
                  <a:pt x="715310" y="28061"/>
                </a:cubicBezTo>
                <a:cubicBezTo>
                  <a:pt x="715310" y="23279"/>
                  <a:pt x="713813" y="19415"/>
                  <a:pt x="710819" y="16467"/>
                </a:cubicBezTo>
                <a:cubicBezTo>
                  <a:pt x="707825" y="13520"/>
                  <a:pt x="704100" y="12046"/>
                  <a:pt x="699644" y="12046"/>
                </a:cubicBezTo>
                <a:cubicBezTo>
                  <a:pt x="692449" y="12046"/>
                  <a:pt x="686437" y="15899"/>
                  <a:pt x="681610" y="23604"/>
                </a:cubicBezTo>
                <a:lnTo>
                  <a:pt x="679312" y="22490"/>
                </a:lnTo>
                <a:close/>
                <a:moveTo>
                  <a:pt x="751030" y="122826"/>
                </a:moveTo>
                <a:lnTo>
                  <a:pt x="751030" y="119763"/>
                </a:lnTo>
                <a:cubicBezTo>
                  <a:pt x="755811" y="118179"/>
                  <a:pt x="759513" y="115721"/>
                  <a:pt x="762136" y="112389"/>
                </a:cubicBezTo>
                <a:cubicBezTo>
                  <a:pt x="764759" y="109058"/>
                  <a:pt x="766070" y="105529"/>
                  <a:pt x="766070" y="101801"/>
                </a:cubicBezTo>
                <a:cubicBezTo>
                  <a:pt x="766070" y="100917"/>
                  <a:pt x="765861" y="100174"/>
                  <a:pt x="765444" y="99570"/>
                </a:cubicBezTo>
                <a:cubicBezTo>
                  <a:pt x="765119" y="99152"/>
                  <a:pt x="764794" y="98944"/>
                  <a:pt x="764469" y="98944"/>
                </a:cubicBezTo>
                <a:cubicBezTo>
                  <a:pt x="763958" y="98944"/>
                  <a:pt x="762844" y="99408"/>
                  <a:pt x="761126" y="100336"/>
                </a:cubicBezTo>
                <a:cubicBezTo>
                  <a:pt x="760291" y="100754"/>
                  <a:pt x="759409" y="100963"/>
                  <a:pt x="758481" y="100963"/>
                </a:cubicBezTo>
                <a:cubicBezTo>
                  <a:pt x="756206" y="100963"/>
                  <a:pt x="754396" y="100290"/>
                  <a:pt x="753049" y="98944"/>
                </a:cubicBezTo>
                <a:cubicBezTo>
                  <a:pt x="751703" y="97597"/>
                  <a:pt x="751030" y="95741"/>
                  <a:pt x="751030" y="93373"/>
                </a:cubicBezTo>
                <a:cubicBezTo>
                  <a:pt x="751030" y="91099"/>
                  <a:pt x="751901" y="89149"/>
                  <a:pt x="753641" y="87524"/>
                </a:cubicBezTo>
                <a:cubicBezTo>
                  <a:pt x="755382" y="85900"/>
                  <a:pt x="757506" y="85087"/>
                  <a:pt x="760012" y="85087"/>
                </a:cubicBezTo>
                <a:cubicBezTo>
                  <a:pt x="763076" y="85087"/>
                  <a:pt x="765803" y="86425"/>
                  <a:pt x="768194" y="89100"/>
                </a:cubicBezTo>
                <a:cubicBezTo>
                  <a:pt x="770584" y="91773"/>
                  <a:pt x="771780" y="95318"/>
                  <a:pt x="771780" y="99736"/>
                </a:cubicBezTo>
                <a:cubicBezTo>
                  <a:pt x="771780" y="104527"/>
                  <a:pt x="770120" y="108980"/>
                  <a:pt x="766801" y="113096"/>
                </a:cubicBezTo>
                <a:cubicBezTo>
                  <a:pt x="763482" y="117211"/>
                  <a:pt x="758225" y="120455"/>
                  <a:pt x="751030" y="122826"/>
                </a:cubicBezTo>
                <a:close/>
                <a:moveTo>
                  <a:pt x="817248" y="37461"/>
                </a:moveTo>
                <a:lnTo>
                  <a:pt x="892378" y="37461"/>
                </a:lnTo>
                <a:lnTo>
                  <a:pt x="892378" y="43240"/>
                </a:lnTo>
                <a:lnTo>
                  <a:pt x="817248" y="43240"/>
                </a:lnTo>
                <a:lnTo>
                  <a:pt x="817248" y="37461"/>
                </a:lnTo>
                <a:moveTo>
                  <a:pt x="817248" y="60090"/>
                </a:moveTo>
                <a:lnTo>
                  <a:pt x="892378" y="60090"/>
                </a:lnTo>
                <a:lnTo>
                  <a:pt x="892378" y="65870"/>
                </a:lnTo>
                <a:lnTo>
                  <a:pt x="817248" y="65870"/>
                </a:lnTo>
                <a:lnTo>
                  <a:pt x="817248" y="60090"/>
                </a:lnTo>
                <a:close/>
                <a:moveTo>
                  <a:pt x="939383" y="126935"/>
                </a:moveTo>
                <a:lnTo>
                  <a:pt x="939383" y="129511"/>
                </a:lnTo>
                <a:cubicBezTo>
                  <a:pt x="932373" y="125983"/>
                  <a:pt x="926525" y="121852"/>
                  <a:pt x="921836" y="117117"/>
                </a:cubicBezTo>
                <a:cubicBezTo>
                  <a:pt x="915152" y="110386"/>
                  <a:pt x="909999" y="102448"/>
                  <a:pt x="906378" y="93304"/>
                </a:cubicBezTo>
                <a:cubicBezTo>
                  <a:pt x="902758" y="84159"/>
                  <a:pt x="900947" y="74666"/>
                  <a:pt x="900947" y="64825"/>
                </a:cubicBezTo>
                <a:cubicBezTo>
                  <a:pt x="900947" y="50435"/>
                  <a:pt x="904498" y="37310"/>
                  <a:pt x="911601" y="25450"/>
                </a:cubicBezTo>
                <a:cubicBezTo>
                  <a:pt x="918703" y="13589"/>
                  <a:pt x="927964" y="5106"/>
                  <a:pt x="939383" y="0"/>
                </a:cubicBezTo>
                <a:lnTo>
                  <a:pt x="939383" y="2924"/>
                </a:lnTo>
                <a:cubicBezTo>
                  <a:pt x="933673" y="6081"/>
                  <a:pt x="928985" y="10398"/>
                  <a:pt x="925318" y="15876"/>
                </a:cubicBezTo>
                <a:cubicBezTo>
                  <a:pt x="921651" y="21353"/>
                  <a:pt x="918912" y="28293"/>
                  <a:pt x="917101" y="36695"/>
                </a:cubicBezTo>
                <a:cubicBezTo>
                  <a:pt x="915291" y="45097"/>
                  <a:pt x="914386" y="53870"/>
                  <a:pt x="914386" y="63015"/>
                </a:cubicBezTo>
                <a:cubicBezTo>
                  <a:pt x="914386" y="72949"/>
                  <a:pt x="915152" y="81977"/>
                  <a:pt x="916684" y="90101"/>
                </a:cubicBezTo>
                <a:cubicBezTo>
                  <a:pt x="917891" y="96507"/>
                  <a:pt x="919353" y="101648"/>
                  <a:pt x="921070" y="105524"/>
                </a:cubicBezTo>
                <a:cubicBezTo>
                  <a:pt x="922788" y="109400"/>
                  <a:pt x="925097" y="113125"/>
                  <a:pt x="927998" y="116699"/>
                </a:cubicBezTo>
                <a:cubicBezTo>
                  <a:pt x="930900" y="120273"/>
                  <a:pt x="934694" y="123685"/>
                  <a:pt x="939383" y="126935"/>
                </a:cubicBezTo>
                <a:close/>
                <a:moveTo>
                  <a:pt x="1007828" y="67401"/>
                </a:moveTo>
                <a:lnTo>
                  <a:pt x="971272" y="67401"/>
                </a:lnTo>
                <a:lnTo>
                  <a:pt x="964866" y="82302"/>
                </a:lnTo>
                <a:cubicBezTo>
                  <a:pt x="963288" y="85969"/>
                  <a:pt x="962499" y="88708"/>
                  <a:pt x="962499" y="90518"/>
                </a:cubicBezTo>
                <a:cubicBezTo>
                  <a:pt x="962499" y="91957"/>
                  <a:pt x="963184" y="93222"/>
                  <a:pt x="964553" y="94313"/>
                </a:cubicBezTo>
                <a:cubicBezTo>
                  <a:pt x="965922" y="95404"/>
                  <a:pt x="968882" y="96112"/>
                  <a:pt x="973431" y="96437"/>
                </a:cubicBezTo>
                <a:lnTo>
                  <a:pt x="973431" y="99013"/>
                </a:lnTo>
                <a:lnTo>
                  <a:pt x="943699" y="99013"/>
                </a:lnTo>
                <a:lnTo>
                  <a:pt x="943699" y="96437"/>
                </a:lnTo>
                <a:cubicBezTo>
                  <a:pt x="947645" y="95741"/>
                  <a:pt x="950198" y="94836"/>
                  <a:pt x="951358" y="93724"/>
                </a:cubicBezTo>
                <a:cubicBezTo>
                  <a:pt x="953726" y="91497"/>
                  <a:pt x="956348" y="86975"/>
                  <a:pt x="959226" y="80157"/>
                </a:cubicBezTo>
                <a:lnTo>
                  <a:pt x="992440" y="2507"/>
                </a:lnTo>
                <a:lnTo>
                  <a:pt x="994877" y="2507"/>
                </a:lnTo>
                <a:lnTo>
                  <a:pt x="1027742" y="80990"/>
                </a:lnTo>
                <a:cubicBezTo>
                  <a:pt x="1030388" y="87299"/>
                  <a:pt x="1032790" y="91392"/>
                  <a:pt x="1034949" y="93271"/>
                </a:cubicBezTo>
                <a:cubicBezTo>
                  <a:pt x="1037107" y="95149"/>
                  <a:pt x="1040113" y="96205"/>
                  <a:pt x="1043966" y="96437"/>
                </a:cubicBezTo>
                <a:lnTo>
                  <a:pt x="1043966" y="99013"/>
                </a:lnTo>
                <a:lnTo>
                  <a:pt x="1006714" y="99013"/>
                </a:lnTo>
                <a:lnTo>
                  <a:pt x="1006714" y="96437"/>
                </a:lnTo>
                <a:cubicBezTo>
                  <a:pt x="1010474" y="96251"/>
                  <a:pt x="1013015" y="95625"/>
                  <a:pt x="1014338" y="94557"/>
                </a:cubicBezTo>
                <a:cubicBezTo>
                  <a:pt x="1015661" y="93489"/>
                  <a:pt x="1016323" y="92190"/>
                  <a:pt x="1016323" y="90658"/>
                </a:cubicBezTo>
                <a:cubicBezTo>
                  <a:pt x="1016323" y="88615"/>
                  <a:pt x="1015394" y="85389"/>
                  <a:pt x="1013537" y="80979"/>
                </a:cubicBezTo>
                <a:lnTo>
                  <a:pt x="1007828" y="67401"/>
                </a:lnTo>
                <a:moveTo>
                  <a:pt x="1005878" y="62249"/>
                </a:moveTo>
                <a:lnTo>
                  <a:pt x="989863" y="24146"/>
                </a:lnTo>
                <a:lnTo>
                  <a:pt x="973431" y="62249"/>
                </a:lnTo>
                <a:lnTo>
                  <a:pt x="1005878" y="6224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Text V">
            <a:extLst xmlns:a="http://schemas.openxmlformats.org/drawingml/2006/main">
              <a:ext uri="{FF2B5EF4-FFF2-40B4-BE49-F238E27FC236}">
                <a16:creationId xmlns:a16="http://schemas.microsoft.com/office/drawing/2014/main" id="{92B653E6-936F-4784-AF47-F8FB08100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4576" y="1148655"/>
            <a:ext cx="99988" cy="96507"/>
          </a:xfrm>
          <a:custGeom xmlns:a="http://schemas.openxmlformats.org/drawingml/2006/main">
            <a:pathLst>
              <a:path w="99988" h="96507">
                <a:moveTo>
                  <a:pt x="99988" y="0"/>
                </a:moveTo>
                <a:lnTo>
                  <a:pt x="99988" y="2576"/>
                </a:lnTo>
                <a:cubicBezTo>
                  <a:pt x="96646" y="3180"/>
                  <a:pt x="94116" y="4247"/>
                  <a:pt x="92398" y="5777"/>
                </a:cubicBezTo>
                <a:cubicBezTo>
                  <a:pt x="89938" y="8050"/>
                  <a:pt x="87756" y="11529"/>
                  <a:pt x="85853" y="16213"/>
                </a:cubicBezTo>
                <a:lnTo>
                  <a:pt x="52918" y="96507"/>
                </a:lnTo>
                <a:lnTo>
                  <a:pt x="50342" y="96507"/>
                </a:lnTo>
                <a:lnTo>
                  <a:pt x="14970" y="15171"/>
                </a:lnTo>
                <a:cubicBezTo>
                  <a:pt x="13160" y="10996"/>
                  <a:pt x="11883" y="8444"/>
                  <a:pt x="11141" y="7516"/>
                </a:cubicBezTo>
                <a:cubicBezTo>
                  <a:pt x="9980" y="6078"/>
                  <a:pt x="8553" y="4954"/>
                  <a:pt x="6859" y="4143"/>
                </a:cubicBezTo>
                <a:cubicBezTo>
                  <a:pt x="5164" y="3331"/>
                  <a:pt x="2878" y="2808"/>
                  <a:pt x="0" y="2576"/>
                </a:cubicBezTo>
                <a:lnTo>
                  <a:pt x="0" y="0"/>
                </a:lnTo>
                <a:lnTo>
                  <a:pt x="38575" y="0"/>
                </a:lnTo>
                <a:lnTo>
                  <a:pt x="38575" y="2576"/>
                </a:lnTo>
                <a:cubicBezTo>
                  <a:pt x="34211" y="2994"/>
                  <a:pt x="31380" y="3737"/>
                  <a:pt x="30080" y="4804"/>
                </a:cubicBezTo>
                <a:cubicBezTo>
                  <a:pt x="28780" y="5871"/>
                  <a:pt x="28130" y="7239"/>
                  <a:pt x="28130" y="8908"/>
                </a:cubicBezTo>
                <a:cubicBezTo>
                  <a:pt x="28130" y="11228"/>
                  <a:pt x="29198" y="14846"/>
                  <a:pt x="31333" y="19762"/>
                </a:cubicBezTo>
                <a:lnTo>
                  <a:pt x="55355" y="75076"/>
                </a:lnTo>
                <a:lnTo>
                  <a:pt x="77637" y="20458"/>
                </a:lnTo>
                <a:cubicBezTo>
                  <a:pt x="79819" y="15078"/>
                  <a:pt x="80910" y="11344"/>
                  <a:pt x="80910" y="9256"/>
                </a:cubicBezTo>
                <a:cubicBezTo>
                  <a:pt x="80910" y="7910"/>
                  <a:pt x="80236" y="6623"/>
                  <a:pt x="78890" y="5394"/>
                </a:cubicBezTo>
                <a:cubicBezTo>
                  <a:pt x="77544" y="4165"/>
                  <a:pt x="75270" y="3296"/>
                  <a:pt x="72067" y="2785"/>
                </a:cubicBezTo>
                <a:cubicBezTo>
                  <a:pt x="71834" y="2739"/>
                  <a:pt x="71440" y="2669"/>
                  <a:pt x="70883" y="2576"/>
                </a:cubicBezTo>
                <a:lnTo>
                  <a:pt x="70883" y="0"/>
                </a:lnTo>
                <a:lnTo>
                  <a:pt x="9998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Text erif">
            <a:extLst xmlns:a="http://schemas.openxmlformats.org/drawingml/2006/main">
              <a:ext uri="{FF2B5EF4-FFF2-40B4-BE49-F238E27FC236}">
                <a16:creationId xmlns:a16="http://schemas.microsoft.com/office/drawing/2014/main" id="{16A4616C-0FDE-44C9-9F3F-69F95E43A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791" y="1144059"/>
            <a:ext cx="207123" cy="100963"/>
          </a:xfrm>
          <a:custGeom xmlns:a="http://schemas.openxmlformats.org/drawingml/2006/main">
            <a:pathLst>
              <a:path w="207123" h="100963">
                <a:moveTo>
                  <a:pt x="9887" y="59324"/>
                </a:moveTo>
                <a:cubicBezTo>
                  <a:pt x="9841" y="68772"/>
                  <a:pt x="12139" y="76183"/>
                  <a:pt x="16781" y="81556"/>
                </a:cubicBezTo>
                <a:cubicBezTo>
                  <a:pt x="21423" y="86927"/>
                  <a:pt x="26877" y="89613"/>
                  <a:pt x="33144" y="89613"/>
                </a:cubicBezTo>
                <a:cubicBezTo>
                  <a:pt x="37321" y="89613"/>
                  <a:pt x="40954" y="88464"/>
                  <a:pt x="44041" y="86167"/>
                </a:cubicBezTo>
                <a:cubicBezTo>
                  <a:pt x="47128" y="83869"/>
                  <a:pt x="49715" y="79935"/>
                  <a:pt x="51804" y="74364"/>
                </a:cubicBezTo>
                <a:lnTo>
                  <a:pt x="53963" y="75757"/>
                </a:lnTo>
                <a:cubicBezTo>
                  <a:pt x="52988" y="82116"/>
                  <a:pt x="50156" y="87907"/>
                  <a:pt x="45468" y="93130"/>
                </a:cubicBezTo>
                <a:cubicBezTo>
                  <a:pt x="40780" y="98352"/>
                  <a:pt x="34908" y="100963"/>
                  <a:pt x="27852" y="100963"/>
                </a:cubicBezTo>
                <a:cubicBezTo>
                  <a:pt x="20193" y="100963"/>
                  <a:pt x="13636" y="97987"/>
                  <a:pt x="8181" y="92035"/>
                </a:cubicBezTo>
                <a:cubicBezTo>
                  <a:pt x="2727" y="86082"/>
                  <a:pt x="0" y="78079"/>
                  <a:pt x="0" y="68026"/>
                </a:cubicBezTo>
                <a:cubicBezTo>
                  <a:pt x="0" y="57140"/>
                  <a:pt x="2797" y="48652"/>
                  <a:pt x="8390" y="42561"/>
                </a:cubicBezTo>
                <a:cubicBezTo>
                  <a:pt x="13984" y="36468"/>
                  <a:pt x="21005" y="33422"/>
                  <a:pt x="29453" y="33422"/>
                </a:cubicBezTo>
                <a:cubicBezTo>
                  <a:pt x="36602" y="33422"/>
                  <a:pt x="42474" y="35772"/>
                  <a:pt x="47070" y="40472"/>
                </a:cubicBezTo>
                <a:cubicBezTo>
                  <a:pt x="51665" y="45171"/>
                  <a:pt x="53963" y="51455"/>
                  <a:pt x="53963" y="59324"/>
                </a:cubicBezTo>
                <a:lnTo>
                  <a:pt x="9887" y="59324"/>
                </a:lnTo>
                <a:moveTo>
                  <a:pt x="9887" y="55286"/>
                </a:moveTo>
                <a:lnTo>
                  <a:pt x="39410" y="55286"/>
                </a:lnTo>
                <a:cubicBezTo>
                  <a:pt x="39178" y="51201"/>
                  <a:pt x="38691" y="48323"/>
                  <a:pt x="37948" y="46652"/>
                </a:cubicBezTo>
                <a:cubicBezTo>
                  <a:pt x="36788" y="44052"/>
                  <a:pt x="35058" y="42010"/>
                  <a:pt x="32761" y="40524"/>
                </a:cubicBezTo>
                <a:cubicBezTo>
                  <a:pt x="30463" y="39039"/>
                  <a:pt x="28061" y="38296"/>
                  <a:pt x="25554" y="38296"/>
                </a:cubicBezTo>
                <a:cubicBezTo>
                  <a:pt x="21701" y="38296"/>
                  <a:pt x="18255" y="39793"/>
                  <a:pt x="15214" y="42787"/>
                </a:cubicBezTo>
                <a:cubicBezTo>
                  <a:pt x="12174" y="45781"/>
                  <a:pt x="10398" y="49948"/>
                  <a:pt x="9887" y="55286"/>
                </a:cubicBezTo>
                <a:close/>
                <a:moveTo>
                  <a:pt x="81140" y="33422"/>
                </a:moveTo>
                <a:lnTo>
                  <a:pt x="81140" y="47766"/>
                </a:lnTo>
                <a:cubicBezTo>
                  <a:pt x="86478" y="38203"/>
                  <a:pt x="91956" y="33422"/>
                  <a:pt x="97573" y="33422"/>
                </a:cubicBezTo>
                <a:cubicBezTo>
                  <a:pt x="100126" y="33422"/>
                  <a:pt x="102238" y="34200"/>
                  <a:pt x="103909" y="35755"/>
                </a:cubicBezTo>
                <a:cubicBezTo>
                  <a:pt x="105580" y="37310"/>
                  <a:pt x="106415" y="39109"/>
                  <a:pt x="106415" y="41151"/>
                </a:cubicBezTo>
                <a:cubicBezTo>
                  <a:pt x="106415" y="42961"/>
                  <a:pt x="105812" y="44493"/>
                  <a:pt x="104605" y="45747"/>
                </a:cubicBezTo>
                <a:cubicBezTo>
                  <a:pt x="103398" y="47000"/>
                  <a:pt x="101959" y="47627"/>
                  <a:pt x="100288" y="47627"/>
                </a:cubicBezTo>
                <a:cubicBezTo>
                  <a:pt x="98663" y="47627"/>
                  <a:pt x="96841" y="46826"/>
                  <a:pt x="94822" y="45224"/>
                </a:cubicBezTo>
                <a:cubicBezTo>
                  <a:pt x="92803" y="43623"/>
                  <a:pt x="91306" y="42822"/>
                  <a:pt x="90331" y="42822"/>
                </a:cubicBezTo>
                <a:cubicBezTo>
                  <a:pt x="89495" y="42822"/>
                  <a:pt x="88590" y="43285"/>
                  <a:pt x="87615" y="44210"/>
                </a:cubicBezTo>
                <a:cubicBezTo>
                  <a:pt x="85527" y="46109"/>
                  <a:pt x="83368" y="49235"/>
                  <a:pt x="81140" y="53586"/>
                </a:cubicBezTo>
                <a:lnTo>
                  <a:pt x="81140" y="84075"/>
                </a:lnTo>
                <a:cubicBezTo>
                  <a:pt x="81140" y="87593"/>
                  <a:pt x="81581" y="90255"/>
                  <a:pt x="82463" y="92061"/>
                </a:cubicBezTo>
                <a:cubicBezTo>
                  <a:pt x="83066" y="93312"/>
                  <a:pt x="84134" y="94354"/>
                  <a:pt x="85666" y="95188"/>
                </a:cubicBezTo>
                <a:cubicBezTo>
                  <a:pt x="87198" y="96021"/>
                  <a:pt x="89403" y="96437"/>
                  <a:pt x="92281" y="96437"/>
                </a:cubicBezTo>
                <a:lnTo>
                  <a:pt x="92281" y="99013"/>
                </a:lnTo>
                <a:lnTo>
                  <a:pt x="59624" y="99013"/>
                </a:lnTo>
                <a:lnTo>
                  <a:pt x="59624" y="96437"/>
                </a:lnTo>
                <a:cubicBezTo>
                  <a:pt x="62874" y="96437"/>
                  <a:pt x="65288" y="95928"/>
                  <a:pt x="66866" y="94909"/>
                </a:cubicBezTo>
                <a:cubicBezTo>
                  <a:pt x="68026" y="94168"/>
                  <a:pt x="68839" y="92987"/>
                  <a:pt x="69303" y="91365"/>
                </a:cubicBezTo>
                <a:cubicBezTo>
                  <a:pt x="69535" y="90577"/>
                  <a:pt x="69651" y="88331"/>
                  <a:pt x="69651" y="84626"/>
                </a:cubicBezTo>
                <a:lnTo>
                  <a:pt x="69651" y="59962"/>
                </a:lnTo>
                <a:cubicBezTo>
                  <a:pt x="69651" y="52551"/>
                  <a:pt x="69500" y="48139"/>
                  <a:pt x="69198" y="46728"/>
                </a:cubicBezTo>
                <a:cubicBezTo>
                  <a:pt x="68897" y="45315"/>
                  <a:pt x="68340" y="44284"/>
                  <a:pt x="67527" y="43636"/>
                </a:cubicBezTo>
                <a:cubicBezTo>
                  <a:pt x="66715" y="42988"/>
                  <a:pt x="65705" y="42663"/>
                  <a:pt x="64498" y="42663"/>
                </a:cubicBezTo>
                <a:cubicBezTo>
                  <a:pt x="63059" y="42663"/>
                  <a:pt x="61435" y="43011"/>
                  <a:pt x="59624" y="43706"/>
                </a:cubicBezTo>
                <a:lnTo>
                  <a:pt x="58928" y="41203"/>
                </a:lnTo>
                <a:lnTo>
                  <a:pt x="78215" y="33422"/>
                </a:lnTo>
                <a:lnTo>
                  <a:pt x="81140" y="33422"/>
                </a:lnTo>
                <a:close/>
                <a:moveTo>
                  <a:pt x="126189" y="0"/>
                </a:moveTo>
                <a:cubicBezTo>
                  <a:pt x="128139" y="0"/>
                  <a:pt x="129799" y="688"/>
                  <a:pt x="131168" y="2065"/>
                </a:cubicBezTo>
                <a:cubicBezTo>
                  <a:pt x="132537" y="3440"/>
                  <a:pt x="133222" y="5108"/>
                  <a:pt x="133222" y="7067"/>
                </a:cubicBezTo>
                <a:cubicBezTo>
                  <a:pt x="133222" y="9027"/>
                  <a:pt x="132537" y="10707"/>
                  <a:pt x="131168" y="12107"/>
                </a:cubicBezTo>
                <a:cubicBezTo>
                  <a:pt x="129799" y="13505"/>
                  <a:pt x="128139" y="14204"/>
                  <a:pt x="126189" y="14204"/>
                </a:cubicBezTo>
                <a:cubicBezTo>
                  <a:pt x="124240" y="14204"/>
                  <a:pt x="122569" y="13505"/>
                  <a:pt x="121176" y="12107"/>
                </a:cubicBezTo>
                <a:cubicBezTo>
                  <a:pt x="119783" y="10707"/>
                  <a:pt x="119087" y="9027"/>
                  <a:pt x="119087" y="7067"/>
                </a:cubicBezTo>
                <a:cubicBezTo>
                  <a:pt x="119087" y="5108"/>
                  <a:pt x="119772" y="3440"/>
                  <a:pt x="121141" y="2065"/>
                </a:cubicBezTo>
                <a:cubicBezTo>
                  <a:pt x="122511" y="688"/>
                  <a:pt x="124193" y="0"/>
                  <a:pt x="126189" y="0"/>
                </a:cubicBezTo>
                <a:moveTo>
                  <a:pt x="131969" y="33422"/>
                </a:moveTo>
                <a:lnTo>
                  <a:pt x="131969" y="84556"/>
                </a:lnTo>
                <a:cubicBezTo>
                  <a:pt x="131969" y="88540"/>
                  <a:pt x="132259" y="91191"/>
                  <a:pt x="132839" y="92512"/>
                </a:cubicBezTo>
                <a:cubicBezTo>
                  <a:pt x="133419" y="93832"/>
                  <a:pt x="134278" y="94816"/>
                  <a:pt x="135415" y="95464"/>
                </a:cubicBezTo>
                <a:cubicBezTo>
                  <a:pt x="136553" y="96113"/>
                  <a:pt x="138630" y="96437"/>
                  <a:pt x="141647" y="96437"/>
                </a:cubicBezTo>
                <a:lnTo>
                  <a:pt x="141647" y="99013"/>
                </a:lnTo>
                <a:lnTo>
                  <a:pt x="110662" y="99013"/>
                </a:lnTo>
                <a:lnTo>
                  <a:pt x="110662" y="96437"/>
                </a:lnTo>
                <a:cubicBezTo>
                  <a:pt x="113772" y="96437"/>
                  <a:pt x="115861" y="96136"/>
                  <a:pt x="116929" y="95534"/>
                </a:cubicBezTo>
                <a:cubicBezTo>
                  <a:pt x="117996" y="94932"/>
                  <a:pt x="118843" y="93936"/>
                  <a:pt x="119470" y="92546"/>
                </a:cubicBezTo>
                <a:cubicBezTo>
                  <a:pt x="120097" y="91157"/>
                  <a:pt x="120410" y="88493"/>
                  <a:pt x="120410" y="84556"/>
                </a:cubicBezTo>
                <a:lnTo>
                  <a:pt x="120410" y="60032"/>
                </a:lnTo>
                <a:cubicBezTo>
                  <a:pt x="120410" y="53130"/>
                  <a:pt x="120201" y="48660"/>
                  <a:pt x="119783" y="46624"/>
                </a:cubicBezTo>
                <a:cubicBezTo>
                  <a:pt x="119459" y="45141"/>
                  <a:pt x="118948" y="44110"/>
                  <a:pt x="118252" y="43532"/>
                </a:cubicBezTo>
                <a:cubicBezTo>
                  <a:pt x="117555" y="42953"/>
                  <a:pt x="116604" y="42663"/>
                  <a:pt x="115397" y="42663"/>
                </a:cubicBezTo>
                <a:cubicBezTo>
                  <a:pt x="114097" y="42663"/>
                  <a:pt x="112519" y="43011"/>
                  <a:pt x="110662" y="43706"/>
                </a:cubicBezTo>
                <a:lnTo>
                  <a:pt x="109687" y="41203"/>
                </a:lnTo>
                <a:lnTo>
                  <a:pt x="128905" y="33422"/>
                </a:lnTo>
                <a:lnTo>
                  <a:pt x="131969" y="33422"/>
                </a:lnTo>
                <a:close/>
                <a:moveTo>
                  <a:pt x="174536" y="40107"/>
                </a:moveTo>
                <a:lnTo>
                  <a:pt x="174536" y="82076"/>
                </a:lnTo>
                <a:cubicBezTo>
                  <a:pt x="174536" y="88025"/>
                  <a:pt x="175186" y="91789"/>
                  <a:pt x="176486" y="93369"/>
                </a:cubicBezTo>
                <a:cubicBezTo>
                  <a:pt x="178203" y="95414"/>
                  <a:pt x="180501" y="96437"/>
                  <a:pt x="183379" y="96437"/>
                </a:cubicBezTo>
                <a:lnTo>
                  <a:pt x="189158" y="96437"/>
                </a:lnTo>
                <a:lnTo>
                  <a:pt x="189158" y="99013"/>
                </a:lnTo>
                <a:lnTo>
                  <a:pt x="151071" y="99013"/>
                </a:lnTo>
                <a:lnTo>
                  <a:pt x="151071" y="96437"/>
                </a:lnTo>
                <a:lnTo>
                  <a:pt x="153926" y="96437"/>
                </a:lnTo>
                <a:cubicBezTo>
                  <a:pt x="155782" y="96437"/>
                  <a:pt x="157477" y="95972"/>
                  <a:pt x="159009" y="95042"/>
                </a:cubicBezTo>
                <a:cubicBezTo>
                  <a:pt x="160541" y="94112"/>
                  <a:pt x="161597" y="92858"/>
                  <a:pt x="162177" y="91278"/>
                </a:cubicBezTo>
                <a:cubicBezTo>
                  <a:pt x="162757" y="89698"/>
                  <a:pt x="163047" y="86631"/>
                  <a:pt x="163047" y="82076"/>
                </a:cubicBezTo>
                <a:lnTo>
                  <a:pt x="163047" y="40107"/>
                </a:lnTo>
                <a:lnTo>
                  <a:pt x="150653" y="40107"/>
                </a:lnTo>
                <a:lnTo>
                  <a:pt x="150653" y="35233"/>
                </a:lnTo>
                <a:lnTo>
                  <a:pt x="163047" y="35233"/>
                </a:lnTo>
                <a:lnTo>
                  <a:pt x="163047" y="31037"/>
                </a:lnTo>
                <a:cubicBezTo>
                  <a:pt x="163047" y="24653"/>
                  <a:pt x="164068" y="19247"/>
                  <a:pt x="166111" y="14820"/>
                </a:cubicBezTo>
                <a:cubicBezTo>
                  <a:pt x="168153" y="10393"/>
                  <a:pt x="171275" y="6816"/>
                  <a:pt x="175476" y="4091"/>
                </a:cubicBezTo>
                <a:cubicBezTo>
                  <a:pt x="179677" y="1364"/>
                  <a:pt x="184400" y="0"/>
                  <a:pt x="189646" y="0"/>
                </a:cubicBezTo>
                <a:cubicBezTo>
                  <a:pt x="194520" y="0"/>
                  <a:pt x="198999" y="1578"/>
                  <a:pt x="203084" y="4735"/>
                </a:cubicBezTo>
                <a:cubicBezTo>
                  <a:pt x="205777" y="6824"/>
                  <a:pt x="207123" y="9168"/>
                  <a:pt x="207123" y="11767"/>
                </a:cubicBezTo>
                <a:cubicBezTo>
                  <a:pt x="207123" y="13160"/>
                  <a:pt x="206519" y="14471"/>
                  <a:pt x="205312" y="15701"/>
                </a:cubicBezTo>
                <a:cubicBezTo>
                  <a:pt x="204105" y="16932"/>
                  <a:pt x="202806" y="17547"/>
                  <a:pt x="201413" y="17547"/>
                </a:cubicBezTo>
                <a:cubicBezTo>
                  <a:pt x="200345" y="17547"/>
                  <a:pt x="199220" y="17159"/>
                  <a:pt x="198036" y="16385"/>
                </a:cubicBezTo>
                <a:cubicBezTo>
                  <a:pt x="196852" y="15610"/>
                  <a:pt x="195402" y="13944"/>
                  <a:pt x="193684" y="11387"/>
                </a:cubicBezTo>
                <a:cubicBezTo>
                  <a:pt x="191967" y="8829"/>
                  <a:pt x="190388" y="7104"/>
                  <a:pt x="188949" y="6212"/>
                </a:cubicBezTo>
                <a:cubicBezTo>
                  <a:pt x="187510" y="5320"/>
                  <a:pt x="185909" y="4874"/>
                  <a:pt x="184145" y="4874"/>
                </a:cubicBezTo>
                <a:cubicBezTo>
                  <a:pt x="182010" y="4874"/>
                  <a:pt x="180199" y="5449"/>
                  <a:pt x="178714" y="6597"/>
                </a:cubicBezTo>
                <a:cubicBezTo>
                  <a:pt x="177228" y="7745"/>
                  <a:pt x="176161" y="9525"/>
                  <a:pt x="175511" y="11937"/>
                </a:cubicBezTo>
                <a:cubicBezTo>
                  <a:pt x="174861" y="14349"/>
                  <a:pt x="174536" y="20568"/>
                  <a:pt x="174536" y="30593"/>
                </a:cubicBezTo>
                <a:lnTo>
                  <a:pt x="174536" y="35233"/>
                </a:lnTo>
                <a:lnTo>
                  <a:pt x="190969" y="35233"/>
                </a:lnTo>
                <a:lnTo>
                  <a:pt x="190969" y="40107"/>
                </a:lnTo>
                <a:lnTo>
                  <a:pt x="174536" y="4010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Text yC-0xAx)">
            <a:extLst xmlns:a="http://schemas.openxmlformats.org/drawingml/2006/main">
              <a:ext uri="{FF2B5EF4-FFF2-40B4-BE49-F238E27FC236}">
                <a16:creationId xmlns:a16="http://schemas.microsoft.com/office/drawing/2014/main" id="{8F3F7347-CF0D-4B88-BEB8-2629083FC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9265" y="1144059"/>
            <a:ext cx="642865" cy="129789"/>
          </a:xfrm>
          <a:custGeom xmlns:a="http://schemas.openxmlformats.org/drawingml/2006/main">
            <a:pathLst>
              <a:path w="642865" h="129789">
                <a:moveTo>
                  <a:pt x="0" y="35233"/>
                </a:moveTo>
                <a:lnTo>
                  <a:pt x="29732" y="35233"/>
                </a:lnTo>
                <a:lnTo>
                  <a:pt x="29732" y="37809"/>
                </a:lnTo>
                <a:lnTo>
                  <a:pt x="28270" y="37809"/>
                </a:lnTo>
                <a:cubicBezTo>
                  <a:pt x="26181" y="37809"/>
                  <a:pt x="24614" y="38261"/>
                  <a:pt x="23570" y="39167"/>
                </a:cubicBezTo>
                <a:cubicBezTo>
                  <a:pt x="22525" y="40072"/>
                  <a:pt x="22003" y="41197"/>
                  <a:pt x="22003" y="42544"/>
                </a:cubicBezTo>
                <a:cubicBezTo>
                  <a:pt x="22003" y="44354"/>
                  <a:pt x="22769" y="46861"/>
                  <a:pt x="24301" y="50064"/>
                </a:cubicBezTo>
                <a:lnTo>
                  <a:pt x="39828" y="82232"/>
                </a:lnTo>
                <a:lnTo>
                  <a:pt x="54102" y="47000"/>
                </a:lnTo>
                <a:cubicBezTo>
                  <a:pt x="54891" y="45097"/>
                  <a:pt x="55286" y="43217"/>
                  <a:pt x="55286" y="41360"/>
                </a:cubicBezTo>
                <a:cubicBezTo>
                  <a:pt x="55286" y="40524"/>
                  <a:pt x="55123" y="39898"/>
                  <a:pt x="54798" y="39480"/>
                </a:cubicBezTo>
                <a:cubicBezTo>
                  <a:pt x="54427" y="38969"/>
                  <a:pt x="53847" y="38563"/>
                  <a:pt x="53058" y="38261"/>
                </a:cubicBezTo>
                <a:cubicBezTo>
                  <a:pt x="52269" y="37960"/>
                  <a:pt x="50876" y="37809"/>
                  <a:pt x="48880" y="37809"/>
                </a:cubicBezTo>
                <a:lnTo>
                  <a:pt x="48880" y="35233"/>
                </a:lnTo>
                <a:lnTo>
                  <a:pt x="69630" y="35233"/>
                </a:lnTo>
                <a:lnTo>
                  <a:pt x="69630" y="37809"/>
                </a:lnTo>
                <a:cubicBezTo>
                  <a:pt x="67912" y="37995"/>
                  <a:pt x="66589" y="38366"/>
                  <a:pt x="65661" y="38923"/>
                </a:cubicBezTo>
                <a:cubicBezTo>
                  <a:pt x="64732" y="39480"/>
                  <a:pt x="63711" y="40524"/>
                  <a:pt x="62597" y="42056"/>
                </a:cubicBezTo>
                <a:cubicBezTo>
                  <a:pt x="62179" y="42706"/>
                  <a:pt x="61390" y="44493"/>
                  <a:pt x="60230" y="47418"/>
                </a:cubicBezTo>
                <a:lnTo>
                  <a:pt x="34258" y="111059"/>
                </a:lnTo>
                <a:cubicBezTo>
                  <a:pt x="31751" y="117233"/>
                  <a:pt x="28467" y="121898"/>
                  <a:pt x="24405" y="125055"/>
                </a:cubicBezTo>
                <a:cubicBezTo>
                  <a:pt x="20343" y="128211"/>
                  <a:pt x="16433" y="129789"/>
                  <a:pt x="12673" y="129789"/>
                </a:cubicBezTo>
                <a:cubicBezTo>
                  <a:pt x="9934" y="129789"/>
                  <a:pt x="7682" y="129010"/>
                  <a:pt x="5919" y="127450"/>
                </a:cubicBezTo>
                <a:cubicBezTo>
                  <a:pt x="4155" y="125891"/>
                  <a:pt x="3273" y="124102"/>
                  <a:pt x="3273" y="122085"/>
                </a:cubicBezTo>
                <a:cubicBezTo>
                  <a:pt x="3273" y="120158"/>
                  <a:pt x="3911" y="118604"/>
                  <a:pt x="5187" y="117424"/>
                </a:cubicBezTo>
                <a:cubicBezTo>
                  <a:pt x="6464" y="116244"/>
                  <a:pt x="8216" y="115655"/>
                  <a:pt x="10444" y="115655"/>
                </a:cubicBezTo>
                <a:cubicBezTo>
                  <a:pt x="11976" y="115655"/>
                  <a:pt x="14065" y="116165"/>
                  <a:pt x="16711" y="117187"/>
                </a:cubicBezTo>
                <a:cubicBezTo>
                  <a:pt x="18568" y="117883"/>
                  <a:pt x="19728" y="118231"/>
                  <a:pt x="20193" y="118231"/>
                </a:cubicBezTo>
                <a:cubicBezTo>
                  <a:pt x="21585" y="118231"/>
                  <a:pt x="23105" y="117506"/>
                  <a:pt x="24753" y="116057"/>
                </a:cubicBezTo>
                <a:cubicBezTo>
                  <a:pt x="26401" y="114609"/>
                  <a:pt x="28061" y="111807"/>
                  <a:pt x="29732" y="107649"/>
                </a:cubicBezTo>
                <a:lnTo>
                  <a:pt x="34258" y="96507"/>
                </a:lnTo>
                <a:lnTo>
                  <a:pt x="11350" y="48393"/>
                </a:lnTo>
                <a:cubicBezTo>
                  <a:pt x="10653" y="46954"/>
                  <a:pt x="9539" y="45166"/>
                  <a:pt x="8007" y="43031"/>
                </a:cubicBezTo>
                <a:cubicBezTo>
                  <a:pt x="6847" y="41406"/>
                  <a:pt x="5895" y="40316"/>
                  <a:pt x="5153" y="39758"/>
                </a:cubicBezTo>
                <a:cubicBezTo>
                  <a:pt x="4085" y="39016"/>
                  <a:pt x="2367" y="38366"/>
                  <a:pt x="0" y="37809"/>
                </a:cubicBezTo>
                <a:lnTo>
                  <a:pt x="0" y="35233"/>
                </a:lnTo>
                <a:close/>
                <a:moveTo>
                  <a:pt x="156318" y="2507"/>
                </a:moveTo>
                <a:lnTo>
                  <a:pt x="158477" y="34536"/>
                </a:lnTo>
                <a:lnTo>
                  <a:pt x="156318" y="34536"/>
                </a:lnTo>
                <a:cubicBezTo>
                  <a:pt x="153440" y="24903"/>
                  <a:pt x="149332" y="17969"/>
                  <a:pt x="143994" y="13734"/>
                </a:cubicBezTo>
                <a:cubicBezTo>
                  <a:pt x="138656" y="9499"/>
                  <a:pt x="132250" y="7381"/>
                  <a:pt x="124776" y="7381"/>
                </a:cubicBezTo>
                <a:cubicBezTo>
                  <a:pt x="118509" y="7381"/>
                  <a:pt x="112846" y="8972"/>
                  <a:pt x="107787" y="12155"/>
                </a:cubicBezTo>
                <a:cubicBezTo>
                  <a:pt x="102727" y="15336"/>
                  <a:pt x="98746" y="20411"/>
                  <a:pt x="95845" y="27380"/>
                </a:cubicBezTo>
                <a:cubicBezTo>
                  <a:pt x="92944" y="34348"/>
                  <a:pt x="91493" y="43013"/>
                  <a:pt x="91493" y="53373"/>
                </a:cubicBezTo>
                <a:cubicBezTo>
                  <a:pt x="91493" y="61920"/>
                  <a:pt x="92863" y="69330"/>
                  <a:pt x="95601" y="75602"/>
                </a:cubicBezTo>
                <a:cubicBezTo>
                  <a:pt x="98340" y="81873"/>
                  <a:pt x="102460" y="86682"/>
                  <a:pt x="107961" y="90027"/>
                </a:cubicBezTo>
                <a:cubicBezTo>
                  <a:pt x="113461" y="93372"/>
                  <a:pt x="119740" y="95044"/>
                  <a:pt x="126795" y="95044"/>
                </a:cubicBezTo>
                <a:cubicBezTo>
                  <a:pt x="132923" y="95044"/>
                  <a:pt x="138331" y="93733"/>
                  <a:pt x="143019" y="91110"/>
                </a:cubicBezTo>
                <a:cubicBezTo>
                  <a:pt x="147707" y="88488"/>
                  <a:pt x="152860" y="83277"/>
                  <a:pt x="158477" y="75478"/>
                </a:cubicBezTo>
                <a:lnTo>
                  <a:pt x="160635" y="76867"/>
                </a:lnTo>
                <a:cubicBezTo>
                  <a:pt x="155901" y="85247"/>
                  <a:pt x="150377" y="91382"/>
                  <a:pt x="144063" y="95271"/>
                </a:cubicBezTo>
                <a:cubicBezTo>
                  <a:pt x="137750" y="99158"/>
                  <a:pt x="130254" y="101102"/>
                  <a:pt x="121573" y="101102"/>
                </a:cubicBezTo>
                <a:cubicBezTo>
                  <a:pt x="105930" y="101102"/>
                  <a:pt x="93814" y="95308"/>
                  <a:pt x="85227" y="83719"/>
                </a:cubicBezTo>
                <a:cubicBezTo>
                  <a:pt x="78821" y="75098"/>
                  <a:pt x="75618" y="64946"/>
                  <a:pt x="75618" y="53264"/>
                </a:cubicBezTo>
                <a:cubicBezTo>
                  <a:pt x="75618" y="43854"/>
                  <a:pt x="77730" y="35209"/>
                  <a:pt x="81954" y="27330"/>
                </a:cubicBezTo>
                <a:cubicBezTo>
                  <a:pt x="86178" y="19450"/>
                  <a:pt x="91992" y="13343"/>
                  <a:pt x="99396" y="9008"/>
                </a:cubicBezTo>
                <a:cubicBezTo>
                  <a:pt x="106800" y="4674"/>
                  <a:pt x="114889" y="2507"/>
                  <a:pt x="123662" y="2507"/>
                </a:cubicBezTo>
                <a:cubicBezTo>
                  <a:pt x="130486" y="2507"/>
                  <a:pt x="137217" y="4178"/>
                  <a:pt x="143855" y="7520"/>
                </a:cubicBezTo>
                <a:cubicBezTo>
                  <a:pt x="145804" y="8541"/>
                  <a:pt x="147197" y="9052"/>
                  <a:pt x="148032" y="9052"/>
                </a:cubicBezTo>
                <a:cubicBezTo>
                  <a:pt x="149286" y="9052"/>
                  <a:pt x="150377" y="8611"/>
                  <a:pt x="151305" y="7729"/>
                </a:cubicBezTo>
                <a:cubicBezTo>
                  <a:pt x="152512" y="6476"/>
                  <a:pt x="153371" y="4735"/>
                  <a:pt x="153881" y="2507"/>
                </a:cubicBezTo>
                <a:lnTo>
                  <a:pt x="156318" y="2507"/>
                </a:lnTo>
                <a:close/>
                <a:moveTo>
                  <a:pt x="207009" y="61692"/>
                </a:moveTo>
                <a:lnTo>
                  <a:pt x="243008" y="61692"/>
                </a:lnTo>
                <a:lnTo>
                  <a:pt x="243008" y="72206"/>
                </a:lnTo>
                <a:lnTo>
                  <a:pt x="207009" y="72206"/>
                </a:lnTo>
                <a:lnTo>
                  <a:pt x="207009" y="61692"/>
                </a:lnTo>
                <a:close/>
                <a:moveTo>
                  <a:pt x="289520" y="52361"/>
                </a:moveTo>
                <a:cubicBezTo>
                  <a:pt x="289520" y="41592"/>
                  <a:pt x="291144" y="32320"/>
                  <a:pt x="294394" y="24544"/>
                </a:cubicBezTo>
                <a:cubicBezTo>
                  <a:pt x="297643" y="16769"/>
                  <a:pt x="301960" y="10978"/>
                  <a:pt x="307345" y="7172"/>
                </a:cubicBezTo>
                <a:cubicBezTo>
                  <a:pt x="311522" y="4155"/>
                  <a:pt x="315839" y="2646"/>
                  <a:pt x="320296" y="2646"/>
                </a:cubicBezTo>
                <a:cubicBezTo>
                  <a:pt x="327537" y="2646"/>
                  <a:pt x="334036" y="6336"/>
                  <a:pt x="339792" y="13717"/>
                </a:cubicBezTo>
                <a:cubicBezTo>
                  <a:pt x="346987" y="22862"/>
                  <a:pt x="350585" y="35256"/>
                  <a:pt x="350585" y="50899"/>
                </a:cubicBezTo>
                <a:cubicBezTo>
                  <a:pt x="350585" y="61854"/>
                  <a:pt x="349006" y="71161"/>
                  <a:pt x="345850" y="78821"/>
                </a:cubicBezTo>
                <a:cubicBezTo>
                  <a:pt x="342693" y="86480"/>
                  <a:pt x="338666" y="92039"/>
                  <a:pt x="333769" y="95497"/>
                </a:cubicBezTo>
                <a:cubicBezTo>
                  <a:pt x="328872" y="98955"/>
                  <a:pt x="324149" y="100684"/>
                  <a:pt x="319599" y="100684"/>
                </a:cubicBezTo>
                <a:cubicBezTo>
                  <a:pt x="310594" y="100684"/>
                  <a:pt x="303097" y="95369"/>
                  <a:pt x="297109" y="84739"/>
                </a:cubicBezTo>
                <a:cubicBezTo>
                  <a:pt x="292049" y="75780"/>
                  <a:pt x="289520" y="64988"/>
                  <a:pt x="289520" y="52361"/>
                </a:cubicBezTo>
                <a:moveTo>
                  <a:pt x="303167" y="54139"/>
                </a:moveTo>
                <a:cubicBezTo>
                  <a:pt x="303167" y="67147"/>
                  <a:pt x="304768" y="77762"/>
                  <a:pt x="307971" y="85984"/>
                </a:cubicBezTo>
                <a:cubicBezTo>
                  <a:pt x="310617" y="92906"/>
                  <a:pt x="314563" y="96367"/>
                  <a:pt x="319808" y="96367"/>
                </a:cubicBezTo>
                <a:cubicBezTo>
                  <a:pt x="322315" y="96367"/>
                  <a:pt x="324915" y="95241"/>
                  <a:pt x="327607" y="92988"/>
                </a:cubicBezTo>
                <a:cubicBezTo>
                  <a:pt x="330299" y="90735"/>
                  <a:pt x="332342" y="86961"/>
                  <a:pt x="333734" y="81665"/>
                </a:cubicBezTo>
                <a:cubicBezTo>
                  <a:pt x="335870" y="73673"/>
                  <a:pt x="336937" y="62408"/>
                  <a:pt x="336937" y="47868"/>
                </a:cubicBezTo>
                <a:cubicBezTo>
                  <a:pt x="336937" y="37090"/>
                  <a:pt x="335823" y="28101"/>
                  <a:pt x="333595" y="20900"/>
                </a:cubicBezTo>
                <a:cubicBezTo>
                  <a:pt x="331924" y="15557"/>
                  <a:pt x="329765" y="11771"/>
                  <a:pt x="327119" y="9541"/>
                </a:cubicBezTo>
                <a:cubicBezTo>
                  <a:pt x="325216" y="8008"/>
                  <a:pt x="322919" y="7241"/>
                  <a:pt x="320226" y="7241"/>
                </a:cubicBezTo>
                <a:cubicBezTo>
                  <a:pt x="317070" y="7241"/>
                  <a:pt x="314261" y="8659"/>
                  <a:pt x="311801" y="11493"/>
                </a:cubicBezTo>
                <a:cubicBezTo>
                  <a:pt x="308459" y="15349"/>
                  <a:pt x="306184" y="21412"/>
                  <a:pt x="304977" y="29682"/>
                </a:cubicBezTo>
                <a:cubicBezTo>
                  <a:pt x="303770" y="37950"/>
                  <a:pt x="303167" y="46103"/>
                  <a:pt x="303167" y="54139"/>
                </a:cubicBezTo>
                <a:close/>
                <a:moveTo>
                  <a:pt x="357548" y="35233"/>
                </a:moveTo>
                <a:lnTo>
                  <a:pt x="387558" y="35233"/>
                </a:lnTo>
                <a:lnTo>
                  <a:pt x="387558" y="37809"/>
                </a:lnTo>
                <a:cubicBezTo>
                  <a:pt x="385655" y="37809"/>
                  <a:pt x="384320" y="38134"/>
                  <a:pt x="383554" y="38784"/>
                </a:cubicBezTo>
                <a:cubicBezTo>
                  <a:pt x="382788" y="39434"/>
                  <a:pt x="382405" y="40292"/>
                  <a:pt x="382405" y="41360"/>
                </a:cubicBezTo>
                <a:cubicBezTo>
                  <a:pt x="382405" y="42474"/>
                  <a:pt x="383218" y="44192"/>
                  <a:pt x="384842" y="46513"/>
                </a:cubicBezTo>
                <a:cubicBezTo>
                  <a:pt x="385353" y="47255"/>
                  <a:pt x="386119" y="48416"/>
                  <a:pt x="387140" y="49994"/>
                </a:cubicBezTo>
                <a:lnTo>
                  <a:pt x="391666" y="57235"/>
                </a:lnTo>
                <a:lnTo>
                  <a:pt x="396888" y="49994"/>
                </a:lnTo>
                <a:cubicBezTo>
                  <a:pt x="400230" y="45398"/>
                  <a:pt x="401902" y="42497"/>
                  <a:pt x="401902" y="41290"/>
                </a:cubicBezTo>
                <a:cubicBezTo>
                  <a:pt x="401902" y="40316"/>
                  <a:pt x="401507" y="39492"/>
                  <a:pt x="400718" y="38818"/>
                </a:cubicBezTo>
                <a:cubicBezTo>
                  <a:pt x="399929" y="38145"/>
                  <a:pt x="398652" y="37809"/>
                  <a:pt x="396888" y="37809"/>
                </a:cubicBezTo>
                <a:lnTo>
                  <a:pt x="396888" y="35233"/>
                </a:lnTo>
                <a:lnTo>
                  <a:pt x="418473" y="35233"/>
                </a:lnTo>
                <a:lnTo>
                  <a:pt x="418473" y="37809"/>
                </a:lnTo>
                <a:cubicBezTo>
                  <a:pt x="416199" y="37948"/>
                  <a:pt x="414226" y="38575"/>
                  <a:pt x="412555" y="39689"/>
                </a:cubicBezTo>
                <a:cubicBezTo>
                  <a:pt x="410280" y="41267"/>
                  <a:pt x="407170" y="44702"/>
                  <a:pt x="403225" y="49994"/>
                </a:cubicBezTo>
                <a:lnTo>
                  <a:pt x="394521" y="61622"/>
                </a:lnTo>
                <a:lnTo>
                  <a:pt x="410396" y="84415"/>
                </a:lnTo>
                <a:cubicBezTo>
                  <a:pt x="414296" y="90020"/>
                  <a:pt x="417081" y="93391"/>
                  <a:pt x="418752" y="94526"/>
                </a:cubicBezTo>
                <a:cubicBezTo>
                  <a:pt x="420423" y="95661"/>
                  <a:pt x="422582" y="96298"/>
                  <a:pt x="425227" y="96437"/>
                </a:cubicBezTo>
                <a:lnTo>
                  <a:pt x="425227" y="99013"/>
                </a:lnTo>
                <a:lnTo>
                  <a:pt x="395148" y="99013"/>
                </a:lnTo>
                <a:lnTo>
                  <a:pt x="395148" y="96437"/>
                </a:lnTo>
                <a:cubicBezTo>
                  <a:pt x="397236" y="96437"/>
                  <a:pt x="398861" y="95974"/>
                  <a:pt x="400022" y="95049"/>
                </a:cubicBezTo>
                <a:cubicBezTo>
                  <a:pt x="400904" y="94400"/>
                  <a:pt x="401345" y="93544"/>
                  <a:pt x="401345" y="92479"/>
                </a:cubicBezTo>
                <a:cubicBezTo>
                  <a:pt x="401345" y="91414"/>
                  <a:pt x="399859" y="88729"/>
                  <a:pt x="396888" y="84424"/>
                </a:cubicBezTo>
                <a:lnTo>
                  <a:pt x="387558" y="70813"/>
                </a:lnTo>
                <a:lnTo>
                  <a:pt x="377322" y="84424"/>
                </a:lnTo>
                <a:cubicBezTo>
                  <a:pt x="374166" y="88636"/>
                  <a:pt x="372588" y="91136"/>
                  <a:pt x="372588" y="91924"/>
                </a:cubicBezTo>
                <a:cubicBezTo>
                  <a:pt x="372588" y="93035"/>
                  <a:pt x="373110" y="94042"/>
                  <a:pt x="374154" y="94944"/>
                </a:cubicBezTo>
                <a:cubicBezTo>
                  <a:pt x="375199" y="95847"/>
                  <a:pt x="376765" y="96344"/>
                  <a:pt x="378854" y="96437"/>
                </a:cubicBezTo>
                <a:lnTo>
                  <a:pt x="378854" y="99013"/>
                </a:lnTo>
                <a:lnTo>
                  <a:pt x="358035" y="99013"/>
                </a:lnTo>
                <a:lnTo>
                  <a:pt x="358035" y="96437"/>
                </a:lnTo>
                <a:cubicBezTo>
                  <a:pt x="359706" y="96205"/>
                  <a:pt x="361168" y="95626"/>
                  <a:pt x="362422" y="94701"/>
                </a:cubicBezTo>
                <a:cubicBezTo>
                  <a:pt x="364186" y="93357"/>
                  <a:pt x="367156" y="89930"/>
                  <a:pt x="371334" y="84419"/>
                </a:cubicBezTo>
                <a:lnTo>
                  <a:pt x="384703" y="66705"/>
                </a:lnTo>
                <a:lnTo>
                  <a:pt x="372588" y="49158"/>
                </a:lnTo>
                <a:cubicBezTo>
                  <a:pt x="369152" y="44145"/>
                  <a:pt x="366495" y="41000"/>
                  <a:pt x="364615" y="39724"/>
                </a:cubicBezTo>
                <a:cubicBezTo>
                  <a:pt x="362735" y="38447"/>
                  <a:pt x="360379" y="37809"/>
                  <a:pt x="357548" y="37809"/>
                </a:cubicBezTo>
                <a:lnTo>
                  <a:pt x="357548" y="35233"/>
                </a:lnTo>
                <a:close/>
                <a:moveTo>
                  <a:pt x="492211" y="67401"/>
                </a:moveTo>
                <a:lnTo>
                  <a:pt x="455655" y="67401"/>
                </a:lnTo>
                <a:lnTo>
                  <a:pt x="449249" y="82302"/>
                </a:lnTo>
                <a:cubicBezTo>
                  <a:pt x="447671" y="85969"/>
                  <a:pt x="446882" y="88708"/>
                  <a:pt x="446882" y="90518"/>
                </a:cubicBezTo>
                <a:cubicBezTo>
                  <a:pt x="446882" y="91957"/>
                  <a:pt x="447567" y="93222"/>
                  <a:pt x="448936" y="94313"/>
                </a:cubicBezTo>
                <a:cubicBezTo>
                  <a:pt x="450305" y="95404"/>
                  <a:pt x="453265" y="96112"/>
                  <a:pt x="457814" y="96437"/>
                </a:cubicBezTo>
                <a:lnTo>
                  <a:pt x="457814" y="99013"/>
                </a:lnTo>
                <a:lnTo>
                  <a:pt x="428082" y="99013"/>
                </a:lnTo>
                <a:lnTo>
                  <a:pt x="428082" y="96437"/>
                </a:lnTo>
                <a:cubicBezTo>
                  <a:pt x="432028" y="95741"/>
                  <a:pt x="434581" y="94836"/>
                  <a:pt x="435741" y="93724"/>
                </a:cubicBezTo>
                <a:cubicBezTo>
                  <a:pt x="438109" y="91497"/>
                  <a:pt x="440731" y="86975"/>
                  <a:pt x="443609" y="80157"/>
                </a:cubicBezTo>
                <a:lnTo>
                  <a:pt x="476823" y="2507"/>
                </a:lnTo>
                <a:lnTo>
                  <a:pt x="479260" y="2507"/>
                </a:lnTo>
                <a:lnTo>
                  <a:pt x="512125" y="80990"/>
                </a:lnTo>
                <a:cubicBezTo>
                  <a:pt x="514771" y="87299"/>
                  <a:pt x="517173" y="91392"/>
                  <a:pt x="519331" y="93271"/>
                </a:cubicBezTo>
                <a:cubicBezTo>
                  <a:pt x="521490" y="95149"/>
                  <a:pt x="524496" y="96205"/>
                  <a:pt x="528349" y="96437"/>
                </a:cubicBezTo>
                <a:lnTo>
                  <a:pt x="528349" y="99013"/>
                </a:lnTo>
                <a:lnTo>
                  <a:pt x="491097" y="99013"/>
                </a:lnTo>
                <a:lnTo>
                  <a:pt x="491097" y="96437"/>
                </a:lnTo>
                <a:cubicBezTo>
                  <a:pt x="494857" y="96251"/>
                  <a:pt x="497398" y="95625"/>
                  <a:pt x="498721" y="94557"/>
                </a:cubicBezTo>
                <a:cubicBezTo>
                  <a:pt x="500044" y="93489"/>
                  <a:pt x="500706" y="92190"/>
                  <a:pt x="500706" y="90658"/>
                </a:cubicBezTo>
                <a:cubicBezTo>
                  <a:pt x="500706" y="88615"/>
                  <a:pt x="499777" y="85389"/>
                  <a:pt x="497920" y="80979"/>
                </a:cubicBezTo>
                <a:lnTo>
                  <a:pt x="492211" y="67401"/>
                </a:lnTo>
                <a:moveTo>
                  <a:pt x="490261" y="62249"/>
                </a:moveTo>
                <a:lnTo>
                  <a:pt x="474246" y="24146"/>
                </a:lnTo>
                <a:lnTo>
                  <a:pt x="457814" y="62249"/>
                </a:lnTo>
                <a:lnTo>
                  <a:pt x="490261" y="62249"/>
                </a:lnTo>
                <a:close/>
                <a:moveTo>
                  <a:pt x="531806" y="35233"/>
                </a:moveTo>
                <a:lnTo>
                  <a:pt x="561817" y="35233"/>
                </a:lnTo>
                <a:lnTo>
                  <a:pt x="561817" y="37809"/>
                </a:lnTo>
                <a:cubicBezTo>
                  <a:pt x="559913" y="37809"/>
                  <a:pt x="558579" y="38134"/>
                  <a:pt x="557813" y="38784"/>
                </a:cubicBezTo>
                <a:cubicBezTo>
                  <a:pt x="557047" y="39434"/>
                  <a:pt x="556664" y="40292"/>
                  <a:pt x="556664" y="41360"/>
                </a:cubicBezTo>
                <a:cubicBezTo>
                  <a:pt x="556664" y="42474"/>
                  <a:pt x="557476" y="44192"/>
                  <a:pt x="559101" y="46513"/>
                </a:cubicBezTo>
                <a:cubicBezTo>
                  <a:pt x="559612" y="47255"/>
                  <a:pt x="560378" y="48416"/>
                  <a:pt x="561399" y="49994"/>
                </a:cubicBezTo>
                <a:lnTo>
                  <a:pt x="565925" y="57235"/>
                </a:lnTo>
                <a:lnTo>
                  <a:pt x="571147" y="49994"/>
                </a:lnTo>
                <a:cubicBezTo>
                  <a:pt x="574489" y="45398"/>
                  <a:pt x="576160" y="42497"/>
                  <a:pt x="576160" y="41290"/>
                </a:cubicBezTo>
                <a:cubicBezTo>
                  <a:pt x="576160" y="40316"/>
                  <a:pt x="575766" y="39492"/>
                  <a:pt x="574977" y="38818"/>
                </a:cubicBezTo>
                <a:cubicBezTo>
                  <a:pt x="574187" y="38145"/>
                  <a:pt x="572911" y="37809"/>
                  <a:pt x="571147" y="37809"/>
                </a:cubicBezTo>
                <a:lnTo>
                  <a:pt x="571147" y="35233"/>
                </a:lnTo>
                <a:lnTo>
                  <a:pt x="592732" y="35233"/>
                </a:lnTo>
                <a:lnTo>
                  <a:pt x="592732" y="37809"/>
                </a:lnTo>
                <a:cubicBezTo>
                  <a:pt x="590457" y="37948"/>
                  <a:pt x="588485" y="38575"/>
                  <a:pt x="586814" y="39689"/>
                </a:cubicBezTo>
                <a:cubicBezTo>
                  <a:pt x="584539" y="41267"/>
                  <a:pt x="581429" y="44702"/>
                  <a:pt x="577483" y="49994"/>
                </a:cubicBezTo>
                <a:lnTo>
                  <a:pt x="568779" y="61622"/>
                </a:lnTo>
                <a:lnTo>
                  <a:pt x="584655" y="84415"/>
                </a:lnTo>
                <a:cubicBezTo>
                  <a:pt x="588554" y="90020"/>
                  <a:pt x="591339" y="93391"/>
                  <a:pt x="593011" y="94526"/>
                </a:cubicBezTo>
                <a:cubicBezTo>
                  <a:pt x="594682" y="95661"/>
                  <a:pt x="596840" y="96298"/>
                  <a:pt x="599486" y="96437"/>
                </a:cubicBezTo>
                <a:lnTo>
                  <a:pt x="599486" y="99013"/>
                </a:lnTo>
                <a:lnTo>
                  <a:pt x="569406" y="99013"/>
                </a:lnTo>
                <a:lnTo>
                  <a:pt x="569406" y="96437"/>
                </a:lnTo>
                <a:cubicBezTo>
                  <a:pt x="571495" y="96437"/>
                  <a:pt x="573120" y="95974"/>
                  <a:pt x="574280" y="95049"/>
                </a:cubicBezTo>
                <a:cubicBezTo>
                  <a:pt x="575162" y="94400"/>
                  <a:pt x="575603" y="93544"/>
                  <a:pt x="575603" y="92479"/>
                </a:cubicBezTo>
                <a:cubicBezTo>
                  <a:pt x="575603" y="91414"/>
                  <a:pt x="574118" y="88729"/>
                  <a:pt x="571147" y="84424"/>
                </a:cubicBezTo>
                <a:lnTo>
                  <a:pt x="561817" y="70813"/>
                </a:lnTo>
                <a:lnTo>
                  <a:pt x="551581" y="84424"/>
                </a:lnTo>
                <a:cubicBezTo>
                  <a:pt x="548424" y="88636"/>
                  <a:pt x="546846" y="91136"/>
                  <a:pt x="546846" y="91924"/>
                </a:cubicBezTo>
                <a:cubicBezTo>
                  <a:pt x="546846" y="93035"/>
                  <a:pt x="547368" y="94042"/>
                  <a:pt x="548413" y="94944"/>
                </a:cubicBezTo>
                <a:cubicBezTo>
                  <a:pt x="549457" y="95847"/>
                  <a:pt x="551024" y="96344"/>
                  <a:pt x="553113" y="96437"/>
                </a:cubicBezTo>
                <a:lnTo>
                  <a:pt x="553113" y="99013"/>
                </a:lnTo>
                <a:lnTo>
                  <a:pt x="532294" y="99013"/>
                </a:lnTo>
                <a:lnTo>
                  <a:pt x="532294" y="96437"/>
                </a:lnTo>
                <a:cubicBezTo>
                  <a:pt x="533965" y="96205"/>
                  <a:pt x="535427" y="95626"/>
                  <a:pt x="536680" y="94701"/>
                </a:cubicBezTo>
                <a:cubicBezTo>
                  <a:pt x="538444" y="93357"/>
                  <a:pt x="541415" y="89930"/>
                  <a:pt x="545593" y="84419"/>
                </a:cubicBezTo>
                <a:lnTo>
                  <a:pt x="558962" y="66705"/>
                </a:lnTo>
                <a:lnTo>
                  <a:pt x="546846" y="49158"/>
                </a:lnTo>
                <a:cubicBezTo>
                  <a:pt x="543411" y="44145"/>
                  <a:pt x="540754" y="41000"/>
                  <a:pt x="538874" y="39724"/>
                </a:cubicBezTo>
                <a:cubicBezTo>
                  <a:pt x="536994" y="38447"/>
                  <a:pt x="534638" y="37809"/>
                  <a:pt x="531806" y="37809"/>
                </a:cubicBezTo>
                <a:lnTo>
                  <a:pt x="531806" y="35233"/>
                </a:lnTo>
                <a:close/>
                <a:moveTo>
                  <a:pt x="604430" y="2924"/>
                </a:moveTo>
                <a:lnTo>
                  <a:pt x="604430" y="0"/>
                </a:lnTo>
                <a:cubicBezTo>
                  <a:pt x="611486" y="3481"/>
                  <a:pt x="617358" y="7590"/>
                  <a:pt x="622046" y="12324"/>
                </a:cubicBezTo>
                <a:cubicBezTo>
                  <a:pt x="628684" y="19102"/>
                  <a:pt x="633813" y="27051"/>
                  <a:pt x="637434" y="36173"/>
                </a:cubicBezTo>
                <a:cubicBezTo>
                  <a:pt x="641055" y="45294"/>
                  <a:pt x="642865" y="54798"/>
                  <a:pt x="642865" y="64686"/>
                </a:cubicBezTo>
                <a:cubicBezTo>
                  <a:pt x="642865" y="79076"/>
                  <a:pt x="639326" y="92201"/>
                  <a:pt x="632247" y="104061"/>
                </a:cubicBezTo>
                <a:cubicBezTo>
                  <a:pt x="625168" y="115922"/>
                  <a:pt x="615895" y="124405"/>
                  <a:pt x="604430" y="129511"/>
                </a:cubicBezTo>
                <a:lnTo>
                  <a:pt x="604430" y="126935"/>
                </a:lnTo>
                <a:cubicBezTo>
                  <a:pt x="610139" y="123732"/>
                  <a:pt x="614839" y="119403"/>
                  <a:pt x="618530" y="113949"/>
                </a:cubicBezTo>
                <a:cubicBezTo>
                  <a:pt x="622220" y="108494"/>
                  <a:pt x="624959" y="101555"/>
                  <a:pt x="626746" y="93130"/>
                </a:cubicBezTo>
                <a:cubicBezTo>
                  <a:pt x="628533" y="84704"/>
                  <a:pt x="629427" y="75919"/>
                  <a:pt x="629427" y="66775"/>
                </a:cubicBezTo>
                <a:cubicBezTo>
                  <a:pt x="629427" y="56887"/>
                  <a:pt x="628661" y="47859"/>
                  <a:pt x="627129" y="39689"/>
                </a:cubicBezTo>
                <a:cubicBezTo>
                  <a:pt x="625969" y="33283"/>
                  <a:pt x="624518" y="28154"/>
                  <a:pt x="622777" y="24301"/>
                </a:cubicBezTo>
                <a:cubicBezTo>
                  <a:pt x="621036" y="20448"/>
                  <a:pt x="618727" y="16734"/>
                  <a:pt x="615849" y="13160"/>
                </a:cubicBezTo>
                <a:cubicBezTo>
                  <a:pt x="612971" y="9586"/>
                  <a:pt x="609165" y="6174"/>
                  <a:pt x="604430" y="292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E51B4B-4242-46D8-A874-B90D4EB93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3572" y="1296548"/>
            <a:ext cx="1212111" cy="151514"/>
          </a:xfrm>
          <a:custGeom xmlns:a="http://schemas.openxmlformats.org/drawingml/2006/main">
            <a:pathLst>
              <a:path w="1212111" h="151514">
                <a:moveTo>
                  <a:pt x="0" y="0"/>
                </a:moveTo>
                <a:lnTo>
                  <a:pt x="1212111" y="0"/>
                </a:lnTo>
                <a:lnTo>
                  <a:pt x="1212111" y="151514"/>
                </a:lnTo>
                <a:lnTo>
                  <a:pt x="0" y="15151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7D07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Text +MOVR2,#0x5A">
            <a:extLst xmlns:a="http://schemas.openxmlformats.org/drawingml/2006/main">
              <a:ext uri="{FF2B5EF4-FFF2-40B4-BE49-F238E27FC236}">
                <a16:creationId xmlns:a16="http://schemas.microsoft.com/office/drawing/2014/main" id="{8EE030AE-C6F4-4FFA-80E6-421B98F43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6148" y="1324817"/>
            <a:ext cx="1210580" cy="120320"/>
          </a:xfrm>
          <a:custGeom xmlns:a="http://schemas.openxmlformats.org/drawingml/2006/main">
            <a:pathLst>
              <a:path w="1210580" h="120320">
                <a:moveTo>
                  <a:pt x="34676" y="86758"/>
                </a:moveTo>
                <a:lnTo>
                  <a:pt x="34676" y="52013"/>
                </a:lnTo>
                <a:lnTo>
                  <a:pt x="0" y="52013"/>
                </a:lnTo>
                <a:lnTo>
                  <a:pt x="0" y="46234"/>
                </a:lnTo>
                <a:lnTo>
                  <a:pt x="34676" y="46234"/>
                </a:lnTo>
                <a:lnTo>
                  <a:pt x="34676" y="11628"/>
                </a:lnTo>
                <a:lnTo>
                  <a:pt x="40246" y="11628"/>
                </a:lnTo>
                <a:lnTo>
                  <a:pt x="40246" y="46234"/>
                </a:lnTo>
                <a:lnTo>
                  <a:pt x="75061" y="46234"/>
                </a:lnTo>
                <a:lnTo>
                  <a:pt x="75061" y="52013"/>
                </a:lnTo>
                <a:lnTo>
                  <a:pt x="40246" y="52013"/>
                </a:lnTo>
                <a:lnTo>
                  <a:pt x="40246" y="86758"/>
                </a:lnTo>
                <a:lnTo>
                  <a:pt x="34676" y="86758"/>
                </a:lnTo>
                <a:close/>
                <a:moveTo>
                  <a:pt x="171850" y="96507"/>
                </a:moveTo>
                <a:lnTo>
                  <a:pt x="135364" y="17059"/>
                </a:lnTo>
                <a:lnTo>
                  <a:pt x="135364" y="80144"/>
                </a:lnTo>
                <a:cubicBezTo>
                  <a:pt x="135364" y="85946"/>
                  <a:pt x="135991" y="89567"/>
                  <a:pt x="137244" y="91006"/>
                </a:cubicBezTo>
                <a:cubicBezTo>
                  <a:pt x="138962" y="92955"/>
                  <a:pt x="141678" y="93930"/>
                  <a:pt x="145391" y="93930"/>
                </a:cubicBezTo>
                <a:lnTo>
                  <a:pt x="148733" y="93930"/>
                </a:lnTo>
                <a:lnTo>
                  <a:pt x="148733" y="96507"/>
                </a:lnTo>
                <a:lnTo>
                  <a:pt x="115868" y="96507"/>
                </a:lnTo>
                <a:lnTo>
                  <a:pt x="115868" y="93930"/>
                </a:lnTo>
                <a:lnTo>
                  <a:pt x="119210" y="93930"/>
                </a:lnTo>
                <a:cubicBezTo>
                  <a:pt x="123203" y="93930"/>
                  <a:pt x="126034" y="92723"/>
                  <a:pt x="127705" y="90310"/>
                </a:cubicBezTo>
                <a:cubicBezTo>
                  <a:pt x="128726" y="88824"/>
                  <a:pt x="129237" y="85435"/>
                  <a:pt x="129237" y="80144"/>
                </a:cubicBezTo>
                <a:lnTo>
                  <a:pt x="129237" y="18452"/>
                </a:lnTo>
                <a:cubicBezTo>
                  <a:pt x="129237" y="14274"/>
                  <a:pt x="128773" y="11257"/>
                  <a:pt x="127844" y="9400"/>
                </a:cubicBezTo>
                <a:cubicBezTo>
                  <a:pt x="127195" y="8054"/>
                  <a:pt x="125999" y="6928"/>
                  <a:pt x="124259" y="6023"/>
                </a:cubicBezTo>
                <a:cubicBezTo>
                  <a:pt x="122518" y="5118"/>
                  <a:pt x="119721" y="4665"/>
                  <a:pt x="115868" y="4665"/>
                </a:cubicBezTo>
                <a:lnTo>
                  <a:pt x="115868" y="2089"/>
                </a:lnTo>
                <a:lnTo>
                  <a:pt x="142606" y="2089"/>
                </a:lnTo>
                <a:lnTo>
                  <a:pt x="176864" y="75966"/>
                </a:lnTo>
                <a:lnTo>
                  <a:pt x="210564" y="2089"/>
                </a:lnTo>
                <a:lnTo>
                  <a:pt x="237302" y="2089"/>
                </a:lnTo>
                <a:lnTo>
                  <a:pt x="237302" y="4665"/>
                </a:lnTo>
                <a:lnTo>
                  <a:pt x="234030" y="4665"/>
                </a:lnTo>
                <a:cubicBezTo>
                  <a:pt x="229991" y="4665"/>
                  <a:pt x="227136" y="5872"/>
                  <a:pt x="225465" y="8286"/>
                </a:cubicBezTo>
                <a:cubicBezTo>
                  <a:pt x="224444" y="9771"/>
                  <a:pt x="223933" y="13160"/>
                  <a:pt x="223933" y="18452"/>
                </a:cubicBezTo>
                <a:lnTo>
                  <a:pt x="223933" y="80144"/>
                </a:lnTo>
                <a:cubicBezTo>
                  <a:pt x="223933" y="85946"/>
                  <a:pt x="224583" y="89567"/>
                  <a:pt x="225883" y="91006"/>
                </a:cubicBezTo>
                <a:cubicBezTo>
                  <a:pt x="227600" y="92955"/>
                  <a:pt x="230316" y="93930"/>
                  <a:pt x="234030" y="93930"/>
                </a:cubicBezTo>
                <a:lnTo>
                  <a:pt x="237302" y="93930"/>
                </a:lnTo>
                <a:lnTo>
                  <a:pt x="237302" y="96507"/>
                </a:lnTo>
                <a:lnTo>
                  <a:pt x="197195" y="96507"/>
                </a:lnTo>
                <a:lnTo>
                  <a:pt x="197195" y="93930"/>
                </a:lnTo>
                <a:lnTo>
                  <a:pt x="200538" y="93930"/>
                </a:lnTo>
                <a:cubicBezTo>
                  <a:pt x="204576" y="93930"/>
                  <a:pt x="207408" y="92723"/>
                  <a:pt x="209033" y="90310"/>
                </a:cubicBezTo>
                <a:cubicBezTo>
                  <a:pt x="210054" y="88824"/>
                  <a:pt x="210564" y="85435"/>
                  <a:pt x="210564" y="80144"/>
                </a:cubicBezTo>
                <a:lnTo>
                  <a:pt x="210564" y="17059"/>
                </a:lnTo>
                <a:lnTo>
                  <a:pt x="174148" y="96507"/>
                </a:lnTo>
                <a:lnTo>
                  <a:pt x="171850" y="96507"/>
                </a:lnTo>
                <a:close/>
                <a:moveTo>
                  <a:pt x="292426" y="0"/>
                </a:moveTo>
                <a:cubicBezTo>
                  <a:pt x="304681" y="0"/>
                  <a:pt x="315300" y="4647"/>
                  <a:pt x="324282" y="13941"/>
                </a:cubicBezTo>
                <a:cubicBezTo>
                  <a:pt x="333264" y="23235"/>
                  <a:pt x="337755" y="34835"/>
                  <a:pt x="337755" y="48741"/>
                </a:cubicBezTo>
                <a:cubicBezTo>
                  <a:pt x="337755" y="63064"/>
                  <a:pt x="333229" y="74954"/>
                  <a:pt x="324177" y="84411"/>
                </a:cubicBezTo>
                <a:cubicBezTo>
                  <a:pt x="315125" y="93867"/>
                  <a:pt x="304170" y="98595"/>
                  <a:pt x="291312" y="98595"/>
                </a:cubicBezTo>
                <a:cubicBezTo>
                  <a:pt x="278315" y="98595"/>
                  <a:pt x="267394" y="93983"/>
                  <a:pt x="258551" y="84759"/>
                </a:cubicBezTo>
                <a:cubicBezTo>
                  <a:pt x="249709" y="75534"/>
                  <a:pt x="245287" y="63598"/>
                  <a:pt x="245287" y="48950"/>
                </a:cubicBezTo>
                <a:cubicBezTo>
                  <a:pt x="245287" y="33978"/>
                  <a:pt x="250393" y="21764"/>
                  <a:pt x="260606" y="12307"/>
                </a:cubicBezTo>
                <a:cubicBezTo>
                  <a:pt x="269472" y="4102"/>
                  <a:pt x="280079" y="0"/>
                  <a:pt x="292426" y="0"/>
                </a:cubicBezTo>
                <a:moveTo>
                  <a:pt x="291103" y="5153"/>
                </a:moveTo>
                <a:cubicBezTo>
                  <a:pt x="282655" y="5153"/>
                  <a:pt x="275878" y="8281"/>
                  <a:pt x="270771" y="14537"/>
                </a:cubicBezTo>
                <a:cubicBezTo>
                  <a:pt x="264412" y="22324"/>
                  <a:pt x="261232" y="33726"/>
                  <a:pt x="261232" y="48743"/>
                </a:cubicBezTo>
                <a:cubicBezTo>
                  <a:pt x="261232" y="64130"/>
                  <a:pt x="264528" y="75971"/>
                  <a:pt x="271120" y="84267"/>
                </a:cubicBezTo>
                <a:cubicBezTo>
                  <a:pt x="276179" y="90570"/>
                  <a:pt x="282864" y="93721"/>
                  <a:pt x="291173" y="93721"/>
                </a:cubicBezTo>
                <a:cubicBezTo>
                  <a:pt x="300039" y="93721"/>
                  <a:pt x="307362" y="90269"/>
                  <a:pt x="313141" y="83364"/>
                </a:cubicBezTo>
                <a:cubicBezTo>
                  <a:pt x="318920" y="76458"/>
                  <a:pt x="321810" y="65566"/>
                  <a:pt x="321810" y="50688"/>
                </a:cubicBezTo>
                <a:cubicBezTo>
                  <a:pt x="321810" y="34560"/>
                  <a:pt x="318630" y="22533"/>
                  <a:pt x="312271" y="14607"/>
                </a:cubicBezTo>
                <a:cubicBezTo>
                  <a:pt x="307164" y="8304"/>
                  <a:pt x="300109" y="5153"/>
                  <a:pt x="291103" y="5153"/>
                </a:cubicBezTo>
                <a:close/>
                <a:moveTo>
                  <a:pt x="444473" y="2089"/>
                </a:moveTo>
                <a:lnTo>
                  <a:pt x="444473" y="4665"/>
                </a:lnTo>
                <a:cubicBezTo>
                  <a:pt x="441131" y="5269"/>
                  <a:pt x="438601" y="6336"/>
                  <a:pt x="436883" y="7866"/>
                </a:cubicBezTo>
                <a:cubicBezTo>
                  <a:pt x="434423" y="10139"/>
                  <a:pt x="432241" y="13618"/>
                  <a:pt x="430338" y="18302"/>
                </a:cubicBezTo>
                <a:lnTo>
                  <a:pt x="397403" y="98595"/>
                </a:lnTo>
                <a:lnTo>
                  <a:pt x="394827" y="98595"/>
                </a:lnTo>
                <a:lnTo>
                  <a:pt x="359455" y="17259"/>
                </a:lnTo>
                <a:cubicBezTo>
                  <a:pt x="357645" y="13085"/>
                  <a:pt x="356368" y="10533"/>
                  <a:pt x="355626" y="9605"/>
                </a:cubicBezTo>
                <a:cubicBezTo>
                  <a:pt x="354465" y="8167"/>
                  <a:pt x="353038" y="7043"/>
                  <a:pt x="351343" y="6232"/>
                </a:cubicBezTo>
                <a:cubicBezTo>
                  <a:pt x="349649" y="5419"/>
                  <a:pt x="347363" y="4897"/>
                  <a:pt x="344485" y="4665"/>
                </a:cubicBezTo>
                <a:lnTo>
                  <a:pt x="344485" y="2089"/>
                </a:lnTo>
                <a:lnTo>
                  <a:pt x="383060" y="2089"/>
                </a:lnTo>
                <a:lnTo>
                  <a:pt x="383060" y="4665"/>
                </a:lnTo>
                <a:cubicBezTo>
                  <a:pt x="378696" y="5083"/>
                  <a:pt x="375865" y="5826"/>
                  <a:pt x="374565" y="6893"/>
                </a:cubicBezTo>
                <a:cubicBezTo>
                  <a:pt x="373265" y="7960"/>
                  <a:pt x="372615" y="9327"/>
                  <a:pt x="372615" y="10997"/>
                </a:cubicBezTo>
                <a:cubicBezTo>
                  <a:pt x="372615" y="13317"/>
                  <a:pt x="373683" y="16934"/>
                  <a:pt x="375818" y="21851"/>
                </a:cubicBezTo>
                <a:lnTo>
                  <a:pt x="399840" y="77165"/>
                </a:lnTo>
                <a:lnTo>
                  <a:pt x="422122" y="22547"/>
                </a:lnTo>
                <a:cubicBezTo>
                  <a:pt x="424303" y="17167"/>
                  <a:pt x="425394" y="13433"/>
                  <a:pt x="425394" y="11345"/>
                </a:cubicBezTo>
                <a:cubicBezTo>
                  <a:pt x="425394" y="9999"/>
                  <a:pt x="424721" y="8712"/>
                  <a:pt x="423375" y="7483"/>
                </a:cubicBezTo>
                <a:cubicBezTo>
                  <a:pt x="422029" y="6254"/>
                  <a:pt x="419754" y="5385"/>
                  <a:pt x="416551" y="4874"/>
                </a:cubicBezTo>
                <a:cubicBezTo>
                  <a:pt x="416319" y="4828"/>
                  <a:pt x="415925" y="4758"/>
                  <a:pt x="415368" y="4665"/>
                </a:cubicBezTo>
                <a:lnTo>
                  <a:pt x="415368" y="2089"/>
                </a:lnTo>
                <a:lnTo>
                  <a:pt x="444473" y="2089"/>
                </a:lnTo>
                <a:close/>
                <a:moveTo>
                  <a:pt x="682648" y="96507"/>
                </a:moveTo>
                <a:lnTo>
                  <a:pt x="657442" y="96507"/>
                </a:lnTo>
                <a:lnTo>
                  <a:pt x="625482" y="52222"/>
                </a:lnTo>
                <a:cubicBezTo>
                  <a:pt x="623115" y="52315"/>
                  <a:pt x="621188" y="52361"/>
                  <a:pt x="619703" y="52361"/>
                </a:cubicBezTo>
                <a:cubicBezTo>
                  <a:pt x="619099" y="52361"/>
                  <a:pt x="618450" y="52350"/>
                  <a:pt x="617753" y="52327"/>
                </a:cubicBezTo>
                <a:cubicBezTo>
                  <a:pt x="617057" y="52303"/>
                  <a:pt x="616337" y="52269"/>
                  <a:pt x="615595" y="52222"/>
                </a:cubicBezTo>
                <a:lnTo>
                  <a:pt x="615595" y="79748"/>
                </a:lnTo>
                <a:cubicBezTo>
                  <a:pt x="615595" y="85710"/>
                  <a:pt x="616245" y="89412"/>
                  <a:pt x="617544" y="90856"/>
                </a:cubicBezTo>
                <a:cubicBezTo>
                  <a:pt x="619308" y="92905"/>
                  <a:pt x="621954" y="93930"/>
                  <a:pt x="625482" y="93930"/>
                </a:cubicBezTo>
                <a:lnTo>
                  <a:pt x="629173" y="93930"/>
                </a:lnTo>
                <a:lnTo>
                  <a:pt x="629173" y="96507"/>
                </a:lnTo>
                <a:lnTo>
                  <a:pt x="588718" y="96507"/>
                </a:lnTo>
                <a:lnTo>
                  <a:pt x="588718" y="93930"/>
                </a:lnTo>
                <a:lnTo>
                  <a:pt x="592269" y="93930"/>
                </a:lnTo>
                <a:cubicBezTo>
                  <a:pt x="596261" y="93930"/>
                  <a:pt x="599116" y="92630"/>
                  <a:pt x="600833" y="90031"/>
                </a:cubicBezTo>
                <a:cubicBezTo>
                  <a:pt x="601808" y="88592"/>
                  <a:pt x="602296" y="85180"/>
                  <a:pt x="602296" y="79795"/>
                </a:cubicBezTo>
                <a:lnTo>
                  <a:pt x="602296" y="18800"/>
                </a:lnTo>
                <a:cubicBezTo>
                  <a:pt x="602296" y="12858"/>
                  <a:pt x="601646" y="9168"/>
                  <a:pt x="600346" y="7729"/>
                </a:cubicBezTo>
                <a:cubicBezTo>
                  <a:pt x="598536" y="5686"/>
                  <a:pt x="595843" y="4665"/>
                  <a:pt x="592269" y="4665"/>
                </a:cubicBezTo>
                <a:lnTo>
                  <a:pt x="588718" y="4665"/>
                </a:lnTo>
                <a:lnTo>
                  <a:pt x="588718" y="2089"/>
                </a:lnTo>
                <a:lnTo>
                  <a:pt x="623115" y="2089"/>
                </a:lnTo>
                <a:cubicBezTo>
                  <a:pt x="633141" y="2089"/>
                  <a:pt x="640534" y="2818"/>
                  <a:pt x="645292" y="4276"/>
                </a:cubicBezTo>
                <a:cubicBezTo>
                  <a:pt x="650050" y="5734"/>
                  <a:pt x="654088" y="8419"/>
                  <a:pt x="657407" y="12331"/>
                </a:cubicBezTo>
                <a:cubicBezTo>
                  <a:pt x="660726" y="16242"/>
                  <a:pt x="662386" y="20905"/>
                  <a:pt x="662386" y="26320"/>
                </a:cubicBezTo>
                <a:cubicBezTo>
                  <a:pt x="662386" y="32105"/>
                  <a:pt x="660494" y="37127"/>
                  <a:pt x="656711" y="41386"/>
                </a:cubicBezTo>
                <a:cubicBezTo>
                  <a:pt x="652928" y="45644"/>
                  <a:pt x="647067" y="48652"/>
                  <a:pt x="639130" y="50412"/>
                </a:cubicBezTo>
                <a:lnTo>
                  <a:pt x="658626" y="77585"/>
                </a:lnTo>
                <a:cubicBezTo>
                  <a:pt x="663082" y="83825"/>
                  <a:pt x="666912" y="87970"/>
                  <a:pt x="670115" y="90020"/>
                </a:cubicBezTo>
                <a:cubicBezTo>
                  <a:pt x="673318" y="92068"/>
                  <a:pt x="677495" y="93372"/>
                  <a:pt x="682648" y="93930"/>
                </a:cubicBezTo>
                <a:lnTo>
                  <a:pt x="682648" y="96507"/>
                </a:lnTo>
                <a:moveTo>
                  <a:pt x="615595" y="47975"/>
                </a:moveTo>
                <a:cubicBezTo>
                  <a:pt x="616477" y="47975"/>
                  <a:pt x="617243" y="47986"/>
                  <a:pt x="617893" y="48010"/>
                </a:cubicBezTo>
                <a:cubicBezTo>
                  <a:pt x="618542" y="48033"/>
                  <a:pt x="619076" y="48044"/>
                  <a:pt x="619494" y="48044"/>
                </a:cubicBezTo>
                <a:cubicBezTo>
                  <a:pt x="628499" y="48044"/>
                  <a:pt x="635288" y="46095"/>
                  <a:pt x="639861" y="42195"/>
                </a:cubicBezTo>
                <a:cubicBezTo>
                  <a:pt x="644433" y="38296"/>
                  <a:pt x="646719" y="33329"/>
                  <a:pt x="646719" y="27295"/>
                </a:cubicBezTo>
                <a:cubicBezTo>
                  <a:pt x="646719" y="21399"/>
                  <a:pt x="644874" y="16607"/>
                  <a:pt x="641184" y="12916"/>
                </a:cubicBezTo>
                <a:cubicBezTo>
                  <a:pt x="637493" y="9226"/>
                  <a:pt x="632608" y="7381"/>
                  <a:pt x="626527" y="7381"/>
                </a:cubicBezTo>
                <a:cubicBezTo>
                  <a:pt x="623834" y="7381"/>
                  <a:pt x="620190" y="7822"/>
                  <a:pt x="615595" y="8704"/>
                </a:cubicBezTo>
                <a:lnTo>
                  <a:pt x="615595" y="47975"/>
                </a:lnTo>
                <a:close/>
                <a:moveTo>
                  <a:pt x="746778" y="78264"/>
                </a:moveTo>
                <a:lnTo>
                  <a:pt x="740163" y="96507"/>
                </a:lnTo>
                <a:lnTo>
                  <a:pt x="684459" y="96507"/>
                </a:lnTo>
                <a:lnTo>
                  <a:pt x="684459" y="93926"/>
                </a:lnTo>
                <a:cubicBezTo>
                  <a:pt x="700845" y="78954"/>
                  <a:pt x="712381" y="66726"/>
                  <a:pt x="719065" y="57242"/>
                </a:cubicBezTo>
                <a:cubicBezTo>
                  <a:pt x="725749" y="47756"/>
                  <a:pt x="729092" y="39085"/>
                  <a:pt x="729092" y="31227"/>
                </a:cubicBezTo>
                <a:cubicBezTo>
                  <a:pt x="729092" y="25230"/>
                  <a:pt x="727258" y="20302"/>
                  <a:pt x="723591" y="16443"/>
                </a:cubicBezTo>
                <a:cubicBezTo>
                  <a:pt x="719924" y="12583"/>
                  <a:pt x="715537" y="10653"/>
                  <a:pt x="710431" y="10653"/>
                </a:cubicBezTo>
                <a:cubicBezTo>
                  <a:pt x="705789" y="10653"/>
                  <a:pt x="701623" y="12017"/>
                  <a:pt x="697932" y="14744"/>
                </a:cubicBezTo>
                <a:cubicBezTo>
                  <a:pt x="694242" y="17471"/>
                  <a:pt x="691515" y="21469"/>
                  <a:pt x="689751" y="26738"/>
                </a:cubicBezTo>
                <a:lnTo>
                  <a:pt x="687175" y="26738"/>
                </a:lnTo>
                <a:cubicBezTo>
                  <a:pt x="688335" y="18172"/>
                  <a:pt x="691318" y="11598"/>
                  <a:pt x="696122" y="7015"/>
                </a:cubicBezTo>
                <a:cubicBezTo>
                  <a:pt x="700927" y="2431"/>
                  <a:pt x="706926" y="139"/>
                  <a:pt x="714121" y="139"/>
                </a:cubicBezTo>
                <a:cubicBezTo>
                  <a:pt x="721781" y="139"/>
                  <a:pt x="728175" y="2600"/>
                  <a:pt x="733304" y="7520"/>
                </a:cubicBezTo>
                <a:cubicBezTo>
                  <a:pt x="738434" y="12440"/>
                  <a:pt x="740998" y="18243"/>
                  <a:pt x="740998" y="24927"/>
                </a:cubicBezTo>
                <a:cubicBezTo>
                  <a:pt x="740998" y="29709"/>
                  <a:pt x="739884" y="34490"/>
                  <a:pt x="737656" y="39271"/>
                </a:cubicBezTo>
                <a:cubicBezTo>
                  <a:pt x="734221" y="46791"/>
                  <a:pt x="728651" y="54752"/>
                  <a:pt x="720945" y="63154"/>
                </a:cubicBezTo>
                <a:cubicBezTo>
                  <a:pt x="709387" y="75780"/>
                  <a:pt x="702168" y="83393"/>
                  <a:pt x="699290" y="85992"/>
                </a:cubicBezTo>
                <a:lnTo>
                  <a:pt x="723939" y="85992"/>
                </a:lnTo>
                <a:cubicBezTo>
                  <a:pt x="728952" y="85992"/>
                  <a:pt x="732469" y="85805"/>
                  <a:pt x="734488" y="85431"/>
                </a:cubicBezTo>
                <a:cubicBezTo>
                  <a:pt x="736507" y="85055"/>
                  <a:pt x="738329" y="84294"/>
                  <a:pt x="739954" y="83146"/>
                </a:cubicBezTo>
                <a:cubicBezTo>
                  <a:pt x="741579" y="81999"/>
                  <a:pt x="742994" y="80371"/>
                  <a:pt x="744201" y="78264"/>
                </a:cubicBezTo>
                <a:lnTo>
                  <a:pt x="746778" y="78264"/>
                </a:lnTo>
                <a:close/>
                <a:moveTo>
                  <a:pt x="760356" y="120320"/>
                </a:moveTo>
                <a:lnTo>
                  <a:pt x="760356" y="117256"/>
                </a:lnTo>
                <a:cubicBezTo>
                  <a:pt x="765137" y="115672"/>
                  <a:pt x="768839" y="113214"/>
                  <a:pt x="771462" y="109882"/>
                </a:cubicBezTo>
                <a:cubicBezTo>
                  <a:pt x="774084" y="106551"/>
                  <a:pt x="775396" y="103022"/>
                  <a:pt x="775396" y="99294"/>
                </a:cubicBezTo>
                <a:cubicBezTo>
                  <a:pt x="775396" y="98410"/>
                  <a:pt x="775187" y="97667"/>
                  <a:pt x="774769" y="97064"/>
                </a:cubicBezTo>
                <a:cubicBezTo>
                  <a:pt x="774444" y="96646"/>
                  <a:pt x="774119" y="96437"/>
                  <a:pt x="773794" y="96437"/>
                </a:cubicBezTo>
                <a:cubicBezTo>
                  <a:pt x="773284" y="96437"/>
                  <a:pt x="772169" y="96901"/>
                  <a:pt x="770452" y="97829"/>
                </a:cubicBezTo>
                <a:cubicBezTo>
                  <a:pt x="769616" y="98247"/>
                  <a:pt x="768734" y="98456"/>
                  <a:pt x="767806" y="98456"/>
                </a:cubicBezTo>
                <a:cubicBezTo>
                  <a:pt x="765531" y="98456"/>
                  <a:pt x="763721" y="97783"/>
                  <a:pt x="762375" y="96437"/>
                </a:cubicBezTo>
                <a:cubicBezTo>
                  <a:pt x="761029" y="95091"/>
                  <a:pt x="760356" y="93234"/>
                  <a:pt x="760356" y="90867"/>
                </a:cubicBezTo>
                <a:cubicBezTo>
                  <a:pt x="760356" y="88592"/>
                  <a:pt x="761226" y="86642"/>
                  <a:pt x="762967" y="85018"/>
                </a:cubicBezTo>
                <a:cubicBezTo>
                  <a:pt x="764707" y="83393"/>
                  <a:pt x="766831" y="82581"/>
                  <a:pt x="769338" y="82581"/>
                </a:cubicBezTo>
                <a:cubicBezTo>
                  <a:pt x="772402" y="82581"/>
                  <a:pt x="775129" y="83918"/>
                  <a:pt x="777519" y="86593"/>
                </a:cubicBezTo>
                <a:cubicBezTo>
                  <a:pt x="779910" y="89267"/>
                  <a:pt x="781105" y="92812"/>
                  <a:pt x="781105" y="97229"/>
                </a:cubicBezTo>
                <a:cubicBezTo>
                  <a:pt x="781105" y="102020"/>
                  <a:pt x="779446" y="106474"/>
                  <a:pt x="776127" y="110589"/>
                </a:cubicBezTo>
                <a:cubicBezTo>
                  <a:pt x="772808" y="114704"/>
                  <a:pt x="767551" y="117948"/>
                  <a:pt x="760356" y="120320"/>
                </a:cubicBezTo>
                <a:close/>
                <a:moveTo>
                  <a:pt x="832004" y="98595"/>
                </a:moveTo>
                <a:lnTo>
                  <a:pt x="838480" y="66914"/>
                </a:lnTo>
                <a:lnTo>
                  <a:pt x="826573" y="66914"/>
                </a:lnTo>
                <a:lnTo>
                  <a:pt x="826573" y="61135"/>
                </a:lnTo>
                <a:lnTo>
                  <a:pt x="839594" y="61135"/>
                </a:lnTo>
                <a:lnTo>
                  <a:pt x="844398" y="37321"/>
                </a:lnTo>
                <a:lnTo>
                  <a:pt x="826573" y="37321"/>
                </a:lnTo>
                <a:lnTo>
                  <a:pt x="826573" y="31751"/>
                </a:lnTo>
                <a:lnTo>
                  <a:pt x="845721" y="31751"/>
                </a:lnTo>
                <a:lnTo>
                  <a:pt x="852058" y="0"/>
                </a:lnTo>
                <a:lnTo>
                  <a:pt x="857837" y="0"/>
                </a:lnTo>
                <a:lnTo>
                  <a:pt x="851501" y="31751"/>
                </a:lnTo>
                <a:lnTo>
                  <a:pt x="874966" y="31751"/>
                </a:lnTo>
                <a:lnTo>
                  <a:pt x="881720" y="0"/>
                </a:lnTo>
                <a:lnTo>
                  <a:pt x="887499" y="0"/>
                </a:lnTo>
                <a:lnTo>
                  <a:pt x="880884" y="31751"/>
                </a:lnTo>
                <a:lnTo>
                  <a:pt x="892721" y="31751"/>
                </a:lnTo>
                <a:lnTo>
                  <a:pt x="892721" y="37321"/>
                </a:lnTo>
                <a:lnTo>
                  <a:pt x="879840" y="37321"/>
                </a:lnTo>
                <a:lnTo>
                  <a:pt x="874966" y="61135"/>
                </a:lnTo>
                <a:lnTo>
                  <a:pt x="892721" y="61135"/>
                </a:lnTo>
                <a:lnTo>
                  <a:pt x="892721" y="66914"/>
                </a:lnTo>
                <a:lnTo>
                  <a:pt x="873782" y="66914"/>
                </a:lnTo>
                <a:lnTo>
                  <a:pt x="867307" y="98595"/>
                </a:lnTo>
                <a:lnTo>
                  <a:pt x="861667" y="98595"/>
                </a:lnTo>
                <a:lnTo>
                  <a:pt x="868003" y="66914"/>
                </a:lnTo>
                <a:lnTo>
                  <a:pt x="844398" y="66914"/>
                </a:lnTo>
                <a:lnTo>
                  <a:pt x="837784" y="98595"/>
                </a:lnTo>
                <a:lnTo>
                  <a:pt x="832004" y="98595"/>
                </a:lnTo>
                <a:moveTo>
                  <a:pt x="845443" y="61135"/>
                </a:moveTo>
                <a:lnTo>
                  <a:pt x="869047" y="61135"/>
                </a:lnTo>
                <a:lnTo>
                  <a:pt x="874061" y="37321"/>
                </a:lnTo>
                <a:lnTo>
                  <a:pt x="850317" y="37321"/>
                </a:lnTo>
                <a:lnTo>
                  <a:pt x="845443" y="61135"/>
                </a:lnTo>
                <a:close/>
                <a:moveTo>
                  <a:pt x="900450" y="49855"/>
                </a:moveTo>
                <a:cubicBezTo>
                  <a:pt x="900450" y="39085"/>
                  <a:pt x="902075" y="29813"/>
                  <a:pt x="905324" y="22038"/>
                </a:cubicBezTo>
                <a:cubicBezTo>
                  <a:pt x="908574" y="14262"/>
                  <a:pt x="912891" y="8472"/>
                  <a:pt x="918275" y="4665"/>
                </a:cubicBezTo>
                <a:cubicBezTo>
                  <a:pt x="922453" y="1648"/>
                  <a:pt x="926770" y="139"/>
                  <a:pt x="931226" y="139"/>
                </a:cubicBezTo>
                <a:cubicBezTo>
                  <a:pt x="938468" y="139"/>
                  <a:pt x="944967" y="3830"/>
                  <a:pt x="950723" y="11210"/>
                </a:cubicBezTo>
                <a:cubicBezTo>
                  <a:pt x="957918" y="20355"/>
                  <a:pt x="961515" y="32749"/>
                  <a:pt x="961515" y="48393"/>
                </a:cubicBezTo>
                <a:cubicBezTo>
                  <a:pt x="961515" y="59348"/>
                  <a:pt x="959937" y="68655"/>
                  <a:pt x="956781" y="76314"/>
                </a:cubicBezTo>
                <a:cubicBezTo>
                  <a:pt x="953624" y="83973"/>
                  <a:pt x="949597" y="89532"/>
                  <a:pt x="944700" y="92990"/>
                </a:cubicBezTo>
                <a:cubicBezTo>
                  <a:pt x="939803" y="96449"/>
                  <a:pt x="935079" y="98178"/>
                  <a:pt x="930530" y="98178"/>
                </a:cubicBezTo>
                <a:cubicBezTo>
                  <a:pt x="921525" y="98178"/>
                  <a:pt x="914028" y="92863"/>
                  <a:pt x="908040" y="82232"/>
                </a:cubicBezTo>
                <a:cubicBezTo>
                  <a:pt x="902980" y="73273"/>
                  <a:pt x="900450" y="62481"/>
                  <a:pt x="900450" y="49855"/>
                </a:cubicBezTo>
                <a:moveTo>
                  <a:pt x="914098" y="51632"/>
                </a:moveTo>
                <a:cubicBezTo>
                  <a:pt x="914098" y="64640"/>
                  <a:pt x="915699" y="75255"/>
                  <a:pt x="918902" y="83477"/>
                </a:cubicBezTo>
                <a:cubicBezTo>
                  <a:pt x="921548" y="90399"/>
                  <a:pt x="925494" y="93861"/>
                  <a:pt x="930739" y="93861"/>
                </a:cubicBezTo>
                <a:cubicBezTo>
                  <a:pt x="933246" y="93861"/>
                  <a:pt x="935845" y="92734"/>
                  <a:pt x="938538" y="90481"/>
                </a:cubicBezTo>
                <a:cubicBezTo>
                  <a:pt x="941230" y="88229"/>
                  <a:pt x="943272" y="84454"/>
                  <a:pt x="944665" y="79158"/>
                </a:cubicBezTo>
                <a:cubicBezTo>
                  <a:pt x="946800" y="71166"/>
                  <a:pt x="947868" y="59901"/>
                  <a:pt x="947868" y="45361"/>
                </a:cubicBezTo>
                <a:cubicBezTo>
                  <a:pt x="947868" y="34583"/>
                  <a:pt x="946754" y="25594"/>
                  <a:pt x="944526" y="18393"/>
                </a:cubicBezTo>
                <a:cubicBezTo>
                  <a:pt x="942855" y="13050"/>
                  <a:pt x="940696" y="9264"/>
                  <a:pt x="938050" y="7035"/>
                </a:cubicBezTo>
                <a:cubicBezTo>
                  <a:pt x="936147" y="5501"/>
                  <a:pt x="933849" y="4735"/>
                  <a:pt x="931157" y="4735"/>
                </a:cubicBezTo>
                <a:cubicBezTo>
                  <a:pt x="928000" y="4735"/>
                  <a:pt x="925192" y="6152"/>
                  <a:pt x="922732" y="8987"/>
                </a:cubicBezTo>
                <a:cubicBezTo>
                  <a:pt x="919389" y="12842"/>
                  <a:pt x="917115" y="18905"/>
                  <a:pt x="915908" y="27175"/>
                </a:cubicBezTo>
                <a:cubicBezTo>
                  <a:pt x="914701" y="35444"/>
                  <a:pt x="914098" y="43596"/>
                  <a:pt x="914098" y="51632"/>
                </a:cubicBezTo>
                <a:close/>
                <a:moveTo>
                  <a:pt x="968478" y="32726"/>
                </a:moveTo>
                <a:lnTo>
                  <a:pt x="998489" y="32726"/>
                </a:lnTo>
                <a:lnTo>
                  <a:pt x="998489" y="35302"/>
                </a:lnTo>
                <a:cubicBezTo>
                  <a:pt x="996585" y="35302"/>
                  <a:pt x="995251" y="35627"/>
                  <a:pt x="994485" y="36277"/>
                </a:cubicBezTo>
                <a:cubicBezTo>
                  <a:pt x="993719" y="36927"/>
                  <a:pt x="993336" y="37786"/>
                  <a:pt x="993336" y="38853"/>
                </a:cubicBezTo>
                <a:cubicBezTo>
                  <a:pt x="993336" y="39967"/>
                  <a:pt x="994148" y="41685"/>
                  <a:pt x="995773" y="44006"/>
                </a:cubicBezTo>
                <a:cubicBezTo>
                  <a:pt x="996284" y="44749"/>
                  <a:pt x="997050" y="45909"/>
                  <a:pt x="998071" y="47487"/>
                </a:cubicBezTo>
                <a:lnTo>
                  <a:pt x="1002597" y="54729"/>
                </a:lnTo>
                <a:lnTo>
                  <a:pt x="1007819" y="47487"/>
                </a:lnTo>
                <a:cubicBezTo>
                  <a:pt x="1011161" y="42892"/>
                  <a:pt x="1012832" y="39991"/>
                  <a:pt x="1012832" y="38784"/>
                </a:cubicBezTo>
                <a:cubicBezTo>
                  <a:pt x="1012832" y="37809"/>
                  <a:pt x="1012438" y="36985"/>
                  <a:pt x="1011649" y="36312"/>
                </a:cubicBezTo>
                <a:cubicBezTo>
                  <a:pt x="1010859" y="35639"/>
                  <a:pt x="1009583" y="35302"/>
                  <a:pt x="1007819" y="35302"/>
                </a:cubicBezTo>
                <a:lnTo>
                  <a:pt x="1007819" y="32726"/>
                </a:lnTo>
                <a:lnTo>
                  <a:pt x="1029404" y="32726"/>
                </a:lnTo>
                <a:lnTo>
                  <a:pt x="1029404" y="35302"/>
                </a:lnTo>
                <a:cubicBezTo>
                  <a:pt x="1027130" y="35441"/>
                  <a:pt x="1025157" y="36068"/>
                  <a:pt x="1023486" y="37182"/>
                </a:cubicBezTo>
                <a:cubicBezTo>
                  <a:pt x="1021211" y="38760"/>
                  <a:pt x="1018101" y="42195"/>
                  <a:pt x="1014155" y="47487"/>
                </a:cubicBezTo>
                <a:lnTo>
                  <a:pt x="1005452" y="59115"/>
                </a:lnTo>
                <a:lnTo>
                  <a:pt x="1021327" y="81908"/>
                </a:lnTo>
                <a:cubicBezTo>
                  <a:pt x="1025226" y="87513"/>
                  <a:pt x="1028012" y="90884"/>
                  <a:pt x="1029683" y="92020"/>
                </a:cubicBezTo>
                <a:cubicBezTo>
                  <a:pt x="1031354" y="93154"/>
                  <a:pt x="1033512" y="93791"/>
                  <a:pt x="1036158" y="93930"/>
                </a:cubicBezTo>
                <a:lnTo>
                  <a:pt x="1036158" y="96507"/>
                </a:lnTo>
                <a:lnTo>
                  <a:pt x="1006078" y="96507"/>
                </a:lnTo>
                <a:lnTo>
                  <a:pt x="1006078" y="93930"/>
                </a:lnTo>
                <a:cubicBezTo>
                  <a:pt x="1008167" y="93930"/>
                  <a:pt x="1009792" y="93467"/>
                  <a:pt x="1010952" y="92542"/>
                </a:cubicBezTo>
                <a:cubicBezTo>
                  <a:pt x="1011834" y="91894"/>
                  <a:pt x="1012275" y="91037"/>
                  <a:pt x="1012275" y="89972"/>
                </a:cubicBezTo>
                <a:cubicBezTo>
                  <a:pt x="1012275" y="88907"/>
                  <a:pt x="1010790" y="86222"/>
                  <a:pt x="1007819" y="81917"/>
                </a:cubicBezTo>
                <a:lnTo>
                  <a:pt x="998489" y="68307"/>
                </a:lnTo>
                <a:lnTo>
                  <a:pt x="988253" y="81917"/>
                </a:lnTo>
                <a:cubicBezTo>
                  <a:pt x="985097" y="86130"/>
                  <a:pt x="983518" y="88630"/>
                  <a:pt x="983518" y="89417"/>
                </a:cubicBezTo>
                <a:cubicBezTo>
                  <a:pt x="983518" y="90529"/>
                  <a:pt x="984040" y="91535"/>
                  <a:pt x="985085" y="92438"/>
                </a:cubicBezTo>
                <a:cubicBezTo>
                  <a:pt x="986129" y="93340"/>
                  <a:pt x="987696" y="93837"/>
                  <a:pt x="989785" y="93930"/>
                </a:cubicBezTo>
                <a:lnTo>
                  <a:pt x="989785" y="96507"/>
                </a:lnTo>
                <a:lnTo>
                  <a:pt x="968966" y="96507"/>
                </a:lnTo>
                <a:lnTo>
                  <a:pt x="968966" y="93930"/>
                </a:lnTo>
                <a:cubicBezTo>
                  <a:pt x="970637" y="93698"/>
                  <a:pt x="972099" y="93119"/>
                  <a:pt x="973352" y="92194"/>
                </a:cubicBezTo>
                <a:cubicBezTo>
                  <a:pt x="975116" y="90851"/>
                  <a:pt x="978087" y="87424"/>
                  <a:pt x="982265" y="81913"/>
                </a:cubicBezTo>
                <a:lnTo>
                  <a:pt x="995634" y="64198"/>
                </a:lnTo>
                <a:lnTo>
                  <a:pt x="983518" y="46652"/>
                </a:lnTo>
                <a:cubicBezTo>
                  <a:pt x="980083" y="41638"/>
                  <a:pt x="977426" y="38494"/>
                  <a:pt x="975546" y="37217"/>
                </a:cubicBezTo>
                <a:cubicBezTo>
                  <a:pt x="973666" y="35940"/>
                  <a:pt x="971310" y="35302"/>
                  <a:pt x="968478" y="35302"/>
                </a:cubicBezTo>
                <a:lnTo>
                  <a:pt x="968478" y="32726"/>
                </a:lnTo>
                <a:close/>
                <a:moveTo>
                  <a:pt x="1099800" y="2089"/>
                </a:moveTo>
                <a:lnTo>
                  <a:pt x="1094368" y="14065"/>
                </a:lnTo>
                <a:lnTo>
                  <a:pt x="1065960" y="14065"/>
                </a:lnTo>
                <a:lnTo>
                  <a:pt x="1059763" y="26598"/>
                </a:lnTo>
                <a:cubicBezTo>
                  <a:pt x="1072064" y="28409"/>
                  <a:pt x="1081812" y="32981"/>
                  <a:pt x="1089007" y="40315"/>
                </a:cubicBezTo>
                <a:cubicBezTo>
                  <a:pt x="1095181" y="46629"/>
                  <a:pt x="1098268" y="54056"/>
                  <a:pt x="1098268" y="62597"/>
                </a:cubicBezTo>
                <a:cubicBezTo>
                  <a:pt x="1098268" y="67564"/>
                  <a:pt x="1097258" y="72159"/>
                  <a:pt x="1095239" y="76384"/>
                </a:cubicBezTo>
                <a:cubicBezTo>
                  <a:pt x="1093220" y="80608"/>
                  <a:pt x="1090678" y="84205"/>
                  <a:pt x="1087614" y="87176"/>
                </a:cubicBezTo>
                <a:cubicBezTo>
                  <a:pt x="1084551" y="90147"/>
                  <a:pt x="1081139" y="92538"/>
                  <a:pt x="1077379" y="94348"/>
                </a:cubicBezTo>
                <a:cubicBezTo>
                  <a:pt x="1072041" y="96901"/>
                  <a:pt x="1066563" y="98178"/>
                  <a:pt x="1060946" y="98178"/>
                </a:cubicBezTo>
                <a:cubicBezTo>
                  <a:pt x="1055283" y="98178"/>
                  <a:pt x="1051163" y="97214"/>
                  <a:pt x="1048587" y="95288"/>
                </a:cubicBezTo>
                <a:cubicBezTo>
                  <a:pt x="1046011" y="93362"/>
                  <a:pt x="1044723" y="91238"/>
                  <a:pt x="1044723" y="88917"/>
                </a:cubicBezTo>
                <a:cubicBezTo>
                  <a:pt x="1044723" y="87617"/>
                  <a:pt x="1045256" y="86468"/>
                  <a:pt x="1046324" y="85470"/>
                </a:cubicBezTo>
                <a:cubicBezTo>
                  <a:pt x="1047392" y="84472"/>
                  <a:pt x="1048738" y="83973"/>
                  <a:pt x="1050363" y="83973"/>
                </a:cubicBezTo>
                <a:cubicBezTo>
                  <a:pt x="1051569" y="83973"/>
                  <a:pt x="1052626" y="84159"/>
                  <a:pt x="1053531" y="84530"/>
                </a:cubicBezTo>
                <a:cubicBezTo>
                  <a:pt x="1054436" y="84902"/>
                  <a:pt x="1055979" y="85853"/>
                  <a:pt x="1058161" y="87385"/>
                </a:cubicBezTo>
                <a:cubicBezTo>
                  <a:pt x="1061643" y="89799"/>
                  <a:pt x="1065170" y="91006"/>
                  <a:pt x="1068745" y="91006"/>
                </a:cubicBezTo>
                <a:cubicBezTo>
                  <a:pt x="1074176" y="91006"/>
                  <a:pt x="1078946" y="88952"/>
                  <a:pt x="1083054" y="84844"/>
                </a:cubicBezTo>
                <a:cubicBezTo>
                  <a:pt x="1087162" y="80735"/>
                  <a:pt x="1089216" y="75734"/>
                  <a:pt x="1089216" y="69838"/>
                </a:cubicBezTo>
                <a:cubicBezTo>
                  <a:pt x="1089216" y="64129"/>
                  <a:pt x="1087382" y="58802"/>
                  <a:pt x="1083715" y="53858"/>
                </a:cubicBezTo>
                <a:cubicBezTo>
                  <a:pt x="1080048" y="48915"/>
                  <a:pt x="1074988" y="45097"/>
                  <a:pt x="1068536" y="42404"/>
                </a:cubicBezTo>
                <a:cubicBezTo>
                  <a:pt x="1063476" y="40315"/>
                  <a:pt x="1056583" y="39109"/>
                  <a:pt x="1047856" y="38784"/>
                </a:cubicBezTo>
                <a:lnTo>
                  <a:pt x="1065960" y="2089"/>
                </a:lnTo>
                <a:lnTo>
                  <a:pt x="1099800" y="2089"/>
                </a:lnTo>
                <a:close/>
                <a:moveTo>
                  <a:pt x="1174442" y="64895"/>
                </a:moveTo>
                <a:lnTo>
                  <a:pt x="1137887" y="64895"/>
                </a:lnTo>
                <a:lnTo>
                  <a:pt x="1131481" y="79795"/>
                </a:lnTo>
                <a:cubicBezTo>
                  <a:pt x="1129903" y="83463"/>
                  <a:pt x="1129114" y="86201"/>
                  <a:pt x="1129114" y="88012"/>
                </a:cubicBezTo>
                <a:cubicBezTo>
                  <a:pt x="1129114" y="89451"/>
                  <a:pt x="1129798" y="90716"/>
                  <a:pt x="1131168" y="91807"/>
                </a:cubicBezTo>
                <a:cubicBezTo>
                  <a:pt x="1132537" y="92897"/>
                  <a:pt x="1135496" y="93605"/>
                  <a:pt x="1140045" y="93930"/>
                </a:cubicBezTo>
                <a:lnTo>
                  <a:pt x="1140045" y="96507"/>
                </a:lnTo>
                <a:lnTo>
                  <a:pt x="1110314" y="96507"/>
                </a:lnTo>
                <a:lnTo>
                  <a:pt x="1110314" y="93930"/>
                </a:lnTo>
                <a:cubicBezTo>
                  <a:pt x="1114259" y="93234"/>
                  <a:pt x="1116812" y="92329"/>
                  <a:pt x="1117973" y="91217"/>
                </a:cubicBezTo>
                <a:cubicBezTo>
                  <a:pt x="1120340" y="88990"/>
                  <a:pt x="1122963" y="84468"/>
                  <a:pt x="1125841" y="77650"/>
                </a:cubicBezTo>
                <a:lnTo>
                  <a:pt x="1159054" y="0"/>
                </a:lnTo>
                <a:lnTo>
                  <a:pt x="1161491" y="0"/>
                </a:lnTo>
                <a:lnTo>
                  <a:pt x="1194356" y="78483"/>
                </a:lnTo>
                <a:cubicBezTo>
                  <a:pt x="1197002" y="84792"/>
                  <a:pt x="1199405" y="88886"/>
                  <a:pt x="1201563" y="90764"/>
                </a:cubicBezTo>
                <a:cubicBezTo>
                  <a:pt x="1203722" y="92643"/>
                  <a:pt x="1206727" y="93698"/>
                  <a:pt x="1210580" y="93930"/>
                </a:cubicBezTo>
                <a:lnTo>
                  <a:pt x="1210580" y="96507"/>
                </a:lnTo>
                <a:lnTo>
                  <a:pt x="1173328" y="96507"/>
                </a:lnTo>
                <a:lnTo>
                  <a:pt x="1173328" y="93930"/>
                </a:lnTo>
                <a:cubicBezTo>
                  <a:pt x="1177088" y="93745"/>
                  <a:pt x="1179630" y="93118"/>
                  <a:pt x="1180953" y="92050"/>
                </a:cubicBezTo>
                <a:cubicBezTo>
                  <a:pt x="1182276" y="90983"/>
                  <a:pt x="1182937" y="89683"/>
                  <a:pt x="1182937" y="88151"/>
                </a:cubicBezTo>
                <a:cubicBezTo>
                  <a:pt x="1182937" y="86109"/>
                  <a:pt x="1182009" y="82882"/>
                  <a:pt x="1180152" y="78472"/>
                </a:cubicBezTo>
                <a:lnTo>
                  <a:pt x="1174442" y="64895"/>
                </a:lnTo>
                <a:moveTo>
                  <a:pt x="1172493" y="59742"/>
                </a:moveTo>
                <a:lnTo>
                  <a:pt x="1156478" y="21640"/>
                </a:lnTo>
                <a:lnTo>
                  <a:pt x="1140045" y="59742"/>
                </a:lnTo>
                <a:lnTo>
                  <a:pt x="1172493" y="5974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Text STR">
            <a:extLst xmlns:a="http://schemas.openxmlformats.org/drawingml/2006/main">
              <a:ext uri="{FF2B5EF4-FFF2-40B4-BE49-F238E27FC236}">
                <a16:creationId xmlns:a16="http://schemas.microsoft.com/office/drawing/2014/main" id="{3CFDCB50-5C04-45B8-AC55-D03BDF1D9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2484" y="1494156"/>
            <a:ext cx="253870" cy="98595"/>
          </a:xfrm>
          <a:custGeom xmlns:a="http://schemas.openxmlformats.org/drawingml/2006/main">
            <a:pathLst>
              <a:path w="253870" h="98595">
                <a:moveTo>
                  <a:pt x="56470" y="0"/>
                </a:moveTo>
                <a:lnTo>
                  <a:pt x="56470" y="32587"/>
                </a:lnTo>
                <a:lnTo>
                  <a:pt x="53893" y="32587"/>
                </a:lnTo>
                <a:cubicBezTo>
                  <a:pt x="53058" y="26320"/>
                  <a:pt x="51561" y="21330"/>
                  <a:pt x="49402" y="17616"/>
                </a:cubicBezTo>
                <a:cubicBezTo>
                  <a:pt x="47244" y="13903"/>
                  <a:pt x="44168" y="10955"/>
                  <a:pt x="40176" y="8773"/>
                </a:cubicBezTo>
                <a:cubicBezTo>
                  <a:pt x="36184" y="6592"/>
                  <a:pt x="32053" y="5501"/>
                  <a:pt x="27782" y="5501"/>
                </a:cubicBezTo>
                <a:cubicBezTo>
                  <a:pt x="22955" y="5501"/>
                  <a:pt x="18962" y="6974"/>
                  <a:pt x="15806" y="9920"/>
                </a:cubicBezTo>
                <a:cubicBezTo>
                  <a:pt x="12649" y="12865"/>
                  <a:pt x="11071" y="16216"/>
                  <a:pt x="11071" y="19973"/>
                </a:cubicBezTo>
                <a:cubicBezTo>
                  <a:pt x="11071" y="22849"/>
                  <a:pt x="12069" y="25470"/>
                  <a:pt x="14065" y="27834"/>
                </a:cubicBezTo>
                <a:cubicBezTo>
                  <a:pt x="16943" y="31314"/>
                  <a:pt x="23790" y="35953"/>
                  <a:pt x="34606" y="41752"/>
                </a:cubicBezTo>
                <a:cubicBezTo>
                  <a:pt x="43426" y="46482"/>
                  <a:pt x="49449" y="50112"/>
                  <a:pt x="52675" y="52640"/>
                </a:cubicBezTo>
                <a:cubicBezTo>
                  <a:pt x="55901" y="55167"/>
                  <a:pt x="58384" y="58147"/>
                  <a:pt x="60125" y="61581"/>
                </a:cubicBezTo>
                <a:cubicBezTo>
                  <a:pt x="61866" y="65013"/>
                  <a:pt x="62736" y="68608"/>
                  <a:pt x="62736" y="72365"/>
                </a:cubicBezTo>
                <a:cubicBezTo>
                  <a:pt x="62736" y="79507"/>
                  <a:pt x="59963" y="85665"/>
                  <a:pt x="54415" y="90838"/>
                </a:cubicBezTo>
                <a:cubicBezTo>
                  <a:pt x="48868" y="96010"/>
                  <a:pt x="41731" y="98595"/>
                  <a:pt x="33004" y="98595"/>
                </a:cubicBezTo>
                <a:cubicBezTo>
                  <a:pt x="30266" y="98595"/>
                  <a:pt x="27689" y="98389"/>
                  <a:pt x="25276" y="97977"/>
                </a:cubicBezTo>
                <a:cubicBezTo>
                  <a:pt x="23837" y="97748"/>
                  <a:pt x="20854" y="96912"/>
                  <a:pt x="16328" y="95469"/>
                </a:cubicBezTo>
                <a:cubicBezTo>
                  <a:pt x="11802" y="94025"/>
                  <a:pt x="8936" y="93304"/>
                  <a:pt x="7729" y="93304"/>
                </a:cubicBezTo>
                <a:cubicBezTo>
                  <a:pt x="6568" y="93304"/>
                  <a:pt x="5652" y="93647"/>
                  <a:pt x="4979" y="94335"/>
                </a:cubicBezTo>
                <a:cubicBezTo>
                  <a:pt x="4305" y="95023"/>
                  <a:pt x="3806" y="96443"/>
                  <a:pt x="3481" y="98595"/>
                </a:cubicBezTo>
                <a:lnTo>
                  <a:pt x="905" y="98595"/>
                </a:lnTo>
                <a:lnTo>
                  <a:pt x="905" y="66287"/>
                </a:lnTo>
                <a:lnTo>
                  <a:pt x="3481" y="66287"/>
                </a:lnTo>
                <a:cubicBezTo>
                  <a:pt x="4688" y="73065"/>
                  <a:pt x="6313" y="78136"/>
                  <a:pt x="8356" y="81501"/>
                </a:cubicBezTo>
                <a:cubicBezTo>
                  <a:pt x="10398" y="84867"/>
                  <a:pt x="13520" y="87664"/>
                  <a:pt x="17721" y="89892"/>
                </a:cubicBezTo>
                <a:cubicBezTo>
                  <a:pt x="21922" y="92120"/>
                  <a:pt x="26529" y="93234"/>
                  <a:pt x="31542" y="93234"/>
                </a:cubicBezTo>
                <a:cubicBezTo>
                  <a:pt x="37345" y="93234"/>
                  <a:pt x="41929" y="91704"/>
                  <a:pt x="45294" y="88643"/>
                </a:cubicBezTo>
                <a:cubicBezTo>
                  <a:pt x="48659" y="85580"/>
                  <a:pt x="50342" y="81962"/>
                  <a:pt x="50342" y="77787"/>
                </a:cubicBezTo>
                <a:cubicBezTo>
                  <a:pt x="50342" y="75468"/>
                  <a:pt x="49704" y="73126"/>
                  <a:pt x="48427" y="70761"/>
                </a:cubicBezTo>
                <a:cubicBezTo>
                  <a:pt x="47151" y="68395"/>
                  <a:pt x="45166" y="66192"/>
                  <a:pt x="42474" y="64151"/>
                </a:cubicBezTo>
                <a:cubicBezTo>
                  <a:pt x="40664" y="62759"/>
                  <a:pt x="35720" y="59802"/>
                  <a:pt x="27643" y="55279"/>
                </a:cubicBezTo>
                <a:cubicBezTo>
                  <a:pt x="19566" y="50756"/>
                  <a:pt x="13821" y="47150"/>
                  <a:pt x="10410" y="44461"/>
                </a:cubicBezTo>
                <a:cubicBezTo>
                  <a:pt x="6998" y="41770"/>
                  <a:pt x="4410" y="38801"/>
                  <a:pt x="2646" y="35555"/>
                </a:cubicBezTo>
                <a:cubicBezTo>
                  <a:pt x="882" y="32307"/>
                  <a:pt x="0" y="28735"/>
                  <a:pt x="0" y="24838"/>
                </a:cubicBezTo>
                <a:cubicBezTo>
                  <a:pt x="0" y="18067"/>
                  <a:pt x="2600" y="12234"/>
                  <a:pt x="7799" y="7342"/>
                </a:cubicBezTo>
                <a:cubicBezTo>
                  <a:pt x="12998" y="2447"/>
                  <a:pt x="19612" y="0"/>
                  <a:pt x="27643" y="0"/>
                </a:cubicBezTo>
                <a:cubicBezTo>
                  <a:pt x="32656" y="0"/>
                  <a:pt x="37971" y="1230"/>
                  <a:pt x="43588" y="3690"/>
                </a:cubicBezTo>
                <a:cubicBezTo>
                  <a:pt x="46188" y="4851"/>
                  <a:pt x="48021" y="5431"/>
                  <a:pt x="49089" y="5431"/>
                </a:cubicBezTo>
                <a:cubicBezTo>
                  <a:pt x="50296" y="5431"/>
                  <a:pt x="51282" y="5071"/>
                  <a:pt x="52048" y="4352"/>
                </a:cubicBezTo>
                <a:cubicBezTo>
                  <a:pt x="52814" y="3632"/>
                  <a:pt x="53429" y="2182"/>
                  <a:pt x="53893" y="0"/>
                </a:cubicBezTo>
                <a:lnTo>
                  <a:pt x="56470" y="0"/>
                </a:lnTo>
                <a:close/>
                <a:moveTo>
                  <a:pt x="152885" y="2089"/>
                </a:moveTo>
                <a:lnTo>
                  <a:pt x="153929" y="24231"/>
                </a:lnTo>
                <a:lnTo>
                  <a:pt x="151283" y="24231"/>
                </a:lnTo>
                <a:cubicBezTo>
                  <a:pt x="150773" y="20332"/>
                  <a:pt x="150076" y="17547"/>
                  <a:pt x="149194" y="15876"/>
                </a:cubicBezTo>
                <a:cubicBezTo>
                  <a:pt x="147755" y="13183"/>
                  <a:pt x="145840" y="11199"/>
                  <a:pt x="143450" y="9922"/>
                </a:cubicBezTo>
                <a:cubicBezTo>
                  <a:pt x="141059" y="8646"/>
                  <a:pt x="137914" y="8007"/>
                  <a:pt x="134015" y="8007"/>
                </a:cubicBezTo>
                <a:lnTo>
                  <a:pt x="120716" y="8007"/>
                </a:lnTo>
                <a:lnTo>
                  <a:pt x="120716" y="80144"/>
                </a:lnTo>
                <a:cubicBezTo>
                  <a:pt x="120716" y="85946"/>
                  <a:pt x="121342" y="89567"/>
                  <a:pt x="122596" y="91006"/>
                </a:cubicBezTo>
                <a:cubicBezTo>
                  <a:pt x="124360" y="92955"/>
                  <a:pt x="127075" y="93930"/>
                  <a:pt x="130742" y="93930"/>
                </a:cubicBezTo>
                <a:lnTo>
                  <a:pt x="134015" y="93930"/>
                </a:lnTo>
                <a:lnTo>
                  <a:pt x="134015" y="96507"/>
                </a:lnTo>
                <a:lnTo>
                  <a:pt x="93978" y="96507"/>
                </a:lnTo>
                <a:lnTo>
                  <a:pt x="93978" y="93930"/>
                </a:lnTo>
                <a:lnTo>
                  <a:pt x="97320" y="93930"/>
                </a:lnTo>
                <a:cubicBezTo>
                  <a:pt x="101312" y="93930"/>
                  <a:pt x="104144" y="92723"/>
                  <a:pt x="105815" y="90310"/>
                </a:cubicBezTo>
                <a:cubicBezTo>
                  <a:pt x="106836" y="88824"/>
                  <a:pt x="107347" y="85435"/>
                  <a:pt x="107347" y="80144"/>
                </a:cubicBezTo>
                <a:lnTo>
                  <a:pt x="107347" y="8007"/>
                </a:lnTo>
                <a:lnTo>
                  <a:pt x="95997" y="8007"/>
                </a:lnTo>
                <a:cubicBezTo>
                  <a:pt x="91587" y="8007"/>
                  <a:pt x="88454" y="8332"/>
                  <a:pt x="86597" y="8982"/>
                </a:cubicBezTo>
                <a:cubicBezTo>
                  <a:pt x="84183" y="9864"/>
                  <a:pt x="82118" y="11559"/>
                  <a:pt x="80400" y="14065"/>
                </a:cubicBezTo>
                <a:cubicBezTo>
                  <a:pt x="78683" y="16572"/>
                  <a:pt x="77662" y="19960"/>
                  <a:pt x="77337" y="24231"/>
                </a:cubicBezTo>
                <a:lnTo>
                  <a:pt x="74691" y="24231"/>
                </a:lnTo>
                <a:lnTo>
                  <a:pt x="75805" y="2089"/>
                </a:lnTo>
                <a:lnTo>
                  <a:pt x="152885" y="2089"/>
                </a:lnTo>
                <a:close/>
                <a:moveTo>
                  <a:pt x="253870" y="96507"/>
                </a:moveTo>
                <a:lnTo>
                  <a:pt x="228664" y="96507"/>
                </a:lnTo>
                <a:lnTo>
                  <a:pt x="196705" y="52222"/>
                </a:lnTo>
                <a:cubicBezTo>
                  <a:pt x="194337" y="52315"/>
                  <a:pt x="192411" y="52361"/>
                  <a:pt x="190925" y="52361"/>
                </a:cubicBezTo>
                <a:cubicBezTo>
                  <a:pt x="190322" y="52361"/>
                  <a:pt x="189672" y="52350"/>
                  <a:pt x="188976" y="52327"/>
                </a:cubicBezTo>
                <a:cubicBezTo>
                  <a:pt x="188279" y="52303"/>
                  <a:pt x="187560" y="52269"/>
                  <a:pt x="186817" y="52222"/>
                </a:cubicBezTo>
                <a:lnTo>
                  <a:pt x="186817" y="79748"/>
                </a:lnTo>
                <a:cubicBezTo>
                  <a:pt x="186817" y="85710"/>
                  <a:pt x="187467" y="89412"/>
                  <a:pt x="188767" y="90856"/>
                </a:cubicBezTo>
                <a:cubicBezTo>
                  <a:pt x="190531" y="92905"/>
                  <a:pt x="193177" y="93930"/>
                  <a:pt x="196705" y="93930"/>
                </a:cubicBezTo>
                <a:lnTo>
                  <a:pt x="200395" y="93930"/>
                </a:lnTo>
                <a:lnTo>
                  <a:pt x="200395" y="96507"/>
                </a:lnTo>
                <a:lnTo>
                  <a:pt x="159940" y="96507"/>
                </a:lnTo>
                <a:lnTo>
                  <a:pt x="159940" y="93930"/>
                </a:lnTo>
                <a:lnTo>
                  <a:pt x="163491" y="93930"/>
                </a:lnTo>
                <a:cubicBezTo>
                  <a:pt x="167483" y="93930"/>
                  <a:pt x="170338" y="92630"/>
                  <a:pt x="172056" y="90031"/>
                </a:cubicBezTo>
                <a:cubicBezTo>
                  <a:pt x="173030" y="88592"/>
                  <a:pt x="173518" y="85180"/>
                  <a:pt x="173518" y="79795"/>
                </a:cubicBezTo>
                <a:lnTo>
                  <a:pt x="173518" y="18800"/>
                </a:lnTo>
                <a:cubicBezTo>
                  <a:pt x="173518" y="12858"/>
                  <a:pt x="172868" y="9168"/>
                  <a:pt x="171568" y="7729"/>
                </a:cubicBezTo>
                <a:cubicBezTo>
                  <a:pt x="169758" y="5686"/>
                  <a:pt x="167066" y="4665"/>
                  <a:pt x="163491" y="4665"/>
                </a:cubicBezTo>
                <a:lnTo>
                  <a:pt x="159940" y="4665"/>
                </a:lnTo>
                <a:lnTo>
                  <a:pt x="159940" y="2089"/>
                </a:lnTo>
                <a:lnTo>
                  <a:pt x="194337" y="2089"/>
                </a:lnTo>
                <a:cubicBezTo>
                  <a:pt x="204364" y="2089"/>
                  <a:pt x="211756" y="2818"/>
                  <a:pt x="216514" y="4276"/>
                </a:cubicBezTo>
                <a:cubicBezTo>
                  <a:pt x="221272" y="5734"/>
                  <a:pt x="225311" y="8419"/>
                  <a:pt x="228630" y="12331"/>
                </a:cubicBezTo>
                <a:cubicBezTo>
                  <a:pt x="231949" y="16242"/>
                  <a:pt x="233608" y="20905"/>
                  <a:pt x="233608" y="26320"/>
                </a:cubicBezTo>
                <a:cubicBezTo>
                  <a:pt x="233608" y="32105"/>
                  <a:pt x="231717" y="37127"/>
                  <a:pt x="227933" y="41386"/>
                </a:cubicBezTo>
                <a:cubicBezTo>
                  <a:pt x="224150" y="45644"/>
                  <a:pt x="218290" y="48652"/>
                  <a:pt x="210352" y="50412"/>
                </a:cubicBezTo>
                <a:lnTo>
                  <a:pt x="229848" y="77585"/>
                </a:lnTo>
                <a:cubicBezTo>
                  <a:pt x="234304" y="83825"/>
                  <a:pt x="238134" y="87970"/>
                  <a:pt x="241337" y="90020"/>
                </a:cubicBezTo>
                <a:cubicBezTo>
                  <a:pt x="244540" y="92068"/>
                  <a:pt x="248718" y="93372"/>
                  <a:pt x="253870" y="93930"/>
                </a:cubicBezTo>
                <a:lnTo>
                  <a:pt x="253870" y="96507"/>
                </a:lnTo>
                <a:moveTo>
                  <a:pt x="186817" y="47975"/>
                </a:moveTo>
                <a:cubicBezTo>
                  <a:pt x="187699" y="47975"/>
                  <a:pt x="188465" y="47986"/>
                  <a:pt x="189115" y="48010"/>
                </a:cubicBezTo>
                <a:cubicBezTo>
                  <a:pt x="189765" y="48033"/>
                  <a:pt x="190299" y="48044"/>
                  <a:pt x="190716" y="48044"/>
                </a:cubicBezTo>
                <a:cubicBezTo>
                  <a:pt x="199722" y="48044"/>
                  <a:pt x="206511" y="46095"/>
                  <a:pt x="211083" y="42195"/>
                </a:cubicBezTo>
                <a:cubicBezTo>
                  <a:pt x="215655" y="38296"/>
                  <a:pt x="217942" y="33329"/>
                  <a:pt x="217942" y="27295"/>
                </a:cubicBezTo>
                <a:cubicBezTo>
                  <a:pt x="217942" y="21399"/>
                  <a:pt x="216096" y="16607"/>
                  <a:pt x="212406" y="12916"/>
                </a:cubicBezTo>
                <a:cubicBezTo>
                  <a:pt x="208716" y="9226"/>
                  <a:pt x="203830" y="7381"/>
                  <a:pt x="197749" y="7381"/>
                </a:cubicBezTo>
                <a:cubicBezTo>
                  <a:pt x="195057" y="7381"/>
                  <a:pt x="191413" y="7822"/>
                  <a:pt x="186817" y="8704"/>
                </a:cubicBezTo>
                <a:lnTo>
                  <a:pt x="186817" y="4797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Text R2,[SP,#0x58+line]">
            <a:extLst xmlns:a="http://schemas.openxmlformats.org/drawingml/2006/main">
              <a:ext uri="{FF2B5EF4-FFF2-40B4-BE49-F238E27FC236}">
                <a16:creationId xmlns:a16="http://schemas.microsoft.com/office/drawing/2014/main" id="{81122831-3C89-461D-B3A4-6F8A9FF21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8392" y="1491650"/>
            <a:ext cx="1147915" cy="127283"/>
          </a:xfrm>
          <a:custGeom xmlns:a="http://schemas.openxmlformats.org/drawingml/2006/main">
            <a:pathLst>
              <a:path w="1147915" h="127283">
                <a:moveTo>
                  <a:pt x="93930" y="99013"/>
                </a:moveTo>
                <a:lnTo>
                  <a:pt x="68724" y="99013"/>
                </a:lnTo>
                <a:lnTo>
                  <a:pt x="36764" y="54729"/>
                </a:lnTo>
                <a:cubicBezTo>
                  <a:pt x="34397" y="54822"/>
                  <a:pt x="32471" y="54868"/>
                  <a:pt x="30985" y="54868"/>
                </a:cubicBezTo>
                <a:cubicBezTo>
                  <a:pt x="30382" y="54868"/>
                  <a:pt x="29732" y="54856"/>
                  <a:pt x="29036" y="54833"/>
                </a:cubicBezTo>
                <a:cubicBezTo>
                  <a:pt x="28339" y="54810"/>
                  <a:pt x="27620" y="54775"/>
                  <a:pt x="26877" y="54729"/>
                </a:cubicBezTo>
                <a:lnTo>
                  <a:pt x="26877" y="82254"/>
                </a:lnTo>
                <a:cubicBezTo>
                  <a:pt x="26877" y="88216"/>
                  <a:pt x="27527" y="91919"/>
                  <a:pt x="28827" y="93362"/>
                </a:cubicBezTo>
                <a:cubicBezTo>
                  <a:pt x="30591" y="95412"/>
                  <a:pt x="33236" y="96437"/>
                  <a:pt x="36764" y="96437"/>
                </a:cubicBezTo>
                <a:lnTo>
                  <a:pt x="40455" y="96437"/>
                </a:lnTo>
                <a:lnTo>
                  <a:pt x="40455" y="99013"/>
                </a:lnTo>
                <a:lnTo>
                  <a:pt x="0" y="99013"/>
                </a:lnTo>
                <a:lnTo>
                  <a:pt x="0" y="96437"/>
                </a:lnTo>
                <a:lnTo>
                  <a:pt x="3551" y="96437"/>
                </a:lnTo>
                <a:cubicBezTo>
                  <a:pt x="7543" y="96437"/>
                  <a:pt x="10398" y="95137"/>
                  <a:pt x="12116" y="92538"/>
                </a:cubicBezTo>
                <a:cubicBezTo>
                  <a:pt x="13090" y="91099"/>
                  <a:pt x="13578" y="87687"/>
                  <a:pt x="13578" y="82302"/>
                </a:cubicBezTo>
                <a:lnTo>
                  <a:pt x="13578" y="21307"/>
                </a:lnTo>
                <a:cubicBezTo>
                  <a:pt x="13578" y="15365"/>
                  <a:pt x="12928" y="11675"/>
                  <a:pt x="11628" y="10236"/>
                </a:cubicBezTo>
                <a:cubicBezTo>
                  <a:pt x="9818" y="8193"/>
                  <a:pt x="7125" y="7172"/>
                  <a:pt x="3551" y="7172"/>
                </a:cubicBezTo>
                <a:lnTo>
                  <a:pt x="0" y="7172"/>
                </a:lnTo>
                <a:lnTo>
                  <a:pt x="0" y="4596"/>
                </a:lnTo>
                <a:lnTo>
                  <a:pt x="34397" y="4596"/>
                </a:lnTo>
                <a:cubicBezTo>
                  <a:pt x="44424" y="4596"/>
                  <a:pt x="51816" y="5324"/>
                  <a:pt x="56574" y="6782"/>
                </a:cubicBezTo>
                <a:cubicBezTo>
                  <a:pt x="61332" y="8240"/>
                  <a:pt x="65371" y="10925"/>
                  <a:pt x="68690" y="14838"/>
                </a:cubicBezTo>
                <a:cubicBezTo>
                  <a:pt x="72009" y="18748"/>
                  <a:pt x="73668" y="23411"/>
                  <a:pt x="73668" y="28827"/>
                </a:cubicBezTo>
                <a:cubicBezTo>
                  <a:pt x="73668" y="34612"/>
                  <a:pt x="71776" y="39634"/>
                  <a:pt x="67993" y="43893"/>
                </a:cubicBezTo>
                <a:cubicBezTo>
                  <a:pt x="64210" y="48150"/>
                  <a:pt x="58350" y="51159"/>
                  <a:pt x="50412" y="52918"/>
                </a:cubicBezTo>
                <a:lnTo>
                  <a:pt x="69908" y="80091"/>
                </a:lnTo>
                <a:cubicBezTo>
                  <a:pt x="74364" y="86332"/>
                  <a:pt x="78194" y="90477"/>
                  <a:pt x="81397" y="92527"/>
                </a:cubicBezTo>
                <a:cubicBezTo>
                  <a:pt x="84600" y="94575"/>
                  <a:pt x="88778" y="95878"/>
                  <a:pt x="93930" y="96437"/>
                </a:cubicBezTo>
                <a:lnTo>
                  <a:pt x="93930" y="99013"/>
                </a:lnTo>
                <a:moveTo>
                  <a:pt x="26877" y="50481"/>
                </a:moveTo>
                <a:cubicBezTo>
                  <a:pt x="27759" y="50481"/>
                  <a:pt x="28525" y="50493"/>
                  <a:pt x="29175" y="50516"/>
                </a:cubicBezTo>
                <a:cubicBezTo>
                  <a:pt x="29825" y="50539"/>
                  <a:pt x="30358" y="50551"/>
                  <a:pt x="30776" y="50551"/>
                </a:cubicBezTo>
                <a:cubicBezTo>
                  <a:pt x="39782" y="50551"/>
                  <a:pt x="46571" y="48601"/>
                  <a:pt x="51143" y="44702"/>
                </a:cubicBezTo>
                <a:cubicBezTo>
                  <a:pt x="55715" y="40803"/>
                  <a:pt x="58001" y="35836"/>
                  <a:pt x="58001" y="29801"/>
                </a:cubicBezTo>
                <a:cubicBezTo>
                  <a:pt x="58001" y="23906"/>
                  <a:pt x="56156" y="19113"/>
                  <a:pt x="52466" y="15423"/>
                </a:cubicBezTo>
                <a:cubicBezTo>
                  <a:pt x="48775" y="11733"/>
                  <a:pt x="43890" y="9887"/>
                  <a:pt x="37809" y="9887"/>
                </a:cubicBezTo>
                <a:cubicBezTo>
                  <a:pt x="35116" y="9887"/>
                  <a:pt x="31473" y="10328"/>
                  <a:pt x="26877" y="11210"/>
                </a:cubicBezTo>
                <a:lnTo>
                  <a:pt x="26877" y="50481"/>
                </a:lnTo>
                <a:close/>
                <a:moveTo>
                  <a:pt x="158060" y="80770"/>
                </a:moveTo>
                <a:lnTo>
                  <a:pt x="151446" y="99013"/>
                </a:lnTo>
                <a:lnTo>
                  <a:pt x="95742" y="99013"/>
                </a:lnTo>
                <a:lnTo>
                  <a:pt x="95742" y="96433"/>
                </a:lnTo>
                <a:cubicBezTo>
                  <a:pt x="112128" y="81461"/>
                  <a:pt x="123663" y="69233"/>
                  <a:pt x="130348" y="59749"/>
                </a:cubicBezTo>
                <a:cubicBezTo>
                  <a:pt x="137032" y="50263"/>
                  <a:pt x="140375" y="41591"/>
                  <a:pt x="140375" y="33733"/>
                </a:cubicBezTo>
                <a:cubicBezTo>
                  <a:pt x="140375" y="27736"/>
                  <a:pt x="138541" y="22809"/>
                  <a:pt x="134874" y="18950"/>
                </a:cubicBezTo>
                <a:cubicBezTo>
                  <a:pt x="131207" y="15090"/>
                  <a:pt x="126820" y="13160"/>
                  <a:pt x="121714" y="13160"/>
                </a:cubicBezTo>
                <a:cubicBezTo>
                  <a:pt x="117072" y="13160"/>
                  <a:pt x="112906" y="14524"/>
                  <a:pt x="109215" y="17251"/>
                </a:cubicBezTo>
                <a:cubicBezTo>
                  <a:pt x="105525" y="19978"/>
                  <a:pt x="102798" y="23976"/>
                  <a:pt x="101034" y="29244"/>
                </a:cubicBezTo>
                <a:lnTo>
                  <a:pt x="98458" y="29244"/>
                </a:lnTo>
                <a:cubicBezTo>
                  <a:pt x="99618" y="20679"/>
                  <a:pt x="102600" y="14104"/>
                  <a:pt x="107405" y="9522"/>
                </a:cubicBezTo>
                <a:cubicBezTo>
                  <a:pt x="112209" y="4938"/>
                  <a:pt x="118209" y="2646"/>
                  <a:pt x="125404" y="2646"/>
                </a:cubicBezTo>
                <a:cubicBezTo>
                  <a:pt x="133063" y="2646"/>
                  <a:pt x="139458" y="5106"/>
                  <a:pt x="144587" y="10027"/>
                </a:cubicBezTo>
                <a:cubicBezTo>
                  <a:pt x="149716" y="14947"/>
                  <a:pt x="152281" y="20750"/>
                  <a:pt x="152281" y="27434"/>
                </a:cubicBezTo>
                <a:cubicBezTo>
                  <a:pt x="152281" y="32215"/>
                  <a:pt x="151167" y="36996"/>
                  <a:pt x="148939" y="41778"/>
                </a:cubicBezTo>
                <a:cubicBezTo>
                  <a:pt x="145504" y="49298"/>
                  <a:pt x="139934" y="57259"/>
                  <a:pt x="132228" y="65661"/>
                </a:cubicBezTo>
                <a:cubicBezTo>
                  <a:pt x="120669" y="78287"/>
                  <a:pt x="113451" y="85900"/>
                  <a:pt x="110573" y="88499"/>
                </a:cubicBezTo>
                <a:lnTo>
                  <a:pt x="135222" y="88499"/>
                </a:lnTo>
                <a:cubicBezTo>
                  <a:pt x="140235" y="88499"/>
                  <a:pt x="143752" y="88312"/>
                  <a:pt x="145771" y="87938"/>
                </a:cubicBezTo>
                <a:cubicBezTo>
                  <a:pt x="147790" y="87562"/>
                  <a:pt x="149612" y="86800"/>
                  <a:pt x="151237" y="85653"/>
                </a:cubicBezTo>
                <a:cubicBezTo>
                  <a:pt x="152861" y="84506"/>
                  <a:pt x="154277" y="82878"/>
                  <a:pt x="155484" y="80770"/>
                </a:cubicBezTo>
                <a:lnTo>
                  <a:pt x="158060" y="80770"/>
                </a:lnTo>
                <a:close/>
                <a:moveTo>
                  <a:pt x="171638" y="122826"/>
                </a:moveTo>
                <a:lnTo>
                  <a:pt x="171638" y="119763"/>
                </a:lnTo>
                <a:cubicBezTo>
                  <a:pt x="176419" y="118179"/>
                  <a:pt x="180121" y="115721"/>
                  <a:pt x="182744" y="112389"/>
                </a:cubicBezTo>
                <a:cubicBezTo>
                  <a:pt x="185367" y="109058"/>
                  <a:pt x="186678" y="105529"/>
                  <a:pt x="186678" y="101801"/>
                </a:cubicBezTo>
                <a:cubicBezTo>
                  <a:pt x="186678" y="100917"/>
                  <a:pt x="186469" y="100174"/>
                  <a:pt x="186051" y="99570"/>
                </a:cubicBezTo>
                <a:cubicBezTo>
                  <a:pt x="185727" y="99152"/>
                  <a:pt x="185402" y="98944"/>
                  <a:pt x="185077" y="98944"/>
                </a:cubicBezTo>
                <a:cubicBezTo>
                  <a:pt x="184566" y="98944"/>
                  <a:pt x="183452" y="99408"/>
                  <a:pt x="181734" y="100336"/>
                </a:cubicBezTo>
                <a:cubicBezTo>
                  <a:pt x="180899" y="100754"/>
                  <a:pt x="180017" y="100963"/>
                  <a:pt x="179089" y="100963"/>
                </a:cubicBezTo>
                <a:cubicBezTo>
                  <a:pt x="176814" y="100963"/>
                  <a:pt x="175004" y="100290"/>
                  <a:pt x="173657" y="98944"/>
                </a:cubicBezTo>
                <a:cubicBezTo>
                  <a:pt x="172311" y="97597"/>
                  <a:pt x="171638" y="95741"/>
                  <a:pt x="171638" y="93373"/>
                </a:cubicBezTo>
                <a:cubicBezTo>
                  <a:pt x="171638" y="91099"/>
                  <a:pt x="172509" y="89149"/>
                  <a:pt x="174249" y="87524"/>
                </a:cubicBezTo>
                <a:cubicBezTo>
                  <a:pt x="175990" y="85900"/>
                  <a:pt x="178114" y="85087"/>
                  <a:pt x="180620" y="85087"/>
                </a:cubicBezTo>
                <a:cubicBezTo>
                  <a:pt x="183684" y="85087"/>
                  <a:pt x="186411" y="86425"/>
                  <a:pt x="188802" y="89100"/>
                </a:cubicBezTo>
                <a:cubicBezTo>
                  <a:pt x="191192" y="91773"/>
                  <a:pt x="192388" y="95318"/>
                  <a:pt x="192388" y="99736"/>
                </a:cubicBezTo>
                <a:cubicBezTo>
                  <a:pt x="192388" y="104527"/>
                  <a:pt x="190728" y="108980"/>
                  <a:pt x="187409" y="113096"/>
                </a:cubicBezTo>
                <a:cubicBezTo>
                  <a:pt x="184090" y="117211"/>
                  <a:pt x="178833" y="120455"/>
                  <a:pt x="171638" y="122826"/>
                </a:cubicBezTo>
                <a:close/>
                <a:moveTo>
                  <a:pt x="277614" y="127283"/>
                </a:moveTo>
                <a:lnTo>
                  <a:pt x="246977" y="127283"/>
                </a:lnTo>
                <a:lnTo>
                  <a:pt x="246977" y="2367"/>
                </a:lnTo>
                <a:lnTo>
                  <a:pt x="277614" y="2367"/>
                </a:lnTo>
                <a:lnTo>
                  <a:pt x="277614" y="7868"/>
                </a:lnTo>
                <a:lnTo>
                  <a:pt x="257421" y="7868"/>
                </a:lnTo>
                <a:lnTo>
                  <a:pt x="257421" y="121921"/>
                </a:lnTo>
                <a:lnTo>
                  <a:pt x="277614" y="121921"/>
                </a:lnTo>
                <a:lnTo>
                  <a:pt x="277614" y="127283"/>
                </a:lnTo>
                <a:close/>
                <a:moveTo>
                  <a:pt x="348148" y="2507"/>
                </a:moveTo>
                <a:lnTo>
                  <a:pt x="348148" y="35093"/>
                </a:lnTo>
                <a:lnTo>
                  <a:pt x="345572" y="35093"/>
                </a:lnTo>
                <a:cubicBezTo>
                  <a:pt x="344736" y="28827"/>
                  <a:pt x="343239" y="23837"/>
                  <a:pt x="341080" y="20123"/>
                </a:cubicBezTo>
                <a:cubicBezTo>
                  <a:pt x="338922" y="16409"/>
                  <a:pt x="335847" y="13462"/>
                  <a:pt x="331855" y="11280"/>
                </a:cubicBezTo>
                <a:cubicBezTo>
                  <a:pt x="327862" y="9098"/>
                  <a:pt x="323731" y="8007"/>
                  <a:pt x="319461" y="8007"/>
                </a:cubicBezTo>
                <a:cubicBezTo>
                  <a:pt x="314633" y="8007"/>
                  <a:pt x="310641" y="9480"/>
                  <a:pt x="307484" y="12427"/>
                </a:cubicBezTo>
                <a:cubicBezTo>
                  <a:pt x="304328" y="15371"/>
                  <a:pt x="302749" y="18722"/>
                  <a:pt x="302749" y="22479"/>
                </a:cubicBezTo>
                <a:cubicBezTo>
                  <a:pt x="302749" y="25356"/>
                  <a:pt x="303747" y="27977"/>
                  <a:pt x="305744" y="30341"/>
                </a:cubicBezTo>
                <a:cubicBezTo>
                  <a:pt x="308622" y="33821"/>
                  <a:pt x="315468" y="38460"/>
                  <a:pt x="326284" y="44258"/>
                </a:cubicBezTo>
                <a:cubicBezTo>
                  <a:pt x="335104" y="48989"/>
                  <a:pt x="341127" y="52618"/>
                  <a:pt x="344353" y="55147"/>
                </a:cubicBezTo>
                <a:cubicBezTo>
                  <a:pt x="347579" y="57674"/>
                  <a:pt x="350063" y="60654"/>
                  <a:pt x="351803" y="64087"/>
                </a:cubicBezTo>
                <a:cubicBezTo>
                  <a:pt x="353544" y="67520"/>
                  <a:pt x="354415" y="71114"/>
                  <a:pt x="354415" y="74871"/>
                </a:cubicBezTo>
                <a:cubicBezTo>
                  <a:pt x="354415" y="82014"/>
                  <a:pt x="351641" y="88172"/>
                  <a:pt x="346094" y="93345"/>
                </a:cubicBezTo>
                <a:cubicBezTo>
                  <a:pt x="340547" y="98516"/>
                  <a:pt x="333410" y="101102"/>
                  <a:pt x="324683" y="101102"/>
                </a:cubicBezTo>
                <a:cubicBezTo>
                  <a:pt x="321944" y="101102"/>
                  <a:pt x="319368" y="100896"/>
                  <a:pt x="316954" y="100484"/>
                </a:cubicBezTo>
                <a:cubicBezTo>
                  <a:pt x="315515" y="100255"/>
                  <a:pt x="312532" y="99419"/>
                  <a:pt x="308006" y="97975"/>
                </a:cubicBezTo>
                <a:cubicBezTo>
                  <a:pt x="303481" y="96532"/>
                  <a:pt x="300614" y="95810"/>
                  <a:pt x="299407" y="95810"/>
                </a:cubicBezTo>
                <a:cubicBezTo>
                  <a:pt x="298247" y="95810"/>
                  <a:pt x="297330" y="96154"/>
                  <a:pt x="296657" y="96842"/>
                </a:cubicBezTo>
                <a:cubicBezTo>
                  <a:pt x="295984" y="97529"/>
                  <a:pt x="295485" y="98949"/>
                  <a:pt x="295160" y="101102"/>
                </a:cubicBezTo>
                <a:lnTo>
                  <a:pt x="292584" y="101102"/>
                </a:lnTo>
                <a:lnTo>
                  <a:pt x="292584" y="68794"/>
                </a:lnTo>
                <a:lnTo>
                  <a:pt x="295160" y="68794"/>
                </a:lnTo>
                <a:cubicBezTo>
                  <a:pt x="296367" y="75571"/>
                  <a:pt x="297991" y="80643"/>
                  <a:pt x="300034" y="84008"/>
                </a:cubicBezTo>
                <a:cubicBezTo>
                  <a:pt x="302076" y="87373"/>
                  <a:pt x="305198" y="90170"/>
                  <a:pt x="309399" y="92398"/>
                </a:cubicBezTo>
                <a:cubicBezTo>
                  <a:pt x="313600" y="94627"/>
                  <a:pt x="318207" y="95741"/>
                  <a:pt x="323221" y="95741"/>
                </a:cubicBezTo>
                <a:cubicBezTo>
                  <a:pt x="329023" y="95741"/>
                  <a:pt x="333607" y="94210"/>
                  <a:pt x="336972" y="91149"/>
                </a:cubicBezTo>
                <a:cubicBezTo>
                  <a:pt x="340338" y="88087"/>
                  <a:pt x="342020" y="84469"/>
                  <a:pt x="342020" y="80294"/>
                </a:cubicBezTo>
                <a:cubicBezTo>
                  <a:pt x="342020" y="77974"/>
                  <a:pt x="341382" y="75632"/>
                  <a:pt x="340106" y="73268"/>
                </a:cubicBezTo>
                <a:cubicBezTo>
                  <a:pt x="338829" y="70902"/>
                  <a:pt x="336845" y="68698"/>
                  <a:pt x="334152" y="66657"/>
                </a:cubicBezTo>
                <a:cubicBezTo>
                  <a:pt x="332342" y="65266"/>
                  <a:pt x="327398" y="62309"/>
                  <a:pt x="319321" y="57786"/>
                </a:cubicBezTo>
                <a:cubicBezTo>
                  <a:pt x="311244" y="53263"/>
                  <a:pt x="305500" y="49657"/>
                  <a:pt x="302088" y="46967"/>
                </a:cubicBezTo>
                <a:cubicBezTo>
                  <a:pt x="298676" y="44276"/>
                  <a:pt x="296088" y="41308"/>
                  <a:pt x="294324" y="38061"/>
                </a:cubicBezTo>
                <a:cubicBezTo>
                  <a:pt x="292560" y="34813"/>
                  <a:pt x="291678" y="31241"/>
                  <a:pt x="291678" y="27345"/>
                </a:cubicBezTo>
                <a:cubicBezTo>
                  <a:pt x="291678" y="20573"/>
                  <a:pt x="294278" y="14741"/>
                  <a:pt x="299477" y="9848"/>
                </a:cubicBezTo>
                <a:cubicBezTo>
                  <a:pt x="304676" y="4954"/>
                  <a:pt x="311291" y="2507"/>
                  <a:pt x="319321" y="2507"/>
                </a:cubicBezTo>
                <a:cubicBezTo>
                  <a:pt x="324335" y="2507"/>
                  <a:pt x="329650" y="3737"/>
                  <a:pt x="335266" y="6197"/>
                </a:cubicBezTo>
                <a:cubicBezTo>
                  <a:pt x="337866" y="7358"/>
                  <a:pt x="339700" y="7938"/>
                  <a:pt x="340767" y="7938"/>
                </a:cubicBezTo>
                <a:cubicBezTo>
                  <a:pt x="341974" y="7938"/>
                  <a:pt x="342960" y="7578"/>
                  <a:pt x="343726" y="6859"/>
                </a:cubicBezTo>
                <a:cubicBezTo>
                  <a:pt x="344492" y="6139"/>
                  <a:pt x="345107" y="4688"/>
                  <a:pt x="345572" y="2507"/>
                </a:cubicBezTo>
                <a:lnTo>
                  <a:pt x="348148" y="2507"/>
                </a:lnTo>
                <a:close/>
                <a:moveTo>
                  <a:pt x="391297" y="54729"/>
                </a:moveTo>
                <a:lnTo>
                  <a:pt x="391297" y="82278"/>
                </a:lnTo>
                <a:cubicBezTo>
                  <a:pt x="391297" y="88230"/>
                  <a:pt x="391947" y="91927"/>
                  <a:pt x="393246" y="93369"/>
                </a:cubicBezTo>
                <a:cubicBezTo>
                  <a:pt x="395010" y="95414"/>
                  <a:pt x="397679" y="96437"/>
                  <a:pt x="401254" y="96437"/>
                </a:cubicBezTo>
                <a:lnTo>
                  <a:pt x="404874" y="96437"/>
                </a:lnTo>
                <a:lnTo>
                  <a:pt x="404874" y="99013"/>
                </a:lnTo>
                <a:lnTo>
                  <a:pt x="364420" y="99013"/>
                </a:lnTo>
                <a:lnTo>
                  <a:pt x="364420" y="96437"/>
                </a:lnTo>
                <a:lnTo>
                  <a:pt x="367971" y="96437"/>
                </a:lnTo>
                <a:cubicBezTo>
                  <a:pt x="371963" y="96437"/>
                  <a:pt x="374818" y="95137"/>
                  <a:pt x="376535" y="92538"/>
                </a:cubicBezTo>
                <a:cubicBezTo>
                  <a:pt x="377464" y="91099"/>
                  <a:pt x="377928" y="87687"/>
                  <a:pt x="377928" y="82302"/>
                </a:cubicBezTo>
                <a:lnTo>
                  <a:pt x="377928" y="21307"/>
                </a:lnTo>
                <a:cubicBezTo>
                  <a:pt x="377928" y="15365"/>
                  <a:pt x="377301" y="11675"/>
                  <a:pt x="376048" y="10236"/>
                </a:cubicBezTo>
                <a:cubicBezTo>
                  <a:pt x="374237" y="8193"/>
                  <a:pt x="371545" y="7172"/>
                  <a:pt x="367971" y="7172"/>
                </a:cubicBezTo>
                <a:lnTo>
                  <a:pt x="364420" y="7172"/>
                </a:lnTo>
                <a:lnTo>
                  <a:pt x="364420" y="4596"/>
                </a:lnTo>
                <a:lnTo>
                  <a:pt x="399026" y="4596"/>
                </a:lnTo>
                <a:cubicBezTo>
                  <a:pt x="407474" y="4596"/>
                  <a:pt x="414135" y="5465"/>
                  <a:pt x="419009" y="7204"/>
                </a:cubicBezTo>
                <a:cubicBezTo>
                  <a:pt x="423883" y="8942"/>
                  <a:pt x="427991" y="11874"/>
                  <a:pt x="431334" y="16000"/>
                </a:cubicBezTo>
                <a:cubicBezTo>
                  <a:pt x="434676" y="20125"/>
                  <a:pt x="436347" y="25016"/>
                  <a:pt x="436347" y="30672"/>
                </a:cubicBezTo>
                <a:cubicBezTo>
                  <a:pt x="436347" y="38367"/>
                  <a:pt x="433805" y="44626"/>
                  <a:pt x="428723" y="49448"/>
                </a:cubicBezTo>
                <a:cubicBezTo>
                  <a:pt x="423640" y="54268"/>
                  <a:pt x="416456" y="56678"/>
                  <a:pt x="407172" y="56678"/>
                </a:cubicBezTo>
                <a:cubicBezTo>
                  <a:pt x="404898" y="56678"/>
                  <a:pt x="402437" y="56516"/>
                  <a:pt x="399791" y="56191"/>
                </a:cubicBezTo>
                <a:cubicBezTo>
                  <a:pt x="397146" y="55866"/>
                  <a:pt x="394314" y="55379"/>
                  <a:pt x="391297" y="54729"/>
                </a:cubicBezTo>
                <a:moveTo>
                  <a:pt x="391297" y="50690"/>
                </a:moveTo>
                <a:cubicBezTo>
                  <a:pt x="393757" y="51154"/>
                  <a:pt x="395939" y="51503"/>
                  <a:pt x="397842" y="51735"/>
                </a:cubicBezTo>
                <a:cubicBezTo>
                  <a:pt x="399745" y="51967"/>
                  <a:pt x="401370" y="52083"/>
                  <a:pt x="402716" y="52083"/>
                </a:cubicBezTo>
                <a:cubicBezTo>
                  <a:pt x="407544" y="52083"/>
                  <a:pt x="411710" y="50214"/>
                  <a:pt x="415214" y="46478"/>
                </a:cubicBezTo>
                <a:cubicBezTo>
                  <a:pt x="418719" y="42741"/>
                  <a:pt x="420471" y="37902"/>
                  <a:pt x="420471" y="31960"/>
                </a:cubicBezTo>
                <a:cubicBezTo>
                  <a:pt x="420471" y="27875"/>
                  <a:pt x="419636" y="24080"/>
                  <a:pt x="417965" y="20576"/>
                </a:cubicBezTo>
                <a:cubicBezTo>
                  <a:pt x="416294" y="17071"/>
                  <a:pt x="413926" y="14448"/>
                  <a:pt x="410863" y="12707"/>
                </a:cubicBezTo>
                <a:cubicBezTo>
                  <a:pt x="407799" y="10967"/>
                  <a:pt x="404317" y="10096"/>
                  <a:pt x="400418" y="10096"/>
                </a:cubicBezTo>
                <a:cubicBezTo>
                  <a:pt x="398051" y="10096"/>
                  <a:pt x="395010" y="10537"/>
                  <a:pt x="391297" y="11419"/>
                </a:cubicBezTo>
                <a:lnTo>
                  <a:pt x="391297" y="50690"/>
                </a:lnTo>
                <a:close/>
                <a:moveTo>
                  <a:pt x="433233" y="122826"/>
                </a:moveTo>
                <a:lnTo>
                  <a:pt x="433233" y="119763"/>
                </a:lnTo>
                <a:cubicBezTo>
                  <a:pt x="438014" y="118179"/>
                  <a:pt x="441716" y="115721"/>
                  <a:pt x="444339" y="112389"/>
                </a:cubicBezTo>
                <a:cubicBezTo>
                  <a:pt x="446961" y="109058"/>
                  <a:pt x="448273" y="105529"/>
                  <a:pt x="448273" y="101801"/>
                </a:cubicBezTo>
                <a:cubicBezTo>
                  <a:pt x="448273" y="100917"/>
                  <a:pt x="448064" y="100174"/>
                  <a:pt x="447646" y="99570"/>
                </a:cubicBezTo>
                <a:cubicBezTo>
                  <a:pt x="447321" y="99152"/>
                  <a:pt x="446996" y="98944"/>
                  <a:pt x="446671" y="98944"/>
                </a:cubicBezTo>
                <a:cubicBezTo>
                  <a:pt x="446161" y="98944"/>
                  <a:pt x="445047" y="99408"/>
                  <a:pt x="443329" y="100336"/>
                </a:cubicBezTo>
                <a:cubicBezTo>
                  <a:pt x="442494" y="100754"/>
                  <a:pt x="441612" y="100963"/>
                  <a:pt x="440683" y="100963"/>
                </a:cubicBezTo>
                <a:cubicBezTo>
                  <a:pt x="438409" y="100963"/>
                  <a:pt x="436598" y="100290"/>
                  <a:pt x="435252" y="98944"/>
                </a:cubicBezTo>
                <a:cubicBezTo>
                  <a:pt x="433906" y="97597"/>
                  <a:pt x="433233" y="95741"/>
                  <a:pt x="433233" y="93373"/>
                </a:cubicBezTo>
                <a:cubicBezTo>
                  <a:pt x="433233" y="91099"/>
                  <a:pt x="434103" y="89149"/>
                  <a:pt x="435844" y="87524"/>
                </a:cubicBezTo>
                <a:cubicBezTo>
                  <a:pt x="437585" y="85900"/>
                  <a:pt x="439708" y="85087"/>
                  <a:pt x="442215" y="85087"/>
                </a:cubicBezTo>
                <a:cubicBezTo>
                  <a:pt x="445279" y="85087"/>
                  <a:pt x="448006" y="86425"/>
                  <a:pt x="450397" y="89100"/>
                </a:cubicBezTo>
                <a:cubicBezTo>
                  <a:pt x="452787" y="91773"/>
                  <a:pt x="453982" y="95318"/>
                  <a:pt x="453982" y="99736"/>
                </a:cubicBezTo>
                <a:cubicBezTo>
                  <a:pt x="453982" y="104527"/>
                  <a:pt x="452323" y="108980"/>
                  <a:pt x="449004" y="113096"/>
                </a:cubicBezTo>
                <a:cubicBezTo>
                  <a:pt x="445685" y="117211"/>
                  <a:pt x="440428" y="120455"/>
                  <a:pt x="433233" y="122826"/>
                </a:cubicBezTo>
                <a:close/>
                <a:moveTo>
                  <a:pt x="469231" y="101102"/>
                </a:moveTo>
                <a:lnTo>
                  <a:pt x="475707" y="69421"/>
                </a:lnTo>
                <a:lnTo>
                  <a:pt x="463800" y="69421"/>
                </a:lnTo>
                <a:lnTo>
                  <a:pt x="463800" y="63641"/>
                </a:lnTo>
                <a:lnTo>
                  <a:pt x="476821" y="63641"/>
                </a:lnTo>
                <a:lnTo>
                  <a:pt x="481626" y="39828"/>
                </a:lnTo>
                <a:lnTo>
                  <a:pt x="463800" y="39828"/>
                </a:lnTo>
                <a:lnTo>
                  <a:pt x="463800" y="34258"/>
                </a:lnTo>
                <a:lnTo>
                  <a:pt x="482948" y="34258"/>
                </a:lnTo>
                <a:lnTo>
                  <a:pt x="489285" y="2507"/>
                </a:lnTo>
                <a:lnTo>
                  <a:pt x="495064" y="2507"/>
                </a:lnTo>
                <a:lnTo>
                  <a:pt x="488728" y="34258"/>
                </a:lnTo>
                <a:lnTo>
                  <a:pt x="512193" y="34258"/>
                </a:lnTo>
                <a:lnTo>
                  <a:pt x="518947" y="2507"/>
                </a:lnTo>
                <a:lnTo>
                  <a:pt x="524726" y="2507"/>
                </a:lnTo>
                <a:lnTo>
                  <a:pt x="518111" y="34258"/>
                </a:lnTo>
                <a:lnTo>
                  <a:pt x="529948" y="34258"/>
                </a:lnTo>
                <a:lnTo>
                  <a:pt x="529948" y="39828"/>
                </a:lnTo>
                <a:lnTo>
                  <a:pt x="517067" y="39828"/>
                </a:lnTo>
                <a:lnTo>
                  <a:pt x="512193" y="63641"/>
                </a:lnTo>
                <a:lnTo>
                  <a:pt x="529948" y="63641"/>
                </a:lnTo>
                <a:lnTo>
                  <a:pt x="529948" y="69421"/>
                </a:lnTo>
                <a:lnTo>
                  <a:pt x="511009" y="69421"/>
                </a:lnTo>
                <a:lnTo>
                  <a:pt x="504534" y="101102"/>
                </a:lnTo>
                <a:lnTo>
                  <a:pt x="498894" y="101102"/>
                </a:lnTo>
                <a:lnTo>
                  <a:pt x="505230" y="69421"/>
                </a:lnTo>
                <a:lnTo>
                  <a:pt x="481626" y="69421"/>
                </a:lnTo>
                <a:lnTo>
                  <a:pt x="475011" y="101102"/>
                </a:lnTo>
                <a:lnTo>
                  <a:pt x="469231" y="101102"/>
                </a:lnTo>
                <a:moveTo>
                  <a:pt x="482670" y="63641"/>
                </a:moveTo>
                <a:lnTo>
                  <a:pt x="506274" y="63641"/>
                </a:lnTo>
                <a:lnTo>
                  <a:pt x="511288" y="39828"/>
                </a:lnTo>
                <a:lnTo>
                  <a:pt x="487544" y="39828"/>
                </a:lnTo>
                <a:lnTo>
                  <a:pt x="482670" y="63641"/>
                </a:lnTo>
                <a:close/>
                <a:moveTo>
                  <a:pt x="537677" y="52361"/>
                </a:moveTo>
                <a:cubicBezTo>
                  <a:pt x="537677" y="41592"/>
                  <a:pt x="539302" y="32320"/>
                  <a:pt x="542551" y="24544"/>
                </a:cubicBezTo>
                <a:cubicBezTo>
                  <a:pt x="545801" y="16769"/>
                  <a:pt x="550118" y="10978"/>
                  <a:pt x="555502" y="7172"/>
                </a:cubicBezTo>
                <a:cubicBezTo>
                  <a:pt x="559680" y="4155"/>
                  <a:pt x="563997" y="2646"/>
                  <a:pt x="568454" y="2646"/>
                </a:cubicBezTo>
                <a:cubicBezTo>
                  <a:pt x="575695" y="2646"/>
                  <a:pt x="582194" y="6336"/>
                  <a:pt x="587950" y="13717"/>
                </a:cubicBezTo>
                <a:cubicBezTo>
                  <a:pt x="595145" y="22862"/>
                  <a:pt x="598742" y="35256"/>
                  <a:pt x="598742" y="50899"/>
                </a:cubicBezTo>
                <a:cubicBezTo>
                  <a:pt x="598742" y="61854"/>
                  <a:pt x="597164" y="71161"/>
                  <a:pt x="594008" y="78821"/>
                </a:cubicBezTo>
                <a:cubicBezTo>
                  <a:pt x="590851" y="86480"/>
                  <a:pt x="586824" y="92039"/>
                  <a:pt x="581927" y="95497"/>
                </a:cubicBezTo>
                <a:cubicBezTo>
                  <a:pt x="577030" y="98955"/>
                  <a:pt x="572306" y="100684"/>
                  <a:pt x="567757" y="100684"/>
                </a:cubicBezTo>
                <a:cubicBezTo>
                  <a:pt x="558752" y="100684"/>
                  <a:pt x="551255" y="95369"/>
                  <a:pt x="545267" y="84739"/>
                </a:cubicBezTo>
                <a:cubicBezTo>
                  <a:pt x="540207" y="75780"/>
                  <a:pt x="537677" y="64988"/>
                  <a:pt x="537677" y="52361"/>
                </a:cubicBezTo>
                <a:moveTo>
                  <a:pt x="551325" y="54139"/>
                </a:moveTo>
                <a:cubicBezTo>
                  <a:pt x="551325" y="67147"/>
                  <a:pt x="552926" y="77762"/>
                  <a:pt x="556129" y="85984"/>
                </a:cubicBezTo>
                <a:cubicBezTo>
                  <a:pt x="558775" y="92906"/>
                  <a:pt x="562721" y="96367"/>
                  <a:pt x="567966" y="96367"/>
                </a:cubicBezTo>
                <a:cubicBezTo>
                  <a:pt x="570473" y="96367"/>
                  <a:pt x="573072" y="95241"/>
                  <a:pt x="575765" y="92988"/>
                </a:cubicBezTo>
                <a:cubicBezTo>
                  <a:pt x="578457" y="90735"/>
                  <a:pt x="580499" y="86961"/>
                  <a:pt x="581892" y="81665"/>
                </a:cubicBezTo>
                <a:cubicBezTo>
                  <a:pt x="584027" y="73673"/>
                  <a:pt x="585095" y="62408"/>
                  <a:pt x="585095" y="47868"/>
                </a:cubicBezTo>
                <a:cubicBezTo>
                  <a:pt x="585095" y="37090"/>
                  <a:pt x="583981" y="28101"/>
                  <a:pt x="581753" y="20900"/>
                </a:cubicBezTo>
                <a:cubicBezTo>
                  <a:pt x="580082" y="15557"/>
                  <a:pt x="577923" y="11771"/>
                  <a:pt x="575277" y="9541"/>
                </a:cubicBezTo>
                <a:cubicBezTo>
                  <a:pt x="573374" y="8008"/>
                  <a:pt x="571076" y="7241"/>
                  <a:pt x="568384" y="7241"/>
                </a:cubicBezTo>
                <a:cubicBezTo>
                  <a:pt x="565227" y="7241"/>
                  <a:pt x="562419" y="8659"/>
                  <a:pt x="559959" y="11493"/>
                </a:cubicBezTo>
                <a:cubicBezTo>
                  <a:pt x="556617" y="15349"/>
                  <a:pt x="554342" y="21412"/>
                  <a:pt x="553135" y="29682"/>
                </a:cubicBezTo>
                <a:cubicBezTo>
                  <a:pt x="551928" y="37950"/>
                  <a:pt x="551325" y="46103"/>
                  <a:pt x="551325" y="54139"/>
                </a:cubicBezTo>
                <a:close/>
                <a:moveTo>
                  <a:pt x="605705" y="35233"/>
                </a:moveTo>
                <a:lnTo>
                  <a:pt x="635716" y="35233"/>
                </a:lnTo>
                <a:lnTo>
                  <a:pt x="635716" y="37809"/>
                </a:lnTo>
                <a:cubicBezTo>
                  <a:pt x="633812" y="37809"/>
                  <a:pt x="632478" y="38134"/>
                  <a:pt x="631712" y="38784"/>
                </a:cubicBezTo>
                <a:cubicBezTo>
                  <a:pt x="630946" y="39434"/>
                  <a:pt x="630563" y="40292"/>
                  <a:pt x="630563" y="41360"/>
                </a:cubicBezTo>
                <a:cubicBezTo>
                  <a:pt x="630563" y="42474"/>
                  <a:pt x="631375" y="44192"/>
                  <a:pt x="633000" y="46513"/>
                </a:cubicBezTo>
                <a:cubicBezTo>
                  <a:pt x="633511" y="47255"/>
                  <a:pt x="634277" y="48416"/>
                  <a:pt x="635298" y="49994"/>
                </a:cubicBezTo>
                <a:lnTo>
                  <a:pt x="639824" y="57235"/>
                </a:lnTo>
                <a:lnTo>
                  <a:pt x="645046" y="49994"/>
                </a:lnTo>
                <a:cubicBezTo>
                  <a:pt x="648388" y="45398"/>
                  <a:pt x="650059" y="42497"/>
                  <a:pt x="650059" y="41290"/>
                </a:cubicBezTo>
                <a:cubicBezTo>
                  <a:pt x="650059" y="40316"/>
                  <a:pt x="649665" y="39492"/>
                  <a:pt x="648876" y="38818"/>
                </a:cubicBezTo>
                <a:cubicBezTo>
                  <a:pt x="648086" y="38145"/>
                  <a:pt x="646810" y="37809"/>
                  <a:pt x="645046" y="37809"/>
                </a:cubicBezTo>
                <a:lnTo>
                  <a:pt x="645046" y="35233"/>
                </a:lnTo>
                <a:lnTo>
                  <a:pt x="666631" y="35233"/>
                </a:lnTo>
                <a:lnTo>
                  <a:pt x="666631" y="37809"/>
                </a:lnTo>
                <a:cubicBezTo>
                  <a:pt x="664357" y="37948"/>
                  <a:pt x="662384" y="38575"/>
                  <a:pt x="660713" y="39689"/>
                </a:cubicBezTo>
                <a:cubicBezTo>
                  <a:pt x="658438" y="41267"/>
                  <a:pt x="655328" y="44702"/>
                  <a:pt x="651382" y="49994"/>
                </a:cubicBezTo>
                <a:lnTo>
                  <a:pt x="642679" y="61622"/>
                </a:lnTo>
                <a:lnTo>
                  <a:pt x="658554" y="84415"/>
                </a:lnTo>
                <a:cubicBezTo>
                  <a:pt x="662453" y="90020"/>
                  <a:pt x="665239" y="93391"/>
                  <a:pt x="666910" y="94526"/>
                </a:cubicBezTo>
                <a:cubicBezTo>
                  <a:pt x="668581" y="95661"/>
                  <a:pt x="670739" y="96298"/>
                  <a:pt x="673385" y="96437"/>
                </a:cubicBezTo>
                <a:lnTo>
                  <a:pt x="673385" y="99013"/>
                </a:lnTo>
                <a:lnTo>
                  <a:pt x="643305" y="99013"/>
                </a:lnTo>
                <a:lnTo>
                  <a:pt x="643305" y="96437"/>
                </a:lnTo>
                <a:cubicBezTo>
                  <a:pt x="645394" y="96437"/>
                  <a:pt x="647019" y="95974"/>
                  <a:pt x="648179" y="95049"/>
                </a:cubicBezTo>
                <a:cubicBezTo>
                  <a:pt x="649061" y="94400"/>
                  <a:pt x="649502" y="93544"/>
                  <a:pt x="649502" y="92479"/>
                </a:cubicBezTo>
                <a:cubicBezTo>
                  <a:pt x="649502" y="91414"/>
                  <a:pt x="648017" y="88729"/>
                  <a:pt x="645046" y="84424"/>
                </a:cubicBezTo>
                <a:lnTo>
                  <a:pt x="635716" y="70813"/>
                </a:lnTo>
                <a:lnTo>
                  <a:pt x="625480" y="84424"/>
                </a:lnTo>
                <a:cubicBezTo>
                  <a:pt x="622324" y="88636"/>
                  <a:pt x="620745" y="91136"/>
                  <a:pt x="620745" y="91924"/>
                </a:cubicBezTo>
                <a:cubicBezTo>
                  <a:pt x="620745" y="93035"/>
                  <a:pt x="621268" y="94042"/>
                  <a:pt x="622312" y="94944"/>
                </a:cubicBezTo>
                <a:cubicBezTo>
                  <a:pt x="623356" y="95847"/>
                  <a:pt x="624923" y="96344"/>
                  <a:pt x="627012" y="96437"/>
                </a:cubicBezTo>
                <a:lnTo>
                  <a:pt x="627012" y="99013"/>
                </a:lnTo>
                <a:lnTo>
                  <a:pt x="606193" y="99013"/>
                </a:lnTo>
                <a:lnTo>
                  <a:pt x="606193" y="96437"/>
                </a:lnTo>
                <a:cubicBezTo>
                  <a:pt x="607864" y="96205"/>
                  <a:pt x="609326" y="95626"/>
                  <a:pt x="610579" y="94701"/>
                </a:cubicBezTo>
                <a:cubicBezTo>
                  <a:pt x="612343" y="93357"/>
                  <a:pt x="615314" y="89930"/>
                  <a:pt x="619492" y="84419"/>
                </a:cubicBezTo>
                <a:lnTo>
                  <a:pt x="632861" y="66705"/>
                </a:lnTo>
                <a:lnTo>
                  <a:pt x="620745" y="49158"/>
                </a:lnTo>
                <a:cubicBezTo>
                  <a:pt x="617310" y="44145"/>
                  <a:pt x="614653" y="41000"/>
                  <a:pt x="612773" y="39724"/>
                </a:cubicBezTo>
                <a:cubicBezTo>
                  <a:pt x="610893" y="38447"/>
                  <a:pt x="608537" y="37809"/>
                  <a:pt x="605705" y="37809"/>
                </a:cubicBezTo>
                <a:lnTo>
                  <a:pt x="605705" y="35233"/>
                </a:lnTo>
                <a:close/>
                <a:moveTo>
                  <a:pt x="737027" y="4596"/>
                </a:moveTo>
                <a:lnTo>
                  <a:pt x="731595" y="16572"/>
                </a:lnTo>
                <a:lnTo>
                  <a:pt x="703187" y="16572"/>
                </a:lnTo>
                <a:lnTo>
                  <a:pt x="696990" y="29105"/>
                </a:lnTo>
                <a:cubicBezTo>
                  <a:pt x="709291" y="30916"/>
                  <a:pt x="719039" y="35488"/>
                  <a:pt x="726234" y="42822"/>
                </a:cubicBezTo>
                <a:cubicBezTo>
                  <a:pt x="732408" y="49135"/>
                  <a:pt x="735495" y="56562"/>
                  <a:pt x="735495" y="65104"/>
                </a:cubicBezTo>
                <a:cubicBezTo>
                  <a:pt x="735495" y="70071"/>
                  <a:pt x="734485" y="74666"/>
                  <a:pt x="732466" y="78890"/>
                </a:cubicBezTo>
                <a:cubicBezTo>
                  <a:pt x="730447" y="83114"/>
                  <a:pt x="727905" y="86712"/>
                  <a:pt x="724841" y="89683"/>
                </a:cubicBezTo>
                <a:cubicBezTo>
                  <a:pt x="721778" y="92654"/>
                  <a:pt x="718366" y="95044"/>
                  <a:pt x="714606" y="96855"/>
                </a:cubicBezTo>
                <a:cubicBezTo>
                  <a:pt x="709268" y="99408"/>
                  <a:pt x="703790" y="100684"/>
                  <a:pt x="698173" y="100684"/>
                </a:cubicBezTo>
                <a:cubicBezTo>
                  <a:pt x="692510" y="100684"/>
                  <a:pt x="688390" y="99721"/>
                  <a:pt x="685814" y="97795"/>
                </a:cubicBezTo>
                <a:cubicBezTo>
                  <a:pt x="683238" y="95868"/>
                  <a:pt x="681950" y="93745"/>
                  <a:pt x="681950" y="91424"/>
                </a:cubicBezTo>
                <a:cubicBezTo>
                  <a:pt x="681950" y="90124"/>
                  <a:pt x="682483" y="88975"/>
                  <a:pt x="683551" y="87977"/>
                </a:cubicBezTo>
                <a:cubicBezTo>
                  <a:pt x="684619" y="86979"/>
                  <a:pt x="685965" y="86480"/>
                  <a:pt x="687590" y="86480"/>
                </a:cubicBezTo>
                <a:cubicBezTo>
                  <a:pt x="688797" y="86480"/>
                  <a:pt x="689853" y="86666"/>
                  <a:pt x="690758" y="87037"/>
                </a:cubicBezTo>
                <a:cubicBezTo>
                  <a:pt x="691663" y="87408"/>
                  <a:pt x="693206" y="88360"/>
                  <a:pt x="695388" y="89892"/>
                </a:cubicBezTo>
                <a:cubicBezTo>
                  <a:pt x="698870" y="92306"/>
                  <a:pt x="702398" y="93512"/>
                  <a:pt x="705972" y="93512"/>
                </a:cubicBezTo>
                <a:cubicBezTo>
                  <a:pt x="711403" y="93512"/>
                  <a:pt x="716173" y="91458"/>
                  <a:pt x="720281" y="87350"/>
                </a:cubicBezTo>
                <a:cubicBezTo>
                  <a:pt x="724389" y="83242"/>
                  <a:pt x="726443" y="78240"/>
                  <a:pt x="726443" y="72345"/>
                </a:cubicBezTo>
                <a:cubicBezTo>
                  <a:pt x="726443" y="66635"/>
                  <a:pt x="724609" y="61309"/>
                  <a:pt x="720942" y="56365"/>
                </a:cubicBezTo>
                <a:cubicBezTo>
                  <a:pt x="717275" y="51421"/>
                  <a:pt x="712215" y="47603"/>
                  <a:pt x="705763" y="44911"/>
                </a:cubicBezTo>
                <a:cubicBezTo>
                  <a:pt x="700703" y="42822"/>
                  <a:pt x="693810" y="41615"/>
                  <a:pt x="685083" y="41290"/>
                </a:cubicBezTo>
                <a:lnTo>
                  <a:pt x="703187" y="4596"/>
                </a:lnTo>
                <a:lnTo>
                  <a:pt x="737027" y="4596"/>
                </a:lnTo>
                <a:close/>
                <a:moveTo>
                  <a:pt x="773791" y="51456"/>
                </a:moveTo>
                <a:cubicBezTo>
                  <a:pt x="766317" y="45329"/>
                  <a:pt x="761501" y="40408"/>
                  <a:pt x="759343" y="36695"/>
                </a:cubicBezTo>
                <a:cubicBezTo>
                  <a:pt x="757184" y="32981"/>
                  <a:pt x="756105" y="29128"/>
                  <a:pt x="756105" y="25136"/>
                </a:cubicBezTo>
                <a:cubicBezTo>
                  <a:pt x="756105" y="19009"/>
                  <a:pt x="758472" y="13729"/>
                  <a:pt x="763207" y="9296"/>
                </a:cubicBezTo>
                <a:cubicBezTo>
                  <a:pt x="767942" y="4862"/>
                  <a:pt x="774232" y="2646"/>
                  <a:pt x="782077" y="2646"/>
                </a:cubicBezTo>
                <a:cubicBezTo>
                  <a:pt x="789689" y="2646"/>
                  <a:pt x="795817" y="4712"/>
                  <a:pt x="800459" y="8843"/>
                </a:cubicBezTo>
                <a:cubicBezTo>
                  <a:pt x="805101" y="12974"/>
                  <a:pt x="807422" y="17686"/>
                  <a:pt x="807422" y="22978"/>
                </a:cubicBezTo>
                <a:cubicBezTo>
                  <a:pt x="807422" y="26506"/>
                  <a:pt x="806168" y="30103"/>
                  <a:pt x="803662" y="33770"/>
                </a:cubicBezTo>
                <a:cubicBezTo>
                  <a:pt x="801155" y="37437"/>
                  <a:pt x="795933" y="41755"/>
                  <a:pt x="787995" y="46721"/>
                </a:cubicBezTo>
                <a:cubicBezTo>
                  <a:pt x="796165" y="53034"/>
                  <a:pt x="801573" y="58001"/>
                  <a:pt x="804219" y="61622"/>
                </a:cubicBezTo>
                <a:cubicBezTo>
                  <a:pt x="807747" y="66357"/>
                  <a:pt x="809511" y="71347"/>
                  <a:pt x="809511" y="76592"/>
                </a:cubicBezTo>
                <a:cubicBezTo>
                  <a:pt x="809511" y="83231"/>
                  <a:pt x="806981" y="88905"/>
                  <a:pt x="801921" y="93617"/>
                </a:cubicBezTo>
                <a:cubicBezTo>
                  <a:pt x="796861" y="98329"/>
                  <a:pt x="790223" y="100684"/>
                  <a:pt x="782007" y="100684"/>
                </a:cubicBezTo>
                <a:cubicBezTo>
                  <a:pt x="773048" y="100684"/>
                  <a:pt x="766062" y="97876"/>
                  <a:pt x="761048" y="92259"/>
                </a:cubicBezTo>
                <a:cubicBezTo>
                  <a:pt x="757056" y="87756"/>
                  <a:pt x="755060" y="82836"/>
                  <a:pt x="755060" y="77498"/>
                </a:cubicBezTo>
                <a:cubicBezTo>
                  <a:pt x="755060" y="73320"/>
                  <a:pt x="756465" y="69177"/>
                  <a:pt x="759273" y="65069"/>
                </a:cubicBezTo>
                <a:cubicBezTo>
                  <a:pt x="762081" y="60961"/>
                  <a:pt x="766921" y="56423"/>
                  <a:pt x="773791" y="51456"/>
                </a:cubicBezTo>
                <a:moveTo>
                  <a:pt x="784723" y="44006"/>
                </a:moveTo>
                <a:cubicBezTo>
                  <a:pt x="790293" y="38993"/>
                  <a:pt x="793821" y="35035"/>
                  <a:pt x="795306" y="32134"/>
                </a:cubicBezTo>
                <a:cubicBezTo>
                  <a:pt x="796792" y="29233"/>
                  <a:pt x="797534" y="25949"/>
                  <a:pt x="797534" y="22281"/>
                </a:cubicBezTo>
                <a:cubicBezTo>
                  <a:pt x="797534" y="17407"/>
                  <a:pt x="796165" y="13589"/>
                  <a:pt x="793426" y="10827"/>
                </a:cubicBezTo>
                <a:cubicBezTo>
                  <a:pt x="790687" y="8065"/>
                  <a:pt x="786951" y="6684"/>
                  <a:pt x="782216" y="6684"/>
                </a:cubicBezTo>
                <a:cubicBezTo>
                  <a:pt x="777481" y="6684"/>
                  <a:pt x="773628" y="8054"/>
                  <a:pt x="770657" y="10793"/>
                </a:cubicBezTo>
                <a:cubicBezTo>
                  <a:pt x="767686" y="13531"/>
                  <a:pt x="766201" y="16734"/>
                  <a:pt x="766201" y="20401"/>
                </a:cubicBezTo>
                <a:cubicBezTo>
                  <a:pt x="766201" y="22815"/>
                  <a:pt x="766816" y="25229"/>
                  <a:pt x="768046" y="27643"/>
                </a:cubicBezTo>
                <a:cubicBezTo>
                  <a:pt x="769276" y="30057"/>
                  <a:pt x="771029" y="32355"/>
                  <a:pt x="773303" y="34536"/>
                </a:cubicBezTo>
                <a:lnTo>
                  <a:pt x="784723" y="44006"/>
                </a:lnTo>
                <a:moveTo>
                  <a:pt x="777063" y="54102"/>
                </a:moveTo>
                <a:cubicBezTo>
                  <a:pt x="773210" y="57352"/>
                  <a:pt x="770356" y="60891"/>
                  <a:pt x="768499" y="64721"/>
                </a:cubicBezTo>
                <a:cubicBezTo>
                  <a:pt x="766642" y="68550"/>
                  <a:pt x="765714" y="72693"/>
                  <a:pt x="765714" y="77150"/>
                </a:cubicBezTo>
                <a:cubicBezTo>
                  <a:pt x="765714" y="83138"/>
                  <a:pt x="767350" y="87930"/>
                  <a:pt x="770623" y="91528"/>
                </a:cubicBezTo>
                <a:cubicBezTo>
                  <a:pt x="773895" y="95126"/>
                  <a:pt x="778061" y="96924"/>
                  <a:pt x="783121" y="96924"/>
                </a:cubicBezTo>
                <a:cubicBezTo>
                  <a:pt x="788134" y="96924"/>
                  <a:pt x="792150" y="95509"/>
                  <a:pt x="795167" y="92677"/>
                </a:cubicBezTo>
                <a:cubicBezTo>
                  <a:pt x="798184" y="89845"/>
                  <a:pt x="799693" y="86410"/>
                  <a:pt x="799693" y="82372"/>
                </a:cubicBezTo>
                <a:cubicBezTo>
                  <a:pt x="799693" y="79030"/>
                  <a:pt x="798811" y="76035"/>
                  <a:pt x="797047" y="73390"/>
                </a:cubicBezTo>
                <a:cubicBezTo>
                  <a:pt x="793751" y="68469"/>
                  <a:pt x="787090" y="62040"/>
                  <a:pt x="777063" y="54102"/>
                </a:cubicBezTo>
                <a:close/>
                <a:moveTo>
                  <a:pt x="854979" y="89265"/>
                </a:moveTo>
                <a:lnTo>
                  <a:pt x="854979" y="54520"/>
                </a:lnTo>
                <a:lnTo>
                  <a:pt x="820303" y="54520"/>
                </a:lnTo>
                <a:lnTo>
                  <a:pt x="820303" y="48741"/>
                </a:lnTo>
                <a:lnTo>
                  <a:pt x="854979" y="48741"/>
                </a:lnTo>
                <a:lnTo>
                  <a:pt x="854979" y="14135"/>
                </a:lnTo>
                <a:lnTo>
                  <a:pt x="860549" y="14135"/>
                </a:lnTo>
                <a:lnTo>
                  <a:pt x="860549" y="48741"/>
                </a:lnTo>
                <a:lnTo>
                  <a:pt x="895364" y="48741"/>
                </a:lnTo>
                <a:lnTo>
                  <a:pt x="895364" y="54520"/>
                </a:lnTo>
                <a:lnTo>
                  <a:pt x="860549" y="54520"/>
                </a:lnTo>
                <a:lnTo>
                  <a:pt x="860549" y="89265"/>
                </a:lnTo>
                <a:lnTo>
                  <a:pt x="854979" y="89265"/>
                </a:lnTo>
                <a:close/>
                <a:moveTo>
                  <a:pt x="924544" y="0"/>
                </a:moveTo>
                <a:lnTo>
                  <a:pt x="924544" y="84539"/>
                </a:lnTo>
                <a:cubicBezTo>
                  <a:pt x="924544" y="88528"/>
                  <a:pt x="924834" y="91173"/>
                  <a:pt x="925414" y="92472"/>
                </a:cubicBezTo>
                <a:cubicBezTo>
                  <a:pt x="925995" y="93771"/>
                  <a:pt x="926888" y="94756"/>
                  <a:pt x="928095" y="95429"/>
                </a:cubicBezTo>
                <a:cubicBezTo>
                  <a:pt x="929302" y="96101"/>
                  <a:pt x="931553" y="96437"/>
                  <a:pt x="934849" y="96437"/>
                </a:cubicBezTo>
                <a:lnTo>
                  <a:pt x="934849" y="99013"/>
                </a:lnTo>
                <a:lnTo>
                  <a:pt x="903585" y="99013"/>
                </a:lnTo>
                <a:lnTo>
                  <a:pt x="903585" y="96437"/>
                </a:lnTo>
                <a:cubicBezTo>
                  <a:pt x="906510" y="96437"/>
                  <a:pt x="908506" y="96136"/>
                  <a:pt x="909574" y="95534"/>
                </a:cubicBezTo>
                <a:cubicBezTo>
                  <a:pt x="910641" y="94930"/>
                  <a:pt x="911477" y="93933"/>
                  <a:pt x="912080" y="92542"/>
                </a:cubicBezTo>
                <a:cubicBezTo>
                  <a:pt x="912684" y="91149"/>
                  <a:pt x="912985" y="88482"/>
                  <a:pt x="912985" y="84539"/>
                </a:cubicBezTo>
                <a:lnTo>
                  <a:pt x="912985" y="26649"/>
                </a:lnTo>
                <a:cubicBezTo>
                  <a:pt x="912985" y="19459"/>
                  <a:pt x="912823" y="15041"/>
                  <a:pt x="912498" y="13395"/>
                </a:cubicBezTo>
                <a:cubicBezTo>
                  <a:pt x="912173" y="11747"/>
                  <a:pt x="911651" y="10622"/>
                  <a:pt x="910931" y="10020"/>
                </a:cubicBezTo>
                <a:cubicBezTo>
                  <a:pt x="910212" y="9417"/>
                  <a:pt x="909295" y="9115"/>
                  <a:pt x="908181" y="9115"/>
                </a:cubicBezTo>
                <a:cubicBezTo>
                  <a:pt x="906974" y="9115"/>
                  <a:pt x="905442" y="9486"/>
                  <a:pt x="903585" y="10229"/>
                </a:cubicBezTo>
                <a:lnTo>
                  <a:pt x="902402" y="7792"/>
                </a:lnTo>
                <a:lnTo>
                  <a:pt x="921411" y="0"/>
                </a:lnTo>
                <a:lnTo>
                  <a:pt x="924544" y="0"/>
                </a:lnTo>
                <a:close/>
                <a:moveTo>
                  <a:pt x="958477" y="0"/>
                </a:moveTo>
                <a:cubicBezTo>
                  <a:pt x="960427" y="0"/>
                  <a:pt x="962086" y="688"/>
                  <a:pt x="963456" y="2065"/>
                </a:cubicBezTo>
                <a:cubicBezTo>
                  <a:pt x="964825" y="3440"/>
                  <a:pt x="965510" y="5108"/>
                  <a:pt x="965510" y="7067"/>
                </a:cubicBezTo>
                <a:cubicBezTo>
                  <a:pt x="965510" y="9027"/>
                  <a:pt x="964825" y="10707"/>
                  <a:pt x="963456" y="12107"/>
                </a:cubicBezTo>
                <a:cubicBezTo>
                  <a:pt x="962086" y="13505"/>
                  <a:pt x="960427" y="14204"/>
                  <a:pt x="958477" y="14204"/>
                </a:cubicBezTo>
                <a:cubicBezTo>
                  <a:pt x="956528" y="14204"/>
                  <a:pt x="954857" y="13505"/>
                  <a:pt x="953464" y="12107"/>
                </a:cubicBezTo>
                <a:cubicBezTo>
                  <a:pt x="952071" y="10707"/>
                  <a:pt x="951375" y="9027"/>
                  <a:pt x="951375" y="7067"/>
                </a:cubicBezTo>
                <a:cubicBezTo>
                  <a:pt x="951375" y="5108"/>
                  <a:pt x="952060" y="3440"/>
                  <a:pt x="953429" y="2065"/>
                </a:cubicBezTo>
                <a:cubicBezTo>
                  <a:pt x="954799" y="688"/>
                  <a:pt x="956481" y="0"/>
                  <a:pt x="958477" y="0"/>
                </a:cubicBezTo>
                <a:moveTo>
                  <a:pt x="964257" y="33422"/>
                </a:moveTo>
                <a:lnTo>
                  <a:pt x="964257" y="84556"/>
                </a:lnTo>
                <a:cubicBezTo>
                  <a:pt x="964257" y="88540"/>
                  <a:pt x="964547" y="91191"/>
                  <a:pt x="965127" y="92512"/>
                </a:cubicBezTo>
                <a:cubicBezTo>
                  <a:pt x="965707" y="93832"/>
                  <a:pt x="966566" y="94816"/>
                  <a:pt x="967703" y="95464"/>
                </a:cubicBezTo>
                <a:cubicBezTo>
                  <a:pt x="968841" y="96113"/>
                  <a:pt x="970918" y="96437"/>
                  <a:pt x="973935" y="96437"/>
                </a:cubicBezTo>
                <a:lnTo>
                  <a:pt x="973935" y="99013"/>
                </a:lnTo>
                <a:lnTo>
                  <a:pt x="942950" y="99013"/>
                </a:lnTo>
                <a:lnTo>
                  <a:pt x="942950" y="96437"/>
                </a:lnTo>
                <a:cubicBezTo>
                  <a:pt x="946060" y="96437"/>
                  <a:pt x="948149" y="96136"/>
                  <a:pt x="949217" y="95534"/>
                </a:cubicBezTo>
                <a:cubicBezTo>
                  <a:pt x="950284" y="94932"/>
                  <a:pt x="951131" y="93936"/>
                  <a:pt x="951758" y="92546"/>
                </a:cubicBezTo>
                <a:cubicBezTo>
                  <a:pt x="952385" y="91157"/>
                  <a:pt x="952698" y="88493"/>
                  <a:pt x="952698" y="84556"/>
                </a:cubicBezTo>
                <a:lnTo>
                  <a:pt x="952698" y="60032"/>
                </a:lnTo>
                <a:cubicBezTo>
                  <a:pt x="952698" y="53130"/>
                  <a:pt x="952489" y="48660"/>
                  <a:pt x="952071" y="46624"/>
                </a:cubicBezTo>
                <a:cubicBezTo>
                  <a:pt x="951746" y="45141"/>
                  <a:pt x="951236" y="44110"/>
                  <a:pt x="950540" y="43532"/>
                </a:cubicBezTo>
                <a:cubicBezTo>
                  <a:pt x="949843" y="42953"/>
                  <a:pt x="948892" y="42663"/>
                  <a:pt x="947685" y="42663"/>
                </a:cubicBezTo>
                <a:cubicBezTo>
                  <a:pt x="946385" y="42663"/>
                  <a:pt x="944807" y="43011"/>
                  <a:pt x="942950" y="43706"/>
                </a:cubicBezTo>
                <a:lnTo>
                  <a:pt x="941975" y="41203"/>
                </a:lnTo>
                <a:lnTo>
                  <a:pt x="961193" y="33422"/>
                </a:lnTo>
                <a:lnTo>
                  <a:pt x="964257" y="33422"/>
                </a:lnTo>
                <a:close/>
                <a:moveTo>
                  <a:pt x="1000488" y="46930"/>
                </a:moveTo>
                <a:cubicBezTo>
                  <a:pt x="1007962" y="37925"/>
                  <a:pt x="1015087" y="33422"/>
                  <a:pt x="1021864" y="33422"/>
                </a:cubicBezTo>
                <a:cubicBezTo>
                  <a:pt x="1025346" y="33422"/>
                  <a:pt x="1028340" y="34291"/>
                  <a:pt x="1030846" y="36029"/>
                </a:cubicBezTo>
                <a:cubicBezTo>
                  <a:pt x="1033353" y="37765"/>
                  <a:pt x="1035349" y="40625"/>
                  <a:pt x="1036835" y="44609"/>
                </a:cubicBezTo>
                <a:cubicBezTo>
                  <a:pt x="1037856" y="47387"/>
                  <a:pt x="1038366" y="51648"/>
                  <a:pt x="1038366" y="57392"/>
                </a:cubicBezTo>
                <a:lnTo>
                  <a:pt x="1038366" y="84556"/>
                </a:lnTo>
                <a:cubicBezTo>
                  <a:pt x="1038366" y="88586"/>
                  <a:pt x="1038691" y="91319"/>
                  <a:pt x="1039341" y="92755"/>
                </a:cubicBezTo>
                <a:cubicBezTo>
                  <a:pt x="1039852" y="93913"/>
                  <a:pt x="1040676" y="94816"/>
                  <a:pt x="1041813" y="95464"/>
                </a:cubicBezTo>
                <a:cubicBezTo>
                  <a:pt x="1042950" y="96113"/>
                  <a:pt x="1045051" y="96437"/>
                  <a:pt x="1048115" y="96437"/>
                </a:cubicBezTo>
                <a:lnTo>
                  <a:pt x="1048115" y="99013"/>
                </a:lnTo>
                <a:lnTo>
                  <a:pt x="1016572" y="99013"/>
                </a:lnTo>
                <a:lnTo>
                  <a:pt x="1016572" y="96437"/>
                </a:lnTo>
                <a:lnTo>
                  <a:pt x="1017895" y="96437"/>
                </a:lnTo>
                <a:cubicBezTo>
                  <a:pt x="1020866" y="96437"/>
                  <a:pt x="1022943" y="95986"/>
                  <a:pt x="1024127" y="95086"/>
                </a:cubicBezTo>
                <a:cubicBezTo>
                  <a:pt x="1025311" y="94185"/>
                  <a:pt x="1026135" y="92858"/>
                  <a:pt x="1026599" y="91104"/>
                </a:cubicBezTo>
                <a:cubicBezTo>
                  <a:pt x="1026785" y="90410"/>
                  <a:pt x="1026878" y="88239"/>
                  <a:pt x="1026878" y="84591"/>
                </a:cubicBezTo>
                <a:lnTo>
                  <a:pt x="1026878" y="58613"/>
                </a:lnTo>
                <a:cubicBezTo>
                  <a:pt x="1026878" y="52841"/>
                  <a:pt x="1026123" y="48650"/>
                  <a:pt x="1024615" y="46040"/>
                </a:cubicBezTo>
                <a:cubicBezTo>
                  <a:pt x="1023106" y="43431"/>
                  <a:pt x="1020564" y="42126"/>
                  <a:pt x="1016990" y="42126"/>
                </a:cubicBezTo>
                <a:cubicBezTo>
                  <a:pt x="1011466" y="42126"/>
                  <a:pt x="1005965" y="45128"/>
                  <a:pt x="1000488" y="51132"/>
                </a:cubicBezTo>
                <a:lnTo>
                  <a:pt x="1000488" y="84591"/>
                </a:lnTo>
                <a:cubicBezTo>
                  <a:pt x="1000488" y="88886"/>
                  <a:pt x="1000743" y="91542"/>
                  <a:pt x="1001254" y="92557"/>
                </a:cubicBezTo>
                <a:cubicBezTo>
                  <a:pt x="1001904" y="93896"/>
                  <a:pt x="1002797" y="94877"/>
                  <a:pt x="1003935" y="95501"/>
                </a:cubicBezTo>
                <a:cubicBezTo>
                  <a:pt x="1005072" y="96125"/>
                  <a:pt x="1007381" y="96437"/>
                  <a:pt x="1010863" y="96437"/>
                </a:cubicBezTo>
                <a:lnTo>
                  <a:pt x="1010863" y="99013"/>
                </a:lnTo>
                <a:lnTo>
                  <a:pt x="979321" y="99013"/>
                </a:lnTo>
                <a:lnTo>
                  <a:pt x="979321" y="96437"/>
                </a:lnTo>
                <a:lnTo>
                  <a:pt x="980713" y="96437"/>
                </a:lnTo>
                <a:cubicBezTo>
                  <a:pt x="983963" y="96437"/>
                  <a:pt x="986156" y="95615"/>
                  <a:pt x="987293" y="93972"/>
                </a:cubicBezTo>
                <a:cubicBezTo>
                  <a:pt x="988430" y="92327"/>
                  <a:pt x="988999" y="89188"/>
                  <a:pt x="988999" y="84556"/>
                </a:cubicBezTo>
                <a:lnTo>
                  <a:pt x="988999" y="60935"/>
                </a:lnTo>
                <a:cubicBezTo>
                  <a:pt x="988999" y="53293"/>
                  <a:pt x="988825" y="48638"/>
                  <a:pt x="988477" y="46972"/>
                </a:cubicBezTo>
                <a:cubicBezTo>
                  <a:pt x="988129" y="45303"/>
                  <a:pt x="987595" y="44168"/>
                  <a:pt x="986875" y="43566"/>
                </a:cubicBezTo>
                <a:cubicBezTo>
                  <a:pt x="986156" y="42964"/>
                  <a:pt x="985193" y="42663"/>
                  <a:pt x="983986" y="42663"/>
                </a:cubicBezTo>
                <a:cubicBezTo>
                  <a:pt x="982686" y="42663"/>
                  <a:pt x="981131" y="43011"/>
                  <a:pt x="979321" y="43706"/>
                </a:cubicBezTo>
                <a:lnTo>
                  <a:pt x="978276" y="41203"/>
                </a:lnTo>
                <a:lnTo>
                  <a:pt x="997494" y="33422"/>
                </a:lnTo>
                <a:lnTo>
                  <a:pt x="1000488" y="33422"/>
                </a:lnTo>
                <a:lnTo>
                  <a:pt x="1000488" y="46930"/>
                </a:lnTo>
                <a:close/>
                <a:moveTo>
                  <a:pt x="1063920" y="59324"/>
                </a:moveTo>
                <a:cubicBezTo>
                  <a:pt x="1063874" y="68772"/>
                  <a:pt x="1066172" y="76183"/>
                  <a:pt x="1070814" y="81556"/>
                </a:cubicBezTo>
                <a:cubicBezTo>
                  <a:pt x="1075456" y="86927"/>
                  <a:pt x="1080910" y="89613"/>
                  <a:pt x="1087177" y="89613"/>
                </a:cubicBezTo>
                <a:cubicBezTo>
                  <a:pt x="1091354" y="89613"/>
                  <a:pt x="1094987" y="88464"/>
                  <a:pt x="1098074" y="86167"/>
                </a:cubicBezTo>
                <a:cubicBezTo>
                  <a:pt x="1101161" y="83869"/>
                  <a:pt x="1103749" y="79935"/>
                  <a:pt x="1105837" y="74364"/>
                </a:cubicBezTo>
                <a:lnTo>
                  <a:pt x="1107996" y="75757"/>
                </a:lnTo>
                <a:cubicBezTo>
                  <a:pt x="1107021" y="82116"/>
                  <a:pt x="1104190" y="87907"/>
                  <a:pt x="1099501" y="93130"/>
                </a:cubicBezTo>
                <a:cubicBezTo>
                  <a:pt x="1094813" y="98352"/>
                  <a:pt x="1088941" y="100963"/>
                  <a:pt x="1081885" y="100963"/>
                </a:cubicBezTo>
                <a:cubicBezTo>
                  <a:pt x="1074226" y="100963"/>
                  <a:pt x="1067669" y="97987"/>
                  <a:pt x="1062215" y="92035"/>
                </a:cubicBezTo>
                <a:cubicBezTo>
                  <a:pt x="1056760" y="86082"/>
                  <a:pt x="1054033" y="78079"/>
                  <a:pt x="1054033" y="68026"/>
                </a:cubicBezTo>
                <a:cubicBezTo>
                  <a:pt x="1054033" y="57140"/>
                  <a:pt x="1056830" y="48652"/>
                  <a:pt x="1062423" y="42561"/>
                </a:cubicBezTo>
                <a:cubicBezTo>
                  <a:pt x="1068017" y="36468"/>
                  <a:pt x="1075038" y="33422"/>
                  <a:pt x="1083486" y="33422"/>
                </a:cubicBezTo>
                <a:cubicBezTo>
                  <a:pt x="1090635" y="33422"/>
                  <a:pt x="1096507" y="35772"/>
                  <a:pt x="1101103" y="40472"/>
                </a:cubicBezTo>
                <a:cubicBezTo>
                  <a:pt x="1105698" y="45171"/>
                  <a:pt x="1107996" y="51455"/>
                  <a:pt x="1107996" y="59324"/>
                </a:cubicBezTo>
                <a:lnTo>
                  <a:pt x="1063920" y="59324"/>
                </a:lnTo>
                <a:moveTo>
                  <a:pt x="1063920" y="55286"/>
                </a:moveTo>
                <a:lnTo>
                  <a:pt x="1093443" y="55286"/>
                </a:lnTo>
                <a:cubicBezTo>
                  <a:pt x="1093211" y="51201"/>
                  <a:pt x="1092724" y="48323"/>
                  <a:pt x="1091981" y="46652"/>
                </a:cubicBezTo>
                <a:cubicBezTo>
                  <a:pt x="1090821" y="44052"/>
                  <a:pt x="1089092" y="42010"/>
                  <a:pt x="1086794" y="40524"/>
                </a:cubicBezTo>
                <a:cubicBezTo>
                  <a:pt x="1084496" y="39039"/>
                  <a:pt x="1082094" y="38296"/>
                  <a:pt x="1079587" y="38296"/>
                </a:cubicBezTo>
                <a:cubicBezTo>
                  <a:pt x="1075734" y="38296"/>
                  <a:pt x="1072288" y="39793"/>
                  <a:pt x="1069247" y="42787"/>
                </a:cubicBezTo>
                <a:cubicBezTo>
                  <a:pt x="1066207" y="45781"/>
                  <a:pt x="1064431" y="49948"/>
                  <a:pt x="1063920" y="55286"/>
                </a:cubicBezTo>
                <a:close/>
                <a:moveTo>
                  <a:pt x="1117278" y="2367"/>
                </a:moveTo>
                <a:lnTo>
                  <a:pt x="1147915" y="2367"/>
                </a:lnTo>
                <a:lnTo>
                  <a:pt x="1147915" y="127283"/>
                </a:lnTo>
                <a:lnTo>
                  <a:pt x="1117278" y="127283"/>
                </a:lnTo>
                <a:lnTo>
                  <a:pt x="1117278" y="121782"/>
                </a:lnTo>
                <a:lnTo>
                  <a:pt x="1137471" y="121782"/>
                </a:lnTo>
                <a:lnTo>
                  <a:pt x="1137471" y="7868"/>
                </a:lnTo>
                <a:lnTo>
                  <a:pt x="1117278" y="7868"/>
                </a:lnTo>
                <a:lnTo>
                  <a:pt x="1117278" y="236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1B2022-4C6B-4086-A14B-07792AEE7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3572" y="1635226"/>
            <a:ext cx="1042772" cy="151514"/>
          </a:xfrm>
          <a:custGeom xmlns:a="http://schemas.openxmlformats.org/drawingml/2006/main">
            <a:pathLst>
              <a:path w="1042772" h="151514">
                <a:moveTo>
                  <a:pt x="0" y="0"/>
                </a:moveTo>
                <a:lnTo>
                  <a:pt x="1042772" y="0"/>
                </a:lnTo>
                <a:lnTo>
                  <a:pt x="1042772" y="151514"/>
                </a:lnTo>
                <a:lnTo>
                  <a:pt x="0" y="15151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7D07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Text +ADDR3,PC">
            <a:extLst xmlns:a="http://schemas.openxmlformats.org/drawingml/2006/main">
              <a:ext uri="{FF2B5EF4-FFF2-40B4-BE49-F238E27FC236}">
                <a16:creationId xmlns:a16="http://schemas.microsoft.com/office/drawing/2014/main" id="{BE4D6574-EC2D-4966-B638-073BEE40A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6148" y="1663495"/>
            <a:ext cx="999927" cy="120320"/>
          </a:xfrm>
          <a:custGeom xmlns:a="http://schemas.openxmlformats.org/drawingml/2006/main">
            <a:pathLst>
              <a:path w="999927" h="120320">
                <a:moveTo>
                  <a:pt x="34676" y="86758"/>
                </a:moveTo>
                <a:lnTo>
                  <a:pt x="34676" y="52013"/>
                </a:lnTo>
                <a:lnTo>
                  <a:pt x="0" y="52013"/>
                </a:lnTo>
                <a:lnTo>
                  <a:pt x="0" y="46234"/>
                </a:lnTo>
                <a:lnTo>
                  <a:pt x="34676" y="46234"/>
                </a:lnTo>
                <a:lnTo>
                  <a:pt x="34676" y="11628"/>
                </a:lnTo>
                <a:lnTo>
                  <a:pt x="40246" y="11628"/>
                </a:lnTo>
                <a:lnTo>
                  <a:pt x="40246" y="46234"/>
                </a:lnTo>
                <a:lnTo>
                  <a:pt x="75061" y="46234"/>
                </a:lnTo>
                <a:lnTo>
                  <a:pt x="75061" y="52013"/>
                </a:lnTo>
                <a:lnTo>
                  <a:pt x="40246" y="52013"/>
                </a:lnTo>
                <a:lnTo>
                  <a:pt x="40246" y="86758"/>
                </a:lnTo>
                <a:lnTo>
                  <a:pt x="34676" y="86758"/>
                </a:lnTo>
                <a:close/>
                <a:moveTo>
                  <a:pt x="170871" y="64895"/>
                </a:moveTo>
                <a:lnTo>
                  <a:pt x="134315" y="64895"/>
                </a:lnTo>
                <a:lnTo>
                  <a:pt x="127910" y="79795"/>
                </a:lnTo>
                <a:cubicBezTo>
                  <a:pt x="126331" y="83463"/>
                  <a:pt x="125542" y="86201"/>
                  <a:pt x="125542" y="88012"/>
                </a:cubicBezTo>
                <a:cubicBezTo>
                  <a:pt x="125542" y="89451"/>
                  <a:pt x="126227" y="90716"/>
                  <a:pt x="127596" y="91807"/>
                </a:cubicBezTo>
                <a:cubicBezTo>
                  <a:pt x="128966" y="92897"/>
                  <a:pt x="131925" y="93605"/>
                  <a:pt x="136474" y="93930"/>
                </a:cubicBezTo>
                <a:lnTo>
                  <a:pt x="136474" y="96507"/>
                </a:lnTo>
                <a:lnTo>
                  <a:pt x="106742" y="96507"/>
                </a:lnTo>
                <a:lnTo>
                  <a:pt x="106742" y="93930"/>
                </a:lnTo>
                <a:cubicBezTo>
                  <a:pt x="110688" y="93234"/>
                  <a:pt x="113241" y="92329"/>
                  <a:pt x="114401" y="91217"/>
                </a:cubicBezTo>
                <a:cubicBezTo>
                  <a:pt x="116769" y="88990"/>
                  <a:pt x="119392" y="84468"/>
                  <a:pt x="122270" y="77650"/>
                </a:cubicBezTo>
                <a:lnTo>
                  <a:pt x="155483" y="0"/>
                </a:lnTo>
                <a:lnTo>
                  <a:pt x="157920" y="0"/>
                </a:lnTo>
                <a:lnTo>
                  <a:pt x="190785" y="78483"/>
                </a:lnTo>
                <a:cubicBezTo>
                  <a:pt x="193431" y="84792"/>
                  <a:pt x="195833" y="88886"/>
                  <a:pt x="197992" y="90764"/>
                </a:cubicBezTo>
                <a:cubicBezTo>
                  <a:pt x="200150" y="92643"/>
                  <a:pt x="203156" y="93698"/>
                  <a:pt x="207009" y="93930"/>
                </a:cubicBezTo>
                <a:lnTo>
                  <a:pt x="207009" y="96507"/>
                </a:lnTo>
                <a:lnTo>
                  <a:pt x="169757" y="96507"/>
                </a:lnTo>
                <a:lnTo>
                  <a:pt x="169757" y="93930"/>
                </a:lnTo>
                <a:cubicBezTo>
                  <a:pt x="173517" y="93745"/>
                  <a:pt x="176058" y="93118"/>
                  <a:pt x="177381" y="92050"/>
                </a:cubicBezTo>
                <a:cubicBezTo>
                  <a:pt x="178704" y="90983"/>
                  <a:pt x="179366" y="89683"/>
                  <a:pt x="179366" y="88151"/>
                </a:cubicBezTo>
                <a:cubicBezTo>
                  <a:pt x="179366" y="86109"/>
                  <a:pt x="178437" y="82882"/>
                  <a:pt x="176581" y="78472"/>
                </a:cubicBezTo>
                <a:lnTo>
                  <a:pt x="170871" y="64895"/>
                </a:lnTo>
                <a:moveTo>
                  <a:pt x="168921" y="59742"/>
                </a:moveTo>
                <a:lnTo>
                  <a:pt x="152907" y="21640"/>
                </a:lnTo>
                <a:lnTo>
                  <a:pt x="136474" y="59742"/>
                </a:lnTo>
                <a:lnTo>
                  <a:pt x="168921" y="59742"/>
                </a:lnTo>
                <a:close/>
                <a:moveTo>
                  <a:pt x="211023" y="96507"/>
                </a:moveTo>
                <a:lnTo>
                  <a:pt x="211023" y="93930"/>
                </a:lnTo>
                <a:lnTo>
                  <a:pt x="214574" y="93930"/>
                </a:lnTo>
                <a:cubicBezTo>
                  <a:pt x="218566" y="93930"/>
                  <a:pt x="221398" y="92654"/>
                  <a:pt x="223069" y="90101"/>
                </a:cubicBezTo>
                <a:cubicBezTo>
                  <a:pt x="224090" y="88569"/>
                  <a:pt x="224601" y="85134"/>
                  <a:pt x="224601" y="79795"/>
                </a:cubicBezTo>
                <a:lnTo>
                  <a:pt x="224601" y="18800"/>
                </a:lnTo>
                <a:cubicBezTo>
                  <a:pt x="224601" y="12905"/>
                  <a:pt x="223951" y="9214"/>
                  <a:pt x="222651" y="7729"/>
                </a:cubicBezTo>
                <a:cubicBezTo>
                  <a:pt x="220841" y="5686"/>
                  <a:pt x="218148" y="4665"/>
                  <a:pt x="214574" y="4665"/>
                </a:cubicBezTo>
                <a:lnTo>
                  <a:pt x="211023" y="4665"/>
                </a:lnTo>
                <a:lnTo>
                  <a:pt x="211023" y="2089"/>
                </a:lnTo>
                <a:lnTo>
                  <a:pt x="249458" y="2089"/>
                </a:lnTo>
                <a:cubicBezTo>
                  <a:pt x="263570" y="2089"/>
                  <a:pt x="274304" y="3690"/>
                  <a:pt x="281662" y="6893"/>
                </a:cubicBezTo>
                <a:cubicBezTo>
                  <a:pt x="289020" y="10096"/>
                  <a:pt x="294938" y="15435"/>
                  <a:pt x="299418" y="22908"/>
                </a:cubicBezTo>
                <a:cubicBezTo>
                  <a:pt x="303897" y="30382"/>
                  <a:pt x="306137" y="39016"/>
                  <a:pt x="306137" y="48810"/>
                </a:cubicBezTo>
                <a:cubicBezTo>
                  <a:pt x="306137" y="61947"/>
                  <a:pt x="302145" y="72925"/>
                  <a:pt x="294161" y="81745"/>
                </a:cubicBezTo>
                <a:cubicBezTo>
                  <a:pt x="285202" y="91586"/>
                  <a:pt x="271554" y="96507"/>
                  <a:pt x="253218" y="96507"/>
                </a:cubicBezTo>
                <a:lnTo>
                  <a:pt x="211023" y="96507"/>
                </a:lnTo>
                <a:moveTo>
                  <a:pt x="237969" y="89752"/>
                </a:moveTo>
                <a:cubicBezTo>
                  <a:pt x="243865" y="91006"/>
                  <a:pt x="248808" y="91632"/>
                  <a:pt x="252801" y="91632"/>
                </a:cubicBezTo>
                <a:cubicBezTo>
                  <a:pt x="263570" y="91632"/>
                  <a:pt x="272506" y="87849"/>
                  <a:pt x="279608" y="80283"/>
                </a:cubicBezTo>
                <a:cubicBezTo>
                  <a:pt x="286710" y="72716"/>
                  <a:pt x="290261" y="62458"/>
                  <a:pt x="290261" y="49507"/>
                </a:cubicBezTo>
                <a:cubicBezTo>
                  <a:pt x="290261" y="36463"/>
                  <a:pt x="286710" y="26181"/>
                  <a:pt x="279608" y="18661"/>
                </a:cubicBezTo>
                <a:cubicBezTo>
                  <a:pt x="272506" y="11141"/>
                  <a:pt x="263384" y="7381"/>
                  <a:pt x="252244" y="7381"/>
                </a:cubicBezTo>
                <a:cubicBezTo>
                  <a:pt x="248066" y="7381"/>
                  <a:pt x="243308" y="8054"/>
                  <a:pt x="237969" y="9400"/>
                </a:cubicBezTo>
                <a:lnTo>
                  <a:pt x="237969" y="89752"/>
                </a:lnTo>
                <a:close/>
                <a:moveTo>
                  <a:pt x="313981" y="96507"/>
                </a:moveTo>
                <a:lnTo>
                  <a:pt x="313981" y="93930"/>
                </a:lnTo>
                <a:lnTo>
                  <a:pt x="317532" y="93930"/>
                </a:lnTo>
                <a:cubicBezTo>
                  <a:pt x="321524" y="93930"/>
                  <a:pt x="324356" y="92654"/>
                  <a:pt x="326027" y="90101"/>
                </a:cubicBezTo>
                <a:cubicBezTo>
                  <a:pt x="327048" y="88569"/>
                  <a:pt x="327559" y="85134"/>
                  <a:pt x="327559" y="79795"/>
                </a:cubicBezTo>
                <a:lnTo>
                  <a:pt x="327559" y="18800"/>
                </a:lnTo>
                <a:cubicBezTo>
                  <a:pt x="327559" y="12905"/>
                  <a:pt x="326909" y="9214"/>
                  <a:pt x="325609" y="7729"/>
                </a:cubicBezTo>
                <a:cubicBezTo>
                  <a:pt x="323799" y="5686"/>
                  <a:pt x="321107" y="4665"/>
                  <a:pt x="317532" y="4665"/>
                </a:cubicBezTo>
                <a:lnTo>
                  <a:pt x="313981" y="4665"/>
                </a:lnTo>
                <a:lnTo>
                  <a:pt x="313981" y="2089"/>
                </a:lnTo>
                <a:lnTo>
                  <a:pt x="352417" y="2089"/>
                </a:lnTo>
                <a:cubicBezTo>
                  <a:pt x="366528" y="2089"/>
                  <a:pt x="377263" y="3690"/>
                  <a:pt x="384620" y="6893"/>
                </a:cubicBezTo>
                <a:cubicBezTo>
                  <a:pt x="391978" y="10096"/>
                  <a:pt x="397896" y="15435"/>
                  <a:pt x="402376" y="22908"/>
                </a:cubicBezTo>
                <a:cubicBezTo>
                  <a:pt x="406855" y="30382"/>
                  <a:pt x="409095" y="39016"/>
                  <a:pt x="409095" y="48810"/>
                </a:cubicBezTo>
                <a:cubicBezTo>
                  <a:pt x="409095" y="61947"/>
                  <a:pt x="405103" y="72925"/>
                  <a:pt x="397119" y="81745"/>
                </a:cubicBezTo>
                <a:cubicBezTo>
                  <a:pt x="388160" y="91586"/>
                  <a:pt x="374512" y="96507"/>
                  <a:pt x="356177" y="96507"/>
                </a:cubicBezTo>
                <a:lnTo>
                  <a:pt x="313981" y="96507"/>
                </a:lnTo>
                <a:moveTo>
                  <a:pt x="340928" y="89752"/>
                </a:moveTo>
                <a:cubicBezTo>
                  <a:pt x="346823" y="91006"/>
                  <a:pt x="351767" y="91632"/>
                  <a:pt x="355759" y="91632"/>
                </a:cubicBezTo>
                <a:cubicBezTo>
                  <a:pt x="366528" y="91632"/>
                  <a:pt x="375464" y="87849"/>
                  <a:pt x="382566" y="80283"/>
                </a:cubicBezTo>
                <a:cubicBezTo>
                  <a:pt x="389668" y="72716"/>
                  <a:pt x="393220" y="62458"/>
                  <a:pt x="393220" y="49507"/>
                </a:cubicBezTo>
                <a:cubicBezTo>
                  <a:pt x="393220" y="36463"/>
                  <a:pt x="389668" y="26181"/>
                  <a:pt x="382566" y="18661"/>
                </a:cubicBezTo>
                <a:cubicBezTo>
                  <a:pt x="375464" y="11141"/>
                  <a:pt x="366343" y="7381"/>
                  <a:pt x="355202" y="7381"/>
                </a:cubicBezTo>
                <a:cubicBezTo>
                  <a:pt x="351024" y="7381"/>
                  <a:pt x="346266" y="8054"/>
                  <a:pt x="340928" y="9400"/>
                </a:cubicBezTo>
                <a:lnTo>
                  <a:pt x="340928" y="89752"/>
                </a:lnTo>
                <a:close/>
                <a:moveTo>
                  <a:pt x="689121" y="96507"/>
                </a:moveTo>
                <a:lnTo>
                  <a:pt x="663915" y="96507"/>
                </a:lnTo>
                <a:lnTo>
                  <a:pt x="631955" y="52222"/>
                </a:lnTo>
                <a:cubicBezTo>
                  <a:pt x="629588" y="52315"/>
                  <a:pt x="627661" y="52361"/>
                  <a:pt x="626176" y="52361"/>
                </a:cubicBezTo>
                <a:cubicBezTo>
                  <a:pt x="625573" y="52361"/>
                  <a:pt x="624923" y="52350"/>
                  <a:pt x="624226" y="52327"/>
                </a:cubicBezTo>
                <a:cubicBezTo>
                  <a:pt x="623530" y="52303"/>
                  <a:pt x="622811" y="52269"/>
                  <a:pt x="622068" y="52222"/>
                </a:cubicBezTo>
                <a:lnTo>
                  <a:pt x="622068" y="79748"/>
                </a:lnTo>
                <a:cubicBezTo>
                  <a:pt x="622068" y="85710"/>
                  <a:pt x="622718" y="89412"/>
                  <a:pt x="624017" y="90856"/>
                </a:cubicBezTo>
                <a:cubicBezTo>
                  <a:pt x="625781" y="92905"/>
                  <a:pt x="628427" y="93930"/>
                  <a:pt x="631955" y="93930"/>
                </a:cubicBezTo>
                <a:lnTo>
                  <a:pt x="635646" y="93930"/>
                </a:lnTo>
                <a:lnTo>
                  <a:pt x="635646" y="96507"/>
                </a:lnTo>
                <a:lnTo>
                  <a:pt x="595191" y="96507"/>
                </a:lnTo>
                <a:lnTo>
                  <a:pt x="595191" y="93930"/>
                </a:lnTo>
                <a:lnTo>
                  <a:pt x="598742" y="93930"/>
                </a:lnTo>
                <a:cubicBezTo>
                  <a:pt x="602734" y="93930"/>
                  <a:pt x="605589" y="92630"/>
                  <a:pt x="607306" y="90031"/>
                </a:cubicBezTo>
                <a:cubicBezTo>
                  <a:pt x="608281" y="88592"/>
                  <a:pt x="608769" y="85180"/>
                  <a:pt x="608769" y="79795"/>
                </a:cubicBezTo>
                <a:lnTo>
                  <a:pt x="608769" y="18800"/>
                </a:lnTo>
                <a:cubicBezTo>
                  <a:pt x="608769" y="12858"/>
                  <a:pt x="608119" y="9168"/>
                  <a:pt x="606819" y="7729"/>
                </a:cubicBezTo>
                <a:cubicBezTo>
                  <a:pt x="605009" y="5686"/>
                  <a:pt x="602316" y="4665"/>
                  <a:pt x="598742" y="4665"/>
                </a:cubicBezTo>
                <a:lnTo>
                  <a:pt x="595191" y="4665"/>
                </a:lnTo>
                <a:lnTo>
                  <a:pt x="595191" y="2089"/>
                </a:lnTo>
                <a:lnTo>
                  <a:pt x="629588" y="2089"/>
                </a:lnTo>
                <a:cubicBezTo>
                  <a:pt x="639615" y="2089"/>
                  <a:pt x="647007" y="2818"/>
                  <a:pt x="651765" y="4276"/>
                </a:cubicBezTo>
                <a:cubicBezTo>
                  <a:pt x="656523" y="5734"/>
                  <a:pt x="660561" y="8419"/>
                  <a:pt x="663880" y="12331"/>
                </a:cubicBezTo>
                <a:cubicBezTo>
                  <a:pt x="667199" y="16242"/>
                  <a:pt x="668859" y="20905"/>
                  <a:pt x="668859" y="26320"/>
                </a:cubicBezTo>
                <a:cubicBezTo>
                  <a:pt x="668859" y="32105"/>
                  <a:pt x="666967" y="37127"/>
                  <a:pt x="663184" y="41386"/>
                </a:cubicBezTo>
                <a:cubicBezTo>
                  <a:pt x="659401" y="45644"/>
                  <a:pt x="653540" y="48652"/>
                  <a:pt x="645603" y="50412"/>
                </a:cubicBezTo>
                <a:lnTo>
                  <a:pt x="665099" y="77585"/>
                </a:lnTo>
                <a:cubicBezTo>
                  <a:pt x="669555" y="83825"/>
                  <a:pt x="673385" y="87970"/>
                  <a:pt x="676588" y="90020"/>
                </a:cubicBezTo>
                <a:cubicBezTo>
                  <a:pt x="679791" y="92068"/>
                  <a:pt x="683969" y="93372"/>
                  <a:pt x="689121" y="93930"/>
                </a:cubicBezTo>
                <a:lnTo>
                  <a:pt x="689121" y="96507"/>
                </a:lnTo>
                <a:moveTo>
                  <a:pt x="622068" y="47975"/>
                </a:moveTo>
                <a:cubicBezTo>
                  <a:pt x="622950" y="47975"/>
                  <a:pt x="623716" y="47986"/>
                  <a:pt x="624366" y="48010"/>
                </a:cubicBezTo>
                <a:cubicBezTo>
                  <a:pt x="625016" y="48033"/>
                  <a:pt x="625549" y="48044"/>
                  <a:pt x="625967" y="48044"/>
                </a:cubicBezTo>
                <a:cubicBezTo>
                  <a:pt x="634973" y="48044"/>
                  <a:pt x="641761" y="46095"/>
                  <a:pt x="646334" y="42195"/>
                </a:cubicBezTo>
                <a:cubicBezTo>
                  <a:pt x="650906" y="38296"/>
                  <a:pt x="653192" y="33329"/>
                  <a:pt x="653192" y="27295"/>
                </a:cubicBezTo>
                <a:cubicBezTo>
                  <a:pt x="653192" y="21399"/>
                  <a:pt x="651347" y="16607"/>
                  <a:pt x="647657" y="12916"/>
                </a:cubicBezTo>
                <a:cubicBezTo>
                  <a:pt x="643966" y="9226"/>
                  <a:pt x="639081" y="7381"/>
                  <a:pt x="633000" y="7381"/>
                </a:cubicBezTo>
                <a:cubicBezTo>
                  <a:pt x="630307" y="7381"/>
                  <a:pt x="626663" y="7822"/>
                  <a:pt x="622068" y="8704"/>
                </a:cubicBezTo>
                <a:lnTo>
                  <a:pt x="622068" y="47975"/>
                </a:lnTo>
                <a:close/>
                <a:moveTo>
                  <a:pt x="695111" y="19984"/>
                </a:moveTo>
                <a:cubicBezTo>
                  <a:pt x="697803" y="13624"/>
                  <a:pt x="701203" y="8727"/>
                  <a:pt x="705311" y="5292"/>
                </a:cubicBezTo>
                <a:cubicBezTo>
                  <a:pt x="709419" y="1857"/>
                  <a:pt x="714537" y="139"/>
                  <a:pt x="720665" y="139"/>
                </a:cubicBezTo>
                <a:cubicBezTo>
                  <a:pt x="728231" y="139"/>
                  <a:pt x="734034" y="2596"/>
                  <a:pt x="738072" y="7509"/>
                </a:cubicBezTo>
                <a:cubicBezTo>
                  <a:pt x="741136" y="11172"/>
                  <a:pt x="742668" y="15089"/>
                  <a:pt x="742668" y="19261"/>
                </a:cubicBezTo>
                <a:cubicBezTo>
                  <a:pt x="742668" y="26121"/>
                  <a:pt x="738351" y="33213"/>
                  <a:pt x="729716" y="40537"/>
                </a:cubicBezTo>
                <a:cubicBezTo>
                  <a:pt x="735519" y="42815"/>
                  <a:pt x="739906" y="46068"/>
                  <a:pt x="742876" y="50296"/>
                </a:cubicBezTo>
                <a:cubicBezTo>
                  <a:pt x="745847" y="54524"/>
                  <a:pt x="747333" y="59495"/>
                  <a:pt x="747333" y="65210"/>
                </a:cubicBezTo>
                <a:cubicBezTo>
                  <a:pt x="747333" y="73389"/>
                  <a:pt x="744733" y="80475"/>
                  <a:pt x="739534" y="86469"/>
                </a:cubicBezTo>
                <a:cubicBezTo>
                  <a:pt x="732757" y="94275"/>
                  <a:pt x="722939" y="98178"/>
                  <a:pt x="710081" y="98178"/>
                </a:cubicBezTo>
                <a:cubicBezTo>
                  <a:pt x="703721" y="98178"/>
                  <a:pt x="699393" y="97389"/>
                  <a:pt x="697095" y="95810"/>
                </a:cubicBezTo>
                <a:cubicBezTo>
                  <a:pt x="694797" y="94232"/>
                  <a:pt x="693648" y="92538"/>
                  <a:pt x="693648" y="90727"/>
                </a:cubicBezTo>
                <a:cubicBezTo>
                  <a:pt x="693648" y="89381"/>
                  <a:pt x="694194" y="88197"/>
                  <a:pt x="695285" y="87176"/>
                </a:cubicBezTo>
                <a:cubicBezTo>
                  <a:pt x="696376" y="86155"/>
                  <a:pt x="697687" y="85644"/>
                  <a:pt x="699219" y="85644"/>
                </a:cubicBezTo>
                <a:cubicBezTo>
                  <a:pt x="700379" y="85644"/>
                  <a:pt x="701563" y="85830"/>
                  <a:pt x="702770" y="86201"/>
                </a:cubicBezTo>
                <a:cubicBezTo>
                  <a:pt x="703559" y="86433"/>
                  <a:pt x="705346" y="87281"/>
                  <a:pt x="708131" y="88743"/>
                </a:cubicBezTo>
                <a:cubicBezTo>
                  <a:pt x="710917" y="90205"/>
                  <a:pt x="712843" y="91075"/>
                  <a:pt x="713911" y="91354"/>
                </a:cubicBezTo>
                <a:cubicBezTo>
                  <a:pt x="715628" y="91865"/>
                  <a:pt x="717462" y="92120"/>
                  <a:pt x="719411" y="92120"/>
                </a:cubicBezTo>
                <a:cubicBezTo>
                  <a:pt x="724146" y="92120"/>
                  <a:pt x="728266" y="90283"/>
                  <a:pt x="731771" y="86610"/>
                </a:cubicBezTo>
                <a:cubicBezTo>
                  <a:pt x="735275" y="82937"/>
                  <a:pt x="737028" y="78590"/>
                  <a:pt x="737028" y="73568"/>
                </a:cubicBezTo>
                <a:cubicBezTo>
                  <a:pt x="737028" y="69895"/>
                  <a:pt x="736215" y="66315"/>
                  <a:pt x="734591" y="62828"/>
                </a:cubicBezTo>
                <a:cubicBezTo>
                  <a:pt x="733384" y="60224"/>
                  <a:pt x="732061" y="58248"/>
                  <a:pt x="730622" y="56900"/>
                </a:cubicBezTo>
                <a:cubicBezTo>
                  <a:pt x="728626" y="55039"/>
                  <a:pt x="725887" y="53354"/>
                  <a:pt x="722405" y="51844"/>
                </a:cubicBezTo>
                <a:cubicBezTo>
                  <a:pt x="718924" y="50332"/>
                  <a:pt x="715373" y="49576"/>
                  <a:pt x="711752" y="49576"/>
                </a:cubicBezTo>
                <a:lnTo>
                  <a:pt x="709524" y="49576"/>
                </a:lnTo>
                <a:lnTo>
                  <a:pt x="709524" y="47487"/>
                </a:lnTo>
                <a:cubicBezTo>
                  <a:pt x="713191" y="47023"/>
                  <a:pt x="716870" y="45700"/>
                  <a:pt x="720560" y="43518"/>
                </a:cubicBezTo>
                <a:cubicBezTo>
                  <a:pt x="724251" y="41337"/>
                  <a:pt x="726931" y="38714"/>
                  <a:pt x="728602" y="35650"/>
                </a:cubicBezTo>
                <a:cubicBezTo>
                  <a:pt x="730274" y="32587"/>
                  <a:pt x="731109" y="29221"/>
                  <a:pt x="731109" y="25554"/>
                </a:cubicBezTo>
                <a:cubicBezTo>
                  <a:pt x="731109" y="20773"/>
                  <a:pt x="729612" y="16908"/>
                  <a:pt x="726618" y="13961"/>
                </a:cubicBezTo>
                <a:cubicBezTo>
                  <a:pt x="723624" y="11013"/>
                  <a:pt x="719899" y="9539"/>
                  <a:pt x="715442" y="9539"/>
                </a:cubicBezTo>
                <a:cubicBezTo>
                  <a:pt x="708247" y="9539"/>
                  <a:pt x="702236" y="13392"/>
                  <a:pt x="697408" y="21098"/>
                </a:cubicBezTo>
                <a:lnTo>
                  <a:pt x="695111" y="19984"/>
                </a:lnTo>
                <a:close/>
                <a:moveTo>
                  <a:pt x="766829" y="120320"/>
                </a:moveTo>
                <a:lnTo>
                  <a:pt x="766829" y="117256"/>
                </a:lnTo>
                <a:cubicBezTo>
                  <a:pt x="771610" y="115672"/>
                  <a:pt x="775312" y="113214"/>
                  <a:pt x="777935" y="109882"/>
                </a:cubicBezTo>
                <a:cubicBezTo>
                  <a:pt x="780558" y="106551"/>
                  <a:pt x="781869" y="103022"/>
                  <a:pt x="781869" y="99294"/>
                </a:cubicBezTo>
                <a:cubicBezTo>
                  <a:pt x="781869" y="98410"/>
                  <a:pt x="781660" y="97667"/>
                  <a:pt x="781242" y="97064"/>
                </a:cubicBezTo>
                <a:cubicBezTo>
                  <a:pt x="780917" y="96646"/>
                  <a:pt x="780592" y="96437"/>
                  <a:pt x="780268" y="96437"/>
                </a:cubicBezTo>
                <a:cubicBezTo>
                  <a:pt x="779757" y="96437"/>
                  <a:pt x="778643" y="96901"/>
                  <a:pt x="776925" y="97829"/>
                </a:cubicBezTo>
                <a:cubicBezTo>
                  <a:pt x="776090" y="98247"/>
                  <a:pt x="775208" y="98456"/>
                  <a:pt x="774279" y="98456"/>
                </a:cubicBezTo>
                <a:cubicBezTo>
                  <a:pt x="772005" y="98456"/>
                  <a:pt x="770194" y="97783"/>
                  <a:pt x="768848" y="96437"/>
                </a:cubicBezTo>
                <a:cubicBezTo>
                  <a:pt x="767502" y="95091"/>
                  <a:pt x="766829" y="93234"/>
                  <a:pt x="766829" y="90867"/>
                </a:cubicBezTo>
                <a:cubicBezTo>
                  <a:pt x="766829" y="88592"/>
                  <a:pt x="767699" y="86642"/>
                  <a:pt x="769440" y="85018"/>
                </a:cubicBezTo>
                <a:cubicBezTo>
                  <a:pt x="771181" y="83393"/>
                  <a:pt x="773305" y="82581"/>
                  <a:pt x="775811" y="82581"/>
                </a:cubicBezTo>
                <a:cubicBezTo>
                  <a:pt x="778875" y="82581"/>
                  <a:pt x="781602" y="83918"/>
                  <a:pt x="783993" y="86593"/>
                </a:cubicBezTo>
                <a:cubicBezTo>
                  <a:pt x="786383" y="89267"/>
                  <a:pt x="787579" y="92812"/>
                  <a:pt x="787579" y="97229"/>
                </a:cubicBezTo>
                <a:cubicBezTo>
                  <a:pt x="787579" y="102020"/>
                  <a:pt x="785919" y="106474"/>
                  <a:pt x="782600" y="110589"/>
                </a:cubicBezTo>
                <a:cubicBezTo>
                  <a:pt x="779281" y="114704"/>
                  <a:pt x="774024" y="117948"/>
                  <a:pt x="766829" y="120320"/>
                </a:cubicBezTo>
                <a:close/>
                <a:moveTo>
                  <a:pt x="859715" y="52222"/>
                </a:moveTo>
                <a:lnTo>
                  <a:pt x="859715" y="79772"/>
                </a:lnTo>
                <a:cubicBezTo>
                  <a:pt x="859715" y="85723"/>
                  <a:pt x="860364" y="89420"/>
                  <a:pt x="861664" y="90862"/>
                </a:cubicBezTo>
                <a:cubicBezTo>
                  <a:pt x="863428" y="92908"/>
                  <a:pt x="866097" y="93930"/>
                  <a:pt x="869672" y="93930"/>
                </a:cubicBezTo>
                <a:lnTo>
                  <a:pt x="873292" y="93930"/>
                </a:lnTo>
                <a:lnTo>
                  <a:pt x="873292" y="96507"/>
                </a:lnTo>
                <a:lnTo>
                  <a:pt x="832838" y="96507"/>
                </a:lnTo>
                <a:lnTo>
                  <a:pt x="832838" y="93930"/>
                </a:lnTo>
                <a:lnTo>
                  <a:pt x="836389" y="93930"/>
                </a:lnTo>
                <a:cubicBezTo>
                  <a:pt x="840381" y="93930"/>
                  <a:pt x="843236" y="92630"/>
                  <a:pt x="844953" y="90031"/>
                </a:cubicBezTo>
                <a:cubicBezTo>
                  <a:pt x="845881" y="88592"/>
                  <a:pt x="846346" y="85180"/>
                  <a:pt x="846346" y="79795"/>
                </a:cubicBezTo>
                <a:lnTo>
                  <a:pt x="846346" y="18800"/>
                </a:lnTo>
                <a:cubicBezTo>
                  <a:pt x="846346" y="12858"/>
                  <a:pt x="845719" y="9168"/>
                  <a:pt x="844466" y="7729"/>
                </a:cubicBezTo>
                <a:cubicBezTo>
                  <a:pt x="842655" y="5686"/>
                  <a:pt x="839963" y="4665"/>
                  <a:pt x="836389" y="4665"/>
                </a:cubicBezTo>
                <a:lnTo>
                  <a:pt x="832838" y="4665"/>
                </a:lnTo>
                <a:lnTo>
                  <a:pt x="832838" y="2089"/>
                </a:lnTo>
                <a:lnTo>
                  <a:pt x="867443" y="2089"/>
                </a:lnTo>
                <a:cubicBezTo>
                  <a:pt x="875892" y="2089"/>
                  <a:pt x="882553" y="2959"/>
                  <a:pt x="887427" y="4698"/>
                </a:cubicBezTo>
                <a:cubicBezTo>
                  <a:pt x="892301" y="6436"/>
                  <a:pt x="896409" y="9367"/>
                  <a:pt x="899751" y="13493"/>
                </a:cubicBezTo>
                <a:cubicBezTo>
                  <a:pt x="903094" y="17618"/>
                  <a:pt x="904765" y="22509"/>
                  <a:pt x="904765" y="28165"/>
                </a:cubicBezTo>
                <a:cubicBezTo>
                  <a:pt x="904765" y="35861"/>
                  <a:pt x="902223" y="42119"/>
                  <a:pt x="897140" y="46941"/>
                </a:cubicBezTo>
                <a:cubicBezTo>
                  <a:pt x="892057" y="51762"/>
                  <a:pt x="884874" y="54172"/>
                  <a:pt x="875590" y="54172"/>
                </a:cubicBezTo>
                <a:cubicBezTo>
                  <a:pt x="873315" y="54172"/>
                  <a:pt x="870855" y="54009"/>
                  <a:pt x="868209" y="53684"/>
                </a:cubicBezTo>
                <a:cubicBezTo>
                  <a:pt x="865563" y="53359"/>
                  <a:pt x="862732" y="52872"/>
                  <a:pt x="859715" y="52222"/>
                </a:cubicBezTo>
                <a:moveTo>
                  <a:pt x="859715" y="48184"/>
                </a:moveTo>
                <a:cubicBezTo>
                  <a:pt x="862175" y="48648"/>
                  <a:pt x="864356" y="48996"/>
                  <a:pt x="866260" y="49228"/>
                </a:cubicBezTo>
                <a:cubicBezTo>
                  <a:pt x="868163" y="49460"/>
                  <a:pt x="869788" y="49576"/>
                  <a:pt x="871134" y="49576"/>
                </a:cubicBezTo>
                <a:cubicBezTo>
                  <a:pt x="875961" y="49576"/>
                  <a:pt x="880128" y="47708"/>
                  <a:pt x="883632" y="43971"/>
                </a:cubicBezTo>
                <a:cubicBezTo>
                  <a:pt x="887137" y="40234"/>
                  <a:pt x="888889" y="35395"/>
                  <a:pt x="888889" y="29453"/>
                </a:cubicBezTo>
                <a:cubicBezTo>
                  <a:pt x="888889" y="25368"/>
                  <a:pt x="888054" y="21574"/>
                  <a:pt x="886383" y="18069"/>
                </a:cubicBezTo>
                <a:cubicBezTo>
                  <a:pt x="884712" y="14564"/>
                  <a:pt x="882344" y="11941"/>
                  <a:pt x="879280" y="10201"/>
                </a:cubicBezTo>
                <a:cubicBezTo>
                  <a:pt x="876217" y="8460"/>
                  <a:pt x="872735" y="7590"/>
                  <a:pt x="868836" y="7590"/>
                </a:cubicBezTo>
                <a:cubicBezTo>
                  <a:pt x="866469" y="7590"/>
                  <a:pt x="863428" y="8031"/>
                  <a:pt x="859715" y="8913"/>
                </a:cubicBezTo>
                <a:lnTo>
                  <a:pt x="859715" y="48184"/>
                </a:lnTo>
                <a:close/>
                <a:moveTo>
                  <a:pt x="995610" y="0"/>
                </a:moveTo>
                <a:lnTo>
                  <a:pt x="997768" y="32030"/>
                </a:lnTo>
                <a:lnTo>
                  <a:pt x="995610" y="32030"/>
                </a:lnTo>
                <a:cubicBezTo>
                  <a:pt x="992732" y="22396"/>
                  <a:pt x="988624" y="15462"/>
                  <a:pt x="983285" y="11228"/>
                </a:cubicBezTo>
                <a:cubicBezTo>
                  <a:pt x="977947" y="6992"/>
                  <a:pt x="971541" y="4874"/>
                  <a:pt x="964068" y="4874"/>
                </a:cubicBezTo>
                <a:cubicBezTo>
                  <a:pt x="957801" y="4874"/>
                  <a:pt x="952138" y="6465"/>
                  <a:pt x="947078" y="9648"/>
                </a:cubicBezTo>
                <a:cubicBezTo>
                  <a:pt x="942018" y="12829"/>
                  <a:pt x="938038" y="17904"/>
                  <a:pt x="935137" y="24873"/>
                </a:cubicBezTo>
                <a:cubicBezTo>
                  <a:pt x="932235" y="31842"/>
                  <a:pt x="930785" y="40506"/>
                  <a:pt x="930785" y="50867"/>
                </a:cubicBezTo>
                <a:cubicBezTo>
                  <a:pt x="930785" y="59414"/>
                  <a:pt x="932154" y="66823"/>
                  <a:pt x="934893" y="73096"/>
                </a:cubicBezTo>
                <a:cubicBezTo>
                  <a:pt x="937632" y="79367"/>
                  <a:pt x="941751" y="84175"/>
                  <a:pt x="947252" y="87520"/>
                </a:cubicBezTo>
                <a:cubicBezTo>
                  <a:pt x="952753" y="90865"/>
                  <a:pt x="959031" y="92538"/>
                  <a:pt x="966087" y="92538"/>
                </a:cubicBezTo>
                <a:cubicBezTo>
                  <a:pt x="972214" y="92538"/>
                  <a:pt x="977622" y="91226"/>
                  <a:pt x="982311" y="88604"/>
                </a:cubicBezTo>
                <a:cubicBezTo>
                  <a:pt x="986999" y="85981"/>
                  <a:pt x="992152" y="80770"/>
                  <a:pt x="997768" y="72972"/>
                </a:cubicBezTo>
                <a:lnTo>
                  <a:pt x="999927" y="74360"/>
                </a:lnTo>
                <a:cubicBezTo>
                  <a:pt x="995192" y="82740"/>
                  <a:pt x="989668" y="88875"/>
                  <a:pt x="983355" y="92764"/>
                </a:cubicBezTo>
                <a:cubicBezTo>
                  <a:pt x="977042" y="96652"/>
                  <a:pt x="969545" y="98595"/>
                  <a:pt x="960865" y="98595"/>
                </a:cubicBezTo>
                <a:cubicBezTo>
                  <a:pt x="945221" y="98595"/>
                  <a:pt x="933106" y="92801"/>
                  <a:pt x="924518" y="81212"/>
                </a:cubicBezTo>
                <a:cubicBezTo>
                  <a:pt x="918112" y="72591"/>
                  <a:pt x="914909" y="62440"/>
                  <a:pt x="914909" y="50758"/>
                </a:cubicBezTo>
                <a:cubicBezTo>
                  <a:pt x="914909" y="41348"/>
                  <a:pt x="917021" y="32703"/>
                  <a:pt x="921245" y="24823"/>
                </a:cubicBezTo>
                <a:cubicBezTo>
                  <a:pt x="925470" y="16943"/>
                  <a:pt x="931284" y="10836"/>
                  <a:pt x="938688" y="6502"/>
                </a:cubicBezTo>
                <a:cubicBezTo>
                  <a:pt x="946092" y="2167"/>
                  <a:pt x="954180" y="0"/>
                  <a:pt x="962954" y="0"/>
                </a:cubicBezTo>
                <a:cubicBezTo>
                  <a:pt x="969777" y="0"/>
                  <a:pt x="976508" y="1671"/>
                  <a:pt x="983146" y="5013"/>
                </a:cubicBezTo>
                <a:cubicBezTo>
                  <a:pt x="985096" y="6035"/>
                  <a:pt x="986488" y="6545"/>
                  <a:pt x="987324" y="6545"/>
                </a:cubicBezTo>
                <a:cubicBezTo>
                  <a:pt x="988577" y="6545"/>
                  <a:pt x="989668" y="6104"/>
                  <a:pt x="990596" y="5222"/>
                </a:cubicBezTo>
                <a:cubicBezTo>
                  <a:pt x="991803" y="3969"/>
                  <a:pt x="992662" y="2228"/>
                  <a:pt x="993173" y="0"/>
                </a:cubicBezTo>
                <a:lnTo>
                  <a:pt x="99561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Text ...">
            <a:extLst xmlns:a="http://schemas.openxmlformats.org/drawingml/2006/main">
              <a:ext uri="{FF2B5EF4-FFF2-40B4-BE49-F238E27FC236}">
                <a16:creationId xmlns:a16="http://schemas.microsoft.com/office/drawing/2014/main" id="{DFD09CED-4B9E-4EFA-8D40-EFA7B5B38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3668" y="1915833"/>
            <a:ext cx="86758" cy="15458"/>
          </a:xfrm>
          <a:custGeom xmlns:a="http://schemas.openxmlformats.org/drawingml/2006/main">
            <a:pathLst>
              <a:path w="86758" h="15458">
                <a:moveTo>
                  <a:pt x="7729" y="0"/>
                </a:moveTo>
                <a:cubicBezTo>
                  <a:pt x="9911" y="0"/>
                  <a:pt x="11744" y="754"/>
                  <a:pt x="13230" y="2263"/>
                </a:cubicBezTo>
                <a:cubicBezTo>
                  <a:pt x="14715" y="3772"/>
                  <a:pt x="15458" y="5594"/>
                  <a:pt x="15458" y="7729"/>
                </a:cubicBezTo>
                <a:cubicBezTo>
                  <a:pt x="15458" y="9864"/>
                  <a:pt x="14703" y="11686"/>
                  <a:pt x="13195" y="13195"/>
                </a:cubicBezTo>
                <a:cubicBezTo>
                  <a:pt x="11686" y="14703"/>
                  <a:pt x="9864" y="15458"/>
                  <a:pt x="7729" y="15458"/>
                </a:cubicBezTo>
                <a:cubicBezTo>
                  <a:pt x="5594" y="15458"/>
                  <a:pt x="3772" y="14703"/>
                  <a:pt x="2263" y="13195"/>
                </a:cubicBezTo>
                <a:cubicBezTo>
                  <a:pt x="754" y="11686"/>
                  <a:pt x="0" y="9864"/>
                  <a:pt x="0" y="7729"/>
                </a:cubicBezTo>
                <a:cubicBezTo>
                  <a:pt x="0" y="5547"/>
                  <a:pt x="754" y="3714"/>
                  <a:pt x="2263" y="2228"/>
                </a:cubicBezTo>
                <a:cubicBezTo>
                  <a:pt x="3772" y="743"/>
                  <a:pt x="5594" y="0"/>
                  <a:pt x="7729" y="0"/>
                </a:cubicBezTo>
                <a:close/>
                <a:moveTo>
                  <a:pt x="43379" y="0"/>
                </a:moveTo>
                <a:cubicBezTo>
                  <a:pt x="45561" y="0"/>
                  <a:pt x="47394" y="754"/>
                  <a:pt x="48880" y="2263"/>
                </a:cubicBezTo>
                <a:cubicBezTo>
                  <a:pt x="50365" y="3772"/>
                  <a:pt x="51108" y="5594"/>
                  <a:pt x="51108" y="7729"/>
                </a:cubicBezTo>
                <a:cubicBezTo>
                  <a:pt x="51108" y="9864"/>
                  <a:pt x="50354" y="11686"/>
                  <a:pt x="48845" y="13195"/>
                </a:cubicBezTo>
                <a:cubicBezTo>
                  <a:pt x="47336" y="14703"/>
                  <a:pt x="45514" y="15458"/>
                  <a:pt x="43379" y="15458"/>
                </a:cubicBezTo>
                <a:cubicBezTo>
                  <a:pt x="41244" y="15458"/>
                  <a:pt x="39422" y="14703"/>
                  <a:pt x="37913" y="13195"/>
                </a:cubicBezTo>
                <a:cubicBezTo>
                  <a:pt x="36404" y="11686"/>
                  <a:pt x="35650" y="9864"/>
                  <a:pt x="35650" y="7729"/>
                </a:cubicBezTo>
                <a:cubicBezTo>
                  <a:pt x="35650" y="5547"/>
                  <a:pt x="36404" y="3714"/>
                  <a:pt x="37913" y="2228"/>
                </a:cubicBezTo>
                <a:cubicBezTo>
                  <a:pt x="39422" y="743"/>
                  <a:pt x="41244" y="0"/>
                  <a:pt x="43379" y="0"/>
                </a:cubicBezTo>
                <a:close/>
                <a:moveTo>
                  <a:pt x="79029" y="0"/>
                </a:moveTo>
                <a:cubicBezTo>
                  <a:pt x="81211" y="0"/>
                  <a:pt x="83045" y="754"/>
                  <a:pt x="84530" y="2263"/>
                </a:cubicBezTo>
                <a:cubicBezTo>
                  <a:pt x="86016" y="3772"/>
                  <a:pt x="86758" y="5594"/>
                  <a:pt x="86758" y="7729"/>
                </a:cubicBezTo>
                <a:cubicBezTo>
                  <a:pt x="86758" y="9864"/>
                  <a:pt x="86004" y="11686"/>
                  <a:pt x="84495" y="13195"/>
                </a:cubicBezTo>
                <a:cubicBezTo>
                  <a:pt x="82987" y="14703"/>
                  <a:pt x="81165" y="15458"/>
                  <a:pt x="79029" y="15458"/>
                </a:cubicBezTo>
                <a:cubicBezTo>
                  <a:pt x="76894" y="15458"/>
                  <a:pt x="75072" y="14703"/>
                  <a:pt x="73564" y="13195"/>
                </a:cubicBezTo>
                <a:cubicBezTo>
                  <a:pt x="72055" y="11686"/>
                  <a:pt x="71301" y="9864"/>
                  <a:pt x="71301" y="7729"/>
                </a:cubicBezTo>
                <a:cubicBezTo>
                  <a:pt x="71301" y="5547"/>
                  <a:pt x="72055" y="3714"/>
                  <a:pt x="73564" y="2228"/>
                </a:cubicBezTo>
                <a:cubicBezTo>
                  <a:pt x="75072" y="743"/>
                  <a:pt x="76894" y="0"/>
                  <a:pt x="79029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Text BL">
            <a:extLst xmlns:a="http://schemas.openxmlformats.org/drawingml/2006/main">
              <a:ext uri="{FF2B5EF4-FFF2-40B4-BE49-F238E27FC236}">
                <a16:creationId xmlns:a16="http://schemas.microsoft.com/office/drawing/2014/main" id="{4158C144-4701-4F50-83B7-156D84DBB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5939" y="2004262"/>
            <a:ext cx="176790" cy="94418"/>
          </a:xfrm>
          <a:custGeom xmlns:a="http://schemas.openxmlformats.org/drawingml/2006/main">
            <a:pathLst>
              <a:path w="176790" h="94418">
                <a:moveTo>
                  <a:pt x="63502" y="46275"/>
                </a:moveTo>
                <a:cubicBezTo>
                  <a:pt x="70047" y="47666"/>
                  <a:pt x="74945" y="49892"/>
                  <a:pt x="78194" y="52953"/>
                </a:cubicBezTo>
                <a:cubicBezTo>
                  <a:pt x="82697" y="57221"/>
                  <a:pt x="84948" y="62439"/>
                  <a:pt x="84948" y="68607"/>
                </a:cubicBezTo>
                <a:cubicBezTo>
                  <a:pt x="84948" y="73291"/>
                  <a:pt x="83463" y="77778"/>
                  <a:pt x="80492" y="82069"/>
                </a:cubicBezTo>
                <a:cubicBezTo>
                  <a:pt x="77521" y="86359"/>
                  <a:pt x="73448" y="89489"/>
                  <a:pt x="68272" y="91461"/>
                </a:cubicBezTo>
                <a:cubicBezTo>
                  <a:pt x="63096" y="93432"/>
                  <a:pt x="55193" y="94418"/>
                  <a:pt x="44563" y="94418"/>
                </a:cubicBezTo>
                <a:lnTo>
                  <a:pt x="0" y="94418"/>
                </a:lnTo>
                <a:lnTo>
                  <a:pt x="0" y="91841"/>
                </a:lnTo>
                <a:lnTo>
                  <a:pt x="3551" y="91841"/>
                </a:lnTo>
                <a:cubicBezTo>
                  <a:pt x="7497" y="91841"/>
                  <a:pt x="10328" y="90588"/>
                  <a:pt x="12046" y="88081"/>
                </a:cubicBezTo>
                <a:cubicBezTo>
                  <a:pt x="13114" y="86457"/>
                  <a:pt x="13647" y="82998"/>
                  <a:pt x="13647" y="77707"/>
                </a:cubicBezTo>
                <a:lnTo>
                  <a:pt x="13647" y="16711"/>
                </a:lnTo>
                <a:cubicBezTo>
                  <a:pt x="13647" y="10862"/>
                  <a:pt x="12974" y="7172"/>
                  <a:pt x="11628" y="5640"/>
                </a:cubicBezTo>
                <a:cubicBezTo>
                  <a:pt x="9818" y="3598"/>
                  <a:pt x="7125" y="2576"/>
                  <a:pt x="3551" y="2576"/>
                </a:cubicBezTo>
                <a:lnTo>
                  <a:pt x="0" y="2576"/>
                </a:lnTo>
                <a:lnTo>
                  <a:pt x="0" y="0"/>
                </a:lnTo>
                <a:lnTo>
                  <a:pt x="40803" y="0"/>
                </a:lnTo>
                <a:cubicBezTo>
                  <a:pt x="48416" y="0"/>
                  <a:pt x="54520" y="558"/>
                  <a:pt x="59115" y="1673"/>
                </a:cubicBezTo>
                <a:cubicBezTo>
                  <a:pt x="66078" y="3346"/>
                  <a:pt x="71393" y="6308"/>
                  <a:pt x="75061" y="10560"/>
                </a:cubicBezTo>
                <a:cubicBezTo>
                  <a:pt x="78728" y="14810"/>
                  <a:pt x="80561" y="19699"/>
                  <a:pt x="80561" y="25228"/>
                </a:cubicBezTo>
                <a:cubicBezTo>
                  <a:pt x="80561" y="29967"/>
                  <a:pt x="79122" y="34207"/>
                  <a:pt x="76244" y="37948"/>
                </a:cubicBezTo>
                <a:cubicBezTo>
                  <a:pt x="73366" y="41688"/>
                  <a:pt x="69119" y="44464"/>
                  <a:pt x="63502" y="46275"/>
                </a:cubicBezTo>
                <a:moveTo>
                  <a:pt x="27016" y="42474"/>
                </a:moveTo>
                <a:cubicBezTo>
                  <a:pt x="28734" y="42799"/>
                  <a:pt x="30695" y="43043"/>
                  <a:pt x="32900" y="43205"/>
                </a:cubicBezTo>
                <a:cubicBezTo>
                  <a:pt x="35105" y="43368"/>
                  <a:pt x="37530" y="43449"/>
                  <a:pt x="40176" y="43449"/>
                </a:cubicBezTo>
                <a:cubicBezTo>
                  <a:pt x="46954" y="43449"/>
                  <a:pt x="52048" y="42716"/>
                  <a:pt x="55460" y="41251"/>
                </a:cubicBezTo>
                <a:cubicBezTo>
                  <a:pt x="58872" y="39786"/>
                  <a:pt x="61483" y="37543"/>
                  <a:pt x="63293" y="34521"/>
                </a:cubicBezTo>
                <a:cubicBezTo>
                  <a:pt x="65104" y="31498"/>
                  <a:pt x="66009" y="28196"/>
                  <a:pt x="66009" y="24614"/>
                </a:cubicBezTo>
                <a:cubicBezTo>
                  <a:pt x="66009" y="19081"/>
                  <a:pt x="63757" y="14362"/>
                  <a:pt x="59255" y="10455"/>
                </a:cubicBezTo>
                <a:cubicBezTo>
                  <a:pt x="54752" y="6549"/>
                  <a:pt x="48184" y="4596"/>
                  <a:pt x="39550" y="4596"/>
                </a:cubicBezTo>
                <a:cubicBezTo>
                  <a:pt x="34908" y="4596"/>
                  <a:pt x="30730" y="5129"/>
                  <a:pt x="27016" y="6197"/>
                </a:cubicBezTo>
                <a:lnTo>
                  <a:pt x="27016" y="42474"/>
                </a:lnTo>
                <a:moveTo>
                  <a:pt x="27016" y="87664"/>
                </a:moveTo>
                <a:cubicBezTo>
                  <a:pt x="32401" y="88917"/>
                  <a:pt x="37716" y="89544"/>
                  <a:pt x="42961" y="89544"/>
                </a:cubicBezTo>
                <a:cubicBezTo>
                  <a:pt x="51363" y="89544"/>
                  <a:pt x="57769" y="87652"/>
                  <a:pt x="62179" y="83869"/>
                </a:cubicBezTo>
                <a:cubicBezTo>
                  <a:pt x="66589" y="80086"/>
                  <a:pt x="68794" y="75409"/>
                  <a:pt x="68794" y="69838"/>
                </a:cubicBezTo>
                <a:cubicBezTo>
                  <a:pt x="68794" y="66171"/>
                  <a:pt x="67796" y="62643"/>
                  <a:pt x="65800" y="59255"/>
                </a:cubicBezTo>
                <a:cubicBezTo>
                  <a:pt x="63804" y="55866"/>
                  <a:pt x="60554" y="53197"/>
                  <a:pt x="56052" y="51247"/>
                </a:cubicBezTo>
                <a:cubicBezTo>
                  <a:pt x="51549" y="49298"/>
                  <a:pt x="45979" y="48323"/>
                  <a:pt x="39341" y="48323"/>
                </a:cubicBezTo>
                <a:cubicBezTo>
                  <a:pt x="36463" y="48323"/>
                  <a:pt x="34002" y="48369"/>
                  <a:pt x="31960" y="48462"/>
                </a:cubicBezTo>
                <a:cubicBezTo>
                  <a:pt x="29917" y="48555"/>
                  <a:pt x="28270" y="48717"/>
                  <a:pt x="27016" y="48950"/>
                </a:cubicBezTo>
                <a:lnTo>
                  <a:pt x="27016" y="87664"/>
                </a:lnTo>
                <a:close/>
                <a:moveTo>
                  <a:pt x="174493" y="68237"/>
                </a:moveTo>
                <a:lnTo>
                  <a:pt x="176790" y="68727"/>
                </a:lnTo>
                <a:lnTo>
                  <a:pt x="168713" y="94418"/>
                </a:lnTo>
                <a:lnTo>
                  <a:pt x="95602" y="94418"/>
                </a:lnTo>
                <a:lnTo>
                  <a:pt x="95602" y="91841"/>
                </a:lnTo>
                <a:lnTo>
                  <a:pt x="99154" y="91841"/>
                </a:lnTo>
                <a:cubicBezTo>
                  <a:pt x="103146" y="91841"/>
                  <a:pt x="106000" y="90542"/>
                  <a:pt x="107718" y="87942"/>
                </a:cubicBezTo>
                <a:cubicBezTo>
                  <a:pt x="108693" y="86457"/>
                  <a:pt x="109180" y="83022"/>
                  <a:pt x="109180" y="77637"/>
                </a:cubicBezTo>
                <a:lnTo>
                  <a:pt x="109180" y="16711"/>
                </a:lnTo>
                <a:cubicBezTo>
                  <a:pt x="109180" y="10816"/>
                  <a:pt x="108530" y="7125"/>
                  <a:pt x="107231" y="5640"/>
                </a:cubicBezTo>
                <a:cubicBezTo>
                  <a:pt x="105420" y="3598"/>
                  <a:pt x="102728" y="2576"/>
                  <a:pt x="99154" y="2576"/>
                </a:cubicBezTo>
                <a:lnTo>
                  <a:pt x="95602" y="2576"/>
                </a:lnTo>
                <a:lnTo>
                  <a:pt x="95602" y="0"/>
                </a:lnTo>
                <a:lnTo>
                  <a:pt x="138355" y="0"/>
                </a:lnTo>
                <a:lnTo>
                  <a:pt x="138355" y="2576"/>
                </a:lnTo>
                <a:cubicBezTo>
                  <a:pt x="133342" y="2530"/>
                  <a:pt x="129825" y="2995"/>
                  <a:pt x="127806" y="3971"/>
                </a:cubicBezTo>
                <a:cubicBezTo>
                  <a:pt x="125787" y="4946"/>
                  <a:pt x="124406" y="6177"/>
                  <a:pt x="123663" y="7664"/>
                </a:cubicBezTo>
                <a:cubicBezTo>
                  <a:pt x="122920" y="9150"/>
                  <a:pt x="122549" y="12704"/>
                  <a:pt x="122549" y="18326"/>
                </a:cubicBezTo>
                <a:lnTo>
                  <a:pt x="122549" y="77698"/>
                </a:lnTo>
                <a:cubicBezTo>
                  <a:pt x="122549" y="81554"/>
                  <a:pt x="122920" y="84202"/>
                  <a:pt x="123663" y="85642"/>
                </a:cubicBezTo>
                <a:cubicBezTo>
                  <a:pt x="124220" y="86617"/>
                  <a:pt x="125079" y="87337"/>
                  <a:pt x="126239" y="87803"/>
                </a:cubicBezTo>
                <a:cubicBezTo>
                  <a:pt x="127400" y="88267"/>
                  <a:pt x="131021" y="88499"/>
                  <a:pt x="137102" y="88499"/>
                </a:cubicBezTo>
                <a:lnTo>
                  <a:pt x="143995" y="88499"/>
                </a:lnTo>
                <a:cubicBezTo>
                  <a:pt x="151236" y="88499"/>
                  <a:pt x="156319" y="87962"/>
                  <a:pt x="159244" y="86887"/>
                </a:cubicBezTo>
                <a:cubicBezTo>
                  <a:pt x="162168" y="85812"/>
                  <a:pt x="164837" y="83907"/>
                  <a:pt x="167251" y="81173"/>
                </a:cubicBezTo>
                <a:cubicBezTo>
                  <a:pt x="169665" y="78438"/>
                  <a:pt x="172079" y="74126"/>
                  <a:pt x="174493" y="6823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" name="Text ERR_put_error">
            <a:extLst xmlns:a="http://schemas.openxmlformats.org/drawingml/2006/main">
              <a:ext uri="{FF2B5EF4-FFF2-40B4-BE49-F238E27FC236}">
                <a16:creationId xmlns:a16="http://schemas.microsoft.com/office/drawing/2014/main" id="{E9EDA36B-47F8-4DC3-900A-AC5F2676E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5578" y="2004262"/>
            <a:ext cx="877261" cy="125194"/>
          </a:xfrm>
          <a:custGeom xmlns:a="http://schemas.openxmlformats.org/drawingml/2006/main">
            <a:pathLst>
              <a:path w="877261" h="125194">
                <a:moveTo>
                  <a:pt x="53922" y="5160"/>
                </a:moveTo>
                <a:lnTo>
                  <a:pt x="54471" y="5169"/>
                </a:lnTo>
                <a:lnTo>
                  <a:pt x="55005" y="5181"/>
                </a:lnTo>
                <a:lnTo>
                  <a:pt x="55525" y="5198"/>
                </a:lnTo>
                <a:lnTo>
                  <a:pt x="56030" y="5218"/>
                </a:lnTo>
                <a:lnTo>
                  <a:pt x="56520" y="5241"/>
                </a:lnTo>
                <a:lnTo>
                  <a:pt x="56996" y="5268"/>
                </a:lnTo>
                <a:lnTo>
                  <a:pt x="57456" y="5299"/>
                </a:lnTo>
                <a:lnTo>
                  <a:pt x="57902" y="5333"/>
                </a:lnTo>
                <a:lnTo>
                  <a:pt x="58333" y="5371"/>
                </a:lnTo>
                <a:lnTo>
                  <a:pt x="58750" y="5413"/>
                </a:lnTo>
                <a:lnTo>
                  <a:pt x="59152" y="5458"/>
                </a:lnTo>
                <a:lnTo>
                  <a:pt x="59539" y="5507"/>
                </a:lnTo>
                <a:lnTo>
                  <a:pt x="59911" y="5559"/>
                </a:lnTo>
                <a:lnTo>
                  <a:pt x="60268" y="5615"/>
                </a:lnTo>
                <a:lnTo>
                  <a:pt x="60611" y="5674"/>
                </a:lnTo>
                <a:lnTo>
                  <a:pt x="60939" y="5738"/>
                </a:lnTo>
                <a:lnTo>
                  <a:pt x="61252" y="5804"/>
                </a:lnTo>
                <a:lnTo>
                  <a:pt x="61551" y="5875"/>
                </a:lnTo>
                <a:lnTo>
                  <a:pt x="61834" y="5949"/>
                </a:lnTo>
                <a:lnTo>
                  <a:pt x="62103" y="6027"/>
                </a:lnTo>
                <a:lnTo>
                  <a:pt x="62357" y="6108"/>
                </a:lnTo>
                <a:lnTo>
                  <a:pt x="62597" y="6193"/>
                </a:lnTo>
                <a:lnTo>
                  <a:pt x="62884" y="6316"/>
                </a:lnTo>
                <a:lnTo>
                  <a:pt x="63165" y="6444"/>
                </a:lnTo>
                <a:lnTo>
                  <a:pt x="63441" y="6577"/>
                </a:lnTo>
                <a:lnTo>
                  <a:pt x="63710" y="6714"/>
                </a:lnTo>
                <a:lnTo>
                  <a:pt x="63974" y="6856"/>
                </a:lnTo>
                <a:lnTo>
                  <a:pt x="64231" y="7003"/>
                </a:lnTo>
                <a:lnTo>
                  <a:pt x="64483" y="7154"/>
                </a:lnTo>
                <a:lnTo>
                  <a:pt x="64728" y="7309"/>
                </a:lnTo>
                <a:lnTo>
                  <a:pt x="64968" y="7470"/>
                </a:lnTo>
                <a:lnTo>
                  <a:pt x="65202" y="7634"/>
                </a:lnTo>
                <a:lnTo>
                  <a:pt x="65430" y="7804"/>
                </a:lnTo>
                <a:lnTo>
                  <a:pt x="65652" y="7977"/>
                </a:lnTo>
                <a:lnTo>
                  <a:pt x="65868" y="8156"/>
                </a:lnTo>
                <a:lnTo>
                  <a:pt x="66078" y="8339"/>
                </a:lnTo>
                <a:lnTo>
                  <a:pt x="66282" y="8527"/>
                </a:lnTo>
                <a:lnTo>
                  <a:pt x="66481" y="8719"/>
                </a:lnTo>
                <a:lnTo>
                  <a:pt x="66673" y="8915"/>
                </a:lnTo>
                <a:lnTo>
                  <a:pt x="66860" y="9117"/>
                </a:lnTo>
                <a:lnTo>
                  <a:pt x="67040" y="9323"/>
                </a:lnTo>
                <a:lnTo>
                  <a:pt x="67215" y="9533"/>
                </a:lnTo>
                <a:lnTo>
                  <a:pt x="67383" y="9748"/>
                </a:lnTo>
                <a:lnTo>
                  <a:pt x="67546" y="9968"/>
                </a:lnTo>
                <a:lnTo>
                  <a:pt x="67703" y="10192"/>
                </a:lnTo>
                <a:lnTo>
                  <a:pt x="67854" y="10420"/>
                </a:lnTo>
                <a:lnTo>
                  <a:pt x="68001" y="10660"/>
                </a:lnTo>
                <a:lnTo>
                  <a:pt x="68148" y="10915"/>
                </a:lnTo>
                <a:lnTo>
                  <a:pt x="68293" y="11186"/>
                </a:lnTo>
                <a:lnTo>
                  <a:pt x="68437" y="11474"/>
                </a:lnTo>
                <a:lnTo>
                  <a:pt x="68580" y="11777"/>
                </a:lnTo>
                <a:lnTo>
                  <a:pt x="68722" y="12097"/>
                </a:lnTo>
                <a:lnTo>
                  <a:pt x="68863" y="12433"/>
                </a:lnTo>
                <a:lnTo>
                  <a:pt x="69003" y="12785"/>
                </a:lnTo>
                <a:lnTo>
                  <a:pt x="69142" y="13153"/>
                </a:lnTo>
                <a:lnTo>
                  <a:pt x="69279" y="13537"/>
                </a:lnTo>
                <a:lnTo>
                  <a:pt x="69416" y="13938"/>
                </a:lnTo>
                <a:lnTo>
                  <a:pt x="69551" y="14354"/>
                </a:lnTo>
                <a:lnTo>
                  <a:pt x="69686" y="14787"/>
                </a:lnTo>
                <a:lnTo>
                  <a:pt x="69819" y="15235"/>
                </a:lnTo>
                <a:lnTo>
                  <a:pt x="69951" y="15700"/>
                </a:lnTo>
                <a:lnTo>
                  <a:pt x="70082" y="16181"/>
                </a:lnTo>
                <a:lnTo>
                  <a:pt x="70212" y="16679"/>
                </a:lnTo>
                <a:lnTo>
                  <a:pt x="70341" y="17192"/>
                </a:lnTo>
                <a:lnTo>
                  <a:pt x="70469" y="17721"/>
                </a:lnTo>
                <a:lnTo>
                  <a:pt x="70596" y="18267"/>
                </a:lnTo>
                <a:lnTo>
                  <a:pt x="70721" y="18829"/>
                </a:lnTo>
                <a:lnTo>
                  <a:pt x="70846" y="19406"/>
                </a:lnTo>
                <a:lnTo>
                  <a:pt x="70969" y="20000"/>
                </a:lnTo>
                <a:lnTo>
                  <a:pt x="71092" y="20610"/>
                </a:lnTo>
                <a:lnTo>
                  <a:pt x="73807" y="20610"/>
                </a:lnTo>
                <a:lnTo>
                  <a:pt x="72763" y="0"/>
                </a:lnTo>
                <a:lnTo>
                  <a:pt x="0" y="0"/>
                </a:lnTo>
                <a:lnTo>
                  <a:pt x="0" y="2576"/>
                </a:lnTo>
                <a:lnTo>
                  <a:pt x="3342" y="2576"/>
                </a:lnTo>
                <a:lnTo>
                  <a:pt x="3824" y="2581"/>
                </a:lnTo>
                <a:lnTo>
                  <a:pt x="4294" y="2596"/>
                </a:lnTo>
                <a:lnTo>
                  <a:pt x="4752" y="2620"/>
                </a:lnTo>
                <a:lnTo>
                  <a:pt x="5199" y="2654"/>
                </a:lnTo>
                <a:lnTo>
                  <a:pt x="5634" y="2697"/>
                </a:lnTo>
                <a:lnTo>
                  <a:pt x="6058" y="2750"/>
                </a:lnTo>
                <a:lnTo>
                  <a:pt x="6470" y="2813"/>
                </a:lnTo>
                <a:lnTo>
                  <a:pt x="6870" y="2886"/>
                </a:lnTo>
                <a:lnTo>
                  <a:pt x="7259" y="2968"/>
                </a:lnTo>
                <a:lnTo>
                  <a:pt x="7636" y="3060"/>
                </a:lnTo>
                <a:lnTo>
                  <a:pt x="8002" y="3161"/>
                </a:lnTo>
                <a:lnTo>
                  <a:pt x="8356" y="3273"/>
                </a:lnTo>
                <a:lnTo>
                  <a:pt x="8698" y="3393"/>
                </a:lnTo>
                <a:lnTo>
                  <a:pt x="9029" y="3524"/>
                </a:lnTo>
                <a:lnTo>
                  <a:pt x="9348" y="3664"/>
                </a:lnTo>
                <a:lnTo>
                  <a:pt x="9655" y="3814"/>
                </a:lnTo>
                <a:lnTo>
                  <a:pt x="9951" y="3974"/>
                </a:lnTo>
                <a:lnTo>
                  <a:pt x="10236" y="4143"/>
                </a:lnTo>
                <a:lnTo>
                  <a:pt x="10508" y="4322"/>
                </a:lnTo>
                <a:lnTo>
                  <a:pt x="10769" y="4510"/>
                </a:lnTo>
                <a:lnTo>
                  <a:pt x="11019" y="4709"/>
                </a:lnTo>
                <a:lnTo>
                  <a:pt x="11257" y="4917"/>
                </a:lnTo>
                <a:lnTo>
                  <a:pt x="11483" y="5134"/>
                </a:lnTo>
                <a:lnTo>
                  <a:pt x="11698" y="5361"/>
                </a:lnTo>
                <a:lnTo>
                  <a:pt x="11845" y="5548"/>
                </a:lnTo>
                <a:lnTo>
                  <a:pt x="11987" y="5757"/>
                </a:lnTo>
                <a:lnTo>
                  <a:pt x="12122" y="5991"/>
                </a:lnTo>
                <a:lnTo>
                  <a:pt x="12251" y="6249"/>
                </a:lnTo>
                <a:lnTo>
                  <a:pt x="12374" y="6531"/>
                </a:lnTo>
                <a:lnTo>
                  <a:pt x="12490" y="6837"/>
                </a:lnTo>
                <a:lnTo>
                  <a:pt x="12600" y="7166"/>
                </a:lnTo>
                <a:lnTo>
                  <a:pt x="12704" y="7520"/>
                </a:lnTo>
                <a:lnTo>
                  <a:pt x="12801" y="7898"/>
                </a:lnTo>
                <a:lnTo>
                  <a:pt x="12892" y="8299"/>
                </a:lnTo>
                <a:lnTo>
                  <a:pt x="12977" y="8724"/>
                </a:lnTo>
                <a:lnTo>
                  <a:pt x="13056" y="9174"/>
                </a:lnTo>
                <a:lnTo>
                  <a:pt x="13128" y="9647"/>
                </a:lnTo>
                <a:lnTo>
                  <a:pt x="13194" y="10144"/>
                </a:lnTo>
                <a:lnTo>
                  <a:pt x="13254" y="10665"/>
                </a:lnTo>
                <a:lnTo>
                  <a:pt x="13307" y="11210"/>
                </a:lnTo>
                <a:lnTo>
                  <a:pt x="13354" y="11779"/>
                </a:lnTo>
                <a:lnTo>
                  <a:pt x="13395" y="12372"/>
                </a:lnTo>
                <a:lnTo>
                  <a:pt x="13430" y="12989"/>
                </a:lnTo>
                <a:lnTo>
                  <a:pt x="13458" y="13630"/>
                </a:lnTo>
                <a:lnTo>
                  <a:pt x="13480" y="14295"/>
                </a:lnTo>
                <a:lnTo>
                  <a:pt x="13496" y="14983"/>
                </a:lnTo>
                <a:lnTo>
                  <a:pt x="13505" y="15696"/>
                </a:lnTo>
                <a:lnTo>
                  <a:pt x="13508" y="16433"/>
                </a:lnTo>
                <a:lnTo>
                  <a:pt x="13508" y="77776"/>
                </a:lnTo>
                <a:lnTo>
                  <a:pt x="13507" y="78343"/>
                </a:lnTo>
                <a:lnTo>
                  <a:pt x="13503" y="78893"/>
                </a:lnTo>
                <a:lnTo>
                  <a:pt x="13496" y="79427"/>
                </a:lnTo>
                <a:lnTo>
                  <a:pt x="13486" y="79944"/>
                </a:lnTo>
                <a:lnTo>
                  <a:pt x="13473" y="80446"/>
                </a:lnTo>
                <a:lnTo>
                  <a:pt x="13458" y="80931"/>
                </a:lnTo>
                <a:lnTo>
                  <a:pt x="13440" y="81400"/>
                </a:lnTo>
                <a:lnTo>
                  <a:pt x="13419" y="81853"/>
                </a:lnTo>
                <a:lnTo>
                  <a:pt x="13396" y="82290"/>
                </a:lnTo>
                <a:lnTo>
                  <a:pt x="13369" y="82711"/>
                </a:lnTo>
                <a:lnTo>
                  <a:pt x="13340" y="83115"/>
                </a:lnTo>
                <a:lnTo>
                  <a:pt x="13308" y="83503"/>
                </a:lnTo>
                <a:lnTo>
                  <a:pt x="13273" y="83875"/>
                </a:lnTo>
                <a:lnTo>
                  <a:pt x="13236" y="84231"/>
                </a:lnTo>
                <a:lnTo>
                  <a:pt x="13195" y="84571"/>
                </a:lnTo>
                <a:lnTo>
                  <a:pt x="13152" y="84894"/>
                </a:lnTo>
                <a:lnTo>
                  <a:pt x="13106" y="85201"/>
                </a:lnTo>
                <a:lnTo>
                  <a:pt x="13058" y="85492"/>
                </a:lnTo>
                <a:lnTo>
                  <a:pt x="13006" y="85767"/>
                </a:lnTo>
                <a:lnTo>
                  <a:pt x="12952" y="86025"/>
                </a:lnTo>
                <a:lnTo>
                  <a:pt x="12895" y="86268"/>
                </a:lnTo>
                <a:lnTo>
                  <a:pt x="12835" y="86494"/>
                </a:lnTo>
                <a:lnTo>
                  <a:pt x="12773" y="86704"/>
                </a:lnTo>
                <a:lnTo>
                  <a:pt x="12707" y="86898"/>
                </a:lnTo>
                <a:lnTo>
                  <a:pt x="12638" y="87081"/>
                </a:lnTo>
                <a:lnTo>
                  <a:pt x="12564" y="87261"/>
                </a:lnTo>
                <a:lnTo>
                  <a:pt x="12485" y="87437"/>
                </a:lnTo>
                <a:lnTo>
                  <a:pt x="12401" y="87609"/>
                </a:lnTo>
                <a:lnTo>
                  <a:pt x="12312" y="87778"/>
                </a:lnTo>
                <a:lnTo>
                  <a:pt x="12218" y="87942"/>
                </a:lnTo>
                <a:lnTo>
                  <a:pt x="12119" y="88103"/>
                </a:lnTo>
                <a:lnTo>
                  <a:pt x="12015" y="88259"/>
                </a:lnTo>
                <a:lnTo>
                  <a:pt x="11906" y="88412"/>
                </a:lnTo>
                <a:lnTo>
                  <a:pt x="11792" y="88561"/>
                </a:lnTo>
                <a:lnTo>
                  <a:pt x="11674" y="88706"/>
                </a:lnTo>
                <a:lnTo>
                  <a:pt x="11550" y="88847"/>
                </a:lnTo>
                <a:lnTo>
                  <a:pt x="11421" y="88985"/>
                </a:lnTo>
                <a:lnTo>
                  <a:pt x="11287" y="89118"/>
                </a:lnTo>
                <a:lnTo>
                  <a:pt x="11149" y="89248"/>
                </a:lnTo>
                <a:lnTo>
                  <a:pt x="11005" y="89373"/>
                </a:lnTo>
                <a:lnTo>
                  <a:pt x="10857" y="89495"/>
                </a:lnTo>
                <a:lnTo>
                  <a:pt x="10703" y="89613"/>
                </a:lnTo>
                <a:lnTo>
                  <a:pt x="10545" y="89727"/>
                </a:lnTo>
                <a:lnTo>
                  <a:pt x="10382" y="89838"/>
                </a:lnTo>
                <a:lnTo>
                  <a:pt x="10213" y="89944"/>
                </a:lnTo>
                <a:lnTo>
                  <a:pt x="10040" y="90046"/>
                </a:lnTo>
                <a:lnTo>
                  <a:pt x="9862" y="90145"/>
                </a:lnTo>
                <a:lnTo>
                  <a:pt x="9679" y="90240"/>
                </a:lnTo>
                <a:lnTo>
                  <a:pt x="9428" y="90371"/>
                </a:lnTo>
                <a:lnTo>
                  <a:pt x="9177" y="90496"/>
                </a:lnTo>
                <a:lnTo>
                  <a:pt x="8925" y="90615"/>
                </a:lnTo>
                <a:lnTo>
                  <a:pt x="8671" y="90729"/>
                </a:lnTo>
                <a:lnTo>
                  <a:pt x="8416" y="90838"/>
                </a:lnTo>
                <a:lnTo>
                  <a:pt x="8160" y="90941"/>
                </a:lnTo>
                <a:lnTo>
                  <a:pt x="7902" y="91038"/>
                </a:lnTo>
                <a:lnTo>
                  <a:pt x="7644" y="91130"/>
                </a:lnTo>
                <a:lnTo>
                  <a:pt x="7384" y="91216"/>
                </a:lnTo>
                <a:lnTo>
                  <a:pt x="7123" y="91296"/>
                </a:lnTo>
                <a:lnTo>
                  <a:pt x="6861" y="91371"/>
                </a:lnTo>
                <a:lnTo>
                  <a:pt x="6597" y="91441"/>
                </a:lnTo>
                <a:lnTo>
                  <a:pt x="6333" y="91505"/>
                </a:lnTo>
                <a:lnTo>
                  <a:pt x="6067" y="91563"/>
                </a:lnTo>
                <a:lnTo>
                  <a:pt x="5800" y="91616"/>
                </a:lnTo>
                <a:lnTo>
                  <a:pt x="5532" y="91663"/>
                </a:lnTo>
                <a:lnTo>
                  <a:pt x="5262" y="91705"/>
                </a:lnTo>
                <a:lnTo>
                  <a:pt x="4992" y="91741"/>
                </a:lnTo>
                <a:lnTo>
                  <a:pt x="4720" y="91772"/>
                </a:lnTo>
                <a:lnTo>
                  <a:pt x="4447" y="91797"/>
                </a:lnTo>
                <a:lnTo>
                  <a:pt x="4172" y="91816"/>
                </a:lnTo>
                <a:lnTo>
                  <a:pt x="3897" y="91830"/>
                </a:lnTo>
                <a:lnTo>
                  <a:pt x="3620" y="91839"/>
                </a:lnTo>
                <a:lnTo>
                  <a:pt x="3342" y="91841"/>
                </a:lnTo>
                <a:lnTo>
                  <a:pt x="0" y="91841"/>
                </a:lnTo>
                <a:lnTo>
                  <a:pt x="0" y="94418"/>
                </a:lnTo>
                <a:lnTo>
                  <a:pt x="72763" y="94418"/>
                </a:lnTo>
                <a:lnTo>
                  <a:pt x="80910" y="70744"/>
                </a:lnTo>
                <a:lnTo>
                  <a:pt x="78124" y="70744"/>
                </a:lnTo>
                <a:lnTo>
                  <a:pt x="77748" y="71461"/>
                </a:lnTo>
                <a:lnTo>
                  <a:pt x="77371" y="72164"/>
                </a:lnTo>
                <a:lnTo>
                  <a:pt x="76996" y="72851"/>
                </a:lnTo>
                <a:lnTo>
                  <a:pt x="76621" y="73523"/>
                </a:lnTo>
                <a:lnTo>
                  <a:pt x="76248" y="74180"/>
                </a:lnTo>
                <a:lnTo>
                  <a:pt x="75874" y="74821"/>
                </a:lnTo>
                <a:lnTo>
                  <a:pt x="75502" y="75448"/>
                </a:lnTo>
                <a:lnTo>
                  <a:pt x="75130" y="76059"/>
                </a:lnTo>
                <a:lnTo>
                  <a:pt x="74759" y="76655"/>
                </a:lnTo>
                <a:lnTo>
                  <a:pt x="74389" y="77235"/>
                </a:lnTo>
                <a:lnTo>
                  <a:pt x="74019" y="77800"/>
                </a:lnTo>
                <a:lnTo>
                  <a:pt x="73651" y="78351"/>
                </a:lnTo>
                <a:lnTo>
                  <a:pt x="73283" y="78886"/>
                </a:lnTo>
                <a:lnTo>
                  <a:pt x="72915" y="79405"/>
                </a:lnTo>
                <a:lnTo>
                  <a:pt x="72549" y="79910"/>
                </a:lnTo>
                <a:lnTo>
                  <a:pt x="72183" y="80399"/>
                </a:lnTo>
                <a:lnTo>
                  <a:pt x="71817" y="80873"/>
                </a:lnTo>
                <a:lnTo>
                  <a:pt x="71453" y="81332"/>
                </a:lnTo>
                <a:lnTo>
                  <a:pt x="71089" y="81775"/>
                </a:lnTo>
                <a:lnTo>
                  <a:pt x="70726" y="82203"/>
                </a:lnTo>
                <a:lnTo>
                  <a:pt x="70364" y="82617"/>
                </a:lnTo>
                <a:lnTo>
                  <a:pt x="70002" y="83014"/>
                </a:lnTo>
                <a:lnTo>
                  <a:pt x="69642" y="83397"/>
                </a:lnTo>
                <a:lnTo>
                  <a:pt x="69281" y="83764"/>
                </a:lnTo>
                <a:lnTo>
                  <a:pt x="69002" y="84033"/>
                </a:lnTo>
                <a:lnTo>
                  <a:pt x="68722" y="84295"/>
                </a:lnTo>
                <a:lnTo>
                  <a:pt x="68441" y="84549"/>
                </a:lnTo>
                <a:lnTo>
                  <a:pt x="68160" y="84795"/>
                </a:lnTo>
                <a:lnTo>
                  <a:pt x="67877" y="85034"/>
                </a:lnTo>
                <a:lnTo>
                  <a:pt x="67593" y="85266"/>
                </a:lnTo>
                <a:lnTo>
                  <a:pt x="67308" y="85490"/>
                </a:lnTo>
                <a:lnTo>
                  <a:pt x="67022" y="85706"/>
                </a:lnTo>
                <a:lnTo>
                  <a:pt x="66736" y="85915"/>
                </a:lnTo>
                <a:lnTo>
                  <a:pt x="66448" y="86117"/>
                </a:lnTo>
                <a:lnTo>
                  <a:pt x="66159" y="86311"/>
                </a:lnTo>
                <a:lnTo>
                  <a:pt x="65870" y="86497"/>
                </a:lnTo>
                <a:lnTo>
                  <a:pt x="65579" y="86676"/>
                </a:lnTo>
                <a:lnTo>
                  <a:pt x="65287" y="86848"/>
                </a:lnTo>
                <a:lnTo>
                  <a:pt x="64995" y="87012"/>
                </a:lnTo>
                <a:lnTo>
                  <a:pt x="64701" y="87168"/>
                </a:lnTo>
                <a:lnTo>
                  <a:pt x="64407" y="87317"/>
                </a:lnTo>
                <a:lnTo>
                  <a:pt x="64111" y="87459"/>
                </a:lnTo>
                <a:lnTo>
                  <a:pt x="63815" y="87593"/>
                </a:lnTo>
                <a:lnTo>
                  <a:pt x="63518" y="87720"/>
                </a:lnTo>
                <a:lnTo>
                  <a:pt x="63219" y="87839"/>
                </a:lnTo>
                <a:lnTo>
                  <a:pt x="62920" y="87950"/>
                </a:lnTo>
                <a:lnTo>
                  <a:pt x="62620" y="88054"/>
                </a:lnTo>
                <a:lnTo>
                  <a:pt x="62318" y="88151"/>
                </a:lnTo>
                <a:lnTo>
                  <a:pt x="62009" y="88242"/>
                </a:lnTo>
                <a:lnTo>
                  <a:pt x="61685" y="88329"/>
                </a:lnTo>
                <a:lnTo>
                  <a:pt x="61345" y="88412"/>
                </a:lnTo>
                <a:lnTo>
                  <a:pt x="60990" y="88491"/>
                </a:lnTo>
                <a:lnTo>
                  <a:pt x="60619" y="88567"/>
                </a:lnTo>
                <a:lnTo>
                  <a:pt x="60234" y="88638"/>
                </a:lnTo>
                <a:lnTo>
                  <a:pt x="59833" y="88706"/>
                </a:lnTo>
                <a:lnTo>
                  <a:pt x="59417" y="88770"/>
                </a:lnTo>
                <a:lnTo>
                  <a:pt x="58986" y="88830"/>
                </a:lnTo>
                <a:lnTo>
                  <a:pt x="58540" y="88886"/>
                </a:lnTo>
                <a:lnTo>
                  <a:pt x="58078" y="88938"/>
                </a:lnTo>
                <a:lnTo>
                  <a:pt x="57601" y="88987"/>
                </a:lnTo>
                <a:lnTo>
                  <a:pt x="57109" y="89031"/>
                </a:lnTo>
                <a:lnTo>
                  <a:pt x="56602" y="89072"/>
                </a:lnTo>
                <a:lnTo>
                  <a:pt x="56079" y="89108"/>
                </a:lnTo>
                <a:lnTo>
                  <a:pt x="55541" y="89141"/>
                </a:lnTo>
                <a:lnTo>
                  <a:pt x="54988" y="89170"/>
                </a:lnTo>
                <a:lnTo>
                  <a:pt x="54420" y="89195"/>
                </a:lnTo>
                <a:lnTo>
                  <a:pt x="53836" y="89217"/>
                </a:lnTo>
                <a:lnTo>
                  <a:pt x="53238" y="89234"/>
                </a:lnTo>
                <a:lnTo>
                  <a:pt x="52624" y="89248"/>
                </a:lnTo>
                <a:lnTo>
                  <a:pt x="51994" y="89257"/>
                </a:lnTo>
                <a:lnTo>
                  <a:pt x="51350" y="89263"/>
                </a:lnTo>
                <a:lnTo>
                  <a:pt x="50690" y="89265"/>
                </a:lnTo>
                <a:lnTo>
                  <a:pt x="34676" y="89265"/>
                </a:lnTo>
                <a:lnTo>
                  <a:pt x="34355" y="89264"/>
                </a:lnTo>
                <a:lnTo>
                  <a:pt x="34043" y="89260"/>
                </a:lnTo>
                <a:lnTo>
                  <a:pt x="33740" y="89253"/>
                </a:lnTo>
                <a:lnTo>
                  <a:pt x="33445" y="89243"/>
                </a:lnTo>
                <a:lnTo>
                  <a:pt x="33160" y="89230"/>
                </a:lnTo>
                <a:lnTo>
                  <a:pt x="32883" y="89215"/>
                </a:lnTo>
                <a:lnTo>
                  <a:pt x="32614" y="89197"/>
                </a:lnTo>
                <a:lnTo>
                  <a:pt x="32355" y="89176"/>
                </a:lnTo>
                <a:lnTo>
                  <a:pt x="32104" y="89153"/>
                </a:lnTo>
                <a:lnTo>
                  <a:pt x="31861" y="89126"/>
                </a:lnTo>
                <a:lnTo>
                  <a:pt x="31628" y="89097"/>
                </a:lnTo>
                <a:lnTo>
                  <a:pt x="31403" y="89065"/>
                </a:lnTo>
                <a:lnTo>
                  <a:pt x="31187" y="89031"/>
                </a:lnTo>
                <a:lnTo>
                  <a:pt x="30979" y="88993"/>
                </a:lnTo>
                <a:lnTo>
                  <a:pt x="30781" y="88953"/>
                </a:lnTo>
                <a:lnTo>
                  <a:pt x="30591" y="88910"/>
                </a:lnTo>
                <a:lnTo>
                  <a:pt x="30409" y="88864"/>
                </a:lnTo>
                <a:lnTo>
                  <a:pt x="30237" y="88816"/>
                </a:lnTo>
                <a:lnTo>
                  <a:pt x="30073" y="88765"/>
                </a:lnTo>
                <a:lnTo>
                  <a:pt x="29917" y="88711"/>
                </a:lnTo>
                <a:lnTo>
                  <a:pt x="29771" y="88654"/>
                </a:lnTo>
                <a:lnTo>
                  <a:pt x="29633" y="88594"/>
                </a:lnTo>
                <a:lnTo>
                  <a:pt x="29504" y="88532"/>
                </a:lnTo>
                <a:lnTo>
                  <a:pt x="29384" y="88466"/>
                </a:lnTo>
                <a:lnTo>
                  <a:pt x="29269" y="88399"/>
                </a:lnTo>
                <a:lnTo>
                  <a:pt x="29157" y="88329"/>
                </a:lnTo>
                <a:lnTo>
                  <a:pt x="29049" y="88258"/>
                </a:lnTo>
                <a:lnTo>
                  <a:pt x="28943" y="88184"/>
                </a:lnTo>
                <a:lnTo>
                  <a:pt x="28840" y="88109"/>
                </a:lnTo>
                <a:lnTo>
                  <a:pt x="28740" y="88031"/>
                </a:lnTo>
                <a:lnTo>
                  <a:pt x="28642" y="87952"/>
                </a:lnTo>
                <a:lnTo>
                  <a:pt x="28548" y="87871"/>
                </a:lnTo>
                <a:lnTo>
                  <a:pt x="28457" y="87788"/>
                </a:lnTo>
                <a:lnTo>
                  <a:pt x="28368" y="87703"/>
                </a:lnTo>
                <a:lnTo>
                  <a:pt x="28283" y="87616"/>
                </a:lnTo>
                <a:lnTo>
                  <a:pt x="28200" y="87527"/>
                </a:lnTo>
                <a:lnTo>
                  <a:pt x="28120" y="87436"/>
                </a:lnTo>
                <a:lnTo>
                  <a:pt x="28043" y="87343"/>
                </a:lnTo>
                <a:lnTo>
                  <a:pt x="27969" y="87249"/>
                </a:lnTo>
                <a:lnTo>
                  <a:pt x="27898" y="87152"/>
                </a:lnTo>
                <a:lnTo>
                  <a:pt x="27830" y="87054"/>
                </a:lnTo>
                <a:lnTo>
                  <a:pt x="27765" y="86953"/>
                </a:lnTo>
                <a:lnTo>
                  <a:pt x="27702" y="86851"/>
                </a:lnTo>
                <a:lnTo>
                  <a:pt x="27643" y="86747"/>
                </a:lnTo>
                <a:lnTo>
                  <a:pt x="27586" y="86640"/>
                </a:lnTo>
                <a:lnTo>
                  <a:pt x="27533" y="86532"/>
                </a:lnTo>
                <a:lnTo>
                  <a:pt x="27482" y="86422"/>
                </a:lnTo>
                <a:lnTo>
                  <a:pt x="27434" y="86310"/>
                </a:lnTo>
                <a:lnTo>
                  <a:pt x="27389" y="86189"/>
                </a:lnTo>
                <a:lnTo>
                  <a:pt x="27345" y="86050"/>
                </a:lnTo>
                <a:lnTo>
                  <a:pt x="27303" y="85895"/>
                </a:lnTo>
                <a:lnTo>
                  <a:pt x="27264" y="85722"/>
                </a:lnTo>
                <a:lnTo>
                  <a:pt x="27226" y="85533"/>
                </a:lnTo>
                <a:lnTo>
                  <a:pt x="27190" y="85326"/>
                </a:lnTo>
                <a:lnTo>
                  <a:pt x="27156" y="85103"/>
                </a:lnTo>
                <a:lnTo>
                  <a:pt x="27125" y="84862"/>
                </a:lnTo>
                <a:lnTo>
                  <a:pt x="27095" y="84604"/>
                </a:lnTo>
                <a:lnTo>
                  <a:pt x="27067" y="84330"/>
                </a:lnTo>
                <a:lnTo>
                  <a:pt x="27040" y="84038"/>
                </a:lnTo>
                <a:lnTo>
                  <a:pt x="27016" y="83730"/>
                </a:lnTo>
                <a:lnTo>
                  <a:pt x="26994" y="83404"/>
                </a:lnTo>
                <a:lnTo>
                  <a:pt x="26974" y="83061"/>
                </a:lnTo>
                <a:lnTo>
                  <a:pt x="26955" y="82702"/>
                </a:lnTo>
                <a:lnTo>
                  <a:pt x="26939" y="82325"/>
                </a:lnTo>
                <a:lnTo>
                  <a:pt x="26924" y="81931"/>
                </a:lnTo>
                <a:lnTo>
                  <a:pt x="26912" y="81520"/>
                </a:lnTo>
                <a:lnTo>
                  <a:pt x="26901" y="81093"/>
                </a:lnTo>
                <a:lnTo>
                  <a:pt x="26892" y="80648"/>
                </a:lnTo>
                <a:lnTo>
                  <a:pt x="26886" y="80186"/>
                </a:lnTo>
                <a:lnTo>
                  <a:pt x="26881" y="79707"/>
                </a:lnTo>
                <a:lnTo>
                  <a:pt x="26878" y="79212"/>
                </a:lnTo>
                <a:lnTo>
                  <a:pt x="26877" y="78699"/>
                </a:lnTo>
                <a:lnTo>
                  <a:pt x="26877" y="47627"/>
                </a:lnTo>
                <a:lnTo>
                  <a:pt x="47627" y="47627"/>
                </a:lnTo>
                <a:lnTo>
                  <a:pt x="48114" y="47629"/>
                </a:lnTo>
                <a:lnTo>
                  <a:pt x="48592" y="47636"/>
                </a:lnTo>
                <a:lnTo>
                  <a:pt x="49058" y="47648"/>
                </a:lnTo>
                <a:lnTo>
                  <a:pt x="49514" y="47665"/>
                </a:lnTo>
                <a:lnTo>
                  <a:pt x="49960" y="47686"/>
                </a:lnTo>
                <a:lnTo>
                  <a:pt x="50394" y="47713"/>
                </a:lnTo>
                <a:lnTo>
                  <a:pt x="50818" y="47744"/>
                </a:lnTo>
                <a:lnTo>
                  <a:pt x="51232" y="47780"/>
                </a:lnTo>
                <a:lnTo>
                  <a:pt x="51635" y="47821"/>
                </a:lnTo>
                <a:lnTo>
                  <a:pt x="52027" y="47866"/>
                </a:lnTo>
                <a:lnTo>
                  <a:pt x="52408" y="47916"/>
                </a:lnTo>
                <a:lnTo>
                  <a:pt x="52779" y="47971"/>
                </a:lnTo>
                <a:lnTo>
                  <a:pt x="53139" y="48031"/>
                </a:lnTo>
                <a:lnTo>
                  <a:pt x="53489" y="48096"/>
                </a:lnTo>
                <a:lnTo>
                  <a:pt x="53828" y="48165"/>
                </a:lnTo>
                <a:lnTo>
                  <a:pt x="54156" y="48240"/>
                </a:lnTo>
                <a:lnTo>
                  <a:pt x="54474" y="48319"/>
                </a:lnTo>
                <a:lnTo>
                  <a:pt x="54781" y="48403"/>
                </a:lnTo>
                <a:lnTo>
                  <a:pt x="55077" y="48491"/>
                </a:lnTo>
                <a:lnTo>
                  <a:pt x="55363" y="48585"/>
                </a:lnTo>
                <a:lnTo>
                  <a:pt x="55638" y="48683"/>
                </a:lnTo>
                <a:lnTo>
                  <a:pt x="55903" y="48786"/>
                </a:lnTo>
                <a:lnTo>
                  <a:pt x="56157" y="48894"/>
                </a:lnTo>
                <a:lnTo>
                  <a:pt x="56400" y="49006"/>
                </a:lnTo>
                <a:lnTo>
                  <a:pt x="56635" y="49123"/>
                </a:lnTo>
                <a:lnTo>
                  <a:pt x="56865" y="49243"/>
                </a:lnTo>
                <a:lnTo>
                  <a:pt x="57089" y="49367"/>
                </a:lnTo>
                <a:lnTo>
                  <a:pt x="57307" y="49494"/>
                </a:lnTo>
                <a:lnTo>
                  <a:pt x="57520" y="49625"/>
                </a:lnTo>
                <a:lnTo>
                  <a:pt x="57727" y="49760"/>
                </a:lnTo>
                <a:lnTo>
                  <a:pt x="57929" y="49898"/>
                </a:lnTo>
                <a:lnTo>
                  <a:pt x="58125" y="50039"/>
                </a:lnTo>
                <a:lnTo>
                  <a:pt x="58316" y="50185"/>
                </a:lnTo>
                <a:lnTo>
                  <a:pt x="58501" y="50334"/>
                </a:lnTo>
                <a:lnTo>
                  <a:pt x="58680" y="50486"/>
                </a:lnTo>
                <a:lnTo>
                  <a:pt x="58854" y="50642"/>
                </a:lnTo>
                <a:lnTo>
                  <a:pt x="59023" y="50802"/>
                </a:lnTo>
                <a:lnTo>
                  <a:pt x="59186" y="50965"/>
                </a:lnTo>
                <a:lnTo>
                  <a:pt x="59343" y="51132"/>
                </a:lnTo>
                <a:lnTo>
                  <a:pt x="59495" y="51303"/>
                </a:lnTo>
                <a:lnTo>
                  <a:pt x="59641" y="51477"/>
                </a:lnTo>
                <a:lnTo>
                  <a:pt x="59781" y="51655"/>
                </a:lnTo>
                <a:lnTo>
                  <a:pt x="59916" y="51836"/>
                </a:lnTo>
                <a:lnTo>
                  <a:pt x="60046" y="52021"/>
                </a:lnTo>
                <a:lnTo>
                  <a:pt x="60170" y="52210"/>
                </a:lnTo>
                <a:lnTo>
                  <a:pt x="60288" y="52402"/>
                </a:lnTo>
                <a:lnTo>
                  <a:pt x="60401" y="52597"/>
                </a:lnTo>
                <a:lnTo>
                  <a:pt x="60508" y="52797"/>
                </a:lnTo>
                <a:lnTo>
                  <a:pt x="60589" y="52966"/>
                </a:lnTo>
                <a:lnTo>
                  <a:pt x="60671" y="53152"/>
                </a:lnTo>
                <a:lnTo>
                  <a:pt x="60752" y="53356"/>
                </a:lnTo>
                <a:lnTo>
                  <a:pt x="60833" y="53576"/>
                </a:lnTo>
                <a:lnTo>
                  <a:pt x="60914" y="53813"/>
                </a:lnTo>
                <a:lnTo>
                  <a:pt x="60995" y="54068"/>
                </a:lnTo>
                <a:lnTo>
                  <a:pt x="61077" y="54339"/>
                </a:lnTo>
                <a:lnTo>
                  <a:pt x="61158" y="54627"/>
                </a:lnTo>
                <a:lnTo>
                  <a:pt x="61239" y="54933"/>
                </a:lnTo>
                <a:lnTo>
                  <a:pt x="61320" y="55255"/>
                </a:lnTo>
                <a:lnTo>
                  <a:pt x="61402" y="55594"/>
                </a:lnTo>
                <a:lnTo>
                  <a:pt x="61483" y="55951"/>
                </a:lnTo>
                <a:lnTo>
                  <a:pt x="61564" y="56324"/>
                </a:lnTo>
                <a:lnTo>
                  <a:pt x="61645" y="56714"/>
                </a:lnTo>
                <a:lnTo>
                  <a:pt x="61727" y="57122"/>
                </a:lnTo>
                <a:lnTo>
                  <a:pt x="61808" y="57546"/>
                </a:lnTo>
                <a:lnTo>
                  <a:pt x="61889" y="57987"/>
                </a:lnTo>
                <a:lnTo>
                  <a:pt x="61970" y="58446"/>
                </a:lnTo>
                <a:lnTo>
                  <a:pt x="62052" y="58921"/>
                </a:lnTo>
                <a:lnTo>
                  <a:pt x="62133" y="59413"/>
                </a:lnTo>
                <a:lnTo>
                  <a:pt x="62214" y="59923"/>
                </a:lnTo>
                <a:lnTo>
                  <a:pt x="62295" y="60449"/>
                </a:lnTo>
                <a:lnTo>
                  <a:pt x="62376" y="60992"/>
                </a:lnTo>
                <a:lnTo>
                  <a:pt x="62458" y="61553"/>
                </a:lnTo>
                <a:lnTo>
                  <a:pt x="65034" y="61553"/>
                </a:lnTo>
                <a:lnTo>
                  <a:pt x="65034" y="28687"/>
                </a:lnTo>
                <a:lnTo>
                  <a:pt x="62458" y="28687"/>
                </a:lnTo>
                <a:lnTo>
                  <a:pt x="62417" y="29355"/>
                </a:lnTo>
                <a:lnTo>
                  <a:pt x="62366" y="30006"/>
                </a:lnTo>
                <a:lnTo>
                  <a:pt x="62303" y="30640"/>
                </a:lnTo>
                <a:lnTo>
                  <a:pt x="62229" y="31257"/>
                </a:lnTo>
                <a:lnTo>
                  <a:pt x="62145" y="31857"/>
                </a:lnTo>
                <a:lnTo>
                  <a:pt x="62049" y="32440"/>
                </a:lnTo>
                <a:lnTo>
                  <a:pt x="61942" y="33006"/>
                </a:lnTo>
                <a:lnTo>
                  <a:pt x="61823" y="33555"/>
                </a:lnTo>
                <a:lnTo>
                  <a:pt x="61694" y="34087"/>
                </a:lnTo>
                <a:lnTo>
                  <a:pt x="61553" y="34602"/>
                </a:lnTo>
                <a:lnTo>
                  <a:pt x="61402" y="35100"/>
                </a:lnTo>
                <a:lnTo>
                  <a:pt x="61239" y="35581"/>
                </a:lnTo>
                <a:lnTo>
                  <a:pt x="61065" y="36045"/>
                </a:lnTo>
                <a:lnTo>
                  <a:pt x="60880" y="36491"/>
                </a:lnTo>
                <a:lnTo>
                  <a:pt x="60684" y="36921"/>
                </a:lnTo>
                <a:lnTo>
                  <a:pt x="60477" y="37334"/>
                </a:lnTo>
                <a:lnTo>
                  <a:pt x="60259" y="37730"/>
                </a:lnTo>
                <a:lnTo>
                  <a:pt x="60029" y="38109"/>
                </a:lnTo>
                <a:lnTo>
                  <a:pt x="59789" y="38470"/>
                </a:lnTo>
                <a:lnTo>
                  <a:pt x="59537" y="38815"/>
                </a:lnTo>
                <a:lnTo>
                  <a:pt x="59274" y="39143"/>
                </a:lnTo>
                <a:lnTo>
                  <a:pt x="59000" y="39454"/>
                </a:lnTo>
                <a:lnTo>
                  <a:pt x="58715" y="39747"/>
                </a:lnTo>
                <a:lnTo>
                  <a:pt x="58419" y="40024"/>
                </a:lnTo>
                <a:lnTo>
                  <a:pt x="58184" y="40224"/>
                </a:lnTo>
                <a:lnTo>
                  <a:pt x="57929" y="40415"/>
                </a:lnTo>
                <a:lnTo>
                  <a:pt x="57657" y="40598"/>
                </a:lnTo>
                <a:lnTo>
                  <a:pt x="57365" y="40773"/>
                </a:lnTo>
                <a:lnTo>
                  <a:pt x="57055" y="40938"/>
                </a:lnTo>
                <a:lnTo>
                  <a:pt x="56726" y="41096"/>
                </a:lnTo>
                <a:lnTo>
                  <a:pt x="56379" y="41245"/>
                </a:lnTo>
                <a:lnTo>
                  <a:pt x="56013" y="41385"/>
                </a:lnTo>
                <a:lnTo>
                  <a:pt x="55629" y="41517"/>
                </a:lnTo>
                <a:lnTo>
                  <a:pt x="55225" y="41640"/>
                </a:lnTo>
                <a:lnTo>
                  <a:pt x="54804" y="41755"/>
                </a:lnTo>
                <a:lnTo>
                  <a:pt x="54363" y="41861"/>
                </a:lnTo>
                <a:lnTo>
                  <a:pt x="53904" y="41959"/>
                </a:lnTo>
                <a:lnTo>
                  <a:pt x="53427" y="42049"/>
                </a:lnTo>
                <a:lnTo>
                  <a:pt x="52930" y="42129"/>
                </a:lnTo>
                <a:lnTo>
                  <a:pt x="52416" y="42202"/>
                </a:lnTo>
                <a:lnTo>
                  <a:pt x="51882" y="42266"/>
                </a:lnTo>
                <a:lnTo>
                  <a:pt x="51330" y="42321"/>
                </a:lnTo>
                <a:lnTo>
                  <a:pt x="50759" y="42368"/>
                </a:lnTo>
                <a:lnTo>
                  <a:pt x="50170" y="42406"/>
                </a:lnTo>
                <a:lnTo>
                  <a:pt x="49562" y="42436"/>
                </a:lnTo>
                <a:lnTo>
                  <a:pt x="48936" y="42457"/>
                </a:lnTo>
                <a:lnTo>
                  <a:pt x="48290" y="42470"/>
                </a:lnTo>
                <a:lnTo>
                  <a:pt x="47627" y="42474"/>
                </a:lnTo>
                <a:lnTo>
                  <a:pt x="26877" y="42474"/>
                </a:lnTo>
                <a:lnTo>
                  <a:pt x="26877" y="5153"/>
                </a:lnTo>
                <a:lnTo>
                  <a:pt x="52779" y="5153"/>
                </a:lnTo>
                <a:lnTo>
                  <a:pt x="53358" y="5154"/>
                </a:lnTo>
                <a:lnTo>
                  <a:pt x="53922" y="5160"/>
                </a:lnTo>
                <a:close/>
                <a:moveTo>
                  <a:pt x="178686" y="91597"/>
                </a:moveTo>
                <a:lnTo>
                  <a:pt x="178077" y="91500"/>
                </a:lnTo>
                <a:lnTo>
                  <a:pt x="177479" y="91395"/>
                </a:lnTo>
                <a:lnTo>
                  <a:pt x="176891" y="91283"/>
                </a:lnTo>
                <a:lnTo>
                  <a:pt x="176313" y="91163"/>
                </a:lnTo>
                <a:lnTo>
                  <a:pt x="175745" y="91035"/>
                </a:lnTo>
                <a:lnTo>
                  <a:pt x="175187" y="90899"/>
                </a:lnTo>
                <a:lnTo>
                  <a:pt x="174639" y="90755"/>
                </a:lnTo>
                <a:lnTo>
                  <a:pt x="174102" y="90604"/>
                </a:lnTo>
                <a:lnTo>
                  <a:pt x="173574" y="90445"/>
                </a:lnTo>
                <a:lnTo>
                  <a:pt x="173057" y="90278"/>
                </a:lnTo>
                <a:lnTo>
                  <a:pt x="172550" y="90104"/>
                </a:lnTo>
                <a:lnTo>
                  <a:pt x="172054" y="89921"/>
                </a:lnTo>
                <a:lnTo>
                  <a:pt x="171567" y="89731"/>
                </a:lnTo>
                <a:lnTo>
                  <a:pt x="171090" y="89533"/>
                </a:lnTo>
                <a:lnTo>
                  <a:pt x="170624" y="89328"/>
                </a:lnTo>
                <a:lnTo>
                  <a:pt x="170168" y="89114"/>
                </a:lnTo>
                <a:lnTo>
                  <a:pt x="169722" y="88893"/>
                </a:lnTo>
                <a:lnTo>
                  <a:pt x="169286" y="88664"/>
                </a:lnTo>
                <a:lnTo>
                  <a:pt x="168860" y="88428"/>
                </a:lnTo>
                <a:lnTo>
                  <a:pt x="168444" y="88183"/>
                </a:lnTo>
                <a:lnTo>
                  <a:pt x="168039" y="87931"/>
                </a:lnTo>
                <a:lnTo>
                  <a:pt x="167635" y="87664"/>
                </a:lnTo>
                <a:lnTo>
                  <a:pt x="167225" y="87375"/>
                </a:lnTo>
                <a:lnTo>
                  <a:pt x="166808" y="87064"/>
                </a:lnTo>
                <a:lnTo>
                  <a:pt x="166385" y="86732"/>
                </a:lnTo>
                <a:lnTo>
                  <a:pt x="165956" y="86377"/>
                </a:lnTo>
                <a:lnTo>
                  <a:pt x="165519" y="86001"/>
                </a:lnTo>
                <a:lnTo>
                  <a:pt x="165076" y="85603"/>
                </a:lnTo>
                <a:lnTo>
                  <a:pt x="164627" y="85183"/>
                </a:lnTo>
                <a:lnTo>
                  <a:pt x="164171" y="84741"/>
                </a:lnTo>
                <a:lnTo>
                  <a:pt x="163709" y="84278"/>
                </a:lnTo>
                <a:lnTo>
                  <a:pt x="163240" y="83792"/>
                </a:lnTo>
                <a:lnTo>
                  <a:pt x="162765" y="83285"/>
                </a:lnTo>
                <a:lnTo>
                  <a:pt x="162283" y="82756"/>
                </a:lnTo>
                <a:lnTo>
                  <a:pt x="161794" y="82205"/>
                </a:lnTo>
                <a:lnTo>
                  <a:pt x="161299" y="81632"/>
                </a:lnTo>
                <a:lnTo>
                  <a:pt x="160797" y="81038"/>
                </a:lnTo>
                <a:lnTo>
                  <a:pt x="160289" y="80422"/>
                </a:lnTo>
                <a:lnTo>
                  <a:pt x="159775" y="79783"/>
                </a:lnTo>
                <a:lnTo>
                  <a:pt x="159254" y="79123"/>
                </a:lnTo>
                <a:lnTo>
                  <a:pt x="158726" y="78441"/>
                </a:lnTo>
                <a:lnTo>
                  <a:pt x="158192" y="77738"/>
                </a:lnTo>
                <a:lnTo>
                  <a:pt x="157651" y="77012"/>
                </a:lnTo>
                <a:lnTo>
                  <a:pt x="157104" y="76265"/>
                </a:lnTo>
                <a:lnTo>
                  <a:pt x="156550" y="75496"/>
                </a:lnTo>
                <a:lnTo>
                  <a:pt x="137054" y="48323"/>
                </a:lnTo>
                <a:lnTo>
                  <a:pt x="138035" y="48096"/>
                </a:lnTo>
                <a:lnTo>
                  <a:pt x="138995" y="47857"/>
                </a:lnTo>
                <a:lnTo>
                  <a:pt x="139933" y="47605"/>
                </a:lnTo>
                <a:lnTo>
                  <a:pt x="140850" y="47339"/>
                </a:lnTo>
                <a:lnTo>
                  <a:pt x="141744" y="47061"/>
                </a:lnTo>
                <a:lnTo>
                  <a:pt x="142618" y="46769"/>
                </a:lnTo>
                <a:lnTo>
                  <a:pt x="143469" y="46465"/>
                </a:lnTo>
                <a:lnTo>
                  <a:pt x="144299" y="46147"/>
                </a:lnTo>
                <a:lnTo>
                  <a:pt x="145107" y="45816"/>
                </a:lnTo>
                <a:lnTo>
                  <a:pt x="145894" y="45473"/>
                </a:lnTo>
                <a:lnTo>
                  <a:pt x="146659" y="45116"/>
                </a:lnTo>
                <a:lnTo>
                  <a:pt x="147402" y="44747"/>
                </a:lnTo>
                <a:lnTo>
                  <a:pt x="148124" y="44364"/>
                </a:lnTo>
                <a:lnTo>
                  <a:pt x="148824" y="43969"/>
                </a:lnTo>
                <a:lnTo>
                  <a:pt x="149503" y="43560"/>
                </a:lnTo>
                <a:lnTo>
                  <a:pt x="150160" y="43138"/>
                </a:lnTo>
                <a:lnTo>
                  <a:pt x="150795" y="42704"/>
                </a:lnTo>
                <a:lnTo>
                  <a:pt x="151408" y="42256"/>
                </a:lnTo>
                <a:lnTo>
                  <a:pt x="152000" y="41796"/>
                </a:lnTo>
                <a:lnTo>
                  <a:pt x="152571" y="41322"/>
                </a:lnTo>
                <a:lnTo>
                  <a:pt x="153119" y="40835"/>
                </a:lnTo>
                <a:lnTo>
                  <a:pt x="153646" y="40336"/>
                </a:lnTo>
                <a:lnTo>
                  <a:pt x="154152" y="39823"/>
                </a:lnTo>
                <a:lnTo>
                  <a:pt x="154635" y="39297"/>
                </a:lnTo>
                <a:lnTo>
                  <a:pt x="155098" y="38761"/>
                </a:lnTo>
                <a:lnTo>
                  <a:pt x="155542" y="38217"/>
                </a:lnTo>
                <a:lnTo>
                  <a:pt x="155965" y="37664"/>
                </a:lnTo>
                <a:lnTo>
                  <a:pt x="156369" y="37104"/>
                </a:lnTo>
                <a:lnTo>
                  <a:pt x="156753" y="36536"/>
                </a:lnTo>
                <a:lnTo>
                  <a:pt x="157118" y="35960"/>
                </a:lnTo>
                <a:lnTo>
                  <a:pt x="157463" y="35376"/>
                </a:lnTo>
                <a:lnTo>
                  <a:pt x="157788" y="34784"/>
                </a:lnTo>
                <a:lnTo>
                  <a:pt x="158093" y="34184"/>
                </a:lnTo>
                <a:lnTo>
                  <a:pt x="158379" y="33576"/>
                </a:lnTo>
                <a:lnTo>
                  <a:pt x="158645" y="32960"/>
                </a:lnTo>
                <a:lnTo>
                  <a:pt x="158891" y="32336"/>
                </a:lnTo>
                <a:lnTo>
                  <a:pt x="159118" y="31705"/>
                </a:lnTo>
                <a:lnTo>
                  <a:pt x="159325" y="31065"/>
                </a:lnTo>
                <a:lnTo>
                  <a:pt x="159512" y="30417"/>
                </a:lnTo>
                <a:lnTo>
                  <a:pt x="159680" y="29762"/>
                </a:lnTo>
                <a:lnTo>
                  <a:pt x="159827" y="29098"/>
                </a:lnTo>
                <a:lnTo>
                  <a:pt x="159955" y="28427"/>
                </a:lnTo>
                <a:lnTo>
                  <a:pt x="160064" y="27747"/>
                </a:lnTo>
                <a:lnTo>
                  <a:pt x="160152" y="27060"/>
                </a:lnTo>
                <a:lnTo>
                  <a:pt x="160221" y="26365"/>
                </a:lnTo>
                <a:lnTo>
                  <a:pt x="160271" y="25661"/>
                </a:lnTo>
                <a:lnTo>
                  <a:pt x="160300" y="24950"/>
                </a:lnTo>
                <a:lnTo>
                  <a:pt x="160310" y="24231"/>
                </a:lnTo>
                <a:lnTo>
                  <a:pt x="160301" y="23558"/>
                </a:lnTo>
                <a:lnTo>
                  <a:pt x="160275" y="22893"/>
                </a:lnTo>
                <a:lnTo>
                  <a:pt x="160232" y="22236"/>
                </a:lnTo>
                <a:lnTo>
                  <a:pt x="160172" y="21586"/>
                </a:lnTo>
                <a:lnTo>
                  <a:pt x="160094" y="20945"/>
                </a:lnTo>
                <a:lnTo>
                  <a:pt x="159999" y="20311"/>
                </a:lnTo>
                <a:lnTo>
                  <a:pt x="159887" y="19685"/>
                </a:lnTo>
                <a:lnTo>
                  <a:pt x="159757" y="19067"/>
                </a:lnTo>
                <a:lnTo>
                  <a:pt x="159610" y="18456"/>
                </a:lnTo>
                <a:lnTo>
                  <a:pt x="159446" y="17854"/>
                </a:lnTo>
                <a:lnTo>
                  <a:pt x="159264" y="17259"/>
                </a:lnTo>
                <a:lnTo>
                  <a:pt x="159065" y="16672"/>
                </a:lnTo>
                <a:lnTo>
                  <a:pt x="158849" y="16094"/>
                </a:lnTo>
                <a:lnTo>
                  <a:pt x="158616" y="15522"/>
                </a:lnTo>
                <a:lnTo>
                  <a:pt x="158365" y="14959"/>
                </a:lnTo>
                <a:lnTo>
                  <a:pt x="158097" y="14404"/>
                </a:lnTo>
                <a:lnTo>
                  <a:pt x="157812" y="13856"/>
                </a:lnTo>
                <a:lnTo>
                  <a:pt x="157510" y="13316"/>
                </a:lnTo>
                <a:lnTo>
                  <a:pt x="157190" y="12784"/>
                </a:lnTo>
                <a:lnTo>
                  <a:pt x="156853" y="12260"/>
                </a:lnTo>
                <a:lnTo>
                  <a:pt x="156498" y="11744"/>
                </a:lnTo>
                <a:lnTo>
                  <a:pt x="156127" y="11235"/>
                </a:lnTo>
                <a:lnTo>
                  <a:pt x="155738" y="10735"/>
                </a:lnTo>
                <a:lnTo>
                  <a:pt x="155332" y="10242"/>
                </a:lnTo>
                <a:lnTo>
                  <a:pt x="154913" y="9759"/>
                </a:lnTo>
                <a:lnTo>
                  <a:pt x="154487" y="9290"/>
                </a:lnTo>
                <a:lnTo>
                  <a:pt x="154053" y="8832"/>
                </a:lnTo>
                <a:lnTo>
                  <a:pt x="153612" y="8388"/>
                </a:lnTo>
                <a:lnTo>
                  <a:pt x="153163" y="7957"/>
                </a:lnTo>
                <a:lnTo>
                  <a:pt x="152707" y="7538"/>
                </a:lnTo>
                <a:lnTo>
                  <a:pt x="152244" y="7132"/>
                </a:lnTo>
                <a:lnTo>
                  <a:pt x="151773" y="6739"/>
                </a:lnTo>
                <a:lnTo>
                  <a:pt x="151294" y="6358"/>
                </a:lnTo>
                <a:lnTo>
                  <a:pt x="150808" y="5991"/>
                </a:lnTo>
                <a:lnTo>
                  <a:pt x="150314" y="5636"/>
                </a:lnTo>
                <a:lnTo>
                  <a:pt x="149813" y="5294"/>
                </a:lnTo>
                <a:lnTo>
                  <a:pt x="149305" y="4965"/>
                </a:lnTo>
                <a:lnTo>
                  <a:pt x="148789" y="4648"/>
                </a:lnTo>
                <a:lnTo>
                  <a:pt x="148265" y="4345"/>
                </a:lnTo>
                <a:lnTo>
                  <a:pt x="147734" y="4054"/>
                </a:lnTo>
                <a:lnTo>
                  <a:pt x="147196" y="3776"/>
                </a:lnTo>
                <a:lnTo>
                  <a:pt x="146650" y="3510"/>
                </a:lnTo>
                <a:lnTo>
                  <a:pt x="146096" y="3258"/>
                </a:lnTo>
                <a:lnTo>
                  <a:pt x="145535" y="3018"/>
                </a:lnTo>
                <a:lnTo>
                  <a:pt x="144967" y="2791"/>
                </a:lnTo>
                <a:lnTo>
                  <a:pt x="144391" y="2577"/>
                </a:lnTo>
                <a:lnTo>
                  <a:pt x="143807" y="2375"/>
                </a:lnTo>
                <a:lnTo>
                  <a:pt x="143216" y="2187"/>
                </a:lnTo>
                <a:lnTo>
                  <a:pt x="142608" y="2008"/>
                </a:lnTo>
                <a:lnTo>
                  <a:pt x="141972" y="1838"/>
                </a:lnTo>
                <a:lnTo>
                  <a:pt x="141308" y="1674"/>
                </a:lnTo>
                <a:lnTo>
                  <a:pt x="140617" y="1519"/>
                </a:lnTo>
                <a:lnTo>
                  <a:pt x="139899" y="1371"/>
                </a:lnTo>
                <a:lnTo>
                  <a:pt x="139154" y="1230"/>
                </a:lnTo>
                <a:lnTo>
                  <a:pt x="138380" y="1097"/>
                </a:lnTo>
                <a:lnTo>
                  <a:pt x="137580" y="972"/>
                </a:lnTo>
                <a:lnTo>
                  <a:pt x="136752" y="854"/>
                </a:lnTo>
                <a:lnTo>
                  <a:pt x="135896" y="744"/>
                </a:lnTo>
                <a:lnTo>
                  <a:pt x="135014" y="642"/>
                </a:lnTo>
                <a:lnTo>
                  <a:pt x="134103" y="547"/>
                </a:lnTo>
                <a:lnTo>
                  <a:pt x="133165" y="459"/>
                </a:lnTo>
                <a:lnTo>
                  <a:pt x="132200" y="380"/>
                </a:lnTo>
                <a:lnTo>
                  <a:pt x="131208" y="308"/>
                </a:lnTo>
                <a:lnTo>
                  <a:pt x="130188" y="243"/>
                </a:lnTo>
                <a:lnTo>
                  <a:pt x="129140" y="186"/>
                </a:lnTo>
                <a:lnTo>
                  <a:pt x="128065" y="137"/>
                </a:lnTo>
                <a:lnTo>
                  <a:pt x="126963" y="95"/>
                </a:lnTo>
                <a:lnTo>
                  <a:pt x="125833" y="61"/>
                </a:lnTo>
                <a:lnTo>
                  <a:pt x="124676" y="34"/>
                </a:lnTo>
                <a:lnTo>
                  <a:pt x="123491" y="15"/>
                </a:lnTo>
                <a:lnTo>
                  <a:pt x="122279" y="4"/>
                </a:lnTo>
                <a:lnTo>
                  <a:pt x="121039" y="0"/>
                </a:lnTo>
                <a:lnTo>
                  <a:pt x="86642" y="0"/>
                </a:lnTo>
                <a:lnTo>
                  <a:pt x="86642" y="2576"/>
                </a:lnTo>
                <a:lnTo>
                  <a:pt x="90193" y="2576"/>
                </a:lnTo>
                <a:lnTo>
                  <a:pt x="90635" y="2582"/>
                </a:lnTo>
                <a:lnTo>
                  <a:pt x="91068" y="2598"/>
                </a:lnTo>
                <a:lnTo>
                  <a:pt x="91492" y="2624"/>
                </a:lnTo>
                <a:lnTo>
                  <a:pt x="91907" y="2661"/>
                </a:lnTo>
                <a:lnTo>
                  <a:pt x="92312" y="2709"/>
                </a:lnTo>
                <a:lnTo>
                  <a:pt x="92708" y="2768"/>
                </a:lnTo>
                <a:lnTo>
                  <a:pt x="93096" y="2837"/>
                </a:lnTo>
                <a:lnTo>
                  <a:pt x="93473" y="2917"/>
                </a:lnTo>
                <a:lnTo>
                  <a:pt x="93842" y="3007"/>
                </a:lnTo>
                <a:lnTo>
                  <a:pt x="94202" y="3108"/>
                </a:lnTo>
                <a:lnTo>
                  <a:pt x="94552" y="3220"/>
                </a:lnTo>
                <a:lnTo>
                  <a:pt x="94893" y="3342"/>
                </a:lnTo>
                <a:lnTo>
                  <a:pt x="95225" y="3475"/>
                </a:lnTo>
                <a:lnTo>
                  <a:pt x="95548" y="3619"/>
                </a:lnTo>
                <a:lnTo>
                  <a:pt x="95861" y="3773"/>
                </a:lnTo>
                <a:lnTo>
                  <a:pt x="96166" y="3938"/>
                </a:lnTo>
                <a:lnTo>
                  <a:pt x="96461" y="4113"/>
                </a:lnTo>
                <a:lnTo>
                  <a:pt x="96747" y="4300"/>
                </a:lnTo>
                <a:lnTo>
                  <a:pt x="97024" y="4496"/>
                </a:lnTo>
                <a:lnTo>
                  <a:pt x="97291" y="4704"/>
                </a:lnTo>
                <a:lnTo>
                  <a:pt x="97550" y="4922"/>
                </a:lnTo>
                <a:lnTo>
                  <a:pt x="97799" y="5151"/>
                </a:lnTo>
                <a:lnTo>
                  <a:pt x="98039" y="5390"/>
                </a:lnTo>
                <a:lnTo>
                  <a:pt x="98270" y="5640"/>
                </a:lnTo>
                <a:lnTo>
                  <a:pt x="98429" y="5832"/>
                </a:lnTo>
                <a:lnTo>
                  <a:pt x="98582" y="6047"/>
                </a:lnTo>
                <a:lnTo>
                  <a:pt x="98727" y="6285"/>
                </a:lnTo>
                <a:lnTo>
                  <a:pt x="98866" y="6547"/>
                </a:lnTo>
                <a:lnTo>
                  <a:pt x="98998" y="6833"/>
                </a:lnTo>
                <a:lnTo>
                  <a:pt x="99123" y="7141"/>
                </a:lnTo>
                <a:lnTo>
                  <a:pt x="99242" y="7474"/>
                </a:lnTo>
                <a:lnTo>
                  <a:pt x="99353" y="7829"/>
                </a:lnTo>
                <a:lnTo>
                  <a:pt x="99458" y="8209"/>
                </a:lnTo>
                <a:lnTo>
                  <a:pt x="99556" y="8611"/>
                </a:lnTo>
                <a:lnTo>
                  <a:pt x="99648" y="9037"/>
                </a:lnTo>
                <a:lnTo>
                  <a:pt x="99732" y="9487"/>
                </a:lnTo>
                <a:lnTo>
                  <a:pt x="99810" y="9960"/>
                </a:lnTo>
                <a:lnTo>
                  <a:pt x="99881" y="10457"/>
                </a:lnTo>
                <a:lnTo>
                  <a:pt x="99946" y="10976"/>
                </a:lnTo>
                <a:lnTo>
                  <a:pt x="100003" y="11520"/>
                </a:lnTo>
                <a:lnTo>
                  <a:pt x="100054" y="12087"/>
                </a:lnTo>
                <a:lnTo>
                  <a:pt x="100098" y="12677"/>
                </a:lnTo>
                <a:lnTo>
                  <a:pt x="100135" y="13291"/>
                </a:lnTo>
                <a:lnTo>
                  <a:pt x="100166" y="13928"/>
                </a:lnTo>
                <a:lnTo>
                  <a:pt x="100189" y="14588"/>
                </a:lnTo>
                <a:lnTo>
                  <a:pt x="100206" y="15273"/>
                </a:lnTo>
                <a:lnTo>
                  <a:pt x="100216" y="15980"/>
                </a:lnTo>
                <a:lnTo>
                  <a:pt x="100220" y="16711"/>
                </a:lnTo>
                <a:lnTo>
                  <a:pt x="100220" y="77707"/>
                </a:lnTo>
                <a:lnTo>
                  <a:pt x="100217" y="78369"/>
                </a:lnTo>
                <a:lnTo>
                  <a:pt x="100210" y="79012"/>
                </a:lnTo>
                <a:lnTo>
                  <a:pt x="100197" y="79633"/>
                </a:lnTo>
                <a:lnTo>
                  <a:pt x="100179" y="80234"/>
                </a:lnTo>
                <a:lnTo>
                  <a:pt x="100156" y="80815"/>
                </a:lnTo>
                <a:lnTo>
                  <a:pt x="100128" y="81375"/>
                </a:lnTo>
                <a:lnTo>
                  <a:pt x="100095" y="81915"/>
                </a:lnTo>
                <a:lnTo>
                  <a:pt x="100057" y="82434"/>
                </a:lnTo>
                <a:lnTo>
                  <a:pt x="100014" y="82932"/>
                </a:lnTo>
                <a:lnTo>
                  <a:pt x="99966" y="83410"/>
                </a:lnTo>
                <a:lnTo>
                  <a:pt x="99913" y="83867"/>
                </a:lnTo>
                <a:lnTo>
                  <a:pt x="99854" y="84304"/>
                </a:lnTo>
                <a:lnTo>
                  <a:pt x="99791" y="84720"/>
                </a:lnTo>
                <a:lnTo>
                  <a:pt x="99722" y="85116"/>
                </a:lnTo>
                <a:lnTo>
                  <a:pt x="99649" y="85491"/>
                </a:lnTo>
                <a:lnTo>
                  <a:pt x="99570" y="85845"/>
                </a:lnTo>
                <a:lnTo>
                  <a:pt x="99486" y="86179"/>
                </a:lnTo>
                <a:lnTo>
                  <a:pt x="99397" y="86493"/>
                </a:lnTo>
                <a:lnTo>
                  <a:pt x="99303" y="86786"/>
                </a:lnTo>
                <a:lnTo>
                  <a:pt x="99204" y="87058"/>
                </a:lnTo>
                <a:lnTo>
                  <a:pt x="99100" y="87310"/>
                </a:lnTo>
                <a:lnTo>
                  <a:pt x="98991" y="87541"/>
                </a:lnTo>
                <a:lnTo>
                  <a:pt x="98877" y="87752"/>
                </a:lnTo>
                <a:lnTo>
                  <a:pt x="98758" y="87942"/>
                </a:lnTo>
                <a:lnTo>
                  <a:pt x="98537" y="88260"/>
                </a:lnTo>
                <a:lnTo>
                  <a:pt x="98304" y="88565"/>
                </a:lnTo>
                <a:lnTo>
                  <a:pt x="98060" y="88856"/>
                </a:lnTo>
                <a:lnTo>
                  <a:pt x="97804" y="89134"/>
                </a:lnTo>
                <a:lnTo>
                  <a:pt x="97536" y="89398"/>
                </a:lnTo>
                <a:lnTo>
                  <a:pt x="97256" y="89648"/>
                </a:lnTo>
                <a:lnTo>
                  <a:pt x="96964" y="89885"/>
                </a:lnTo>
                <a:lnTo>
                  <a:pt x="96661" y="90108"/>
                </a:lnTo>
                <a:lnTo>
                  <a:pt x="96346" y="90318"/>
                </a:lnTo>
                <a:lnTo>
                  <a:pt x="96018" y="90515"/>
                </a:lnTo>
                <a:lnTo>
                  <a:pt x="95679" y="90697"/>
                </a:lnTo>
                <a:lnTo>
                  <a:pt x="95328" y="90867"/>
                </a:lnTo>
                <a:lnTo>
                  <a:pt x="94966" y="91022"/>
                </a:lnTo>
                <a:lnTo>
                  <a:pt x="94591" y="91164"/>
                </a:lnTo>
                <a:lnTo>
                  <a:pt x="94204" y="91293"/>
                </a:lnTo>
                <a:lnTo>
                  <a:pt x="93806" y="91408"/>
                </a:lnTo>
                <a:lnTo>
                  <a:pt x="93396" y="91510"/>
                </a:lnTo>
                <a:lnTo>
                  <a:pt x="92974" y="91598"/>
                </a:lnTo>
                <a:lnTo>
                  <a:pt x="92540" y="91672"/>
                </a:lnTo>
                <a:lnTo>
                  <a:pt x="92094" y="91733"/>
                </a:lnTo>
                <a:lnTo>
                  <a:pt x="91637" y="91780"/>
                </a:lnTo>
                <a:lnTo>
                  <a:pt x="91167" y="91814"/>
                </a:lnTo>
                <a:lnTo>
                  <a:pt x="90686" y="91835"/>
                </a:lnTo>
                <a:lnTo>
                  <a:pt x="90193" y="91841"/>
                </a:lnTo>
                <a:lnTo>
                  <a:pt x="86642" y="91841"/>
                </a:lnTo>
                <a:lnTo>
                  <a:pt x="86642" y="94418"/>
                </a:lnTo>
                <a:lnTo>
                  <a:pt x="127097" y="94418"/>
                </a:lnTo>
                <a:lnTo>
                  <a:pt x="127097" y="91841"/>
                </a:lnTo>
                <a:lnTo>
                  <a:pt x="123406" y="91841"/>
                </a:lnTo>
                <a:lnTo>
                  <a:pt x="122970" y="91836"/>
                </a:lnTo>
                <a:lnTo>
                  <a:pt x="122543" y="91820"/>
                </a:lnTo>
                <a:lnTo>
                  <a:pt x="122125" y="91793"/>
                </a:lnTo>
                <a:lnTo>
                  <a:pt x="121716" y="91756"/>
                </a:lnTo>
                <a:lnTo>
                  <a:pt x="121316" y="91708"/>
                </a:lnTo>
                <a:lnTo>
                  <a:pt x="120926" y="91649"/>
                </a:lnTo>
                <a:lnTo>
                  <a:pt x="120545" y="91580"/>
                </a:lnTo>
                <a:lnTo>
                  <a:pt x="120173" y="91500"/>
                </a:lnTo>
                <a:lnTo>
                  <a:pt x="119810" y="91409"/>
                </a:lnTo>
                <a:lnTo>
                  <a:pt x="119456" y="91308"/>
                </a:lnTo>
                <a:lnTo>
                  <a:pt x="119111" y="91195"/>
                </a:lnTo>
                <a:lnTo>
                  <a:pt x="118776" y="91073"/>
                </a:lnTo>
                <a:lnTo>
                  <a:pt x="118450" y="90939"/>
                </a:lnTo>
                <a:lnTo>
                  <a:pt x="118133" y="90795"/>
                </a:lnTo>
                <a:lnTo>
                  <a:pt x="117825" y="90640"/>
                </a:lnTo>
                <a:lnTo>
                  <a:pt x="117527" y="90475"/>
                </a:lnTo>
                <a:lnTo>
                  <a:pt x="117237" y="90299"/>
                </a:lnTo>
                <a:lnTo>
                  <a:pt x="116957" y="90112"/>
                </a:lnTo>
                <a:lnTo>
                  <a:pt x="116686" y="89914"/>
                </a:lnTo>
                <a:lnTo>
                  <a:pt x="116424" y="89706"/>
                </a:lnTo>
                <a:lnTo>
                  <a:pt x="116171" y="89487"/>
                </a:lnTo>
                <a:lnTo>
                  <a:pt x="115928" y="89258"/>
                </a:lnTo>
                <a:lnTo>
                  <a:pt x="115694" y="89018"/>
                </a:lnTo>
                <a:lnTo>
                  <a:pt x="115469" y="88767"/>
                </a:lnTo>
                <a:lnTo>
                  <a:pt x="115310" y="88575"/>
                </a:lnTo>
                <a:lnTo>
                  <a:pt x="115157" y="88359"/>
                </a:lnTo>
                <a:lnTo>
                  <a:pt x="115012" y="88120"/>
                </a:lnTo>
                <a:lnTo>
                  <a:pt x="114873" y="87857"/>
                </a:lnTo>
                <a:lnTo>
                  <a:pt x="114741" y="87570"/>
                </a:lnTo>
                <a:lnTo>
                  <a:pt x="114616" y="87261"/>
                </a:lnTo>
                <a:lnTo>
                  <a:pt x="114497" y="86927"/>
                </a:lnTo>
                <a:lnTo>
                  <a:pt x="114386" y="86570"/>
                </a:lnTo>
                <a:lnTo>
                  <a:pt x="114281" y="86190"/>
                </a:lnTo>
                <a:lnTo>
                  <a:pt x="114182" y="85786"/>
                </a:lnTo>
                <a:lnTo>
                  <a:pt x="114091" y="85358"/>
                </a:lnTo>
                <a:lnTo>
                  <a:pt x="114006" y="84907"/>
                </a:lnTo>
                <a:lnTo>
                  <a:pt x="113929" y="84433"/>
                </a:lnTo>
                <a:lnTo>
                  <a:pt x="113858" y="83934"/>
                </a:lnTo>
                <a:lnTo>
                  <a:pt x="113793" y="83413"/>
                </a:lnTo>
                <a:lnTo>
                  <a:pt x="113736" y="82868"/>
                </a:lnTo>
                <a:lnTo>
                  <a:pt x="113685" y="82299"/>
                </a:lnTo>
                <a:lnTo>
                  <a:pt x="113641" y="81707"/>
                </a:lnTo>
                <a:lnTo>
                  <a:pt x="113604" y="81091"/>
                </a:lnTo>
                <a:lnTo>
                  <a:pt x="113573" y="80451"/>
                </a:lnTo>
                <a:lnTo>
                  <a:pt x="113549" y="79789"/>
                </a:lnTo>
                <a:lnTo>
                  <a:pt x="113533" y="79102"/>
                </a:lnTo>
                <a:lnTo>
                  <a:pt x="113522" y="78392"/>
                </a:lnTo>
                <a:lnTo>
                  <a:pt x="113519" y="77659"/>
                </a:lnTo>
                <a:lnTo>
                  <a:pt x="113519" y="50133"/>
                </a:lnTo>
                <a:lnTo>
                  <a:pt x="113612" y="50139"/>
                </a:lnTo>
                <a:lnTo>
                  <a:pt x="113704" y="50145"/>
                </a:lnTo>
                <a:lnTo>
                  <a:pt x="113796" y="50150"/>
                </a:lnTo>
                <a:lnTo>
                  <a:pt x="113888" y="50156"/>
                </a:lnTo>
                <a:lnTo>
                  <a:pt x="113980" y="50161"/>
                </a:lnTo>
                <a:lnTo>
                  <a:pt x="114072" y="50166"/>
                </a:lnTo>
                <a:lnTo>
                  <a:pt x="114163" y="50171"/>
                </a:lnTo>
                <a:lnTo>
                  <a:pt x="114254" y="50176"/>
                </a:lnTo>
                <a:lnTo>
                  <a:pt x="114345" y="50181"/>
                </a:lnTo>
                <a:lnTo>
                  <a:pt x="114435" y="50185"/>
                </a:lnTo>
                <a:lnTo>
                  <a:pt x="114526" y="50190"/>
                </a:lnTo>
                <a:lnTo>
                  <a:pt x="114616" y="50194"/>
                </a:lnTo>
                <a:lnTo>
                  <a:pt x="114706" y="50198"/>
                </a:lnTo>
                <a:lnTo>
                  <a:pt x="114795" y="50203"/>
                </a:lnTo>
                <a:lnTo>
                  <a:pt x="114884" y="50207"/>
                </a:lnTo>
                <a:lnTo>
                  <a:pt x="114974" y="50211"/>
                </a:lnTo>
                <a:lnTo>
                  <a:pt x="115062" y="50214"/>
                </a:lnTo>
                <a:lnTo>
                  <a:pt x="115151" y="50218"/>
                </a:lnTo>
                <a:lnTo>
                  <a:pt x="115239" y="50222"/>
                </a:lnTo>
                <a:lnTo>
                  <a:pt x="115327" y="50225"/>
                </a:lnTo>
                <a:lnTo>
                  <a:pt x="115415" y="50228"/>
                </a:lnTo>
                <a:lnTo>
                  <a:pt x="115503" y="50232"/>
                </a:lnTo>
                <a:lnTo>
                  <a:pt x="115590" y="50235"/>
                </a:lnTo>
                <a:lnTo>
                  <a:pt x="115678" y="50238"/>
                </a:lnTo>
                <a:lnTo>
                  <a:pt x="115764" y="50241"/>
                </a:lnTo>
                <a:lnTo>
                  <a:pt x="115851" y="50243"/>
                </a:lnTo>
                <a:lnTo>
                  <a:pt x="115936" y="50246"/>
                </a:lnTo>
                <a:lnTo>
                  <a:pt x="116022" y="50248"/>
                </a:lnTo>
                <a:lnTo>
                  <a:pt x="116107" y="50251"/>
                </a:lnTo>
                <a:lnTo>
                  <a:pt x="116191" y="50253"/>
                </a:lnTo>
                <a:lnTo>
                  <a:pt x="116275" y="50255"/>
                </a:lnTo>
                <a:lnTo>
                  <a:pt x="116358" y="50257"/>
                </a:lnTo>
                <a:lnTo>
                  <a:pt x="116441" y="50259"/>
                </a:lnTo>
                <a:lnTo>
                  <a:pt x="116524" y="50261"/>
                </a:lnTo>
                <a:lnTo>
                  <a:pt x="116606" y="50262"/>
                </a:lnTo>
                <a:lnTo>
                  <a:pt x="116687" y="50264"/>
                </a:lnTo>
                <a:lnTo>
                  <a:pt x="116768" y="50265"/>
                </a:lnTo>
                <a:lnTo>
                  <a:pt x="116849" y="50266"/>
                </a:lnTo>
                <a:lnTo>
                  <a:pt x="116929" y="50268"/>
                </a:lnTo>
                <a:lnTo>
                  <a:pt x="117008" y="50269"/>
                </a:lnTo>
                <a:lnTo>
                  <a:pt x="117087" y="50270"/>
                </a:lnTo>
                <a:lnTo>
                  <a:pt x="117166" y="50270"/>
                </a:lnTo>
                <a:lnTo>
                  <a:pt x="117244" y="50271"/>
                </a:lnTo>
                <a:lnTo>
                  <a:pt x="117322" y="50272"/>
                </a:lnTo>
                <a:lnTo>
                  <a:pt x="117399" y="50272"/>
                </a:lnTo>
                <a:lnTo>
                  <a:pt x="117475" y="50272"/>
                </a:lnTo>
                <a:lnTo>
                  <a:pt x="117551" y="50272"/>
                </a:lnTo>
                <a:lnTo>
                  <a:pt x="117627" y="50273"/>
                </a:lnTo>
                <a:lnTo>
                  <a:pt x="117815" y="50272"/>
                </a:lnTo>
                <a:lnTo>
                  <a:pt x="118008" y="50272"/>
                </a:lnTo>
                <a:lnTo>
                  <a:pt x="118205" y="50270"/>
                </a:lnTo>
                <a:lnTo>
                  <a:pt x="118407" y="50269"/>
                </a:lnTo>
                <a:lnTo>
                  <a:pt x="118613" y="50266"/>
                </a:lnTo>
                <a:lnTo>
                  <a:pt x="118824" y="50264"/>
                </a:lnTo>
                <a:lnTo>
                  <a:pt x="119039" y="50261"/>
                </a:lnTo>
                <a:lnTo>
                  <a:pt x="119260" y="50257"/>
                </a:lnTo>
                <a:lnTo>
                  <a:pt x="119484" y="50253"/>
                </a:lnTo>
                <a:lnTo>
                  <a:pt x="119714" y="50248"/>
                </a:lnTo>
                <a:lnTo>
                  <a:pt x="119948" y="50243"/>
                </a:lnTo>
                <a:lnTo>
                  <a:pt x="120186" y="50238"/>
                </a:lnTo>
                <a:lnTo>
                  <a:pt x="120429" y="50232"/>
                </a:lnTo>
                <a:lnTo>
                  <a:pt x="120677" y="50225"/>
                </a:lnTo>
                <a:lnTo>
                  <a:pt x="120929" y="50218"/>
                </a:lnTo>
                <a:lnTo>
                  <a:pt x="121186" y="50211"/>
                </a:lnTo>
                <a:lnTo>
                  <a:pt x="121447" y="50203"/>
                </a:lnTo>
                <a:lnTo>
                  <a:pt x="121714" y="50194"/>
                </a:lnTo>
                <a:lnTo>
                  <a:pt x="121984" y="50185"/>
                </a:lnTo>
                <a:lnTo>
                  <a:pt x="122259" y="50176"/>
                </a:lnTo>
                <a:lnTo>
                  <a:pt x="122539" y="50166"/>
                </a:lnTo>
                <a:lnTo>
                  <a:pt x="122824" y="50156"/>
                </a:lnTo>
                <a:lnTo>
                  <a:pt x="123113" y="50145"/>
                </a:lnTo>
                <a:lnTo>
                  <a:pt x="123406" y="50133"/>
                </a:lnTo>
                <a:lnTo>
                  <a:pt x="155366" y="94418"/>
                </a:lnTo>
                <a:lnTo>
                  <a:pt x="180572" y="94418"/>
                </a:lnTo>
                <a:lnTo>
                  <a:pt x="180572" y="91841"/>
                </a:lnTo>
                <a:lnTo>
                  <a:pt x="179933" y="91768"/>
                </a:lnTo>
                <a:lnTo>
                  <a:pt x="179304" y="91686"/>
                </a:lnTo>
                <a:lnTo>
                  <a:pt x="178686" y="91597"/>
                </a:lnTo>
                <a:close/>
                <a:moveTo>
                  <a:pt x="115198" y="6305"/>
                </a:moveTo>
                <a:lnTo>
                  <a:pt x="115737" y="6211"/>
                </a:lnTo>
                <a:lnTo>
                  <a:pt x="116267" y="6121"/>
                </a:lnTo>
                <a:lnTo>
                  <a:pt x="116787" y="6036"/>
                </a:lnTo>
                <a:lnTo>
                  <a:pt x="117297" y="5956"/>
                </a:lnTo>
                <a:lnTo>
                  <a:pt x="117797" y="5880"/>
                </a:lnTo>
                <a:lnTo>
                  <a:pt x="118288" y="5809"/>
                </a:lnTo>
                <a:lnTo>
                  <a:pt x="118768" y="5742"/>
                </a:lnTo>
                <a:lnTo>
                  <a:pt x="119238" y="5680"/>
                </a:lnTo>
                <a:lnTo>
                  <a:pt x="119699" y="5623"/>
                </a:lnTo>
                <a:lnTo>
                  <a:pt x="120149" y="5570"/>
                </a:lnTo>
                <a:lnTo>
                  <a:pt x="120590" y="5522"/>
                </a:lnTo>
                <a:lnTo>
                  <a:pt x="121021" y="5478"/>
                </a:lnTo>
                <a:lnTo>
                  <a:pt x="121441" y="5439"/>
                </a:lnTo>
                <a:lnTo>
                  <a:pt x="121852" y="5404"/>
                </a:lnTo>
                <a:lnTo>
                  <a:pt x="122253" y="5375"/>
                </a:lnTo>
                <a:lnTo>
                  <a:pt x="122644" y="5349"/>
                </a:lnTo>
                <a:lnTo>
                  <a:pt x="123025" y="5329"/>
                </a:lnTo>
                <a:lnTo>
                  <a:pt x="123397" y="5313"/>
                </a:lnTo>
                <a:lnTo>
                  <a:pt x="123758" y="5301"/>
                </a:lnTo>
                <a:lnTo>
                  <a:pt x="124109" y="5294"/>
                </a:lnTo>
                <a:lnTo>
                  <a:pt x="124451" y="5292"/>
                </a:lnTo>
                <a:lnTo>
                  <a:pt x="125205" y="5301"/>
                </a:lnTo>
                <a:lnTo>
                  <a:pt x="125946" y="5330"/>
                </a:lnTo>
                <a:lnTo>
                  <a:pt x="126675" y="5378"/>
                </a:lnTo>
                <a:lnTo>
                  <a:pt x="127392" y="5446"/>
                </a:lnTo>
                <a:lnTo>
                  <a:pt x="128096" y="5532"/>
                </a:lnTo>
                <a:lnTo>
                  <a:pt x="128787" y="5638"/>
                </a:lnTo>
                <a:lnTo>
                  <a:pt x="129467" y="5763"/>
                </a:lnTo>
                <a:lnTo>
                  <a:pt x="130133" y="5907"/>
                </a:lnTo>
                <a:lnTo>
                  <a:pt x="130788" y="6070"/>
                </a:lnTo>
                <a:lnTo>
                  <a:pt x="131430" y="6253"/>
                </a:lnTo>
                <a:lnTo>
                  <a:pt x="132059" y="6455"/>
                </a:lnTo>
                <a:lnTo>
                  <a:pt x="132676" y="6676"/>
                </a:lnTo>
                <a:lnTo>
                  <a:pt x="133280" y="6916"/>
                </a:lnTo>
                <a:lnTo>
                  <a:pt x="133872" y="7175"/>
                </a:lnTo>
                <a:lnTo>
                  <a:pt x="134452" y="7454"/>
                </a:lnTo>
                <a:lnTo>
                  <a:pt x="135019" y="7752"/>
                </a:lnTo>
                <a:lnTo>
                  <a:pt x="135574" y="8069"/>
                </a:lnTo>
                <a:lnTo>
                  <a:pt x="136116" y="8406"/>
                </a:lnTo>
                <a:lnTo>
                  <a:pt x="136646" y="8761"/>
                </a:lnTo>
                <a:lnTo>
                  <a:pt x="137163" y="9136"/>
                </a:lnTo>
                <a:lnTo>
                  <a:pt x="137668" y="9530"/>
                </a:lnTo>
                <a:lnTo>
                  <a:pt x="138160" y="9943"/>
                </a:lnTo>
                <a:lnTo>
                  <a:pt x="138640" y="10376"/>
                </a:lnTo>
                <a:lnTo>
                  <a:pt x="139108" y="10827"/>
                </a:lnTo>
                <a:lnTo>
                  <a:pt x="139560" y="11294"/>
                </a:lnTo>
                <a:lnTo>
                  <a:pt x="139992" y="11773"/>
                </a:lnTo>
                <a:lnTo>
                  <a:pt x="140405" y="12263"/>
                </a:lnTo>
                <a:lnTo>
                  <a:pt x="140799" y="12764"/>
                </a:lnTo>
                <a:lnTo>
                  <a:pt x="141174" y="13277"/>
                </a:lnTo>
                <a:lnTo>
                  <a:pt x="141530" y="13802"/>
                </a:lnTo>
                <a:lnTo>
                  <a:pt x="141866" y="14338"/>
                </a:lnTo>
                <a:lnTo>
                  <a:pt x="142183" y="14885"/>
                </a:lnTo>
                <a:lnTo>
                  <a:pt x="142481" y="15444"/>
                </a:lnTo>
                <a:lnTo>
                  <a:pt x="142760" y="16015"/>
                </a:lnTo>
                <a:lnTo>
                  <a:pt x="143019" y="16596"/>
                </a:lnTo>
                <a:lnTo>
                  <a:pt x="143260" y="17190"/>
                </a:lnTo>
                <a:lnTo>
                  <a:pt x="143481" y="17795"/>
                </a:lnTo>
                <a:lnTo>
                  <a:pt x="143682" y="18411"/>
                </a:lnTo>
                <a:lnTo>
                  <a:pt x="143865" y="19039"/>
                </a:lnTo>
                <a:lnTo>
                  <a:pt x="144028" y="19678"/>
                </a:lnTo>
                <a:lnTo>
                  <a:pt x="144173" y="20329"/>
                </a:lnTo>
                <a:lnTo>
                  <a:pt x="144297" y="20991"/>
                </a:lnTo>
                <a:lnTo>
                  <a:pt x="144403" y="21665"/>
                </a:lnTo>
                <a:lnTo>
                  <a:pt x="144490" y="22350"/>
                </a:lnTo>
                <a:lnTo>
                  <a:pt x="144557" y="23047"/>
                </a:lnTo>
                <a:lnTo>
                  <a:pt x="144605" y="23755"/>
                </a:lnTo>
                <a:lnTo>
                  <a:pt x="144634" y="24475"/>
                </a:lnTo>
                <a:lnTo>
                  <a:pt x="144643" y="25206"/>
                </a:lnTo>
                <a:lnTo>
                  <a:pt x="144632" y="25955"/>
                </a:lnTo>
                <a:lnTo>
                  <a:pt x="144596" y="26692"/>
                </a:lnTo>
                <a:lnTo>
                  <a:pt x="144536" y="27419"/>
                </a:lnTo>
                <a:lnTo>
                  <a:pt x="144453" y="28134"/>
                </a:lnTo>
                <a:lnTo>
                  <a:pt x="144346" y="28838"/>
                </a:lnTo>
                <a:lnTo>
                  <a:pt x="144215" y="29532"/>
                </a:lnTo>
                <a:lnTo>
                  <a:pt x="144060" y="30214"/>
                </a:lnTo>
                <a:lnTo>
                  <a:pt x="143881" y="30885"/>
                </a:lnTo>
                <a:lnTo>
                  <a:pt x="143679" y="31544"/>
                </a:lnTo>
                <a:lnTo>
                  <a:pt x="143453" y="32193"/>
                </a:lnTo>
                <a:lnTo>
                  <a:pt x="143203" y="32831"/>
                </a:lnTo>
                <a:lnTo>
                  <a:pt x="142929" y="33457"/>
                </a:lnTo>
                <a:lnTo>
                  <a:pt x="142631" y="34072"/>
                </a:lnTo>
                <a:lnTo>
                  <a:pt x="142310" y="34676"/>
                </a:lnTo>
                <a:lnTo>
                  <a:pt x="141964" y="35270"/>
                </a:lnTo>
                <a:lnTo>
                  <a:pt x="141595" y="35851"/>
                </a:lnTo>
                <a:lnTo>
                  <a:pt x="141202" y="36422"/>
                </a:lnTo>
                <a:lnTo>
                  <a:pt x="140786" y="36982"/>
                </a:lnTo>
                <a:lnTo>
                  <a:pt x="140345" y="37531"/>
                </a:lnTo>
                <a:lnTo>
                  <a:pt x="139881" y="38068"/>
                </a:lnTo>
                <a:lnTo>
                  <a:pt x="139392" y="38594"/>
                </a:lnTo>
                <a:lnTo>
                  <a:pt x="138880" y="39110"/>
                </a:lnTo>
                <a:lnTo>
                  <a:pt x="138345" y="39614"/>
                </a:lnTo>
                <a:lnTo>
                  <a:pt x="137785" y="40107"/>
                </a:lnTo>
                <a:lnTo>
                  <a:pt x="137202" y="40584"/>
                </a:lnTo>
                <a:lnTo>
                  <a:pt x="136596" y="41041"/>
                </a:lnTo>
                <a:lnTo>
                  <a:pt x="135966" y="41477"/>
                </a:lnTo>
                <a:lnTo>
                  <a:pt x="135314" y="41894"/>
                </a:lnTo>
                <a:lnTo>
                  <a:pt x="134639" y="42290"/>
                </a:lnTo>
                <a:lnTo>
                  <a:pt x="133940" y="42665"/>
                </a:lnTo>
                <a:lnTo>
                  <a:pt x="133218" y="43021"/>
                </a:lnTo>
                <a:lnTo>
                  <a:pt x="132474" y="43356"/>
                </a:lnTo>
                <a:lnTo>
                  <a:pt x="131706" y="43671"/>
                </a:lnTo>
                <a:lnTo>
                  <a:pt x="130915" y="43965"/>
                </a:lnTo>
                <a:lnTo>
                  <a:pt x="130101" y="44239"/>
                </a:lnTo>
                <a:lnTo>
                  <a:pt x="129264" y="44493"/>
                </a:lnTo>
                <a:lnTo>
                  <a:pt x="128404" y="44727"/>
                </a:lnTo>
                <a:lnTo>
                  <a:pt x="127521" y="44940"/>
                </a:lnTo>
                <a:lnTo>
                  <a:pt x="126614" y="45133"/>
                </a:lnTo>
                <a:lnTo>
                  <a:pt x="125685" y="45306"/>
                </a:lnTo>
                <a:lnTo>
                  <a:pt x="124732" y="45458"/>
                </a:lnTo>
                <a:lnTo>
                  <a:pt x="123757" y="45590"/>
                </a:lnTo>
                <a:lnTo>
                  <a:pt x="122758" y="45702"/>
                </a:lnTo>
                <a:lnTo>
                  <a:pt x="121736" y="45793"/>
                </a:lnTo>
                <a:lnTo>
                  <a:pt x="120691" y="45864"/>
                </a:lnTo>
                <a:lnTo>
                  <a:pt x="119623" y="45915"/>
                </a:lnTo>
                <a:lnTo>
                  <a:pt x="118532" y="45945"/>
                </a:lnTo>
                <a:lnTo>
                  <a:pt x="117418" y="45955"/>
                </a:lnTo>
                <a:lnTo>
                  <a:pt x="117365" y="45955"/>
                </a:lnTo>
                <a:lnTo>
                  <a:pt x="117311" y="45955"/>
                </a:lnTo>
                <a:lnTo>
                  <a:pt x="117256" y="45955"/>
                </a:lnTo>
                <a:lnTo>
                  <a:pt x="117200" y="45955"/>
                </a:lnTo>
                <a:lnTo>
                  <a:pt x="117142" y="45954"/>
                </a:lnTo>
                <a:lnTo>
                  <a:pt x="117083" y="45953"/>
                </a:lnTo>
                <a:lnTo>
                  <a:pt x="117023" y="45953"/>
                </a:lnTo>
                <a:lnTo>
                  <a:pt x="116962" y="45952"/>
                </a:lnTo>
                <a:lnTo>
                  <a:pt x="116899" y="45951"/>
                </a:lnTo>
                <a:lnTo>
                  <a:pt x="116836" y="45949"/>
                </a:lnTo>
                <a:lnTo>
                  <a:pt x="116771" y="45948"/>
                </a:lnTo>
                <a:lnTo>
                  <a:pt x="116705" y="45947"/>
                </a:lnTo>
                <a:lnTo>
                  <a:pt x="116637" y="45945"/>
                </a:lnTo>
                <a:lnTo>
                  <a:pt x="116569" y="45944"/>
                </a:lnTo>
                <a:lnTo>
                  <a:pt x="116499" y="45942"/>
                </a:lnTo>
                <a:lnTo>
                  <a:pt x="116428" y="45940"/>
                </a:lnTo>
                <a:lnTo>
                  <a:pt x="116356" y="45938"/>
                </a:lnTo>
                <a:lnTo>
                  <a:pt x="116282" y="45936"/>
                </a:lnTo>
                <a:lnTo>
                  <a:pt x="116208" y="45934"/>
                </a:lnTo>
                <a:lnTo>
                  <a:pt x="116132" y="45931"/>
                </a:lnTo>
                <a:lnTo>
                  <a:pt x="116055" y="45929"/>
                </a:lnTo>
                <a:lnTo>
                  <a:pt x="115977" y="45926"/>
                </a:lnTo>
                <a:lnTo>
                  <a:pt x="115897" y="45924"/>
                </a:lnTo>
                <a:lnTo>
                  <a:pt x="115817" y="45921"/>
                </a:lnTo>
                <a:lnTo>
                  <a:pt x="115735" y="45918"/>
                </a:lnTo>
                <a:lnTo>
                  <a:pt x="115652" y="45915"/>
                </a:lnTo>
                <a:lnTo>
                  <a:pt x="115568" y="45913"/>
                </a:lnTo>
                <a:lnTo>
                  <a:pt x="115482" y="45910"/>
                </a:lnTo>
                <a:lnTo>
                  <a:pt x="115396" y="45908"/>
                </a:lnTo>
                <a:lnTo>
                  <a:pt x="115308" y="45905"/>
                </a:lnTo>
                <a:lnTo>
                  <a:pt x="115219" y="45903"/>
                </a:lnTo>
                <a:lnTo>
                  <a:pt x="115128" y="45901"/>
                </a:lnTo>
                <a:lnTo>
                  <a:pt x="115037" y="45899"/>
                </a:lnTo>
                <a:lnTo>
                  <a:pt x="114944" y="45898"/>
                </a:lnTo>
                <a:lnTo>
                  <a:pt x="114850" y="45896"/>
                </a:lnTo>
                <a:lnTo>
                  <a:pt x="114755" y="45895"/>
                </a:lnTo>
                <a:lnTo>
                  <a:pt x="114659" y="45893"/>
                </a:lnTo>
                <a:lnTo>
                  <a:pt x="114561" y="45892"/>
                </a:lnTo>
                <a:lnTo>
                  <a:pt x="114462" y="45891"/>
                </a:lnTo>
                <a:lnTo>
                  <a:pt x="114362" y="45890"/>
                </a:lnTo>
                <a:lnTo>
                  <a:pt x="114261" y="45889"/>
                </a:lnTo>
                <a:lnTo>
                  <a:pt x="114159" y="45888"/>
                </a:lnTo>
                <a:lnTo>
                  <a:pt x="114055" y="45887"/>
                </a:lnTo>
                <a:lnTo>
                  <a:pt x="113950" y="45887"/>
                </a:lnTo>
                <a:lnTo>
                  <a:pt x="113844" y="45886"/>
                </a:lnTo>
                <a:lnTo>
                  <a:pt x="113737" y="45886"/>
                </a:lnTo>
                <a:lnTo>
                  <a:pt x="113629" y="45886"/>
                </a:lnTo>
                <a:lnTo>
                  <a:pt x="113519" y="45886"/>
                </a:lnTo>
                <a:lnTo>
                  <a:pt x="113519" y="6615"/>
                </a:lnTo>
                <a:lnTo>
                  <a:pt x="114089" y="6507"/>
                </a:lnTo>
                <a:lnTo>
                  <a:pt x="114648" y="6403"/>
                </a:lnTo>
                <a:lnTo>
                  <a:pt x="115198" y="6305"/>
                </a:lnTo>
                <a:close/>
                <a:moveTo>
                  <a:pt x="273801" y="91597"/>
                </a:moveTo>
                <a:lnTo>
                  <a:pt x="273192" y="91500"/>
                </a:lnTo>
                <a:lnTo>
                  <a:pt x="272594" y="91395"/>
                </a:lnTo>
                <a:lnTo>
                  <a:pt x="272005" y="91283"/>
                </a:lnTo>
                <a:lnTo>
                  <a:pt x="271427" y="91163"/>
                </a:lnTo>
                <a:lnTo>
                  <a:pt x="270859" y="91035"/>
                </a:lnTo>
                <a:lnTo>
                  <a:pt x="270302" y="90899"/>
                </a:lnTo>
                <a:lnTo>
                  <a:pt x="269754" y="90755"/>
                </a:lnTo>
                <a:lnTo>
                  <a:pt x="269217" y="90604"/>
                </a:lnTo>
                <a:lnTo>
                  <a:pt x="268689" y="90445"/>
                </a:lnTo>
                <a:lnTo>
                  <a:pt x="268172" y="90278"/>
                </a:lnTo>
                <a:lnTo>
                  <a:pt x="267665" y="90104"/>
                </a:lnTo>
                <a:lnTo>
                  <a:pt x="267168" y="89921"/>
                </a:lnTo>
                <a:lnTo>
                  <a:pt x="266682" y="89731"/>
                </a:lnTo>
                <a:lnTo>
                  <a:pt x="266205" y="89533"/>
                </a:lnTo>
                <a:lnTo>
                  <a:pt x="265739" y="89328"/>
                </a:lnTo>
                <a:lnTo>
                  <a:pt x="265282" y="89114"/>
                </a:lnTo>
                <a:lnTo>
                  <a:pt x="264836" y="88893"/>
                </a:lnTo>
                <a:lnTo>
                  <a:pt x="264401" y="88664"/>
                </a:lnTo>
                <a:lnTo>
                  <a:pt x="263975" y="88428"/>
                </a:lnTo>
                <a:lnTo>
                  <a:pt x="263559" y="88183"/>
                </a:lnTo>
                <a:lnTo>
                  <a:pt x="263154" y="87931"/>
                </a:lnTo>
                <a:lnTo>
                  <a:pt x="262750" y="87664"/>
                </a:lnTo>
                <a:lnTo>
                  <a:pt x="262340" y="87375"/>
                </a:lnTo>
                <a:lnTo>
                  <a:pt x="261923" y="87064"/>
                </a:lnTo>
                <a:lnTo>
                  <a:pt x="261500" y="86732"/>
                </a:lnTo>
                <a:lnTo>
                  <a:pt x="261070" y="86377"/>
                </a:lnTo>
                <a:lnTo>
                  <a:pt x="260634" y="86001"/>
                </a:lnTo>
                <a:lnTo>
                  <a:pt x="260191" y="85603"/>
                </a:lnTo>
                <a:lnTo>
                  <a:pt x="259742" y="85183"/>
                </a:lnTo>
                <a:lnTo>
                  <a:pt x="259286" y="84741"/>
                </a:lnTo>
                <a:lnTo>
                  <a:pt x="258824" y="84278"/>
                </a:lnTo>
                <a:lnTo>
                  <a:pt x="258355" y="83792"/>
                </a:lnTo>
                <a:lnTo>
                  <a:pt x="257879" y="83285"/>
                </a:lnTo>
                <a:lnTo>
                  <a:pt x="257397" y="82756"/>
                </a:lnTo>
                <a:lnTo>
                  <a:pt x="256909" y="82205"/>
                </a:lnTo>
                <a:lnTo>
                  <a:pt x="256414" y="81632"/>
                </a:lnTo>
                <a:lnTo>
                  <a:pt x="255912" y="81038"/>
                </a:lnTo>
                <a:lnTo>
                  <a:pt x="255404" y="80422"/>
                </a:lnTo>
                <a:lnTo>
                  <a:pt x="254890" y="79783"/>
                </a:lnTo>
                <a:lnTo>
                  <a:pt x="254368" y="79123"/>
                </a:lnTo>
                <a:lnTo>
                  <a:pt x="253841" y="78441"/>
                </a:lnTo>
                <a:lnTo>
                  <a:pt x="253307" y="77738"/>
                </a:lnTo>
                <a:lnTo>
                  <a:pt x="252766" y="77012"/>
                </a:lnTo>
                <a:lnTo>
                  <a:pt x="252219" y="76265"/>
                </a:lnTo>
                <a:lnTo>
                  <a:pt x="251665" y="75496"/>
                </a:lnTo>
                <a:lnTo>
                  <a:pt x="232169" y="48323"/>
                </a:lnTo>
                <a:lnTo>
                  <a:pt x="233150" y="48096"/>
                </a:lnTo>
                <a:lnTo>
                  <a:pt x="234110" y="47857"/>
                </a:lnTo>
                <a:lnTo>
                  <a:pt x="235048" y="47605"/>
                </a:lnTo>
                <a:lnTo>
                  <a:pt x="235964" y="47339"/>
                </a:lnTo>
                <a:lnTo>
                  <a:pt x="236859" y="47061"/>
                </a:lnTo>
                <a:lnTo>
                  <a:pt x="237732" y="46769"/>
                </a:lnTo>
                <a:lnTo>
                  <a:pt x="238584" y="46465"/>
                </a:lnTo>
                <a:lnTo>
                  <a:pt x="239414" y="46147"/>
                </a:lnTo>
                <a:lnTo>
                  <a:pt x="240222" y="45816"/>
                </a:lnTo>
                <a:lnTo>
                  <a:pt x="241009" y="45473"/>
                </a:lnTo>
                <a:lnTo>
                  <a:pt x="241774" y="45116"/>
                </a:lnTo>
                <a:lnTo>
                  <a:pt x="242517" y="44747"/>
                </a:lnTo>
                <a:lnTo>
                  <a:pt x="243239" y="44364"/>
                </a:lnTo>
                <a:lnTo>
                  <a:pt x="243939" y="43969"/>
                </a:lnTo>
                <a:lnTo>
                  <a:pt x="244618" y="43560"/>
                </a:lnTo>
                <a:lnTo>
                  <a:pt x="245274" y="43138"/>
                </a:lnTo>
                <a:lnTo>
                  <a:pt x="245910" y="42704"/>
                </a:lnTo>
                <a:lnTo>
                  <a:pt x="246523" y="42256"/>
                </a:lnTo>
                <a:lnTo>
                  <a:pt x="247115" y="41796"/>
                </a:lnTo>
                <a:lnTo>
                  <a:pt x="247685" y="41322"/>
                </a:lnTo>
                <a:lnTo>
                  <a:pt x="248234" y="40835"/>
                </a:lnTo>
                <a:lnTo>
                  <a:pt x="248761" y="40336"/>
                </a:lnTo>
                <a:lnTo>
                  <a:pt x="249266" y="39823"/>
                </a:lnTo>
                <a:lnTo>
                  <a:pt x="249750" y="39297"/>
                </a:lnTo>
                <a:lnTo>
                  <a:pt x="250213" y="38761"/>
                </a:lnTo>
                <a:lnTo>
                  <a:pt x="250656" y="38217"/>
                </a:lnTo>
                <a:lnTo>
                  <a:pt x="251080" y="37664"/>
                </a:lnTo>
                <a:lnTo>
                  <a:pt x="251484" y="37104"/>
                </a:lnTo>
                <a:lnTo>
                  <a:pt x="251868" y="36536"/>
                </a:lnTo>
                <a:lnTo>
                  <a:pt x="252233" y="35960"/>
                </a:lnTo>
                <a:lnTo>
                  <a:pt x="252578" y="35376"/>
                </a:lnTo>
                <a:lnTo>
                  <a:pt x="252903" y="34784"/>
                </a:lnTo>
                <a:lnTo>
                  <a:pt x="253208" y="34184"/>
                </a:lnTo>
                <a:lnTo>
                  <a:pt x="253494" y="33576"/>
                </a:lnTo>
                <a:lnTo>
                  <a:pt x="253760" y="32960"/>
                </a:lnTo>
                <a:lnTo>
                  <a:pt x="254006" y="32336"/>
                </a:lnTo>
                <a:lnTo>
                  <a:pt x="254233" y="31705"/>
                </a:lnTo>
                <a:lnTo>
                  <a:pt x="254440" y="31065"/>
                </a:lnTo>
                <a:lnTo>
                  <a:pt x="254627" y="30417"/>
                </a:lnTo>
                <a:lnTo>
                  <a:pt x="254794" y="29762"/>
                </a:lnTo>
                <a:lnTo>
                  <a:pt x="254942" y="29098"/>
                </a:lnTo>
                <a:lnTo>
                  <a:pt x="255070" y="28427"/>
                </a:lnTo>
                <a:lnTo>
                  <a:pt x="255179" y="27747"/>
                </a:lnTo>
                <a:lnTo>
                  <a:pt x="255267" y="27060"/>
                </a:lnTo>
                <a:lnTo>
                  <a:pt x="255336" y="26365"/>
                </a:lnTo>
                <a:lnTo>
                  <a:pt x="255385" y="25661"/>
                </a:lnTo>
                <a:lnTo>
                  <a:pt x="255415" y="24950"/>
                </a:lnTo>
                <a:lnTo>
                  <a:pt x="255425" y="24231"/>
                </a:lnTo>
                <a:lnTo>
                  <a:pt x="255416" y="23558"/>
                </a:lnTo>
                <a:lnTo>
                  <a:pt x="255390" y="22893"/>
                </a:lnTo>
                <a:lnTo>
                  <a:pt x="255347" y="22236"/>
                </a:lnTo>
                <a:lnTo>
                  <a:pt x="255287" y="21586"/>
                </a:lnTo>
                <a:lnTo>
                  <a:pt x="255209" y="20945"/>
                </a:lnTo>
                <a:lnTo>
                  <a:pt x="255114" y="20311"/>
                </a:lnTo>
                <a:lnTo>
                  <a:pt x="255001" y="19685"/>
                </a:lnTo>
                <a:lnTo>
                  <a:pt x="254872" y="19067"/>
                </a:lnTo>
                <a:lnTo>
                  <a:pt x="254725" y="18456"/>
                </a:lnTo>
                <a:lnTo>
                  <a:pt x="254561" y="17854"/>
                </a:lnTo>
                <a:lnTo>
                  <a:pt x="254379" y="17259"/>
                </a:lnTo>
                <a:lnTo>
                  <a:pt x="254180" y="16672"/>
                </a:lnTo>
                <a:lnTo>
                  <a:pt x="253964" y="16094"/>
                </a:lnTo>
                <a:lnTo>
                  <a:pt x="253731" y="15522"/>
                </a:lnTo>
                <a:lnTo>
                  <a:pt x="253480" y="14959"/>
                </a:lnTo>
                <a:lnTo>
                  <a:pt x="253212" y="14404"/>
                </a:lnTo>
                <a:lnTo>
                  <a:pt x="252927" y="13856"/>
                </a:lnTo>
                <a:lnTo>
                  <a:pt x="252624" y="13316"/>
                </a:lnTo>
                <a:lnTo>
                  <a:pt x="252305" y="12784"/>
                </a:lnTo>
                <a:lnTo>
                  <a:pt x="251968" y="12260"/>
                </a:lnTo>
                <a:lnTo>
                  <a:pt x="251613" y="11744"/>
                </a:lnTo>
                <a:lnTo>
                  <a:pt x="251242" y="11235"/>
                </a:lnTo>
                <a:lnTo>
                  <a:pt x="250853" y="10735"/>
                </a:lnTo>
                <a:lnTo>
                  <a:pt x="250446" y="10242"/>
                </a:lnTo>
                <a:lnTo>
                  <a:pt x="250028" y="9759"/>
                </a:lnTo>
                <a:lnTo>
                  <a:pt x="249602" y="9290"/>
                </a:lnTo>
                <a:lnTo>
                  <a:pt x="249168" y="8832"/>
                </a:lnTo>
                <a:lnTo>
                  <a:pt x="248727" y="8388"/>
                </a:lnTo>
                <a:lnTo>
                  <a:pt x="248278" y="7957"/>
                </a:lnTo>
                <a:lnTo>
                  <a:pt x="247822" y="7538"/>
                </a:lnTo>
                <a:lnTo>
                  <a:pt x="247359" y="7132"/>
                </a:lnTo>
                <a:lnTo>
                  <a:pt x="246887" y="6739"/>
                </a:lnTo>
                <a:lnTo>
                  <a:pt x="246409" y="6358"/>
                </a:lnTo>
                <a:lnTo>
                  <a:pt x="245923" y="5991"/>
                </a:lnTo>
                <a:lnTo>
                  <a:pt x="245429" y="5636"/>
                </a:lnTo>
                <a:lnTo>
                  <a:pt x="244928" y="5294"/>
                </a:lnTo>
                <a:lnTo>
                  <a:pt x="244420" y="4965"/>
                </a:lnTo>
                <a:lnTo>
                  <a:pt x="243904" y="4648"/>
                </a:lnTo>
                <a:lnTo>
                  <a:pt x="243380" y="4345"/>
                </a:lnTo>
                <a:lnTo>
                  <a:pt x="242849" y="4054"/>
                </a:lnTo>
                <a:lnTo>
                  <a:pt x="242310" y="3776"/>
                </a:lnTo>
                <a:lnTo>
                  <a:pt x="241764" y="3510"/>
                </a:lnTo>
                <a:lnTo>
                  <a:pt x="241211" y="3258"/>
                </a:lnTo>
                <a:lnTo>
                  <a:pt x="240650" y="3018"/>
                </a:lnTo>
                <a:lnTo>
                  <a:pt x="240081" y="2791"/>
                </a:lnTo>
                <a:lnTo>
                  <a:pt x="239505" y="2577"/>
                </a:lnTo>
                <a:lnTo>
                  <a:pt x="238922" y="2375"/>
                </a:lnTo>
                <a:lnTo>
                  <a:pt x="238331" y="2187"/>
                </a:lnTo>
                <a:lnTo>
                  <a:pt x="237722" y="2008"/>
                </a:lnTo>
                <a:lnTo>
                  <a:pt x="237086" y="1838"/>
                </a:lnTo>
                <a:lnTo>
                  <a:pt x="236423" y="1674"/>
                </a:lnTo>
                <a:lnTo>
                  <a:pt x="235732" y="1519"/>
                </a:lnTo>
                <a:lnTo>
                  <a:pt x="235014" y="1371"/>
                </a:lnTo>
                <a:lnTo>
                  <a:pt x="234268" y="1230"/>
                </a:lnTo>
                <a:lnTo>
                  <a:pt x="233495" y="1097"/>
                </a:lnTo>
                <a:lnTo>
                  <a:pt x="232695" y="972"/>
                </a:lnTo>
                <a:lnTo>
                  <a:pt x="231867" y="854"/>
                </a:lnTo>
                <a:lnTo>
                  <a:pt x="231011" y="744"/>
                </a:lnTo>
                <a:lnTo>
                  <a:pt x="230128" y="642"/>
                </a:lnTo>
                <a:lnTo>
                  <a:pt x="229218" y="547"/>
                </a:lnTo>
                <a:lnTo>
                  <a:pt x="228280" y="459"/>
                </a:lnTo>
                <a:lnTo>
                  <a:pt x="227315" y="380"/>
                </a:lnTo>
                <a:lnTo>
                  <a:pt x="226322" y="308"/>
                </a:lnTo>
                <a:lnTo>
                  <a:pt x="225302" y="243"/>
                </a:lnTo>
                <a:lnTo>
                  <a:pt x="224255" y="186"/>
                </a:lnTo>
                <a:lnTo>
                  <a:pt x="223180" y="137"/>
                </a:lnTo>
                <a:lnTo>
                  <a:pt x="222077" y="95"/>
                </a:lnTo>
                <a:lnTo>
                  <a:pt x="220948" y="61"/>
                </a:lnTo>
                <a:lnTo>
                  <a:pt x="219790" y="34"/>
                </a:lnTo>
                <a:lnTo>
                  <a:pt x="218606" y="15"/>
                </a:lnTo>
                <a:lnTo>
                  <a:pt x="217393" y="4"/>
                </a:lnTo>
                <a:lnTo>
                  <a:pt x="216154" y="0"/>
                </a:lnTo>
                <a:lnTo>
                  <a:pt x="181757" y="0"/>
                </a:lnTo>
                <a:lnTo>
                  <a:pt x="181757" y="2576"/>
                </a:lnTo>
                <a:lnTo>
                  <a:pt x="185308" y="2576"/>
                </a:lnTo>
                <a:lnTo>
                  <a:pt x="185750" y="2582"/>
                </a:lnTo>
                <a:lnTo>
                  <a:pt x="186183" y="2598"/>
                </a:lnTo>
                <a:lnTo>
                  <a:pt x="186607" y="2624"/>
                </a:lnTo>
                <a:lnTo>
                  <a:pt x="187022" y="2661"/>
                </a:lnTo>
                <a:lnTo>
                  <a:pt x="187427" y="2709"/>
                </a:lnTo>
                <a:lnTo>
                  <a:pt x="187823" y="2768"/>
                </a:lnTo>
                <a:lnTo>
                  <a:pt x="188210" y="2837"/>
                </a:lnTo>
                <a:lnTo>
                  <a:pt x="188588" y="2917"/>
                </a:lnTo>
                <a:lnTo>
                  <a:pt x="188957" y="3007"/>
                </a:lnTo>
                <a:lnTo>
                  <a:pt x="189316" y="3108"/>
                </a:lnTo>
                <a:lnTo>
                  <a:pt x="189667" y="3220"/>
                </a:lnTo>
                <a:lnTo>
                  <a:pt x="190008" y="3342"/>
                </a:lnTo>
                <a:lnTo>
                  <a:pt x="190340" y="3475"/>
                </a:lnTo>
                <a:lnTo>
                  <a:pt x="190663" y="3619"/>
                </a:lnTo>
                <a:lnTo>
                  <a:pt x="190976" y="3773"/>
                </a:lnTo>
                <a:lnTo>
                  <a:pt x="191281" y="3938"/>
                </a:lnTo>
                <a:lnTo>
                  <a:pt x="191576" y="4113"/>
                </a:lnTo>
                <a:lnTo>
                  <a:pt x="191862" y="4300"/>
                </a:lnTo>
                <a:lnTo>
                  <a:pt x="192139" y="4496"/>
                </a:lnTo>
                <a:lnTo>
                  <a:pt x="192406" y="4704"/>
                </a:lnTo>
                <a:lnTo>
                  <a:pt x="192665" y="4922"/>
                </a:lnTo>
                <a:lnTo>
                  <a:pt x="192914" y="5151"/>
                </a:lnTo>
                <a:lnTo>
                  <a:pt x="193154" y="5390"/>
                </a:lnTo>
                <a:lnTo>
                  <a:pt x="193385" y="5640"/>
                </a:lnTo>
                <a:lnTo>
                  <a:pt x="193544" y="5832"/>
                </a:lnTo>
                <a:lnTo>
                  <a:pt x="193696" y="6047"/>
                </a:lnTo>
                <a:lnTo>
                  <a:pt x="193842" y="6285"/>
                </a:lnTo>
                <a:lnTo>
                  <a:pt x="193981" y="6547"/>
                </a:lnTo>
                <a:lnTo>
                  <a:pt x="194113" y="6833"/>
                </a:lnTo>
                <a:lnTo>
                  <a:pt x="194238" y="7141"/>
                </a:lnTo>
                <a:lnTo>
                  <a:pt x="194356" y="7474"/>
                </a:lnTo>
                <a:lnTo>
                  <a:pt x="194468" y="7829"/>
                </a:lnTo>
                <a:lnTo>
                  <a:pt x="194573" y="8209"/>
                </a:lnTo>
                <a:lnTo>
                  <a:pt x="194671" y="8611"/>
                </a:lnTo>
                <a:lnTo>
                  <a:pt x="194763" y="9037"/>
                </a:lnTo>
                <a:lnTo>
                  <a:pt x="194847" y="9487"/>
                </a:lnTo>
                <a:lnTo>
                  <a:pt x="194925" y="9960"/>
                </a:lnTo>
                <a:lnTo>
                  <a:pt x="194996" y="10457"/>
                </a:lnTo>
                <a:lnTo>
                  <a:pt x="195060" y="10976"/>
                </a:lnTo>
                <a:lnTo>
                  <a:pt x="195118" y="11520"/>
                </a:lnTo>
                <a:lnTo>
                  <a:pt x="195169" y="12087"/>
                </a:lnTo>
                <a:lnTo>
                  <a:pt x="195213" y="12677"/>
                </a:lnTo>
                <a:lnTo>
                  <a:pt x="195250" y="13291"/>
                </a:lnTo>
                <a:lnTo>
                  <a:pt x="195280" y="13928"/>
                </a:lnTo>
                <a:lnTo>
                  <a:pt x="195304" y="14588"/>
                </a:lnTo>
                <a:lnTo>
                  <a:pt x="195321" y="15273"/>
                </a:lnTo>
                <a:lnTo>
                  <a:pt x="195331" y="15980"/>
                </a:lnTo>
                <a:lnTo>
                  <a:pt x="195335" y="16711"/>
                </a:lnTo>
                <a:lnTo>
                  <a:pt x="195335" y="77707"/>
                </a:lnTo>
                <a:lnTo>
                  <a:pt x="195332" y="78369"/>
                </a:lnTo>
                <a:lnTo>
                  <a:pt x="195324" y="79012"/>
                </a:lnTo>
                <a:lnTo>
                  <a:pt x="195312" y="79633"/>
                </a:lnTo>
                <a:lnTo>
                  <a:pt x="195294" y="80234"/>
                </a:lnTo>
                <a:lnTo>
                  <a:pt x="195271" y="80815"/>
                </a:lnTo>
                <a:lnTo>
                  <a:pt x="195243" y="81375"/>
                </a:lnTo>
                <a:lnTo>
                  <a:pt x="195210" y="81915"/>
                </a:lnTo>
                <a:lnTo>
                  <a:pt x="195172" y="82434"/>
                </a:lnTo>
                <a:lnTo>
                  <a:pt x="195129" y="82932"/>
                </a:lnTo>
                <a:lnTo>
                  <a:pt x="195081" y="83410"/>
                </a:lnTo>
                <a:lnTo>
                  <a:pt x="195027" y="83867"/>
                </a:lnTo>
                <a:lnTo>
                  <a:pt x="194969" y="84304"/>
                </a:lnTo>
                <a:lnTo>
                  <a:pt x="194906" y="84720"/>
                </a:lnTo>
                <a:lnTo>
                  <a:pt x="194837" y="85116"/>
                </a:lnTo>
                <a:lnTo>
                  <a:pt x="194763" y="85491"/>
                </a:lnTo>
                <a:lnTo>
                  <a:pt x="194685" y="85845"/>
                </a:lnTo>
                <a:lnTo>
                  <a:pt x="194601" y="86179"/>
                </a:lnTo>
                <a:lnTo>
                  <a:pt x="194512" y="86493"/>
                </a:lnTo>
                <a:lnTo>
                  <a:pt x="194418" y="86786"/>
                </a:lnTo>
                <a:lnTo>
                  <a:pt x="194319" y="87058"/>
                </a:lnTo>
                <a:lnTo>
                  <a:pt x="194215" y="87310"/>
                </a:lnTo>
                <a:lnTo>
                  <a:pt x="194106" y="87541"/>
                </a:lnTo>
                <a:lnTo>
                  <a:pt x="193992" y="87752"/>
                </a:lnTo>
                <a:lnTo>
                  <a:pt x="193872" y="87942"/>
                </a:lnTo>
                <a:lnTo>
                  <a:pt x="193652" y="88260"/>
                </a:lnTo>
                <a:lnTo>
                  <a:pt x="193419" y="88565"/>
                </a:lnTo>
                <a:lnTo>
                  <a:pt x="193175" y="88856"/>
                </a:lnTo>
                <a:lnTo>
                  <a:pt x="192919" y="89134"/>
                </a:lnTo>
                <a:lnTo>
                  <a:pt x="192651" y="89398"/>
                </a:lnTo>
                <a:lnTo>
                  <a:pt x="192371" y="89648"/>
                </a:lnTo>
                <a:lnTo>
                  <a:pt x="192079" y="89885"/>
                </a:lnTo>
                <a:lnTo>
                  <a:pt x="191776" y="90108"/>
                </a:lnTo>
                <a:lnTo>
                  <a:pt x="191460" y="90318"/>
                </a:lnTo>
                <a:lnTo>
                  <a:pt x="191133" y="90515"/>
                </a:lnTo>
                <a:lnTo>
                  <a:pt x="190794" y="90697"/>
                </a:lnTo>
                <a:lnTo>
                  <a:pt x="190443" y="90867"/>
                </a:lnTo>
                <a:lnTo>
                  <a:pt x="190080" y="91022"/>
                </a:lnTo>
                <a:lnTo>
                  <a:pt x="189706" y="91164"/>
                </a:lnTo>
                <a:lnTo>
                  <a:pt x="189319" y="91293"/>
                </a:lnTo>
                <a:lnTo>
                  <a:pt x="188921" y="91408"/>
                </a:lnTo>
                <a:lnTo>
                  <a:pt x="188511" y="91510"/>
                </a:lnTo>
                <a:lnTo>
                  <a:pt x="188089" y="91598"/>
                </a:lnTo>
                <a:lnTo>
                  <a:pt x="187655" y="91672"/>
                </a:lnTo>
                <a:lnTo>
                  <a:pt x="187209" y="91733"/>
                </a:lnTo>
                <a:lnTo>
                  <a:pt x="186752" y="91780"/>
                </a:lnTo>
                <a:lnTo>
                  <a:pt x="186282" y="91814"/>
                </a:lnTo>
                <a:lnTo>
                  <a:pt x="185801" y="91835"/>
                </a:lnTo>
                <a:lnTo>
                  <a:pt x="185308" y="91841"/>
                </a:lnTo>
                <a:lnTo>
                  <a:pt x="181757" y="91841"/>
                </a:lnTo>
                <a:lnTo>
                  <a:pt x="181757" y="94418"/>
                </a:lnTo>
                <a:lnTo>
                  <a:pt x="222212" y="94418"/>
                </a:lnTo>
                <a:lnTo>
                  <a:pt x="222212" y="91841"/>
                </a:lnTo>
                <a:lnTo>
                  <a:pt x="218521" y="91841"/>
                </a:lnTo>
                <a:lnTo>
                  <a:pt x="218085" y="91836"/>
                </a:lnTo>
                <a:lnTo>
                  <a:pt x="217658" y="91820"/>
                </a:lnTo>
                <a:lnTo>
                  <a:pt x="217240" y="91793"/>
                </a:lnTo>
                <a:lnTo>
                  <a:pt x="216831" y="91756"/>
                </a:lnTo>
                <a:lnTo>
                  <a:pt x="216431" y="91708"/>
                </a:lnTo>
                <a:lnTo>
                  <a:pt x="216041" y="91649"/>
                </a:lnTo>
                <a:lnTo>
                  <a:pt x="215659" y="91580"/>
                </a:lnTo>
                <a:lnTo>
                  <a:pt x="215287" y="91500"/>
                </a:lnTo>
                <a:lnTo>
                  <a:pt x="214924" y="91409"/>
                </a:lnTo>
                <a:lnTo>
                  <a:pt x="214571" y="91308"/>
                </a:lnTo>
                <a:lnTo>
                  <a:pt x="214226" y="91195"/>
                </a:lnTo>
                <a:lnTo>
                  <a:pt x="213891" y="91073"/>
                </a:lnTo>
                <a:lnTo>
                  <a:pt x="213565" y="90939"/>
                </a:lnTo>
                <a:lnTo>
                  <a:pt x="213248" y="90795"/>
                </a:lnTo>
                <a:lnTo>
                  <a:pt x="212940" y="90640"/>
                </a:lnTo>
                <a:lnTo>
                  <a:pt x="212641" y="90475"/>
                </a:lnTo>
                <a:lnTo>
                  <a:pt x="212352" y="90299"/>
                </a:lnTo>
                <a:lnTo>
                  <a:pt x="212072" y="90112"/>
                </a:lnTo>
                <a:lnTo>
                  <a:pt x="211801" y="89914"/>
                </a:lnTo>
                <a:lnTo>
                  <a:pt x="211539" y="89706"/>
                </a:lnTo>
                <a:lnTo>
                  <a:pt x="211286" y="89487"/>
                </a:lnTo>
                <a:lnTo>
                  <a:pt x="211043" y="89258"/>
                </a:lnTo>
                <a:lnTo>
                  <a:pt x="210809" y="89018"/>
                </a:lnTo>
                <a:lnTo>
                  <a:pt x="210583" y="88767"/>
                </a:lnTo>
                <a:lnTo>
                  <a:pt x="210424" y="88575"/>
                </a:lnTo>
                <a:lnTo>
                  <a:pt x="210272" y="88359"/>
                </a:lnTo>
                <a:lnTo>
                  <a:pt x="210126" y="88120"/>
                </a:lnTo>
                <a:lnTo>
                  <a:pt x="209988" y="87857"/>
                </a:lnTo>
                <a:lnTo>
                  <a:pt x="209856" y="87570"/>
                </a:lnTo>
                <a:lnTo>
                  <a:pt x="209730" y="87261"/>
                </a:lnTo>
                <a:lnTo>
                  <a:pt x="209612" y="86927"/>
                </a:lnTo>
                <a:lnTo>
                  <a:pt x="209500" y="86570"/>
                </a:lnTo>
                <a:lnTo>
                  <a:pt x="209395" y="86190"/>
                </a:lnTo>
                <a:lnTo>
                  <a:pt x="209297" y="85786"/>
                </a:lnTo>
                <a:lnTo>
                  <a:pt x="209206" y="85358"/>
                </a:lnTo>
                <a:lnTo>
                  <a:pt x="209121" y="84907"/>
                </a:lnTo>
                <a:lnTo>
                  <a:pt x="209043" y="84433"/>
                </a:lnTo>
                <a:lnTo>
                  <a:pt x="208972" y="83934"/>
                </a:lnTo>
                <a:lnTo>
                  <a:pt x="208908" y="83413"/>
                </a:lnTo>
                <a:lnTo>
                  <a:pt x="208850" y="82868"/>
                </a:lnTo>
                <a:lnTo>
                  <a:pt x="208800" y="82299"/>
                </a:lnTo>
                <a:lnTo>
                  <a:pt x="208756" y="81707"/>
                </a:lnTo>
                <a:lnTo>
                  <a:pt x="208718" y="81091"/>
                </a:lnTo>
                <a:lnTo>
                  <a:pt x="208688" y="80451"/>
                </a:lnTo>
                <a:lnTo>
                  <a:pt x="208664" y="79789"/>
                </a:lnTo>
                <a:lnTo>
                  <a:pt x="208647" y="79102"/>
                </a:lnTo>
                <a:lnTo>
                  <a:pt x="208637" y="78392"/>
                </a:lnTo>
                <a:lnTo>
                  <a:pt x="208634" y="77659"/>
                </a:lnTo>
                <a:lnTo>
                  <a:pt x="208634" y="50133"/>
                </a:lnTo>
                <a:lnTo>
                  <a:pt x="208727" y="50139"/>
                </a:lnTo>
                <a:lnTo>
                  <a:pt x="208819" y="50145"/>
                </a:lnTo>
                <a:lnTo>
                  <a:pt x="208911" y="50150"/>
                </a:lnTo>
                <a:lnTo>
                  <a:pt x="209003" y="50156"/>
                </a:lnTo>
                <a:lnTo>
                  <a:pt x="209095" y="50161"/>
                </a:lnTo>
                <a:lnTo>
                  <a:pt x="209186" y="50166"/>
                </a:lnTo>
                <a:lnTo>
                  <a:pt x="209278" y="50171"/>
                </a:lnTo>
                <a:lnTo>
                  <a:pt x="209369" y="50176"/>
                </a:lnTo>
                <a:lnTo>
                  <a:pt x="209460" y="50181"/>
                </a:lnTo>
                <a:lnTo>
                  <a:pt x="209550" y="50185"/>
                </a:lnTo>
                <a:lnTo>
                  <a:pt x="209640" y="50190"/>
                </a:lnTo>
                <a:lnTo>
                  <a:pt x="209730" y="50194"/>
                </a:lnTo>
                <a:lnTo>
                  <a:pt x="209820" y="50198"/>
                </a:lnTo>
                <a:lnTo>
                  <a:pt x="209910" y="50203"/>
                </a:lnTo>
                <a:lnTo>
                  <a:pt x="209999" y="50207"/>
                </a:lnTo>
                <a:lnTo>
                  <a:pt x="210088" y="50211"/>
                </a:lnTo>
                <a:lnTo>
                  <a:pt x="210177" y="50214"/>
                </a:lnTo>
                <a:lnTo>
                  <a:pt x="210266" y="50218"/>
                </a:lnTo>
                <a:lnTo>
                  <a:pt x="210354" y="50222"/>
                </a:lnTo>
                <a:lnTo>
                  <a:pt x="210442" y="50225"/>
                </a:lnTo>
                <a:lnTo>
                  <a:pt x="210530" y="50228"/>
                </a:lnTo>
                <a:lnTo>
                  <a:pt x="210618" y="50232"/>
                </a:lnTo>
                <a:lnTo>
                  <a:pt x="210705" y="50235"/>
                </a:lnTo>
                <a:lnTo>
                  <a:pt x="210792" y="50238"/>
                </a:lnTo>
                <a:lnTo>
                  <a:pt x="210879" y="50241"/>
                </a:lnTo>
                <a:lnTo>
                  <a:pt x="210965" y="50243"/>
                </a:lnTo>
                <a:lnTo>
                  <a:pt x="211051" y="50246"/>
                </a:lnTo>
                <a:lnTo>
                  <a:pt x="211137" y="50248"/>
                </a:lnTo>
                <a:lnTo>
                  <a:pt x="211221" y="50251"/>
                </a:lnTo>
                <a:lnTo>
                  <a:pt x="211306" y="50253"/>
                </a:lnTo>
                <a:lnTo>
                  <a:pt x="211390" y="50255"/>
                </a:lnTo>
                <a:lnTo>
                  <a:pt x="211473" y="50257"/>
                </a:lnTo>
                <a:lnTo>
                  <a:pt x="211556" y="50259"/>
                </a:lnTo>
                <a:lnTo>
                  <a:pt x="211639" y="50261"/>
                </a:lnTo>
                <a:lnTo>
                  <a:pt x="211720" y="50262"/>
                </a:lnTo>
                <a:lnTo>
                  <a:pt x="211802" y="50264"/>
                </a:lnTo>
                <a:lnTo>
                  <a:pt x="211883" y="50265"/>
                </a:lnTo>
                <a:lnTo>
                  <a:pt x="211963" y="50266"/>
                </a:lnTo>
                <a:lnTo>
                  <a:pt x="212043" y="50268"/>
                </a:lnTo>
                <a:lnTo>
                  <a:pt x="212123" y="50269"/>
                </a:lnTo>
                <a:lnTo>
                  <a:pt x="212202" y="50270"/>
                </a:lnTo>
                <a:lnTo>
                  <a:pt x="212281" y="50270"/>
                </a:lnTo>
                <a:lnTo>
                  <a:pt x="212359" y="50271"/>
                </a:lnTo>
                <a:lnTo>
                  <a:pt x="212436" y="50272"/>
                </a:lnTo>
                <a:lnTo>
                  <a:pt x="212513" y="50272"/>
                </a:lnTo>
                <a:lnTo>
                  <a:pt x="212590" y="50272"/>
                </a:lnTo>
                <a:lnTo>
                  <a:pt x="212666" y="50272"/>
                </a:lnTo>
                <a:lnTo>
                  <a:pt x="212742" y="50273"/>
                </a:lnTo>
                <a:lnTo>
                  <a:pt x="212930" y="50272"/>
                </a:lnTo>
                <a:lnTo>
                  <a:pt x="213122" y="50272"/>
                </a:lnTo>
                <a:lnTo>
                  <a:pt x="213320" y="50270"/>
                </a:lnTo>
                <a:lnTo>
                  <a:pt x="213521" y="50269"/>
                </a:lnTo>
                <a:lnTo>
                  <a:pt x="213728" y="50266"/>
                </a:lnTo>
                <a:lnTo>
                  <a:pt x="213939" y="50264"/>
                </a:lnTo>
                <a:lnTo>
                  <a:pt x="214154" y="50261"/>
                </a:lnTo>
                <a:lnTo>
                  <a:pt x="214374" y="50257"/>
                </a:lnTo>
                <a:lnTo>
                  <a:pt x="214599" y="50253"/>
                </a:lnTo>
                <a:lnTo>
                  <a:pt x="214828" y="50248"/>
                </a:lnTo>
                <a:lnTo>
                  <a:pt x="215062" y="50243"/>
                </a:lnTo>
                <a:lnTo>
                  <a:pt x="215301" y="50238"/>
                </a:lnTo>
                <a:lnTo>
                  <a:pt x="215544" y="50232"/>
                </a:lnTo>
                <a:lnTo>
                  <a:pt x="215792" y="50225"/>
                </a:lnTo>
                <a:lnTo>
                  <a:pt x="216044" y="50218"/>
                </a:lnTo>
                <a:lnTo>
                  <a:pt x="216301" y="50211"/>
                </a:lnTo>
                <a:lnTo>
                  <a:pt x="216562" y="50203"/>
                </a:lnTo>
                <a:lnTo>
                  <a:pt x="216828" y="50194"/>
                </a:lnTo>
                <a:lnTo>
                  <a:pt x="217099" y="50185"/>
                </a:lnTo>
                <a:lnTo>
                  <a:pt x="217374" y="50176"/>
                </a:lnTo>
                <a:lnTo>
                  <a:pt x="217654" y="50166"/>
                </a:lnTo>
                <a:lnTo>
                  <a:pt x="217939" y="50156"/>
                </a:lnTo>
                <a:lnTo>
                  <a:pt x="218228" y="50145"/>
                </a:lnTo>
                <a:lnTo>
                  <a:pt x="218521" y="50133"/>
                </a:lnTo>
                <a:lnTo>
                  <a:pt x="250481" y="94418"/>
                </a:lnTo>
                <a:lnTo>
                  <a:pt x="275687" y="94418"/>
                </a:lnTo>
                <a:lnTo>
                  <a:pt x="275687" y="91841"/>
                </a:lnTo>
                <a:lnTo>
                  <a:pt x="275048" y="91768"/>
                </a:lnTo>
                <a:lnTo>
                  <a:pt x="274419" y="91686"/>
                </a:lnTo>
                <a:lnTo>
                  <a:pt x="273801" y="91597"/>
                </a:lnTo>
                <a:close/>
                <a:moveTo>
                  <a:pt x="210313" y="6305"/>
                </a:moveTo>
                <a:lnTo>
                  <a:pt x="210852" y="6211"/>
                </a:lnTo>
                <a:lnTo>
                  <a:pt x="211382" y="6121"/>
                </a:lnTo>
                <a:lnTo>
                  <a:pt x="211902" y="6036"/>
                </a:lnTo>
                <a:lnTo>
                  <a:pt x="212412" y="5956"/>
                </a:lnTo>
                <a:lnTo>
                  <a:pt x="212912" y="5880"/>
                </a:lnTo>
                <a:lnTo>
                  <a:pt x="213402" y="5809"/>
                </a:lnTo>
                <a:lnTo>
                  <a:pt x="213883" y="5742"/>
                </a:lnTo>
                <a:lnTo>
                  <a:pt x="214353" y="5680"/>
                </a:lnTo>
                <a:lnTo>
                  <a:pt x="214813" y="5623"/>
                </a:lnTo>
                <a:lnTo>
                  <a:pt x="215264" y="5570"/>
                </a:lnTo>
                <a:lnTo>
                  <a:pt x="215705" y="5522"/>
                </a:lnTo>
                <a:lnTo>
                  <a:pt x="216135" y="5478"/>
                </a:lnTo>
                <a:lnTo>
                  <a:pt x="216556" y="5439"/>
                </a:lnTo>
                <a:lnTo>
                  <a:pt x="216967" y="5404"/>
                </a:lnTo>
                <a:lnTo>
                  <a:pt x="217368" y="5375"/>
                </a:lnTo>
                <a:lnTo>
                  <a:pt x="217759" y="5349"/>
                </a:lnTo>
                <a:lnTo>
                  <a:pt x="218140" y="5329"/>
                </a:lnTo>
                <a:lnTo>
                  <a:pt x="218511" y="5313"/>
                </a:lnTo>
                <a:lnTo>
                  <a:pt x="218873" y="5301"/>
                </a:lnTo>
                <a:lnTo>
                  <a:pt x="219224" y="5294"/>
                </a:lnTo>
                <a:lnTo>
                  <a:pt x="219566" y="5292"/>
                </a:lnTo>
                <a:lnTo>
                  <a:pt x="220320" y="5301"/>
                </a:lnTo>
                <a:lnTo>
                  <a:pt x="221061" y="5330"/>
                </a:lnTo>
                <a:lnTo>
                  <a:pt x="221790" y="5378"/>
                </a:lnTo>
                <a:lnTo>
                  <a:pt x="222507" y="5446"/>
                </a:lnTo>
                <a:lnTo>
                  <a:pt x="223211" y="5532"/>
                </a:lnTo>
                <a:lnTo>
                  <a:pt x="223902" y="5638"/>
                </a:lnTo>
                <a:lnTo>
                  <a:pt x="224581" y="5763"/>
                </a:lnTo>
                <a:lnTo>
                  <a:pt x="225248" y="5907"/>
                </a:lnTo>
                <a:lnTo>
                  <a:pt x="225902" y="6070"/>
                </a:lnTo>
                <a:lnTo>
                  <a:pt x="226544" y="6253"/>
                </a:lnTo>
                <a:lnTo>
                  <a:pt x="227174" y="6455"/>
                </a:lnTo>
                <a:lnTo>
                  <a:pt x="227791" y="6676"/>
                </a:lnTo>
                <a:lnTo>
                  <a:pt x="228395" y="6916"/>
                </a:lnTo>
                <a:lnTo>
                  <a:pt x="228987" y="7175"/>
                </a:lnTo>
                <a:lnTo>
                  <a:pt x="229567" y="7454"/>
                </a:lnTo>
                <a:lnTo>
                  <a:pt x="230134" y="7752"/>
                </a:lnTo>
                <a:lnTo>
                  <a:pt x="230689" y="8069"/>
                </a:lnTo>
                <a:lnTo>
                  <a:pt x="231231" y="8406"/>
                </a:lnTo>
                <a:lnTo>
                  <a:pt x="231761" y="8761"/>
                </a:lnTo>
                <a:lnTo>
                  <a:pt x="232278" y="9136"/>
                </a:lnTo>
                <a:lnTo>
                  <a:pt x="232783" y="9530"/>
                </a:lnTo>
                <a:lnTo>
                  <a:pt x="233275" y="9943"/>
                </a:lnTo>
                <a:lnTo>
                  <a:pt x="233755" y="10376"/>
                </a:lnTo>
                <a:lnTo>
                  <a:pt x="234223" y="10827"/>
                </a:lnTo>
                <a:lnTo>
                  <a:pt x="234674" y="11294"/>
                </a:lnTo>
                <a:lnTo>
                  <a:pt x="235107" y="11773"/>
                </a:lnTo>
                <a:lnTo>
                  <a:pt x="235520" y="12263"/>
                </a:lnTo>
                <a:lnTo>
                  <a:pt x="235914" y="12764"/>
                </a:lnTo>
                <a:lnTo>
                  <a:pt x="236289" y="13277"/>
                </a:lnTo>
                <a:lnTo>
                  <a:pt x="236644" y="13802"/>
                </a:lnTo>
                <a:lnTo>
                  <a:pt x="236981" y="14338"/>
                </a:lnTo>
                <a:lnTo>
                  <a:pt x="237298" y="14885"/>
                </a:lnTo>
                <a:lnTo>
                  <a:pt x="237596" y="15444"/>
                </a:lnTo>
                <a:lnTo>
                  <a:pt x="237875" y="16015"/>
                </a:lnTo>
                <a:lnTo>
                  <a:pt x="238134" y="16596"/>
                </a:lnTo>
                <a:lnTo>
                  <a:pt x="238374" y="17190"/>
                </a:lnTo>
                <a:lnTo>
                  <a:pt x="238595" y="17795"/>
                </a:lnTo>
                <a:lnTo>
                  <a:pt x="238797" y="18411"/>
                </a:lnTo>
                <a:lnTo>
                  <a:pt x="238980" y="19039"/>
                </a:lnTo>
                <a:lnTo>
                  <a:pt x="239143" y="19678"/>
                </a:lnTo>
                <a:lnTo>
                  <a:pt x="239287" y="20329"/>
                </a:lnTo>
                <a:lnTo>
                  <a:pt x="239412" y="20991"/>
                </a:lnTo>
                <a:lnTo>
                  <a:pt x="239518" y="21665"/>
                </a:lnTo>
                <a:lnTo>
                  <a:pt x="239604" y="22350"/>
                </a:lnTo>
                <a:lnTo>
                  <a:pt x="239672" y="23047"/>
                </a:lnTo>
                <a:lnTo>
                  <a:pt x="239720" y="23755"/>
                </a:lnTo>
                <a:lnTo>
                  <a:pt x="239749" y="24475"/>
                </a:lnTo>
                <a:lnTo>
                  <a:pt x="239758" y="25206"/>
                </a:lnTo>
                <a:lnTo>
                  <a:pt x="239746" y="25955"/>
                </a:lnTo>
                <a:lnTo>
                  <a:pt x="239711" y="26692"/>
                </a:lnTo>
                <a:lnTo>
                  <a:pt x="239651" y="27419"/>
                </a:lnTo>
                <a:lnTo>
                  <a:pt x="239568" y="28134"/>
                </a:lnTo>
                <a:lnTo>
                  <a:pt x="239461" y="28838"/>
                </a:lnTo>
                <a:lnTo>
                  <a:pt x="239330" y="29532"/>
                </a:lnTo>
                <a:lnTo>
                  <a:pt x="239175" y="30214"/>
                </a:lnTo>
                <a:lnTo>
                  <a:pt x="238996" y="30885"/>
                </a:lnTo>
                <a:lnTo>
                  <a:pt x="238794" y="31544"/>
                </a:lnTo>
                <a:lnTo>
                  <a:pt x="238567" y="32193"/>
                </a:lnTo>
                <a:lnTo>
                  <a:pt x="238317" y="32831"/>
                </a:lnTo>
                <a:lnTo>
                  <a:pt x="238044" y="33457"/>
                </a:lnTo>
                <a:lnTo>
                  <a:pt x="237746" y="34072"/>
                </a:lnTo>
                <a:lnTo>
                  <a:pt x="237424" y="34676"/>
                </a:lnTo>
                <a:lnTo>
                  <a:pt x="237079" y="35270"/>
                </a:lnTo>
                <a:lnTo>
                  <a:pt x="236710" y="35851"/>
                </a:lnTo>
                <a:lnTo>
                  <a:pt x="236317" y="36422"/>
                </a:lnTo>
                <a:lnTo>
                  <a:pt x="235900" y="36982"/>
                </a:lnTo>
                <a:lnTo>
                  <a:pt x="235460" y="37531"/>
                </a:lnTo>
                <a:lnTo>
                  <a:pt x="234995" y="38068"/>
                </a:lnTo>
                <a:lnTo>
                  <a:pt x="234507" y="38594"/>
                </a:lnTo>
                <a:lnTo>
                  <a:pt x="233995" y="39110"/>
                </a:lnTo>
                <a:lnTo>
                  <a:pt x="233459" y="39614"/>
                </a:lnTo>
                <a:lnTo>
                  <a:pt x="232900" y="40107"/>
                </a:lnTo>
                <a:lnTo>
                  <a:pt x="232317" y="40584"/>
                </a:lnTo>
                <a:lnTo>
                  <a:pt x="231710" y="41041"/>
                </a:lnTo>
                <a:lnTo>
                  <a:pt x="231081" y="41477"/>
                </a:lnTo>
                <a:lnTo>
                  <a:pt x="230429" y="41894"/>
                </a:lnTo>
                <a:lnTo>
                  <a:pt x="229753" y="42290"/>
                </a:lnTo>
                <a:lnTo>
                  <a:pt x="229055" y="42665"/>
                </a:lnTo>
                <a:lnTo>
                  <a:pt x="228333" y="43021"/>
                </a:lnTo>
                <a:lnTo>
                  <a:pt x="227589" y="43356"/>
                </a:lnTo>
                <a:lnTo>
                  <a:pt x="226821" y="43671"/>
                </a:lnTo>
                <a:lnTo>
                  <a:pt x="226030" y="43965"/>
                </a:lnTo>
                <a:lnTo>
                  <a:pt x="225216" y="44239"/>
                </a:lnTo>
                <a:lnTo>
                  <a:pt x="224379" y="44493"/>
                </a:lnTo>
                <a:lnTo>
                  <a:pt x="223519" y="44727"/>
                </a:lnTo>
                <a:lnTo>
                  <a:pt x="222635" y="44940"/>
                </a:lnTo>
                <a:lnTo>
                  <a:pt x="221729" y="45133"/>
                </a:lnTo>
                <a:lnTo>
                  <a:pt x="220800" y="45306"/>
                </a:lnTo>
                <a:lnTo>
                  <a:pt x="219847" y="45458"/>
                </a:lnTo>
                <a:lnTo>
                  <a:pt x="218872" y="45590"/>
                </a:lnTo>
                <a:lnTo>
                  <a:pt x="217873" y="45702"/>
                </a:lnTo>
                <a:lnTo>
                  <a:pt x="216851" y="45793"/>
                </a:lnTo>
                <a:lnTo>
                  <a:pt x="215806" y="45864"/>
                </a:lnTo>
                <a:lnTo>
                  <a:pt x="214738" y="45915"/>
                </a:lnTo>
                <a:lnTo>
                  <a:pt x="213647" y="45945"/>
                </a:lnTo>
                <a:lnTo>
                  <a:pt x="212533" y="45955"/>
                </a:lnTo>
                <a:lnTo>
                  <a:pt x="212480" y="45955"/>
                </a:lnTo>
                <a:lnTo>
                  <a:pt x="212426" y="45955"/>
                </a:lnTo>
                <a:lnTo>
                  <a:pt x="212371" y="45955"/>
                </a:lnTo>
                <a:lnTo>
                  <a:pt x="212314" y="45955"/>
                </a:lnTo>
                <a:lnTo>
                  <a:pt x="212257" y="45954"/>
                </a:lnTo>
                <a:lnTo>
                  <a:pt x="212198" y="45953"/>
                </a:lnTo>
                <a:lnTo>
                  <a:pt x="212138" y="45953"/>
                </a:lnTo>
                <a:lnTo>
                  <a:pt x="212077" y="45952"/>
                </a:lnTo>
                <a:lnTo>
                  <a:pt x="212014" y="45951"/>
                </a:lnTo>
                <a:lnTo>
                  <a:pt x="211950" y="45949"/>
                </a:lnTo>
                <a:lnTo>
                  <a:pt x="211885" y="45948"/>
                </a:lnTo>
                <a:lnTo>
                  <a:pt x="211819" y="45947"/>
                </a:lnTo>
                <a:lnTo>
                  <a:pt x="211752" y="45945"/>
                </a:lnTo>
                <a:lnTo>
                  <a:pt x="211683" y="45944"/>
                </a:lnTo>
                <a:lnTo>
                  <a:pt x="211614" y="45942"/>
                </a:lnTo>
                <a:lnTo>
                  <a:pt x="211543" y="45940"/>
                </a:lnTo>
                <a:lnTo>
                  <a:pt x="211471" y="45938"/>
                </a:lnTo>
                <a:lnTo>
                  <a:pt x="211397" y="45936"/>
                </a:lnTo>
                <a:lnTo>
                  <a:pt x="211323" y="45934"/>
                </a:lnTo>
                <a:lnTo>
                  <a:pt x="211247" y="45931"/>
                </a:lnTo>
                <a:lnTo>
                  <a:pt x="211170" y="45929"/>
                </a:lnTo>
                <a:lnTo>
                  <a:pt x="211092" y="45926"/>
                </a:lnTo>
                <a:lnTo>
                  <a:pt x="211012" y="45924"/>
                </a:lnTo>
                <a:lnTo>
                  <a:pt x="210932" y="45921"/>
                </a:lnTo>
                <a:lnTo>
                  <a:pt x="210850" y="45918"/>
                </a:lnTo>
                <a:lnTo>
                  <a:pt x="210767" y="45915"/>
                </a:lnTo>
                <a:lnTo>
                  <a:pt x="210682" y="45913"/>
                </a:lnTo>
                <a:lnTo>
                  <a:pt x="210597" y="45910"/>
                </a:lnTo>
                <a:lnTo>
                  <a:pt x="210510" y="45908"/>
                </a:lnTo>
                <a:lnTo>
                  <a:pt x="210422" y="45905"/>
                </a:lnTo>
                <a:lnTo>
                  <a:pt x="210333" y="45903"/>
                </a:lnTo>
                <a:lnTo>
                  <a:pt x="210243" y="45901"/>
                </a:lnTo>
                <a:lnTo>
                  <a:pt x="210152" y="45899"/>
                </a:lnTo>
                <a:lnTo>
                  <a:pt x="210059" y="45898"/>
                </a:lnTo>
                <a:lnTo>
                  <a:pt x="209965" y="45896"/>
                </a:lnTo>
                <a:lnTo>
                  <a:pt x="209870" y="45895"/>
                </a:lnTo>
                <a:lnTo>
                  <a:pt x="209773" y="45893"/>
                </a:lnTo>
                <a:lnTo>
                  <a:pt x="209676" y="45892"/>
                </a:lnTo>
                <a:lnTo>
                  <a:pt x="209577" y="45891"/>
                </a:lnTo>
                <a:lnTo>
                  <a:pt x="209477" y="45890"/>
                </a:lnTo>
                <a:lnTo>
                  <a:pt x="209376" y="45889"/>
                </a:lnTo>
                <a:lnTo>
                  <a:pt x="209274" y="45888"/>
                </a:lnTo>
                <a:lnTo>
                  <a:pt x="209170" y="45887"/>
                </a:lnTo>
                <a:lnTo>
                  <a:pt x="209065" y="45887"/>
                </a:lnTo>
                <a:lnTo>
                  <a:pt x="208959" y="45886"/>
                </a:lnTo>
                <a:lnTo>
                  <a:pt x="208852" y="45886"/>
                </a:lnTo>
                <a:lnTo>
                  <a:pt x="208743" y="45886"/>
                </a:lnTo>
                <a:lnTo>
                  <a:pt x="208634" y="45886"/>
                </a:lnTo>
                <a:lnTo>
                  <a:pt x="208634" y="6615"/>
                </a:lnTo>
                <a:lnTo>
                  <a:pt x="209203" y="6507"/>
                </a:lnTo>
                <a:lnTo>
                  <a:pt x="209763" y="6403"/>
                </a:lnTo>
                <a:lnTo>
                  <a:pt x="210313" y="6305"/>
                </a:lnTo>
                <a:close/>
                <a:moveTo>
                  <a:pt x="508462" y="11304"/>
                </a:moveTo>
                <a:lnTo>
                  <a:pt x="508239" y="11838"/>
                </a:lnTo>
                <a:lnTo>
                  <a:pt x="508021" y="12357"/>
                </a:lnTo>
                <a:lnTo>
                  <a:pt x="507807" y="12861"/>
                </a:lnTo>
                <a:lnTo>
                  <a:pt x="507597" y="13349"/>
                </a:lnTo>
                <a:lnTo>
                  <a:pt x="507392" y="13823"/>
                </a:lnTo>
                <a:lnTo>
                  <a:pt x="507191" y="14281"/>
                </a:lnTo>
                <a:lnTo>
                  <a:pt x="506994" y="14723"/>
                </a:lnTo>
                <a:lnTo>
                  <a:pt x="506802" y="15151"/>
                </a:lnTo>
                <a:lnTo>
                  <a:pt x="506614" y="15563"/>
                </a:lnTo>
                <a:lnTo>
                  <a:pt x="506431" y="15960"/>
                </a:lnTo>
                <a:lnTo>
                  <a:pt x="506252" y="16341"/>
                </a:lnTo>
                <a:lnTo>
                  <a:pt x="506077" y="16707"/>
                </a:lnTo>
                <a:lnTo>
                  <a:pt x="505907" y="17058"/>
                </a:lnTo>
                <a:lnTo>
                  <a:pt x="505740" y="17394"/>
                </a:lnTo>
                <a:lnTo>
                  <a:pt x="505579" y="17714"/>
                </a:lnTo>
                <a:lnTo>
                  <a:pt x="505421" y="18019"/>
                </a:lnTo>
                <a:lnTo>
                  <a:pt x="505268" y="18309"/>
                </a:lnTo>
                <a:lnTo>
                  <a:pt x="505120" y="18584"/>
                </a:lnTo>
                <a:lnTo>
                  <a:pt x="504975" y="18843"/>
                </a:lnTo>
                <a:lnTo>
                  <a:pt x="504835" y="19087"/>
                </a:lnTo>
                <a:lnTo>
                  <a:pt x="504700" y="19316"/>
                </a:lnTo>
                <a:lnTo>
                  <a:pt x="504437" y="19732"/>
                </a:lnTo>
                <a:lnTo>
                  <a:pt x="504171" y="20144"/>
                </a:lnTo>
                <a:lnTo>
                  <a:pt x="503903" y="20552"/>
                </a:lnTo>
                <a:lnTo>
                  <a:pt x="503631" y="20954"/>
                </a:lnTo>
                <a:lnTo>
                  <a:pt x="503356" y="21352"/>
                </a:lnTo>
                <a:lnTo>
                  <a:pt x="503079" y="21745"/>
                </a:lnTo>
                <a:lnTo>
                  <a:pt x="502798" y="22133"/>
                </a:lnTo>
                <a:lnTo>
                  <a:pt x="502514" y="22517"/>
                </a:lnTo>
                <a:lnTo>
                  <a:pt x="502227" y="22896"/>
                </a:lnTo>
                <a:lnTo>
                  <a:pt x="501937" y="23270"/>
                </a:lnTo>
                <a:lnTo>
                  <a:pt x="501645" y="23639"/>
                </a:lnTo>
                <a:lnTo>
                  <a:pt x="501349" y="24004"/>
                </a:lnTo>
                <a:lnTo>
                  <a:pt x="501050" y="24364"/>
                </a:lnTo>
                <a:lnTo>
                  <a:pt x="500748" y="24719"/>
                </a:lnTo>
                <a:lnTo>
                  <a:pt x="500443" y="25069"/>
                </a:lnTo>
                <a:lnTo>
                  <a:pt x="500135" y="25415"/>
                </a:lnTo>
                <a:lnTo>
                  <a:pt x="499824" y="25756"/>
                </a:lnTo>
                <a:lnTo>
                  <a:pt x="499510" y="26092"/>
                </a:lnTo>
                <a:lnTo>
                  <a:pt x="499193" y="26424"/>
                </a:lnTo>
                <a:lnTo>
                  <a:pt x="498873" y="26751"/>
                </a:lnTo>
                <a:lnTo>
                  <a:pt x="498550" y="27073"/>
                </a:lnTo>
                <a:lnTo>
                  <a:pt x="498224" y="27390"/>
                </a:lnTo>
                <a:lnTo>
                  <a:pt x="497895" y="27703"/>
                </a:lnTo>
                <a:lnTo>
                  <a:pt x="497563" y="28011"/>
                </a:lnTo>
                <a:lnTo>
                  <a:pt x="497229" y="28312"/>
                </a:lnTo>
                <a:lnTo>
                  <a:pt x="496897" y="28607"/>
                </a:lnTo>
                <a:lnTo>
                  <a:pt x="496564" y="28894"/>
                </a:lnTo>
                <a:lnTo>
                  <a:pt x="496233" y="29174"/>
                </a:lnTo>
                <a:lnTo>
                  <a:pt x="495902" y="29446"/>
                </a:lnTo>
                <a:lnTo>
                  <a:pt x="495572" y="29711"/>
                </a:lnTo>
                <a:lnTo>
                  <a:pt x="495242" y="29968"/>
                </a:lnTo>
                <a:lnTo>
                  <a:pt x="494913" y="30218"/>
                </a:lnTo>
                <a:lnTo>
                  <a:pt x="494584" y="30461"/>
                </a:lnTo>
                <a:lnTo>
                  <a:pt x="494256" y="30696"/>
                </a:lnTo>
                <a:lnTo>
                  <a:pt x="493929" y="30924"/>
                </a:lnTo>
                <a:lnTo>
                  <a:pt x="493602" y="31145"/>
                </a:lnTo>
                <a:lnTo>
                  <a:pt x="493276" y="31358"/>
                </a:lnTo>
                <a:lnTo>
                  <a:pt x="492951" y="31563"/>
                </a:lnTo>
                <a:lnTo>
                  <a:pt x="492626" y="31762"/>
                </a:lnTo>
                <a:lnTo>
                  <a:pt x="492302" y="31952"/>
                </a:lnTo>
                <a:lnTo>
                  <a:pt x="491978" y="32136"/>
                </a:lnTo>
                <a:lnTo>
                  <a:pt x="491655" y="32312"/>
                </a:lnTo>
                <a:lnTo>
                  <a:pt x="491332" y="32481"/>
                </a:lnTo>
                <a:lnTo>
                  <a:pt x="491011" y="32642"/>
                </a:lnTo>
                <a:lnTo>
                  <a:pt x="490689" y="32796"/>
                </a:lnTo>
                <a:lnTo>
                  <a:pt x="490369" y="32942"/>
                </a:lnTo>
                <a:lnTo>
                  <a:pt x="490049" y="33082"/>
                </a:lnTo>
                <a:lnTo>
                  <a:pt x="489729" y="33213"/>
                </a:lnTo>
                <a:lnTo>
                  <a:pt x="489729" y="35511"/>
                </a:lnTo>
                <a:lnTo>
                  <a:pt x="499826" y="35511"/>
                </a:lnTo>
                <a:lnTo>
                  <a:pt x="499826" y="78453"/>
                </a:lnTo>
                <a:lnTo>
                  <a:pt x="499828" y="79022"/>
                </a:lnTo>
                <a:lnTo>
                  <a:pt x="499836" y="79578"/>
                </a:lnTo>
                <a:lnTo>
                  <a:pt x="499848" y="80122"/>
                </a:lnTo>
                <a:lnTo>
                  <a:pt x="499866" y="80654"/>
                </a:lnTo>
                <a:lnTo>
                  <a:pt x="499889" y="81173"/>
                </a:lnTo>
                <a:lnTo>
                  <a:pt x="499917" y="81680"/>
                </a:lnTo>
                <a:lnTo>
                  <a:pt x="499950" y="82174"/>
                </a:lnTo>
                <a:lnTo>
                  <a:pt x="499988" y="82655"/>
                </a:lnTo>
                <a:lnTo>
                  <a:pt x="500031" y="83125"/>
                </a:lnTo>
                <a:lnTo>
                  <a:pt x="500079" y="83581"/>
                </a:lnTo>
                <a:lnTo>
                  <a:pt x="500133" y="84026"/>
                </a:lnTo>
                <a:lnTo>
                  <a:pt x="500191" y="84457"/>
                </a:lnTo>
                <a:lnTo>
                  <a:pt x="500255" y="84877"/>
                </a:lnTo>
                <a:lnTo>
                  <a:pt x="500323" y="85284"/>
                </a:lnTo>
                <a:lnTo>
                  <a:pt x="500397" y="85678"/>
                </a:lnTo>
                <a:lnTo>
                  <a:pt x="500475" y="86060"/>
                </a:lnTo>
                <a:lnTo>
                  <a:pt x="500559" y="86429"/>
                </a:lnTo>
                <a:lnTo>
                  <a:pt x="500648" y="86786"/>
                </a:lnTo>
                <a:lnTo>
                  <a:pt x="500742" y="87131"/>
                </a:lnTo>
                <a:lnTo>
                  <a:pt x="500841" y="87463"/>
                </a:lnTo>
                <a:lnTo>
                  <a:pt x="500945" y="87783"/>
                </a:lnTo>
                <a:lnTo>
                  <a:pt x="501054" y="88090"/>
                </a:lnTo>
                <a:lnTo>
                  <a:pt x="501168" y="88384"/>
                </a:lnTo>
                <a:lnTo>
                  <a:pt x="501288" y="88667"/>
                </a:lnTo>
                <a:lnTo>
                  <a:pt x="501412" y="88940"/>
                </a:lnTo>
                <a:lnTo>
                  <a:pt x="501543" y="89208"/>
                </a:lnTo>
                <a:lnTo>
                  <a:pt x="501678" y="89470"/>
                </a:lnTo>
                <a:lnTo>
                  <a:pt x="501820" y="89727"/>
                </a:lnTo>
                <a:lnTo>
                  <a:pt x="501967" y="89979"/>
                </a:lnTo>
                <a:lnTo>
                  <a:pt x="502119" y="90226"/>
                </a:lnTo>
                <a:lnTo>
                  <a:pt x="502277" y="90467"/>
                </a:lnTo>
                <a:lnTo>
                  <a:pt x="502441" y="90703"/>
                </a:lnTo>
                <a:lnTo>
                  <a:pt x="502610" y="90933"/>
                </a:lnTo>
                <a:lnTo>
                  <a:pt x="502784" y="91159"/>
                </a:lnTo>
                <a:lnTo>
                  <a:pt x="502965" y="91379"/>
                </a:lnTo>
                <a:lnTo>
                  <a:pt x="503150" y="91593"/>
                </a:lnTo>
                <a:lnTo>
                  <a:pt x="503342" y="91803"/>
                </a:lnTo>
                <a:lnTo>
                  <a:pt x="503539" y="92007"/>
                </a:lnTo>
                <a:lnTo>
                  <a:pt x="503741" y="92205"/>
                </a:lnTo>
                <a:lnTo>
                  <a:pt x="503949" y="92399"/>
                </a:lnTo>
                <a:lnTo>
                  <a:pt x="504163" y="92587"/>
                </a:lnTo>
                <a:lnTo>
                  <a:pt x="504382" y="92769"/>
                </a:lnTo>
                <a:lnTo>
                  <a:pt x="504607" y="92947"/>
                </a:lnTo>
                <a:lnTo>
                  <a:pt x="504837" y="93119"/>
                </a:lnTo>
                <a:lnTo>
                  <a:pt x="505073" y="93286"/>
                </a:lnTo>
                <a:lnTo>
                  <a:pt x="505314" y="93447"/>
                </a:lnTo>
                <a:lnTo>
                  <a:pt x="505561" y="93603"/>
                </a:lnTo>
                <a:lnTo>
                  <a:pt x="505814" y="93754"/>
                </a:lnTo>
                <a:lnTo>
                  <a:pt x="506069" y="93899"/>
                </a:lnTo>
                <a:lnTo>
                  <a:pt x="506325" y="94038"/>
                </a:lnTo>
                <a:lnTo>
                  <a:pt x="506582" y="94171"/>
                </a:lnTo>
                <a:lnTo>
                  <a:pt x="506839" y="94297"/>
                </a:lnTo>
                <a:lnTo>
                  <a:pt x="507096" y="94418"/>
                </a:lnTo>
                <a:lnTo>
                  <a:pt x="507354" y="94532"/>
                </a:lnTo>
                <a:lnTo>
                  <a:pt x="507613" y="94640"/>
                </a:lnTo>
                <a:lnTo>
                  <a:pt x="507872" y="94742"/>
                </a:lnTo>
                <a:lnTo>
                  <a:pt x="508131" y="94837"/>
                </a:lnTo>
                <a:lnTo>
                  <a:pt x="508391" y="94927"/>
                </a:lnTo>
                <a:lnTo>
                  <a:pt x="508651" y="95010"/>
                </a:lnTo>
                <a:lnTo>
                  <a:pt x="508912" y="95087"/>
                </a:lnTo>
                <a:lnTo>
                  <a:pt x="509174" y="95158"/>
                </a:lnTo>
                <a:lnTo>
                  <a:pt x="509435" y="95223"/>
                </a:lnTo>
                <a:lnTo>
                  <a:pt x="509698" y="95282"/>
                </a:lnTo>
                <a:lnTo>
                  <a:pt x="509961" y="95334"/>
                </a:lnTo>
                <a:lnTo>
                  <a:pt x="510224" y="95380"/>
                </a:lnTo>
                <a:lnTo>
                  <a:pt x="510488" y="95421"/>
                </a:lnTo>
                <a:lnTo>
                  <a:pt x="510752" y="95455"/>
                </a:lnTo>
                <a:lnTo>
                  <a:pt x="511017" y="95482"/>
                </a:lnTo>
                <a:lnTo>
                  <a:pt x="511282" y="95504"/>
                </a:lnTo>
                <a:lnTo>
                  <a:pt x="511547" y="95519"/>
                </a:lnTo>
                <a:lnTo>
                  <a:pt x="511814" y="95529"/>
                </a:lnTo>
                <a:lnTo>
                  <a:pt x="512080" y="95532"/>
                </a:lnTo>
                <a:lnTo>
                  <a:pt x="512474" y="95526"/>
                </a:lnTo>
                <a:lnTo>
                  <a:pt x="512868" y="95507"/>
                </a:lnTo>
                <a:lnTo>
                  <a:pt x="513260" y="95477"/>
                </a:lnTo>
                <a:lnTo>
                  <a:pt x="513651" y="95434"/>
                </a:lnTo>
                <a:lnTo>
                  <a:pt x="514041" y="95380"/>
                </a:lnTo>
                <a:lnTo>
                  <a:pt x="514430" y="95313"/>
                </a:lnTo>
                <a:lnTo>
                  <a:pt x="514819" y="95234"/>
                </a:lnTo>
                <a:lnTo>
                  <a:pt x="515206" y="95142"/>
                </a:lnTo>
                <a:lnTo>
                  <a:pt x="515592" y="95039"/>
                </a:lnTo>
                <a:lnTo>
                  <a:pt x="515978" y="94923"/>
                </a:lnTo>
                <a:lnTo>
                  <a:pt x="516362" y="94795"/>
                </a:lnTo>
                <a:lnTo>
                  <a:pt x="516746" y="94655"/>
                </a:lnTo>
                <a:lnTo>
                  <a:pt x="517128" y="94503"/>
                </a:lnTo>
                <a:lnTo>
                  <a:pt x="517510" y="94339"/>
                </a:lnTo>
                <a:lnTo>
                  <a:pt x="517890" y="94162"/>
                </a:lnTo>
                <a:lnTo>
                  <a:pt x="518270" y="93974"/>
                </a:lnTo>
                <a:lnTo>
                  <a:pt x="518648" y="93773"/>
                </a:lnTo>
                <a:lnTo>
                  <a:pt x="519026" y="93560"/>
                </a:lnTo>
                <a:lnTo>
                  <a:pt x="519403" y="93335"/>
                </a:lnTo>
                <a:lnTo>
                  <a:pt x="519778" y="93097"/>
                </a:lnTo>
                <a:lnTo>
                  <a:pt x="520153" y="92848"/>
                </a:lnTo>
                <a:lnTo>
                  <a:pt x="520527" y="92586"/>
                </a:lnTo>
                <a:lnTo>
                  <a:pt x="520900" y="92312"/>
                </a:lnTo>
                <a:lnTo>
                  <a:pt x="521271" y="92026"/>
                </a:lnTo>
                <a:lnTo>
                  <a:pt x="521639" y="91728"/>
                </a:lnTo>
                <a:lnTo>
                  <a:pt x="522000" y="91419"/>
                </a:lnTo>
                <a:lnTo>
                  <a:pt x="522354" y="91097"/>
                </a:lnTo>
                <a:lnTo>
                  <a:pt x="522701" y="90764"/>
                </a:lnTo>
                <a:lnTo>
                  <a:pt x="523041" y="90420"/>
                </a:lnTo>
                <a:lnTo>
                  <a:pt x="523373" y="90064"/>
                </a:lnTo>
                <a:lnTo>
                  <a:pt x="523699" y="89696"/>
                </a:lnTo>
                <a:lnTo>
                  <a:pt x="524018" y="89317"/>
                </a:lnTo>
                <a:lnTo>
                  <a:pt x="524330" y="88927"/>
                </a:lnTo>
                <a:lnTo>
                  <a:pt x="524634" y="88524"/>
                </a:lnTo>
                <a:lnTo>
                  <a:pt x="524932" y="88110"/>
                </a:lnTo>
                <a:lnTo>
                  <a:pt x="525223" y="87685"/>
                </a:lnTo>
                <a:lnTo>
                  <a:pt x="525507" y="87248"/>
                </a:lnTo>
                <a:lnTo>
                  <a:pt x="525783" y="86799"/>
                </a:lnTo>
                <a:lnTo>
                  <a:pt x="526053" y="86339"/>
                </a:lnTo>
                <a:lnTo>
                  <a:pt x="526316" y="85867"/>
                </a:lnTo>
                <a:lnTo>
                  <a:pt x="526571" y="85384"/>
                </a:lnTo>
                <a:lnTo>
                  <a:pt x="526820" y="84889"/>
                </a:lnTo>
                <a:lnTo>
                  <a:pt x="527062" y="84382"/>
                </a:lnTo>
                <a:lnTo>
                  <a:pt x="527296" y="83864"/>
                </a:lnTo>
                <a:lnTo>
                  <a:pt x="527524" y="83334"/>
                </a:lnTo>
                <a:lnTo>
                  <a:pt x="527745" y="82793"/>
                </a:lnTo>
                <a:lnTo>
                  <a:pt x="527958" y="82240"/>
                </a:lnTo>
                <a:lnTo>
                  <a:pt x="528165" y="81675"/>
                </a:lnTo>
                <a:lnTo>
                  <a:pt x="525449" y="81675"/>
                </a:lnTo>
                <a:lnTo>
                  <a:pt x="525349" y="81905"/>
                </a:lnTo>
                <a:lnTo>
                  <a:pt x="525245" y="82130"/>
                </a:lnTo>
                <a:lnTo>
                  <a:pt x="525138" y="82351"/>
                </a:lnTo>
                <a:lnTo>
                  <a:pt x="525028" y="82566"/>
                </a:lnTo>
                <a:lnTo>
                  <a:pt x="524914" y="82777"/>
                </a:lnTo>
                <a:lnTo>
                  <a:pt x="524796" y="82983"/>
                </a:lnTo>
                <a:lnTo>
                  <a:pt x="524676" y="83185"/>
                </a:lnTo>
                <a:lnTo>
                  <a:pt x="524552" y="83381"/>
                </a:lnTo>
                <a:lnTo>
                  <a:pt x="524424" y="83573"/>
                </a:lnTo>
                <a:lnTo>
                  <a:pt x="524294" y="83761"/>
                </a:lnTo>
                <a:lnTo>
                  <a:pt x="524159" y="83943"/>
                </a:lnTo>
                <a:lnTo>
                  <a:pt x="524022" y="84121"/>
                </a:lnTo>
                <a:lnTo>
                  <a:pt x="523881" y="84294"/>
                </a:lnTo>
                <a:lnTo>
                  <a:pt x="523737" y="84463"/>
                </a:lnTo>
                <a:lnTo>
                  <a:pt x="523589" y="84627"/>
                </a:lnTo>
                <a:lnTo>
                  <a:pt x="523438" y="84786"/>
                </a:lnTo>
                <a:lnTo>
                  <a:pt x="523283" y="84940"/>
                </a:lnTo>
                <a:lnTo>
                  <a:pt x="523125" y="85089"/>
                </a:lnTo>
                <a:lnTo>
                  <a:pt x="522964" y="85234"/>
                </a:lnTo>
                <a:lnTo>
                  <a:pt x="522799" y="85375"/>
                </a:lnTo>
                <a:lnTo>
                  <a:pt x="522631" y="85510"/>
                </a:lnTo>
                <a:lnTo>
                  <a:pt x="522460" y="85641"/>
                </a:lnTo>
                <a:lnTo>
                  <a:pt x="522285" y="85767"/>
                </a:lnTo>
                <a:lnTo>
                  <a:pt x="522107" y="85888"/>
                </a:lnTo>
                <a:lnTo>
                  <a:pt x="521927" y="86005"/>
                </a:lnTo>
                <a:lnTo>
                  <a:pt x="521746" y="86116"/>
                </a:lnTo>
                <a:lnTo>
                  <a:pt x="521565" y="86223"/>
                </a:lnTo>
                <a:lnTo>
                  <a:pt x="521384" y="86324"/>
                </a:lnTo>
                <a:lnTo>
                  <a:pt x="521202" y="86421"/>
                </a:lnTo>
                <a:lnTo>
                  <a:pt x="521019" y="86513"/>
                </a:lnTo>
                <a:lnTo>
                  <a:pt x="520836" y="86599"/>
                </a:lnTo>
                <a:lnTo>
                  <a:pt x="520653" y="86681"/>
                </a:lnTo>
                <a:lnTo>
                  <a:pt x="520469" y="86758"/>
                </a:lnTo>
                <a:lnTo>
                  <a:pt x="520284" y="86830"/>
                </a:lnTo>
                <a:lnTo>
                  <a:pt x="520099" y="86897"/>
                </a:lnTo>
                <a:lnTo>
                  <a:pt x="519914" y="86959"/>
                </a:lnTo>
                <a:lnTo>
                  <a:pt x="519728" y="87016"/>
                </a:lnTo>
                <a:lnTo>
                  <a:pt x="519541" y="87068"/>
                </a:lnTo>
                <a:lnTo>
                  <a:pt x="519354" y="87115"/>
                </a:lnTo>
                <a:lnTo>
                  <a:pt x="519167" y="87157"/>
                </a:lnTo>
                <a:lnTo>
                  <a:pt x="518979" y="87194"/>
                </a:lnTo>
                <a:lnTo>
                  <a:pt x="518791" y="87226"/>
                </a:lnTo>
                <a:lnTo>
                  <a:pt x="518602" y="87253"/>
                </a:lnTo>
                <a:lnTo>
                  <a:pt x="518413" y="87276"/>
                </a:lnTo>
                <a:lnTo>
                  <a:pt x="518223" y="87293"/>
                </a:lnTo>
                <a:lnTo>
                  <a:pt x="518033" y="87306"/>
                </a:lnTo>
                <a:lnTo>
                  <a:pt x="517842" y="87313"/>
                </a:lnTo>
                <a:lnTo>
                  <a:pt x="517651" y="87315"/>
                </a:lnTo>
                <a:lnTo>
                  <a:pt x="517420" y="87312"/>
                </a:lnTo>
                <a:lnTo>
                  <a:pt x="517194" y="87300"/>
                </a:lnTo>
                <a:lnTo>
                  <a:pt x="516970" y="87282"/>
                </a:lnTo>
                <a:lnTo>
                  <a:pt x="516750" y="87256"/>
                </a:lnTo>
                <a:lnTo>
                  <a:pt x="516534" y="87222"/>
                </a:lnTo>
                <a:lnTo>
                  <a:pt x="516321" y="87181"/>
                </a:lnTo>
                <a:lnTo>
                  <a:pt x="516112" y="87132"/>
                </a:lnTo>
                <a:lnTo>
                  <a:pt x="515906" y="87076"/>
                </a:lnTo>
                <a:lnTo>
                  <a:pt x="515704" y="87013"/>
                </a:lnTo>
                <a:lnTo>
                  <a:pt x="515505" y="86941"/>
                </a:lnTo>
                <a:lnTo>
                  <a:pt x="515310" y="86863"/>
                </a:lnTo>
                <a:lnTo>
                  <a:pt x="515118" y="86777"/>
                </a:lnTo>
                <a:lnTo>
                  <a:pt x="514930" y="86683"/>
                </a:lnTo>
                <a:lnTo>
                  <a:pt x="514745" y="86582"/>
                </a:lnTo>
                <a:lnTo>
                  <a:pt x="514564" y="86474"/>
                </a:lnTo>
                <a:lnTo>
                  <a:pt x="514386" y="86358"/>
                </a:lnTo>
                <a:lnTo>
                  <a:pt x="514212" y="86235"/>
                </a:lnTo>
                <a:lnTo>
                  <a:pt x="514041" y="86104"/>
                </a:lnTo>
                <a:lnTo>
                  <a:pt x="513874" y="85965"/>
                </a:lnTo>
                <a:lnTo>
                  <a:pt x="513710" y="85819"/>
                </a:lnTo>
                <a:lnTo>
                  <a:pt x="513550" y="85666"/>
                </a:lnTo>
                <a:lnTo>
                  <a:pt x="513393" y="85505"/>
                </a:lnTo>
                <a:lnTo>
                  <a:pt x="513240" y="85337"/>
                </a:lnTo>
                <a:lnTo>
                  <a:pt x="513090" y="85161"/>
                </a:lnTo>
                <a:lnTo>
                  <a:pt x="512945" y="84975"/>
                </a:lnTo>
                <a:lnTo>
                  <a:pt x="512806" y="84774"/>
                </a:lnTo>
                <a:lnTo>
                  <a:pt x="512674" y="84559"/>
                </a:lnTo>
                <a:lnTo>
                  <a:pt x="512547" y="84330"/>
                </a:lnTo>
                <a:lnTo>
                  <a:pt x="512427" y="84088"/>
                </a:lnTo>
                <a:lnTo>
                  <a:pt x="512313" y="83831"/>
                </a:lnTo>
                <a:lnTo>
                  <a:pt x="512205" y="83560"/>
                </a:lnTo>
                <a:lnTo>
                  <a:pt x="512104" y="83275"/>
                </a:lnTo>
                <a:lnTo>
                  <a:pt x="512008" y="82977"/>
                </a:lnTo>
                <a:lnTo>
                  <a:pt x="511919" y="82664"/>
                </a:lnTo>
                <a:lnTo>
                  <a:pt x="511835" y="82337"/>
                </a:lnTo>
                <a:lnTo>
                  <a:pt x="511758" y="81996"/>
                </a:lnTo>
                <a:lnTo>
                  <a:pt x="511687" y="81642"/>
                </a:lnTo>
                <a:lnTo>
                  <a:pt x="511623" y="81273"/>
                </a:lnTo>
                <a:lnTo>
                  <a:pt x="511564" y="80890"/>
                </a:lnTo>
                <a:lnTo>
                  <a:pt x="511512" y="80493"/>
                </a:lnTo>
                <a:lnTo>
                  <a:pt x="511465" y="80082"/>
                </a:lnTo>
                <a:lnTo>
                  <a:pt x="511425" y="79658"/>
                </a:lnTo>
                <a:lnTo>
                  <a:pt x="511391" y="79219"/>
                </a:lnTo>
                <a:lnTo>
                  <a:pt x="511364" y="78766"/>
                </a:lnTo>
                <a:lnTo>
                  <a:pt x="511342" y="78299"/>
                </a:lnTo>
                <a:lnTo>
                  <a:pt x="511327" y="77818"/>
                </a:lnTo>
                <a:lnTo>
                  <a:pt x="511318" y="77323"/>
                </a:lnTo>
                <a:lnTo>
                  <a:pt x="511314" y="76814"/>
                </a:lnTo>
                <a:lnTo>
                  <a:pt x="511314" y="35511"/>
                </a:lnTo>
                <a:lnTo>
                  <a:pt x="526215" y="35511"/>
                </a:lnTo>
                <a:lnTo>
                  <a:pt x="526215" y="30637"/>
                </a:lnTo>
                <a:lnTo>
                  <a:pt x="511314" y="30637"/>
                </a:lnTo>
                <a:lnTo>
                  <a:pt x="511314" y="9609"/>
                </a:lnTo>
                <a:lnTo>
                  <a:pt x="509156" y="9609"/>
                </a:lnTo>
                <a:lnTo>
                  <a:pt x="508920" y="10189"/>
                </a:lnTo>
                <a:lnTo>
                  <a:pt x="508689" y="10754"/>
                </a:lnTo>
                <a:lnTo>
                  <a:pt x="508462" y="11304"/>
                </a:lnTo>
                <a:close/>
                <a:moveTo>
                  <a:pt x="456695" y="33249"/>
                </a:moveTo>
                <a:lnTo>
                  <a:pt x="457180" y="33276"/>
                </a:lnTo>
                <a:lnTo>
                  <a:pt x="457650" y="33309"/>
                </a:lnTo>
                <a:lnTo>
                  <a:pt x="458106" y="33348"/>
                </a:lnTo>
                <a:lnTo>
                  <a:pt x="458546" y="33394"/>
                </a:lnTo>
                <a:lnTo>
                  <a:pt x="458972" y="33445"/>
                </a:lnTo>
                <a:lnTo>
                  <a:pt x="459382" y="33503"/>
                </a:lnTo>
                <a:lnTo>
                  <a:pt x="459778" y="33567"/>
                </a:lnTo>
                <a:lnTo>
                  <a:pt x="460159" y="33637"/>
                </a:lnTo>
                <a:lnTo>
                  <a:pt x="460525" y="33713"/>
                </a:lnTo>
                <a:lnTo>
                  <a:pt x="460877" y="33795"/>
                </a:lnTo>
                <a:lnTo>
                  <a:pt x="461213" y="33884"/>
                </a:lnTo>
                <a:lnTo>
                  <a:pt x="461534" y="33978"/>
                </a:lnTo>
                <a:lnTo>
                  <a:pt x="461841" y="34079"/>
                </a:lnTo>
                <a:lnTo>
                  <a:pt x="462133" y="34186"/>
                </a:lnTo>
                <a:lnTo>
                  <a:pt x="462410" y="34299"/>
                </a:lnTo>
                <a:lnTo>
                  <a:pt x="462672" y="34418"/>
                </a:lnTo>
                <a:lnTo>
                  <a:pt x="462919" y="34544"/>
                </a:lnTo>
                <a:lnTo>
                  <a:pt x="463151" y="34675"/>
                </a:lnTo>
                <a:lnTo>
                  <a:pt x="463369" y="34813"/>
                </a:lnTo>
                <a:lnTo>
                  <a:pt x="463571" y="34957"/>
                </a:lnTo>
                <a:lnTo>
                  <a:pt x="463759" y="35107"/>
                </a:lnTo>
                <a:lnTo>
                  <a:pt x="463932" y="35263"/>
                </a:lnTo>
                <a:lnTo>
                  <a:pt x="464093" y="35428"/>
                </a:lnTo>
                <a:lnTo>
                  <a:pt x="464248" y="35605"/>
                </a:lnTo>
                <a:lnTo>
                  <a:pt x="464397" y="35795"/>
                </a:lnTo>
                <a:lnTo>
                  <a:pt x="464538" y="35997"/>
                </a:lnTo>
                <a:lnTo>
                  <a:pt x="464672" y="36210"/>
                </a:lnTo>
                <a:lnTo>
                  <a:pt x="464800" y="36437"/>
                </a:lnTo>
                <a:lnTo>
                  <a:pt x="464920" y="36675"/>
                </a:lnTo>
                <a:lnTo>
                  <a:pt x="465034" y="36925"/>
                </a:lnTo>
                <a:lnTo>
                  <a:pt x="465141" y="37188"/>
                </a:lnTo>
                <a:lnTo>
                  <a:pt x="465241" y="37463"/>
                </a:lnTo>
                <a:lnTo>
                  <a:pt x="465334" y="37750"/>
                </a:lnTo>
                <a:lnTo>
                  <a:pt x="465420" y="38049"/>
                </a:lnTo>
                <a:lnTo>
                  <a:pt x="465499" y="38360"/>
                </a:lnTo>
                <a:lnTo>
                  <a:pt x="465571" y="38684"/>
                </a:lnTo>
                <a:lnTo>
                  <a:pt x="465637" y="39019"/>
                </a:lnTo>
                <a:lnTo>
                  <a:pt x="465695" y="39367"/>
                </a:lnTo>
                <a:lnTo>
                  <a:pt x="465747" y="39727"/>
                </a:lnTo>
                <a:lnTo>
                  <a:pt x="465792" y="40100"/>
                </a:lnTo>
                <a:lnTo>
                  <a:pt x="465830" y="40484"/>
                </a:lnTo>
                <a:lnTo>
                  <a:pt x="465861" y="40881"/>
                </a:lnTo>
                <a:lnTo>
                  <a:pt x="465885" y="41290"/>
                </a:lnTo>
                <a:lnTo>
                  <a:pt x="465902" y="41711"/>
                </a:lnTo>
                <a:lnTo>
                  <a:pt x="465913" y="42144"/>
                </a:lnTo>
                <a:lnTo>
                  <a:pt x="465916" y="42589"/>
                </a:lnTo>
                <a:lnTo>
                  <a:pt x="465916" y="78636"/>
                </a:lnTo>
                <a:lnTo>
                  <a:pt x="465483" y="79069"/>
                </a:lnTo>
                <a:lnTo>
                  <a:pt x="465056" y="79491"/>
                </a:lnTo>
                <a:lnTo>
                  <a:pt x="464633" y="79902"/>
                </a:lnTo>
                <a:lnTo>
                  <a:pt x="464215" y="80300"/>
                </a:lnTo>
                <a:lnTo>
                  <a:pt x="463802" y="80687"/>
                </a:lnTo>
                <a:lnTo>
                  <a:pt x="463394" y="81061"/>
                </a:lnTo>
                <a:lnTo>
                  <a:pt x="462991" y="81424"/>
                </a:lnTo>
                <a:lnTo>
                  <a:pt x="462593" y="81776"/>
                </a:lnTo>
                <a:lnTo>
                  <a:pt x="462200" y="82115"/>
                </a:lnTo>
                <a:lnTo>
                  <a:pt x="461812" y="82442"/>
                </a:lnTo>
                <a:lnTo>
                  <a:pt x="461429" y="82758"/>
                </a:lnTo>
                <a:lnTo>
                  <a:pt x="461051" y="83062"/>
                </a:lnTo>
                <a:lnTo>
                  <a:pt x="460677" y="83354"/>
                </a:lnTo>
                <a:lnTo>
                  <a:pt x="460309" y="83634"/>
                </a:lnTo>
                <a:lnTo>
                  <a:pt x="459946" y="83903"/>
                </a:lnTo>
                <a:lnTo>
                  <a:pt x="459587" y="84160"/>
                </a:lnTo>
                <a:lnTo>
                  <a:pt x="459234" y="84404"/>
                </a:lnTo>
                <a:lnTo>
                  <a:pt x="458886" y="84638"/>
                </a:lnTo>
                <a:lnTo>
                  <a:pt x="458542" y="84859"/>
                </a:lnTo>
                <a:lnTo>
                  <a:pt x="458204" y="85068"/>
                </a:lnTo>
                <a:lnTo>
                  <a:pt x="457870" y="85266"/>
                </a:lnTo>
                <a:lnTo>
                  <a:pt x="457541" y="85452"/>
                </a:lnTo>
                <a:lnTo>
                  <a:pt x="457218" y="85626"/>
                </a:lnTo>
                <a:lnTo>
                  <a:pt x="456899" y="85788"/>
                </a:lnTo>
                <a:lnTo>
                  <a:pt x="456584" y="85941"/>
                </a:lnTo>
                <a:lnTo>
                  <a:pt x="456272" y="86088"/>
                </a:lnTo>
                <a:lnTo>
                  <a:pt x="455963" y="86228"/>
                </a:lnTo>
                <a:lnTo>
                  <a:pt x="455656" y="86361"/>
                </a:lnTo>
                <a:lnTo>
                  <a:pt x="455353" y="86488"/>
                </a:lnTo>
                <a:lnTo>
                  <a:pt x="455052" y="86609"/>
                </a:lnTo>
                <a:lnTo>
                  <a:pt x="454753" y="86723"/>
                </a:lnTo>
                <a:lnTo>
                  <a:pt x="454458" y="86830"/>
                </a:lnTo>
                <a:lnTo>
                  <a:pt x="454165" y="86931"/>
                </a:lnTo>
                <a:lnTo>
                  <a:pt x="453876" y="87025"/>
                </a:lnTo>
                <a:lnTo>
                  <a:pt x="453589" y="87113"/>
                </a:lnTo>
                <a:lnTo>
                  <a:pt x="453304" y="87195"/>
                </a:lnTo>
                <a:lnTo>
                  <a:pt x="453023" y="87270"/>
                </a:lnTo>
                <a:lnTo>
                  <a:pt x="452744" y="87338"/>
                </a:lnTo>
                <a:lnTo>
                  <a:pt x="452468" y="87400"/>
                </a:lnTo>
                <a:lnTo>
                  <a:pt x="452195" y="87455"/>
                </a:lnTo>
                <a:lnTo>
                  <a:pt x="451925" y="87504"/>
                </a:lnTo>
                <a:lnTo>
                  <a:pt x="451657" y="87546"/>
                </a:lnTo>
                <a:lnTo>
                  <a:pt x="451392" y="87582"/>
                </a:lnTo>
                <a:lnTo>
                  <a:pt x="451130" y="87611"/>
                </a:lnTo>
                <a:lnTo>
                  <a:pt x="450871" y="87634"/>
                </a:lnTo>
                <a:lnTo>
                  <a:pt x="450615" y="87651"/>
                </a:lnTo>
                <a:lnTo>
                  <a:pt x="450361" y="87660"/>
                </a:lnTo>
                <a:lnTo>
                  <a:pt x="450110" y="87664"/>
                </a:lnTo>
                <a:lnTo>
                  <a:pt x="449747" y="87659"/>
                </a:lnTo>
                <a:lnTo>
                  <a:pt x="449388" y="87644"/>
                </a:lnTo>
                <a:lnTo>
                  <a:pt x="449034" y="87620"/>
                </a:lnTo>
                <a:lnTo>
                  <a:pt x="448684" y="87586"/>
                </a:lnTo>
                <a:lnTo>
                  <a:pt x="448338" y="87543"/>
                </a:lnTo>
                <a:lnTo>
                  <a:pt x="447997" y="87490"/>
                </a:lnTo>
                <a:lnTo>
                  <a:pt x="447661" y="87427"/>
                </a:lnTo>
                <a:lnTo>
                  <a:pt x="447329" y="87355"/>
                </a:lnTo>
                <a:lnTo>
                  <a:pt x="447001" y="87273"/>
                </a:lnTo>
                <a:lnTo>
                  <a:pt x="446678" y="87181"/>
                </a:lnTo>
                <a:lnTo>
                  <a:pt x="446360" y="87080"/>
                </a:lnTo>
                <a:lnTo>
                  <a:pt x="446045" y="86969"/>
                </a:lnTo>
                <a:lnTo>
                  <a:pt x="445736" y="86848"/>
                </a:lnTo>
                <a:lnTo>
                  <a:pt x="445431" y="86718"/>
                </a:lnTo>
                <a:lnTo>
                  <a:pt x="445130" y="86578"/>
                </a:lnTo>
                <a:lnTo>
                  <a:pt x="444834" y="86429"/>
                </a:lnTo>
                <a:lnTo>
                  <a:pt x="444542" y="86269"/>
                </a:lnTo>
                <a:lnTo>
                  <a:pt x="444255" y="86101"/>
                </a:lnTo>
                <a:lnTo>
                  <a:pt x="443972" y="85922"/>
                </a:lnTo>
                <a:lnTo>
                  <a:pt x="443694" y="85734"/>
                </a:lnTo>
                <a:lnTo>
                  <a:pt x="443420" y="85536"/>
                </a:lnTo>
                <a:lnTo>
                  <a:pt x="443150" y="85329"/>
                </a:lnTo>
                <a:lnTo>
                  <a:pt x="442885" y="85112"/>
                </a:lnTo>
                <a:lnTo>
                  <a:pt x="442625" y="84885"/>
                </a:lnTo>
                <a:lnTo>
                  <a:pt x="442372" y="84643"/>
                </a:lnTo>
                <a:lnTo>
                  <a:pt x="442130" y="84379"/>
                </a:lnTo>
                <a:lnTo>
                  <a:pt x="441899" y="84095"/>
                </a:lnTo>
                <a:lnTo>
                  <a:pt x="441678" y="83789"/>
                </a:lnTo>
                <a:lnTo>
                  <a:pt x="441468" y="83462"/>
                </a:lnTo>
                <a:lnTo>
                  <a:pt x="441269" y="83114"/>
                </a:lnTo>
                <a:lnTo>
                  <a:pt x="441081" y="82744"/>
                </a:lnTo>
                <a:lnTo>
                  <a:pt x="440904" y="82353"/>
                </a:lnTo>
                <a:lnTo>
                  <a:pt x="440737" y="81941"/>
                </a:lnTo>
                <a:lnTo>
                  <a:pt x="440581" y="81508"/>
                </a:lnTo>
                <a:lnTo>
                  <a:pt x="440436" y="81054"/>
                </a:lnTo>
                <a:lnTo>
                  <a:pt x="440301" y="80578"/>
                </a:lnTo>
                <a:lnTo>
                  <a:pt x="440177" y="80081"/>
                </a:lnTo>
                <a:lnTo>
                  <a:pt x="440064" y="79563"/>
                </a:lnTo>
                <a:lnTo>
                  <a:pt x="439962" y="79024"/>
                </a:lnTo>
                <a:lnTo>
                  <a:pt x="439871" y="78464"/>
                </a:lnTo>
                <a:lnTo>
                  <a:pt x="439790" y="77882"/>
                </a:lnTo>
                <a:lnTo>
                  <a:pt x="439720" y="77279"/>
                </a:lnTo>
                <a:lnTo>
                  <a:pt x="439661" y="76655"/>
                </a:lnTo>
                <a:lnTo>
                  <a:pt x="439612" y="76009"/>
                </a:lnTo>
                <a:lnTo>
                  <a:pt x="439575" y="75343"/>
                </a:lnTo>
                <a:lnTo>
                  <a:pt x="439548" y="74655"/>
                </a:lnTo>
                <a:lnTo>
                  <a:pt x="439532" y="73946"/>
                </a:lnTo>
                <a:lnTo>
                  <a:pt x="439526" y="73215"/>
                </a:lnTo>
                <a:lnTo>
                  <a:pt x="439526" y="30637"/>
                </a:lnTo>
                <a:lnTo>
                  <a:pt x="417175" y="30637"/>
                </a:lnTo>
                <a:lnTo>
                  <a:pt x="417175" y="33213"/>
                </a:lnTo>
                <a:lnTo>
                  <a:pt x="417588" y="33209"/>
                </a:lnTo>
                <a:lnTo>
                  <a:pt x="417989" y="33209"/>
                </a:lnTo>
                <a:lnTo>
                  <a:pt x="418380" y="33212"/>
                </a:lnTo>
                <a:lnTo>
                  <a:pt x="418760" y="33218"/>
                </a:lnTo>
                <a:lnTo>
                  <a:pt x="419130" y="33228"/>
                </a:lnTo>
                <a:lnTo>
                  <a:pt x="419488" y="33242"/>
                </a:lnTo>
                <a:lnTo>
                  <a:pt x="419836" y="33259"/>
                </a:lnTo>
                <a:lnTo>
                  <a:pt x="420173" y="33279"/>
                </a:lnTo>
                <a:lnTo>
                  <a:pt x="420500" y="33303"/>
                </a:lnTo>
                <a:lnTo>
                  <a:pt x="420815" y="33331"/>
                </a:lnTo>
                <a:lnTo>
                  <a:pt x="421120" y="33362"/>
                </a:lnTo>
                <a:lnTo>
                  <a:pt x="421414" y="33396"/>
                </a:lnTo>
                <a:lnTo>
                  <a:pt x="421697" y="33434"/>
                </a:lnTo>
                <a:lnTo>
                  <a:pt x="421970" y="33476"/>
                </a:lnTo>
                <a:lnTo>
                  <a:pt x="422232" y="33521"/>
                </a:lnTo>
                <a:lnTo>
                  <a:pt x="422483" y="33569"/>
                </a:lnTo>
                <a:lnTo>
                  <a:pt x="422723" y="33621"/>
                </a:lnTo>
                <a:lnTo>
                  <a:pt x="422952" y="33677"/>
                </a:lnTo>
                <a:lnTo>
                  <a:pt x="423171" y="33736"/>
                </a:lnTo>
                <a:lnTo>
                  <a:pt x="423379" y="33798"/>
                </a:lnTo>
                <a:lnTo>
                  <a:pt x="423576" y="33864"/>
                </a:lnTo>
                <a:lnTo>
                  <a:pt x="423763" y="33934"/>
                </a:lnTo>
                <a:lnTo>
                  <a:pt x="423938" y="34007"/>
                </a:lnTo>
                <a:lnTo>
                  <a:pt x="424103" y="34084"/>
                </a:lnTo>
                <a:lnTo>
                  <a:pt x="424261" y="34163"/>
                </a:lnTo>
                <a:lnTo>
                  <a:pt x="424416" y="34246"/>
                </a:lnTo>
                <a:lnTo>
                  <a:pt x="424567" y="34331"/>
                </a:lnTo>
                <a:lnTo>
                  <a:pt x="424716" y="34419"/>
                </a:lnTo>
                <a:lnTo>
                  <a:pt x="424860" y="34510"/>
                </a:lnTo>
                <a:lnTo>
                  <a:pt x="425002" y="34604"/>
                </a:lnTo>
                <a:lnTo>
                  <a:pt x="425140" y="34700"/>
                </a:lnTo>
                <a:lnTo>
                  <a:pt x="425276" y="34799"/>
                </a:lnTo>
                <a:lnTo>
                  <a:pt x="425407" y="34901"/>
                </a:lnTo>
                <a:lnTo>
                  <a:pt x="425536" y="35006"/>
                </a:lnTo>
                <a:lnTo>
                  <a:pt x="425661" y="35114"/>
                </a:lnTo>
                <a:lnTo>
                  <a:pt x="425783" y="35224"/>
                </a:lnTo>
                <a:lnTo>
                  <a:pt x="425902" y="35337"/>
                </a:lnTo>
                <a:lnTo>
                  <a:pt x="426018" y="35453"/>
                </a:lnTo>
                <a:lnTo>
                  <a:pt x="426130" y="35571"/>
                </a:lnTo>
                <a:lnTo>
                  <a:pt x="426239" y="35693"/>
                </a:lnTo>
                <a:lnTo>
                  <a:pt x="426344" y="35817"/>
                </a:lnTo>
                <a:lnTo>
                  <a:pt x="426447" y="35944"/>
                </a:lnTo>
                <a:lnTo>
                  <a:pt x="426546" y="36074"/>
                </a:lnTo>
                <a:lnTo>
                  <a:pt x="426642" y="36206"/>
                </a:lnTo>
                <a:lnTo>
                  <a:pt x="426735" y="36342"/>
                </a:lnTo>
                <a:lnTo>
                  <a:pt x="426824" y="36480"/>
                </a:lnTo>
                <a:lnTo>
                  <a:pt x="426910" y="36621"/>
                </a:lnTo>
                <a:lnTo>
                  <a:pt x="426993" y="36764"/>
                </a:lnTo>
                <a:lnTo>
                  <a:pt x="427073" y="36914"/>
                </a:lnTo>
                <a:lnTo>
                  <a:pt x="427149" y="37074"/>
                </a:lnTo>
                <a:lnTo>
                  <a:pt x="427222" y="37243"/>
                </a:lnTo>
                <a:lnTo>
                  <a:pt x="427291" y="37422"/>
                </a:lnTo>
                <a:lnTo>
                  <a:pt x="427357" y="37611"/>
                </a:lnTo>
                <a:lnTo>
                  <a:pt x="427420" y="37809"/>
                </a:lnTo>
                <a:lnTo>
                  <a:pt x="427479" y="38017"/>
                </a:lnTo>
                <a:lnTo>
                  <a:pt x="427535" y="38234"/>
                </a:lnTo>
                <a:lnTo>
                  <a:pt x="427587" y="38462"/>
                </a:lnTo>
                <a:lnTo>
                  <a:pt x="427636" y="38699"/>
                </a:lnTo>
                <a:lnTo>
                  <a:pt x="427682" y="38945"/>
                </a:lnTo>
                <a:lnTo>
                  <a:pt x="427724" y="39201"/>
                </a:lnTo>
                <a:lnTo>
                  <a:pt x="427763" y="39467"/>
                </a:lnTo>
                <a:lnTo>
                  <a:pt x="427799" y="39743"/>
                </a:lnTo>
                <a:lnTo>
                  <a:pt x="427831" y="40028"/>
                </a:lnTo>
                <a:lnTo>
                  <a:pt x="427860" y="40323"/>
                </a:lnTo>
                <a:lnTo>
                  <a:pt x="427885" y="40628"/>
                </a:lnTo>
                <a:lnTo>
                  <a:pt x="427907" y="40942"/>
                </a:lnTo>
                <a:lnTo>
                  <a:pt x="427926" y="41266"/>
                </a:lnTo>
                <a:lnTo>
                  <a:pt x="427941" y="41600"/>
                </a:lnTo>
                <a:lnTo>
                  <a:pt x="427953" y="41943"/>
                </a:lnTo>
                <a:lnTo>
                  <a:pt x="427961" y="42296"/>
                </a:lnTo>
                <a:lnTo>
                  <a:pt x="427966" y="42659"/>
                </a:lnTo>
                <a:lnTo>
                  <a:pt x="427968" y="43031"/>
                </a:lnTo>
                <a:lnTo>
                  <a:pt x="427968" y="71510"/>
                </a:lnTo>
                <a:lnTo>
                  <a:pt x="427971" y="72245"/>
                </a:lnTo>
                <a:lnTo>
                  <a:pt x="427979" y="72967"/>
                </a:lnTo>
                <a:lnTo>
                  <a:pt x="427992" y="73675"/>
                </a:lnTo>
                <a:lnTo>
                  <a:pt x="428010" y="74368"/>
                </a:lnTo>
                <a:lnTo>
                  <a:pt x="428034" y="75048"/>
                </a:lnTo>
                <a:lnTo>
                  <a:pt x="428064" y="75713"/>
                </a:lnTo>
                <a:lnTo>
                  <a:pt x="428098" y="76365"/>
                </a:lnTo>
                <a:lnTo>
                  <a:pt x="428138" y="77003"/>
                </a:lnTo>
                <a:lnTo>
                  <a:pt x="428183" y="77626"/>
                </a:lnTo>
                <a:lnTo>
                  <a:pt x="428234" y="78236"/>
                </a:lnTo>
                <a:lnTo>
                  <a:pt x="428290" y="78831"/>
                </a:lnTo>
                <a:lnTo>
                  <a:pt x="428351" y="79412"/>
                </a:lnTo>
                <a:lnTo>
                  <a:pt x="428417" y="79980"/>
                </a:lnTo>
                <a:lnTo>
                  <a:pt x="428489" y="80533"/>
                </a:lnTo>
                <a:lnTo>
                  <a:pt x="428566" y="81073"/>
                </a:lnTo>
                <a:lnTo>
                  <a:pt x="428649" y="81598"/>
                </a:lnTo>
                <a:lnTo>
                  <a:pt x="428736" y="82109"/>
                </a:lnTo>
                <a:lnTo>
                  <a:pt x="428830" y="82607"/>
                </a:lnTo>
                <a:lnTo>
                  <a:pt x="428928" y="83090"/>
                </a:lnTo>
                <a:lnTo>
                  <a:pt x="429032" y="83559"/>
                </a:lnTo>
                <a:lnTo>
                  <a:pt x="429141" y="84015"/>
                </a:lnTo>
                <a:lnTo>
                  <a:pt x="429255" y="84456"/>
                </a:lnTo>
                <a:lnTo>
                  <a:pt x="429375" y="84883"/>
                </a:lnTo>
                <a:lnTo>
                  <a:pt x="429500" y="85296"/>
                </a:lnTo>
                <a:lnTo>
                  <a:pt x="429632" y="85699"/>
                </a:lnTo>
                <a:lnTo>
                  <a:pt x="429772" y="86096"/>
                </a:lnTo>
                <a:lnTo>
                  <a:pt x="429920" y="86487"/>
                </a:lnTo>
                <a:lnTo>
                  <a:pt x="430077" y="86872"/>
                </a:lnTo>
                <a:lnTo>
                  <a:pt x="430242" y="87250"/>
                </a:lnTo>
                <a:lnTo>
                  <a:pt x="430416" y="87622"/>
                </a:lnTo>
                <a:lnTo>
                  <a:pt x="430598" y="87988"/>
                </a:lnTo>
                <a:lnTo>
                  <a:pt x="430788" y="88348"/>
                </a:lnTo>
                <a:lnTo>
                  <a:pt x="430986" y="88702"/>
                </a:lnTo>
                <a:lnTo>
                  <a:pt x="431193" y="89050"/>
                </a:lnTo>
                <a:lnTo>
                  <a:pt x="431409" y="89391"/>
                </a:lnTo>
                <a:lnTo>
                  <a:pt x="431632" y="89726"/>
                </a:lnTo>
                <a:lnTo>
                  <a:pt x="431864" y="90055"/>
                </a:lnTo>
                <a:lnTo>
                  <a:pt x="432104" y="90378"/>
                </a:lnTo>
                <a:lnTo>
                  <a:pt x="432353" y="90695"/>
                </a:lnTo>
                <a:lnTo>
                  <a:pt x="432610" y="91006"/>
                </a:lnTo>
                <a:lnTo>
                  <a:pt x="432875" y="91310"/>
                </a:lnTo>
                <a:lnTo>
                  <a:pt x="433149" y="91609"/>
                </a:lnTo>
                <a:lnTo>
                  <a:pt x="433431" y="91901"/>
                </a:lnTo>
                <a:lnTo>
                  <a:pt x="433721" y="92187"/>
                </a:lnTo>
                <a:lnTo>
                  <a:pt x="434020" y="92466"/>
                </a:lnTo>
                <a:lnTo>
                  <a:pt x="434327" y="92740"/>
                </a:lnTo>
                <a:lnTo>
                  <a:pt x="434642" y="93007"/>
                </a:lnTo>
                <a:lnTo>
                  <a:pt x="434966" y="93269"/>
                </a:lnTo>
                <a:lnTo>
                  <a:pt x="435296" y="93522"/>
                </a:lnTo>
                <a:lnTo>
                  <a:pt x="435631" y="93764"/>
                </a:lnTo>
                <a:lnTo>
                  <a:pt x="435971" y="93995"/>
                </a:lnTo>
                <a:lnTo>
                  <a:pt x="436317" y="94216"/>
                </a:lnTo>
                <a:lnTo>
                  <a:pt x="436667" y="94425"/>
                </a:lnTo>
                <a:lnTo>
                  <a:pt x="437022" y="94624"/>
                </a:lnTo>
                <a:lnTo>
                  <a:pt x="437382" y="94813"/>
                </a:lnTo>
                <a:lnTo>
                  <a:pt x="437747" y="94990"/>
                </a:lnTo>
                <a:lnTo>
                  <a:pt x="438117" y="95157"/>
                </a:lnTo>
                <a:lnTo>
                  <a:pt x="438492" y="95313"/>
                </a:lnTo>
                <a:lnTo>
                  <a:pt x="438872" y="95458"/>
                </a:lnTo>
                <a:lnTo>
                  <a:pt x="439257" y="95593"/>
                </a:lnTo>
                <a:lnTo>
                  <a:pt x="439646" y="95716"/>
                </a:lnTo>
                <a:lnTo>
                  <a:pt x="440041" y="95829"/>
                </a:lnTo>
                <a:lnTo>
                  <a:pt x="440441" y="95932"/>
                </a:lnTo>
                <a:lnTo>
                  <a:pt x="440845" y="96023"/>
                </a:lnTo>
                <a:lnTo>
                  <a:pt x="441255" y="96104"/>
                </a:lnTo>
                <a:lnTo>
                  <a:pt x="441670" y="96174"/>
                </a:lnTo>
                <a:lnTo>
                  <a:pt x="442089" y="96233"/>
                </a:lnTo>
                <a:lnTo>
                  <a:pt x="442514" y="96281"/>
                </a:lnTo>
                <a:lnTo>
                  <a:pt x="442943" y="96319"/>
                </a:lnTo>
                <a:lnTo>
                  <a:pt x="443378" y="96346"/>
                </a:lnTo>
                <a:lnTo>
                  <a:pt x="443817" y="96362"/>
                </a:lnTo>
                <a:lnTo>
                  <a:pt x="444261" y="96367"/>
                </a:lnTo>
                <a:lnTo>
                  <a:pt x="444661" y="96363"/>
                </a:lnTo>
                <a:lnTo>
                  <a:pt x="445059" y="96351"/>
                </a:lnTo>
                <a:lnTo>
                  <a:pt x="445455" y="96331"/>
                </a:lnTo>
                <a:lnTo>
                  <a:pt x="445849" y="96303"/>
                </a:lnTo>
                <a:lnTo>
                  <a:pt x="446242" y="96268"/>
                </a:lnTo>
                <a:lnTo>
                  <a:pt x="446633" y="96224"/>
                </a:lnTo>
                <a:lnTo>
                  <a:pt x="447022" y="96172"/>
                </a:lnTo>
                <a:lnTo>
                  <a:pt x="447410" y="96112"/>
                </a:lnTo>
                <a:lnTo>
                  <a:pt x="447796" y="96044"/>
                </a:lnTo>
                <a:lnTo>
                  <a:pt x="448180" y="95968"/>
                </a:lnTo>
                <a:lnTo>
                  <a:pt x="448563" y="95885"/>
                </a:lnTo>
                <a:lnTo>
                  <a:pt x="448944" y="95793"/>
                </a:lnTo>
                <a:lnTo>
                  <a:pt x="449323" y="95693"/>
                </a:lnTo>
                <a:lnTo>
                  <a:pt x="449701" y="95585"/>
                </a:lnTo>
                <a:lnTo>
                  <a:pt x="450076" y="95470"/>
                </a:lnTo>
                <a:lnTo>
                  <a:pt x="450450" y="95346"/>
                </a:lnTo>
                <a:lnTo>
                  <a:pt x="450823" y="95214"/>
                </a:lnTo>
                <a:lnTo>
                  <a:pt x="451194" y="95075"/>
                </a:lnTo>
                <a:lnTo>
                  <a:pt x="451563" y="94927"/>
                </a:lnTo>
                <a:lnTo>
                  <a:pt x="451930" y="94772"/>
                </a:lnTo>
                <a:lnTo>
                  <a:pt x="452296" y="94608"/>
                </a:lnTo>
                <a:lnTo>
                  <a:pt x="452660" y="94437"/>
                </a:lnTo>
                <a:lnTo>
                  <a:pt x="453022" y="94257"/>
                </a:lnTo>
                <a:lnTo>
                  <a:pt x="453383" y="94070"/>
                </a:lnTo>
                <a:lnTo>
                  <a:pt x="453749" y="93867"/>
                </a:lnTo>
                <a:lnTo>
                  <a:pt x="454129" y="93641"/>
                </a:lnTo>
                <a:lnTo>
                  <a:pt x="454523" y="93392"/>
                </a:lnTo>
                <a:lnTo>
                  <a:pt x="454930" y="93120"/>
                </a:lnTo>
                <a:lnTo>
                  <a:pt x="455351" y="92825"/>
                </a:lnTo>
                <a:lnTo>
                  <a:pt x="455785" y="92507"/>
                </a:lnTo>
                <a:lnTo>
                  <a:pt x="456233" y="92166"/>
                </a:lnTo>
                <a:lnTo>
                  <a:pt x="456694" y="91803"/>
                </a:lnTo>
                <a:lnTo>
                  <a:pt x="457169" y="91416"/>
                </a:lnTo>
                <a:lnTo>
                  <a:pt x="457657" y="91006"/>
                </a:lnTo>
                <a:lnTo>
                  <a:pt x="458159" y="90574"/>
                </a:lnTo>
                <a:lnTo>
                  <a:pt x="458675" y="90118"/>
                </a:lnTo>
                <a:lnTo>
                  <a:pt x="459203" y="89639"/>
                </a:lnTo>
                <a:lnTo>
                  <a:pt x="459746" y="89138"/>
                </a:lnTo>
                <a:lnTo>
                  <a:pt x="460302" y="88613"/>
                </a:lnTo>
                <a:lnTo>
                  <a:pt x="460872" y="88066"/>
                </a:lnTo>
                <a:lnTo>
                  <a:pt x="461455" y="87495"/>
                </a:lnTo>
                <a:lnTo>
                  <a:pt x="462052" y="86902"/>
                </a:lnTo>
                <a:lnTo>
                  <a:pt x="462662" y="86286"/>
                </a:lnTo>
                <a:lnTo>
                  <a:pt x="463286" y="85646"/>
                </a:lnTo>
                <a:lnTo>
                  <a:pt x="463923" y="84984"/>
                </a:lnTo>
                <a:lnTo>
                  <a:pt x="464574" y="84299"/>
                </a:lnTo>
                <a:lnTo>
                  <a:pt x="465238" y="83590"/>
                </a:lnTo>
                <a:lnTo>
                  <a:pt x="465916" y="82859"/>
                </a:lnTo>
                <a:lnTo>
                  <a:pt x="465916" y="96367"/>
                </a:lnTo>
                <a:lnTo>
                  <a:pt x="469049" y="96367"/>
                </a:lnTo>
                <a:lnTo>
                  <a:pt x="488128" y="88499"/>
                </a:lnTo>
                <a:lnTo>
                  <a:pt x="487153" y="86062"/>
                </a:lnTo>
                <a:lnTo>
                  <a:pt x="486928" y="86159"/>
                </a:lnTo>
                <a:lnTo>
                  <a:pt x="486704" y="86251"/>
                </a:lnTo>
                <a:lnTo>
                  <a:pt x="486483" y="86340"/>
                </a:lnTo>
                <a:lnTo>
                  <a:pt x="486263" y="86424"/>
                </a:lnTo>
                <a:lnTo>
                  <a:pt x="486046" y="86504"/>
                </a:lnTo>
                <a:lnTo>
                  <a:pt x="485830" y="86580"/>
                </a:lnTo>
                <a:lnTo>
                  <a:pt x="485616" y="86652"/>
                </a:lnTo>
                <a:lnTo>
                  <a:pt x="485405" y="86720"/>
                </a:lnTo>
                <a:lnTo>
                  <a:pt x="485195" y="86783"/>
                </a:lnTo>
                <a:lnTo>
                  <a:pt x="484987" y="86843"/>
                </a:lnTo>
                <a:lnTo>
                  <a:pt x="484781" y="86899"/>
                </a:lnTo>
                <a:lnTo>
                  <a:pt x="484577" y="86950"/>
                </a:lnTo>
                <a:lnTo>
                  <a:pt x="484375" y="86997"/>
                </a:lnTo>
                <a:lnTo>
                  <a:pt x="484174" y="87040"/>
                </a:lnTo>
                <a:lnTo>
                  <a:pt x="483976" y="87079"/>
                </a:lnTo>
                <a:lnTo>
                  <a:pt x="483780" y="87114"/>
                </a:lnTo>
                <a:lnTo>
                  <a:pt x="483585" y="87145"/>
                </a:lnTo>
                <a:lnTo>
                  <a:pt x="483393" y="87172"/>
                </a:lnTo>
                <a:lnTo>
                  <a:pt x="483202" y="87194"/>
                </a:lnTo>
                <a:lnTo>
                  <a:pt x="483014" y="87213"/>
                </a:lnTo>
                <a:lnTo>
                  <a:pt x="482827" y="87227"/>
                </a:lnTo>
                <a:lnTo>
                  <a:pt x="482643" y="87238"/>
                </a:lnTo>
                <a:lnTo>
                  <a:pt x="482460" y="87244"/>
                </a:lnTo>
                <a:lnTo>
                  <a:pt x="482279" y="87246"/>
                </a:lnTo>
                <a:lnTo>
                  <a:pt x="482152" y="87244"/>
                </a:lnTo>
                <a:lnTo>
                  <a:pt x="482026" y="87239"/>
                </a:lnTo>
                <a:lnTo>
                  <a:pt x="481902" y="87231"/>
                </a:lnTo>
                <a:lnTo>
                  <a:pt x="481779" y="87219"/>
                </a:lnTo>
                <a:lnTo>
                  <a:pt x="481657" y="87203"/>
                </a:lnTo>
                <a:lnTo>
                  <a:pt x="481537" y="87185"/>
                </a:lnTo>
                <a:lnTo>
                  <a:pt x="481418" y="87163"/>
                </a:lnTo>
                <a:lnTo>
                  <a:pt x="481300" y="87137"/>
                </a:lnTo>
                <a:lnTo>
                  <a:pt x="481184" y="87109"/>
                </a:lnTo>
                <a:lnTo>
                  <a:pt x="481069" y="87077"/>
                </a:lnTo>
                <a:lnTo>
                  <a:pt x="480955" y="87041"/>
                </a:lnTo>
                <a:lnTo>
                  <a:pt x="480843" y="87002"/>
                </a:lnTo>
                <a:lnTo>
                  <a:pt x="480732" y="86960"/>
                </a:lnTo>
                <a:lnTo>
                  <a:pt x="480622" y="86914"/>
                </a:lnTo>
                <a:lnTo>
                  <a:pt x="480514" y="86865"/>
                </a:lnTo>
                <a:lnTo>
                  <a:pt x="480407" y="86813"/>
                </a:lnTo>
                <a:lnTo>
                  <a:pt x="480301" y="86757"/>
                </a:lnTo>
                <a:lnTo>
                  <a:pt x="480197" y="86697"/>
                </a:lnTo>
                <a:lnTo>
                  <a:pt x="480094" y="86635"/>
                </a:lnTo>
                <a:lnTo>
                  <a:pt x="479992" y="86569"/>
                </a:lnTo>
                <a:lnTo>
                  <a:pt x="479891" y="86499"/>
                </a:lnTo>
                <a:lnTo>
                  <a:pt x="479792" y="86427"/>
                </a:lnTo>
                <a:lnTo>
                  <a:pt x="479695" y="86351"/>
                </a:lnTo>
                <a:lnTo>
                  <a:pt x="479598" y="86271"/>
                </a:lnTo>
                <a:lnTo>
                  <a:pt x="479504" y="86187"/>
                </a:lnTo>
                <a:lnTo>
                  <a:pt x="479411" y="86098"/>
                </a:lnTo>
                <a:lnTo>
                  <a:pt x="479321" y="86004"/>
                </a:lnTo>
                <a:lnTo>
                  <a:pt x="479233" y="85904"/>
                </a:lnTo>
                <a:lnTo>
                  <a:pt x="479147" y="85800"/>
                </a:lnTo>
                <a:lnTo>
                  <a:pt x="479063" y="85690"/>
                </a:lnTo>
                <a:lnTo>
                  <a:pt x="478981" y="85575"/>
                </a:lnTo>
                <a:lnTo>
                  <a:pt x="478902" y="85455"/>
                </a:lnTo>
                <a:lnTo>
                  <a:pt x="478825" y="85329"/>
                </a:lnTo>
                <a:lnTo>
                  <a:pt x="478750" y="85199"/>
                </a:lnTo>
                <a:lnTo>
                  <a:pt x="478677" y="85063"/>
                </a:lnTo>
                <a:lnTo>
                  <a:pt x="478606" y="84922"/>
                </a:lnTo>
                <a:lnTo>
                  <a:pt x="478537" y="84776"/>
                </a:lnTo>
                <a:lnTo>
                  <a:pt x="478471" y="84624"/>
                </a:lnTo>
                <a:lnTo>
                  <a:pt x="478407" y="84468"/>
                </a:lnTo>
                <a:lnTo>
                  <a:pt x="478345" y="84306"/>
                </a:lnTo>
                <a:lnTo>
                  <a:pt x="478285" y="84139"/>
                </a:lnTo>
                <a:lnTo>
                  <a:pt x="478227" y="83967"/>
                </a:lnTo>
                <a:lnTo>
                  <a:pt x="478172" y="83789"/>
                </a:lnTo>
                <a:lnTo>
                  <a:pt x="478119" y="83607"/>
                </a:lnTo>
                <a:lnTo>
                  <a:pt x="478067" y="83419"/>
                </a:lnTo>
                <a:lnTo>
                  <a:pt x="478018" y="83226"/>
                </a:lnTo>
                <a:lnTo>
                  <a:pt x="477972" y="83028"/>
                </a:lnTo>
                <a:lnTo>
                  <a:pt x="477927" y="82824"/>
                </a:lnTo>
                <a:lnTo>
                  <a:pt x="477884" y="82603"/>
                </a:lnTo>
                <a:lnTo>
                  <a:pt x="477844" y="82353"/>
                </a:lnTo>
                <a:lnTo>
                  <a:pt x="477805" y="82072"/>
                </a:lnTo>
                <a:lnTo>
                  <a:pt x="477768" y="81762"/>
                </a:lnTo>
                <a:lnTo>
                  <a:pt x="477732" y="81421"/>
                </a:lnTo>
                <a:lnTo>
                  <a:pt x="477699" y="81051"/>
                </a:lnTo>
                <a:lnTo>
                  <a:pt x="477667" y="80651"/>
                </a:lnTo>
                <a:lnTo>
                  <a:pt x="477637" y="80221"/>
                </a:lnTo>
                <a:lnTo>
                  <a:pt x="477609" y="79761"/>
                </a:lnTo>
                <a:lnTo>
                  <a:pt x="477583" y="79272"/>
                </a:lnTo>
                <a:lnTo>
                  <a:pt x="477558" y="78752"/>
                </a:lnTo>
                <a:lnTo>
                  <a:pt x="477535" y="78203"/>
                </a:lnTo>
                <a:lnTo>
                  <a:pt x="477515" y="77623"/>
                </a:lnTo>
                <a:lnTo>
                  <a:pt x="477496" y="77014"/>
                </a:lnTo>
                <a:lnTo>
                  <a:pt x="477478" y="76375"/>
                </a:lnTo>
                <a:lnTo>
                  <a:pt x="477463" y="75707"/>
                </a:lnTo>
                <a:lnTo>
                  <a:pt x="477449" y="75008"/>
                </a:lnTo>
                <a:lnTo>
                  <a:pt x="477437" y="74279"/>
                </a:lnTo>
                <a:lnTo>
                  <a:pt x="477428" y="73521"/>
                </a:lnTo>
                <a:lnTo>
                  <a:pt x="477419" y="72733"/>
                </a:lnTo>
                <a:lnTo>
                  <a:pt x="477413" y="71915"/>
                </a:lnTo>
                <a:lnTo>
                  <a:pt x="477408" y="71067"/>
                </a:lnTo>
                <a:lnTo>
                  <a:pt x="477406" y="70189"/>
                </a:lnTo>
                <a:lnTo>
                  <a:pt x="477405" y="69281"/>
                </a:lnTo>
                <a:lnTo>
                  <a:pt x="477405" y="30637"/>
                </a:lnTo>
                <a:lnTo>
                  <a:pt x="455680" y="30637"/>
                </a:lnTo>
                <a:lnTo>
                  <a:pt x="455680" y="33213"/>
                </a:lnTo>
                <a:lnTo>
                  <a:pt x="456195" y="33228"/>
                </a:lnTo>
                <a:lnTo>
                  <a:pt x="456695" y="33249"/>
                </a:lnTo>
                <a:close/>
                <a:moveTo>
                  <a:pt x="378241" y="122337"/>
                </a:moveTo>
                <a:lnTo>
                  <a:pt x="377822" y="122332"/>
                </a:lnTo>
                <a:lnTo>
                  <a:pt x="377415" y="122323"/>
                </a:lnTo>
                <a:lnTo>
                  <a:pt x="377019" y="122310"/>
                </a:lnTo>
                <a:lnTo>
                  <a:pt x="376635" y="122294"/>
                </a:lnTo>
                <a:lnTo>
                  <a:pt x="376261" y="122274"/>
                </a:lnTo>
                <a:lnTo>
                  <a:pt x="375899" y="122250"/>
                </a:lnTo>
                <a:lnTo>
                  <a:pt x="375548" y="122223"/>
                </a:lnTo>
                <a:lnTo>
                  <a:pt x="375209" y="122192"/>
                </a:lnTo>
                <a:lnTo>
                  <a:pt x="374880" y="122158"/>
                </a:lnTo>
                <a:lnTo>
                  <a:pt x="374563" y="122120"/>
                </a:lnTo>
                <a:lnTo>
                  <a:pt x="374257" y="122078"/>
                </a:lnTo>
                <a:lnTo>
                  <a:pt x="373963" y="122033"/>
                </a:lnTo>
                <a:lnTo>
                  <a:pt x="373679" y="121984"/>
                </a:lnTo>
                <a:lnTo>
                  <a:pt x="373407" y="121931"/>
                </a:lnTo>
                <a:lnTo>
                  <a:pt x="373146" y="121875"/>
                </a:lnTo>
                <a:lnTo>
                  <a:pt x="372897" y="121815"/>
                </a:lnTo>
                <a:lnTo>
                  <a:pt x="372658" y="121752"/>
                </a:lnTo>
                <a:lnTo>
                  <a:pt x="372431" y="121684"/>
                </a:lnTo>
                <a:lnTo>
                  <a:pt x="372215" y="121614"/>
                </a:lnTo>
                <a:lnTo>
                  <a:pt x="372010" y="121539"/>
                </a:lnTo>
                <a:lnTo>
                  <a:pt x="371817" y="121461"/>
                </a:lnTo>
                <a:lnTo>
                  <a:pt x="371635" y="121380"/>
                </a:lnTo>
                <a:lnTo>
                  <a:pt x="371464" y="121295"/>
                </a:lnTo>
                <a:lnTo>
                  <a:pt x="371300" y="121206"/>
                </a:lnTo>
                <a:lnTo>
                  <a:pt x="371141" y="121115"/>
                </a:lnTo>
                <a:lnTo>
                  <a:pt x="370986" y="121022"/>
                </a:lnTo>
                <a:lnTo>
                  <a:pt x="370835" y="120926"/>
                </a:lnTo>
                <a:lnTo>
                  <a:pt x="370688" y="120828"/>
                </a:lnTo>
                <a:lnTo>
                  <a:pt x="370545" y="120727"/>
                </a:lnTo>
                <a:lnTo>
                  <a:pt x="370407" y="120623"/>
                </a:lnTo>
                <a:lnTo>
                  <a:pt x="370272" y="120517"/>
                </a:lnTo>
                <a:lnTo>
                  <a:pt x="370142" y="120409"/>
                </a:lnTo>
                <a:lnTo>
                  <a:pt x="370015" y="120297"/>
                </a:lnTo>
                <a:lnTo>
                  <a:pt x="369893" y="120184"/>
                </a:lnTo>
                <a:lnTo>
                  <a:pt x="369775" y="120067"/>
                </a:lnTo>
                <a:lnTo>
                  <a:pt x="369661" y="119949"/>
                </a:lnTo>
                <a:lnTo>
                  <a:pt x="369551" y="119827"/>
                </a:lnTo>
                <a:lnTo>
                  <a:pt x="369445" y="119704"/>
                </a:lnTo>
                <a:lnTo>
                  <a:pt x="369344" y="119577"/>
                </a:lnTo>
                <a:lnTo>
                  <a:pt x="369246" y="119448"/>
                </a:lnTo>
                <a:lnTo>
                  <a:pt x="369153" y="119317"/>
                </a:lnTo>
                <a:lnTo>
                  <a:pt x="369063" y="119183"/>
                </a:lnTo>
                <a:lnTo>
                  <a:pt x="368978" y="119046"/>
                </a:lnTo>
                <a:lnTo>
                  <a:pt x="368897" y="118907"/>
                </a:lnTo>
                <a:lnTo>
                  <a:pt x="368820" y="118765"/>
                </a:lnTo>
                <a:lnTo>
                  <a:pt x="368747" y="118621"/>
                </a:lnTo>
                <a:lnTo>
                  <a:pt x="368678" y="118475"/>
                </a:lnTo>
                <a:lnTo>
                  <a:pt x="368613" y="118318"/>
                </a:lnTo>
                <a:lnTo>
                  <a:pt x="368550" y="118146"/>
                </a:lnTo>
                <a:lnTo>
                  <a:pt x="368491" y="117956"/>
                </a:lnTo>
                <a:lnTo>
                  <a:pt x="368434" y="117750"/>
                </a:lnTo>
                <a:lnTo>
                  <a:pt x="368379" y="117528"/>
                </a:lnTo>
                <a:lnTo>
                  <a:pt x="368328" y="117289"/>
                </a:lnTo>
                <a:lnTo>
                  <a:pt x="368279" y="117033"/>
                </a:lnTo>
                <a:lnTo>
                  <a:pt x="368233" y="116761"/>
                </a:lnTo>
                <a:lnTo>
                  <a:pt x="368190" y="116472"/>
                </a:lnTo>
                <a:lnTo>
                  <a:pt x="368150" y="116167"/>
                </a:lnTo>
                <a:lnTo>
                  <a:pt x="368113" y="115845"/>
                </a:lnTo>
                <a:lnTo>
                  <a:pt x="368078" y="115507"/>
                </a:lnTo>
                <a:lnTo>
                  <a:pt x="368046" y="115152"/>
                </a:lnTo>
                <a:lnTo>
                  <a:pt x="368017" y="114780"/>
                </a:lnTo>
                <a:lnTo>
                  <a:pt x="367990" y="114392"/>
                </a:lnTo>
                <a:lnTo>
                  <a:pt x="367967" y="113987"/>
                </a:lnTo>
                <a:lnTo>
                  <a:pt x="367946" y="113566"/>
                </a:lnTo>
                <a:lnTo>
                  <a:pt x="367928" y="113128"/>
                </a:lnTo>
                <a:lnTo>
                  <a:pt x="367912" y="112674"/>
                </a:lnTo>
                <a:lnTo>
                  <a:pt x="367900" y="112203"/>
                </a:lnTo>
                <a:lnTo>
                  <a:pt x="367890" y="111716"/>
                </a:lnTo>
                <a:lnTo>
                  <a:pt x="367883" y="111212"/>
                </a:lnTo>
                <a:lnTo>
                  <a:pt x="367879" y="110691"/>
                </a:lnTo>
                <a:lnTo>
                  <a:pt x="367878" y="110154"/>
                </a:lnTo>
                <a:lnTo>
                  <a:pt x="367878" y="90727"/>
                </a:lnTo>
                <a:lnTo>
                  <a:pt x="368167" y="90985"/>
                </a:lnTo>
                <a:lnTo>
                  <a:pt x="368453" y="91235"/>
                </a:lnTo>
                <a:lnTo>
                  <a:pt x="368737" y="91478"/>
                </a:lnTo>
                <a:lnTo>
                  <a:pt x="369019" y="91714"/>
                </a:lnTo>
                <a:lnTo>
                  <a:pt x="369298" y="91942"/>
                </a:lnTo>
                <a:lnTo>
                  <a:pt x="369575" y="92163"/>
                </a:lnTo>
                <a:lnTo>
                  <a:pt x="369849" y="92377"/>
                </a:lnTo>
                <a:lnTo>
                  <a:pt x="370121" y="92584"/>
                </a:lnTo>
                <a:lnTo>
                  <a:pt x="370391" y="92784"/>
                </a:lnTo>
                <a:lnTo>
                  <a:pt x="370658" y="92976"/>
                </a:lnTo>
                <a:lnTo>
                  <a:pt x="370923" y="93161"/>
                </a:lnTo>
                <a:lnTo>
                  <a:pt x="371185" y="93338"/>
                </a:lnTo>
                <a:lnTo>
                  <a:pt x="371445" y="93509"/>
                </a:lnTo>
                <a:lnTo>
                  <a:pt x="371702" y="93672"/>
                </a:lnTo>
                <a:lnTo>
                  <a:pt x="371957" y="93828"/>
                </a:lnTo>
                <a:lnTo>
                  <a:pt x="372210" y="93977"/>
                </a:lnTo>
                <a:lnTo>
                  <a:pt x="372460" y="94118"/>
                </a:lnTo>
                <a:lnTo>
                  <a:pt x="372708" y="94252"/>
                </a:lnTo>
                <a:lnTo>
                  <a:pt x="372954" y="94379"/>
                </a:lnTo>
                <a:lnTo>
                  <a:pt x="373197" y="94499"/>
                </a:lnTo>
                <a:lnTo>
                  <a:pt x="373437" y="94611"/>
                </a:lnTo>
                <a:lnTo>
                  <a:pt x="373675" y="94716"/>
                </a:lnTo>
                <a:lnTo>
                  <a:pt x="373911" y="94814"/>
                </a:lnTo>
                <a:lnTo>
                  <a:pt x="374144" y="94905"/>
                </a:lnTo>
                <a:lnTo>
                  <a:pt x="374460" y="95024"/>
                </a:lnTo>
                <a:lnTo>
                  <a:pt x="374781" y="95139"/>
                </a:lnTo>
                <a:lnTo>
                  <a:pt x="375106" y="95248"/>
                </a:lnTo>
                <a:lnTo>
                  <a:pt x="375436" y="95352"/>
                </a:lnTo>
                <a:lnTo>
                  <a:pt x="375771" y="95451"/>
                </a:lnTo>
                <a:lnTo>
                  <a:pt x="376111" y="95545"/>
                </a:lnTo>
                <a:lnTo>
                  <a:pt x="376456" y="95634"/>
                </a:lnTo>
                <a:lnTo>
                  <a:pt x="376806" y="95717"/>
                </a:lnTo>
                <a:lnTo>
                  <a:pt x="377160" y="95796"/>
                </a:lnTo>
                <a:lnTo>
                  <a:pt x="377519" y="95870"/>
                </a:lnTo>
                <a:lnTo>
                  <a:pt x="377883" y="95938"/>
                </a:lnTo>
                <a:lnTo>
                  <a:pt x="378252" y="96002"/>
                </a:lnTo>
                <a:lnTo>
                  <a:pt x="378626" y="96060"/>
                </a:lnTo>
                <a:lnTo>
                  <a:pt x="379005" y="96113"/>
                </a:lnTo>
                <a:lnTo>
                  <a:pt x="379388" y="96162"/>
                </a:lnTo>
                <a:lnTo>
                  <a:pt x="379777" y="96205"/>
                </a:lnTo>
                <a:lnTo>
                  <a:pt x="380170" y="96243"/>
                </a:lnTo>
                <a:lnTo>
                  <a:pt x="380568" y="96276"/>
                </a:lnTo>
                <a:lnTo>
                  <a:pt x="380970" y="96304"/>
                </a:lnTo>
                <a:lnTo>
                  <a:pt x="381378" y="96327"/>
                </a:lnTo>
                <a:lnTo>
                  <a:pt x="381790" y="96344"/>
                </a:lnTo>
                <a:lnTo>
                  <a:pt x="382208" y="96357"/>
                </a:lnTo>
                <a:lnTo>
                  <a:pt x="382630" y="96365"/>
                </a:lnTo>
                <a:lnTo>
                  <a:pt x="383057" y="96367"/>
                </a:lnTo>
                <a:lnTo>
                  <a:pt x="384036" y="96352"/>
                </a:lnTo>
                <a:lnTo>
                  <a:pt x="385002" y="96306"/>
                </a:lnTo>
                <a:lnTo>
                  <a:pt x="385953" y="96229"/>
                </a:lnTo>
                <a:lnTo>
                  <a:pt x="386890" y="96122"/>
                </a:lnTo>
                <a:lnTo>
                  <a:pt x="387814" y="95984"/>
                </a:lnTo>
                <a:lnTo>
                  <a:pt x="388723" y="95815"/>
                </a:lnTo>
                <a:lnTo>
                  <a:pt x="389618" y="95616"/>
                </a:lnTo>
                <a:lnTo>
                  <a:pt x="390499" y="95386"/>
                </a:lnTo>
                <a:lnTo>
                  <a:pt x="391367" y="95125"/>
                </a:lnTo>
                <a:lnTo>
                  <a:pt x="392220" y="94834"/>
                </a:lnTo>
                <a:lnTo>
                  <a:pt x="393059" y="94511"/>
                </a:lnTo>
                <a:lnTo>
                  <a:pt x="393884" y="94159"/>
                </a:lnTo>
                <a:lnTo>
                  <a:pt x="394695" y="93775"/>
                </a:lnTo>
                <a:lnTo>
                  <a:pt x="395492" y="93361"/>
                </a:lnTo>
                <a:lnTo>
                  <a:pt x="396276" y="92916"/>
                </a:lnTo>
                <a:lnTo>
                  <a:pt x="397045" y="92441"/>
                </a:lnTo>
                <a:lnTo>
                  <a:pt x="397800" y="91935"/>
                </a:lnTo>
                <a:lnTo>
                  <a:pt x="398541" y="91398"/>
                </a:lnTo>
                <a:lnTo>
                  <a:pt x="399268" y="90831"/>
                </a:lnTo>
                <a:lnTo>
                  <a:pt x="399981" y="90232"/>
                </a:lnTo>
                <a:lnTo>
                  <a:pt x="400680" y="89604"/>
                </a:lnTo>
                <a:lnTo>
                  <a:pt x="401365" y="88944"/>
                </a:lnTo>
                <a:lnTo>
                  <a:pt x="402035" y="88254"/>
                </a:lnTo>
                <a:lnTo>
                  <a:pt x="402692" y="87533"/>
                </a:lnTo>
                <a:lnTo>
                  <a:pt x="403465" y="86625"/>
                </a:lnTo>
                <a:lnTo>
                  <a:pt x="404205" y="85696"/>
                </a:lnTo>
                <a:lnTo>
                  <a:pt x="404912" y="84748"/>
                </a:lnTo>
                <a:lnTo>
                  <a:pt x="405586" y="83781"/>
                </a:lnTo>
                <a:lnTo>
                  <a:pt x="406227" y="82793"/>
                </a:lnTo>
                <a:lnTo>
                  <a:pt x="406835" y="81786"/>
                </a:lnTo>
                <a:lnTo>
                  <a:pt x="407411" y="80759"/>
                </a:lnTo>
                <a:lnTo>
                  <a:pt x="407953" y="79712"/>
                </a:lnTo>
                <a:lnTo>
                  <a:pt x="408463" y="78645"/>
                </a:lnTo>
                <a:lnTo>
                  <a:pt x="408940" y="77558"/>
                </a:lnTo>
                <a:lnTo>
                  <a:pt x="409384" y="76452"/>
                </a:lnTo>
                <a:lnTo>
                  <a:pt x="409795" y="75326"/>
                </a:lnTo>
                <a:lnTo>
                  <a:pt x="410173" y="74180"/>
                </a:lnTo>
                <a:lnTo>
                  <a:pt x="410518" y="73014"/>
                </a:lnTo>
                <a:lnTo>
                  <a:pt x="410830" y="71828"/>
                </a:lnTo>
                <a:lnTo>
                  <a:pt x="411110" y="70623"/>
                </a:lnTo>
                <a:lnTo>
                  <a:pt x="411356" y="69398"/>
                </a:lnTo>
                <a:lnTo>
                  <a:pt x="411570" y="68152"/>
                </a:lnTo>
                <a:lnTo>
                  <a:pt x="411751" y="66888"/>
                </a:lnTo>
                <a:lnTo>
                  <a:pt x="411899" y="65603"/>
                </a:lnTo>
                <a:lnTo>
                  <a:pt x="412014" y="64299"/>
                </a:lnTo>
                <a:lnTo>
                  <a:pt x="412096" y="62974"/>
                </a:lnTo>
                <a:lnTo>
                  <a:pt x="412146" y="61630"/>
                </a:lnTo>
                <a:lnTo>
                  <a:pt x="412162" y="60267"/>
                </a:lnTo>
                <a:lnTo>
                  <a:pt x="412148" y="59047"/>
                </a:lnTo>
                <a:lnTo>
                  <a:pt x="412107" y="57847"/>
                </a:lnTo>
                <a:lnTo>
                  <a:pt x="412039" y="56667"/>
                </a:lnTo>
                <a:lnTo>
                  <a:pt x="411943" y="55506"/>
                </a:lnTo>
                <a:lnTo>
                  <a:pt x="411820" y="54364"/>
                </a:lnTo>
                <a:lnTo>
                  <a:pt x="411670" y="53241"/>
                </a:lnTo>
                <a:lnTo>
                  <a:pt x="411493" y="52138"/>
                </a:lnTo>
                <a:lnTo>
                  <a:pt x="411288" y="51054"/>
                </a:lnTo>
                <a:lnTo>
                  <a:pt x="411056" y="49989"/>
                </a:lnTo>
                <a:lnTo>
                  <a:pt x="410796" y="48944"/>
                </a:lnTo>
                <a:lnTo>
                  <a:pt x="410509" y="47918"/>
                </a:lnTo>
                <a:lnTo>
                  <a:pt x="410195" y="46911"/>
                </a:lnTo>
                <a:lnTo>
                  <a:pt x="409853" y="45924"/>
                </a:lnTo>
                <a:lnTo>
                  <a:pt x="409485" y="44956"/>
                </a:lnTo>
                <a:lnTo>
                  <a:pt x="409089" y="44007"/>
                </a:lnTo>
                <a:lnTo>
                  <a:pt x="408665" y="43078"/>
                </a:lnTo>
                <a:lnTo>
                  <a:pt x="408214" y="42168"/>
                </a:lnTo>
                <a:lnTo>
                  <a:pt x="407736" y="41277"/>
                </a:lnTo>
                <a:lnTo>
                  <a:pt x="407231" y="40405"/>
                </a:lnTo>
                <a:lnTo>
                  <a:pt x="406698" y="39553"/>
                </a:lnTo>
                <a:lnTo>
                  <a:pt x="406138" y="38720"/>
                </a:lnTo>
                <a:lnTo>
                  <a:pt x="405551" y="37907"/>
                </a:lnTo>
                <a:lnTo>
                  <a:pt x="404936" y="37113"/>
                </a:lnTo>
                <a:lnTo>
                  <a:pt x="404294" y="36338"/>
                </a:lnTo>
                <a:lnTo>
                  <a:pt x="403754" y="35725"/>
                </a:lnTo>
                <a:lnTo>
                  <a:pt x="403204" y="35138"/>
                </a:lnTo>
                <a:lnTo>
                  <a:pt x="402642" y="34577"/>
                </a:lnTo>
                <a:lnTo>
                  <a:pt x="402070" y="34043"/>
                </a:lnTo>
                <a:lnTo>
                  <a:pt x="401486" y="33534"/>
                </a:lnTo>
                <a:lnTo>
                  <a:pt x="400891" y="33052"/>
                </a:lnTo>
                <a:lnTo>
                  <a:pt x="400285" y="32595"/>
                </a:lnTo>
                <a:lnTo>
                  <a:pt x="399667" y="32165"/>
                </a:lnTo>
                <a:lnTo>
                  <a:pt x="399039" y="31761"/>
                </a:lnTo>
                <a:lnTo>
                  <a:pt x="398400" y="31383"/>
                </a:lnTo>
                <a:lnTo>
                  <a:pt x="397749" y="31030"/>
                </a:lnTo>
                <a:lnTo>
                  <a:pt x="397087" y="30704"/>
                </a:lnTo>
                <a:lnTo>
                  <a:pt x="396414" y="30405"/>
                </a:lnTo>
                <a:lnTo>
                  <a:pt x="395730" y="30131"/>
                </a:lnTo>
                <a:lnTo>
                  <a:pt x="395035" y="29883"/>
                </a:lnTo>
                <a:lnTo>
                  <a:pt x="394329" y="29661"/>
                </a:lnTo>
                <a:lnTo>
                  <a:pt x="393612" y="29466"/>
                </a:lnTo>
                <a:lnTo>
                  <a:pt x="392883" y="29296"/>
                </a:lnTo>
                <a:lnTo>
                  <a:pt x="392144" y="29153"/>
                </a:lnTo>
                <a:lnTo>
                  <a:pt x="391393" y="29035"/>
                </a:lnTo>
                <a:lnTo>
                  <a:pt x="390631" y="28944"/>
                </a:lnTo>
                <a:lnTo>
                  <a:pt x="389858" y="28879"/>
                </a:lnTo>
                <a:lnTo>
                  <a:pt x="389074" y="28840"/>
                </a:lnTo>
                <a:lnTo>
                  <a:pt x="388279" y="28827"/>
                </a:lnTo>
                <a:lnTo>
                  <a:pt x="387822" y="28832"/>
                </a:lnTo>
                <a:lnTo>
                  <a:pt x="387366" y="28850"/>
                </a:lnTo>
                <a:lnTo>
                  <a:pt x="386912" y="28878"/>
                </a:lnTo>
                <a:lnTo>
                  <a:pt x="386460" y="28918"/>
                </a:lnTo>
                <a:lnTo>
                  <a:pt x="386010" y="28970"/>
                </a:lnTo>
                <a:lnTo>
                  <a:pt x="385561" y="29033"/>
                </a:lnTo>
                <a:lnTo>
                  <a:pt x="385115" y="29108"/>
                </a:lnTo>
                <a:lnTo>
                  <a:pt x="384670" y="29194"/>
                </a:lnTo>
                <a:lnTo>
                  <a:pt x="384227" y="29292"/>
                </a:lnTo>
                <a:lnTo>
                  <a:pt x="383786" y="29401"/>
                </a:lnTo>
                <a:lnTo>
                  <a:pt x="383346" y="29521"/>
                </a:lnTo>
                <a:lnTo>
                  <a:pt x="382909" y="29653"/>
                </a:lnTo>
                <a:lnTo>
                  <a:pt x="382473" y="29797"/>
                </a:lnTo>
                <a:lnTo>
                  <a:pt x="382039" y="29952"/>
                </a:lnTo>
                <a:lnTo>
                  <a:pt x="381607" y="30119"/>
                </a:lnTo>
                <a:lnTo>
                  <a:pt x="381177" y="30297"/>
                </a:lnTo>
                <a:lnTo>
                  <a:pt x="380748" y="30486"/>
                </a:lnTo>
                <a:lnTo>
                  <a:pt x="380322" y="30687"/>
                </a:lnTo>
                <a:lnTo>
                  <a:pt x="379897" y="30899"/>
                </a:lnTo>
                <a:lnTo>
                  <a:pt x="379474" y="31123"/>
                </a:lnTo>
                <a:lnTo>
                  <a:pt x="379053" y="31359"/>
                </a:lnTo>
                <a:lnTo>
                  <a:pt x="378633" y="31606"/>
                </a:lnTo>
                <a:lnTo>
                  <a:pt x="378216" y="31864"/>
                </a:lnTo>
                <a:lnTo>
                  <a:pt x="377800" y="32134"/>
                </a:lnTo>
                <a:lnTo>
                  <a:pt x="377385" y="32419"/>
                </a:lnTo>
                <a:lnTo>
                  <a:pt x="376970" y="32721"/>
                </a:lnTo>
                <a:lnTo>
                  <a:pt x="376556" y="33041"/>
                </a:lnTo>
                <a:lnTo>
                  <a:pt x="376141" y="33379"/>
                </a:lnTo>
                <a:lnTo>
                  <a:pt x="375727" y="33734"/>
                </a:lnTo>
                <a:lnTo>
                  <a:pt x="375313" y="34108"/>
                </a:lnTo>
                <a:lnTo>
                  <a:pt x="374899" y="34499"/>
                </a:lnTo>
                <a:lnTo>
                  <a:pt x="374485" y="34908"/>
                </a:lnTo>
                <a:lnTo>
                  <a:pt x="374071" y="35334"/>
                </a:lnTo>
                <a:lnTo>
                  <a:pt x="373657" y="35779"/>
                </a:lnTo>
                <a:lnTo>
                  <a:pt x="373244" y="36241"/>
                </a:lnTo>
                <a:lnTo>
                  <a:pt x="372830" y="36721"/>
                </a:lnTo>
                <a:lnTo>
                  <a:pt x="372417" y="37219"/>
                </a:lnTo>
                <a:lnTo>
                  <a:pt x="372003" y="37734"/>
                </a:lnTo>
                <a:lnTo>
                  <a:pt x="371590" y="38267"/>
                </a:lnTo>
                <a:lnTo>
                  <a:pt x="371177" y="38818"/>
                </a:lnTo>
                <a:lnTo>
                  <a:pt x="370764" y="39387"/>
                </a:lnTo>
                <a:lnTo>
                  <a:pt x="370352" y="39974"/>
                </a:lnTo>
                <a:lnTo>
                  <a:pt x="369939" y="40578"/>
                </a:lnTo>
                <a:lnTo>
                  <a:pt x="369526" y="41200"/>
                </a:lnTo>
                <a:lnTo>
                  <a:pt x="369114" y="41840"/>
                </a:lnTo>
                <a:lnTo>
                  <a:pt x="368702" y="42498"/>
                </a:lnTo>
                <a:lnTo>
                  <a:pt x="368290" y="43173"/>
                </a:lnTo>
                <a:lnTo>
                  <a:pt x="367878" y="43867"/>
                </a:lnTo>
                <a:lnTo>
                  <a:pt x="367878" y="28966"/>
                </a:lnTo>
                <a:lnTo>
                  <a:pt x="365232" y="28966"/>
                </a:lnTo>
                <a:lnTo>
                  <a:pt x="345596" y="36910"/>
                </a:lnTo>
                <a:lnTo>
                  <a:pt x="346432" y="39138"/>
                </a:lnTo>
                <a:lnTo>
                  <a:pt x="346645" y="39059"/>
                </a:lnTo>
                <a:lnTo>
                  <a:pt x="346855" y="38983"/>
                </a:lnTo>
                <a:lnTo>
                  <a:pt x="347062" y="38910"/>
                </a:lnTo>
                <a:lnTo>
                  <a:pt x="347265" y="38840"/>
                </a:lnTo>
                <a:lnTo>
                  <a:pt x="347466" y="38774"/>
                </a:lnTo>
                <a:lnTo>
                  <a:pt x="347663" y="38712"/>
                </a:lnTo>
                <a:lnTo>
                  <a:pt x="347858" y="38653"/>
                </a:lnTo>
                <a:lnTo>
                  <a:pt x="348049" y="38597"/>
                </a:lnTo>
                <a:lnTo>
                  <a:pt x="348237" y="38544"/>
                </a:lnTo>
                <a:lnTo>
                  <a:pt x="348421" y="38495"/>
                </a:lnTo>
                <a:lnTo>
                  <a:pt x="348603" y="38450"/>
                </a:lnTo>
                <a:lnTo>
                  <a:pt x="348782" y="38407"/>
                </a:lnTo>
                <a:lnTo>
                  <a:pt x="348957" y="38368"/>
                </a:lnTo>
                <a:lnTo>
                  <a:pt x="349129" y="38333"/>
                </a:lnTo>
                <a:lnTo>
                  <a:pt x="349298" y="38301"/>
                </a:lnTo>
                <a:lnTo>
                  <a:pt x="349464" y="38272"/>
                </a:lnTo>
                <a:lnTo>
                  <a:pt x="349627" y="38246"/>
                </a:lnTo>
                <a:lnTo>
                  <a:pt x="349787" y="38224"/>
                </a:lnTo>
                <a:lnTo>
                  <a:pt x="349944" y="38206"/>
                </a:lnTo>
                <a:lnTo>
                  <a:pt x="350097" y="38191"/>
                </a:lnTo>
                <a:lnTo>
                  <a:pt x="350247" y="38179"/>
                </a:lnTo>
                <a:lnTo>
                  <a:pt x="350394" y="38170"/>
                </a:lnTo>
                <a:lnTo>
                  <a:pt x="350538" y="38165"/>
                </a:lnTo>
                <a:lnTo>
                  <a:pt x="350679" y="38164"/>
                </a:lnTo>
                <a:lnTo>
                  <a:pt x="350852" y="38165"/>
                </a:lnTo>
                <a:lnTo>
                  <a:pt x="351021" y="38169"/>
                </a:lnTo>
                <a:lnTo>
                  <a:pt x="351188" y="38177"/>
                </a:lnTo>
                <a:lnTo>
                  <a:pt x="351351" y="38187"/>
                </a:lnTo>
                <a:lnTo>
                  <a:pt x="351512" y="38200"/>
                </a:lnTo>
                <a:lnTo>
                  <a:pt x="351669" y="38216"/>
                </a:lnTo>
                <a:lnTo>
                  <a:pt x="351824" y="38235"/>
                </a:lnTo>
                <a:lnTo>
                  <a:pt x="351975" y="38257"/>
                </a:lnTo>
                <a:lnTo>
                  <a:pt x="352123" y="38281"/>
                </a:lnTo>
                <a:lnTo>
                  <a:pt x="352269" y="38309"/>
                </a:lnTo>
                <a:lnTo>
                  <a:pt x="352411" y="38339"/>
                </a:lnTo>
                <a:lnTo>
                  <a:pt x="352550" y="38373"/>
                </a:lnTo>
                <a:lnTo>
                  <a:pt x="352687" y="38409"/>
                </a:lnTo>
                <a:lnTo>
                  <a:pt x="352820" y="38449"/>
                </a:lnTo>
                <a:lnTo>
                  <a:pt x="352950" y="38491"/>
                </a:lnTo>
                <a:lnTo>
                  <a:pt x="353077" y="38536"/>
                </a:lnTo>
                <a:lnTo>
                  <a:pt x="353202" y="38584"/>
                </a:lnTo>
                <a:lnTo>
                  <a:pt x="353323" y="38635"/>
                </a:lnTo>
                <a:lnTo>
                  <a:pt x="353441" y="38689"/>
                </a:lnTo>
                <a:lnTo>
                  <a:pt x="353556" y="38745"/>
                </a:lnTo>
                <a:lnTo>
                  <a:pt x="353668" y="38805"/>
                </a:lnTo>
                <a:lnTo>
                  <a:pt x="353777" y="38867"/>
                </a:lnTo>
                <a:lnTo>
                  <a:pt x="353883" y="38933"/>
                </a:lnTo>
                <a:lnTo>
                  <a:pt x="353987" y="39001"/>
                </a:lnTo>
                <a:lnTo>
                  <a:pt x="354087" y="39072"/>
                </a:lnTo>
                <a:lnTo>
                  <a:pt x="354185" y="39146"/>
                </a:lnTo>
                <a:lnTo>
                  <a:pt x="354281" y="39223"/>
                </a:lnTo>
                <a:lnTo>
                  <a:pt x="354374" y="39303"/>
                </a:lnTo>
                <a:lnTo>
                  <a:pt x="354466" y="39386"/>
                </a:lnTo>
                <a:lnTo>
                  <a:pt x="354554" y="39471"/>
                </a:lnTo>
                <a:lnTo>
                  <a:pt x="354641" y="39560"/>
                </a:lnTo>
                <a:lnTo>
                  <a:pt x="354725" y="39651"/>
                </a:lnTo>
                <a:lnTo>
                  <a:pt x="354807" y="39746"/>
                </a:lnTo>
                <a:lnTo>
                  <a:pt x="354887" y="39843"/>
                </a:lnTo>
                <a:lnTo>
                  <a:pt x="354965" y="39943"/>
                </a:lnTo>
                <a:lnTo>
                  <a:pt x="355040" y="40046"/>
                </a:lnTo>
                <a:lnTo>
                  <a:pt x="355113" y="40152"/>
                </a:lnTo>
                <a:lnTo>
                  <a:pt x="355183" y="40261"/>
                </a:lnTo>
                <a:lnTo>
                  <a:pt x="355251" y="40373"/>
                </a:lnTo>
                <a:lnTo>
                  <a:pt x="355317" y="40488"/>
                </a:lnTo>
                <a:lnTo>
                  <a:pt x="355381" y="40605"/>
                </a:lnTo>
                <a:lnTo>
                  <a:pt x="355442" y="40726"/>
                </a:lnTo>
                <a:lnTo>
                  <a:pt x="355501" y="40849"/>
                </a:lnTo>
                <a:lnTo>
                  <a:pt x="355558" y="40976"/>
                </a:lnTo>
                <a:lnTo>
                  <a:pt x="355612" y="41105"/>
                </a:lnTo>
                <a:lnTo>
                  <a:pt x="355665" y="41237"/>
                </a:lnTo>
                <a:lnTo>
                  <a:pt x="355715" y="41372"/>
                </a:lnTo>
                <a:lnTo>
                  <a:pt x="355762" y="41510"/>
                </a:lnTo>
                <a:lnTo>
                  <a:pt x="355808" y="41657"/>
                </a:lnTo>
                <a:lnTo>
                  <a:pt x="355851" y="41820"/>
                </a:lnTo>
                <a:lnTo>
                  <a:pt x="355893" y="41999"/>
                </a:lnTo>
                <a:lnTo>
                  <a:pt x="355932" y="42193"/>
                </a:lnTo>
                <a:lnTo>
                  <a:pt x="355970" y="42403"/>
                </a:lnTo>
                <a:lnTo>
                  <a:pt x="356006" y="42629"/>
                </a:lnTo>
                <a:lnTo>
                  <a:pt x="356040" y="42870"/>
                </a:lnTo>
                <a:lnTo>
                  <a:pt x="356072" y="43128"/>
                </a:lnTo>
                <a:lnTo>
                  <a:pt x="356102" y="43400"/>
                </a:lnTo>
                <a:lnTo>
                  <a:pt x="356130" y="43689"/>
                </a:lnTo>
                <a:lnTo>
                  <a:pt x="356156" y="43994"/>
                </a:lnTo>
                <a:lnTo>
                  <a:pt x="356180" y="44314"/>
                </a:lnTo>
                <a:lnTo>
                  <a:pt x="356202" y="44650"/>
                </a:lnTo>
                <a:lnTo>
                  <a:pt x="356222" y="45001"/>
                </a:lnTo>
                <a:lnTo>
                  <a:pt x="356241" y="45369"/>
                </a:lnTo>
                <a:lnTo>
                  <a:pt x="356257" y="45752"/>
                </a:lnTo>
                <a:lnTo>
                  <a:pt x="356272" y="46150"/>
                </a:lnTo>
                <a:lnTo>
                  <a:pt x="356284" y="46565"/>
                </a:lnTo>
                <a:lnTo>
                  <a:pt x="356295" y="46995"/>
                </a:lnTo>
                <a:lnTo>
                  <a:pt x="356304" y="47441"/>
                </a:lnTo>
                <a:lnTo>
                  <a:pt x="356310" y="47903"/>
                </a:lnTo>
                <a:lnTo>
                  <a:pt x="356315" y="48380"/>
                </a:lnTo>
                <a:lnTo>
                  <a:pt x="356318" y="48874"/>
                </a:lnTo>
                <a:lnTo>
                  <a:pt x="356319" y="49383"/>
                </a:lnTo>
                <a:lnTo>
                  <a:pt x="356319" y="109727"/>
                </a:lnTo>
                <a:lnTo>
                  <a:pt x="356318" y="110299"/>
                </a:lnTo>
                <a:lnTo>
                  <a:pt x="356314" y="110852"/>
                </a:lnTo>
                <a:lnTo>
                  <a:pt x="356308" y="111387"/>
                </a:lnTo>
                <a:lnTo>
                  <a:pt x="356299" y="111904"/>
                </a:lnTo>
                <a:lnTo>
                  <a:pt x="356287" y="112402"/>
                </a:lnTo>
                <a:lnTo>
                  <a:pt x="356273" y="112882"/>
                </a:lnTo>
                <a:lnTo>
                  <a:pt x="356257" y="113344"/>
                </a:lnTo>
                <a:lnTo>
                  <a:pt x="356238" y="113788"/>
                </a:lnTo>
                <a:lnTo>
                  <a:pt x="356216" y="114213"/>
                </a:lnTo>
                <a:lnTo>
                  <a:pt x="356192" y="114620"/>
                </a:lnTo>
                <a:lnTo>
                  <a:pt x="356166" y="115009"/>
                </a:lnTo>
                <a:lnTo>
                  <a:pt x="356136" y="115379"/>
                </a:lnTo>
                <a:lnTo>
                  <a:pt x="356105" y="115732"/>
                </a:lnTo>
                <a:lnTo>
                  <a:pt x="356070" y="116066"/>
                </a:lnTo>
                <a:lnTo>
                  <a:pt x="356034" y="116381"/>
                </a:lnTo>
                <a:lnTo>
                  <a:pt x="355994" y="116679"/>
                </a:lnTo>
                <a:lnTo>
                  <a:pt x="355952" y="116958"/>
                </a:lnTo>
                <a:lnTo>
                  <a:pt x="355908" y="117219"/>
                </a:lnTo>
                <a:lnTo>
                  <a:pt x="355861" y="117462"/>
                </a:lnTo>
                <a:lnTo>
                  <a:pt x="355811" y="117686"/>
                </a:lnTo>
                <a:lnTo>
                  <a:pt x="355759" y="117892"/>
                </a:lnTo>
                <a:lnTo>
                  <a:pt x="355705" y="118080"/>
                </a:lnTo>
                <a:lnTo>
                  <a:pt x="355648" y="118249"/>
                </a:lnTo>
                <a:lnTo>
                  <a:pt x="355588" y="118401"/>
                </a:lnTo>
                <a:lnTo>
                  <a:pt x="355526" y="118541"/>
                </a:lnTo>
                <a:lnTo>
                  <a:pt x="355462" y="118679"/>
                </a:lnTo>
                <a:lnTo>
                  <a:pt x="355396" y="118813"/>
                </a:lnTo>
                <a:lnTo>
                  <a:pt x="355328" y="118944"/>
                </a:lnTo>
                <a:lnTo>
                  <a:pt x="355258" y="119071"/>
                </a:lnTo>
                <a:lnTo>
                  <a:pt x="355185" y="119196"/>
                </a:lnTo>
                <a:lnTo>
                  <a:pt x="355111" y="119317"/>
                </a:lnTo>
                <a:lnTo>
                  <a:pt x="355035" y="119435"/>
                </a:lnTo>
                <a:lnTo>
                  <a:pt x="354956" y="119549"/>
                </a:lnTo>
                <a:lnTo>
                  <a:pt x="354876" y="119661"/>
                </a:lnTo>
                <a:lnTo>
                  <a:pt x="354793" y="119769"/>
                </a:lnTo>
                <a:lnTo>
                  <a:pt x="354709" y="119873"/>
                </a:lnTo>
                <a:lnTo>
                  <a:pt x="354622" y="119975"/>
                </a:lnTo>
                <a:lnTo>
                  <a:pt x="354534" y="120073"/>
                </a:lnTo>
                <a:lnTo>
                  <a:pt x="354443" y="120168"/>
                </a:lnTo>
                <a:lnTo>
                  <a:pt x="354350" y="120259"/>
                </a:lnTo>
                <a:lnTo>
                  <a:pt x="354255" y="120348"/>
                </a:lnTo>
                <a:lnTo>
                  <a:pt x="354158" y="120433"/>
                </a:lnTo>
                <a:lnTo>
                  <a:pt x="354059" y="120515"/>
                </a:lnTo>
                <a:lnTo>
                  <a:pt x="353958" y="120593"/>
                </a:lnTo>
                <a:lnTo>
                  <a:pt x="353855" y="120668"/>
                </a:lnTo>
                <a:lnTo>
                  <a:pt x="353750" y="120740"/>
                </a:lnTo>
                <a:lnTo>
                  <a:pt x="353643" y="120809"/>
                </a:lnTo>
                <a:lnTo>
                  <a:pt x="353534" y="120875"/>
                </a:lnTo>
                <a:lnTo>
                  <a:pt x="353306" y="121000"/>
                </a:lnTo>
                <a:lnTo>
                  <a:pt x="353074" y="121119"/>
                </a:lnTo>
                <a:lnTo>
                  <a:pt x="352838" y="121233"/>
                </a:lnTo>
                <a:lnTo>
                  <a:pt x="352598" y="121341"/>
                </a:lnTo>
                <a:lnTo>
                  <a:pt x="352354" y="121444"/>
                </a:lnTo>
                <a:lnTo>
                  <a:pt x="352107" y="121541"/>
                </a:lnTo>
                <a:lnTo>
                  <a:pt x="351855" y="121633"/>
                </a:lnTo>
                <a:lnTo>
                  <a:pt x="351600" y="121719"/>
                </a:lnTo>
                <a:lnTo>
                  <a:pt x="351341" y="121800"/>
                </a:lnTo>
                <a:lnTo>
                  <a:pt x="351078" y="121875"/>
                </a:lnTo>
                <a:lnTo>
                  <a:pt x="350811" y="121944"/>
                </a:lnTo>
                <a:lnTo>
                  <a:pt x="350540" y="122008"/>
                </a:lnTo>
                <a:lnTo>
                  <a:pt x="350265" y="122066"/>
                </a:lnTo>
                <a:lnTo>
                  <a:pt x="349987" y="122119"/>
                </a:lnTo>
                <a:lnTo>
                  <a:pt x="349704" y="122166"/>
                </a:lnTo>
                <a:lnTo>
                  <a:pt x="349418" y="122207"/>
                </a:lnTo>
                <a:lnTo>
                  <a:pt x="349128" y="122243"/>
                </a:lnTo>
                <a:lnTo>
                  <a:pt x="348834" y="122274"/>
                </a:lnTo>
                <a:lnTo>
                  <a:pt x="348536" y="122298"/>
                </a:lnTo>
                <a:lnTo>
                  <a:pt x="348234" y="122318"/>
                </a:lnTo>
                <a:lnTo>
                  <a:pt x="347929" y="122331"/>
                </a:lnTo>
                <a:lnTo>
                  <a:pt x="347619" y="122340"/>
                </a:lnTo>
                <a:lnTo>
                  <a:pt x="347306" y="122342"/>
                </a:lnTo>
                <a:lnTo>
                  <a:pt x="346989" y="122339"/>
                </a:lnTo>
                <a:lnTo>
                  <a:pt x="346988" y="122339"/>
                </a:lnTo>
                <a:lnTo>
                  <a:pt x="346988" y="119415"/>
                </a:lnTo>
                <a:lnTo>
                  <a:pt x="273251" y="119415"/>
                </a:lnTo>
                <a:lnTo>
                  <a:pt x="273251" y="125194"/>
                </a:lnTo>
                <a:lnTo>
                  <a:pt x="346988" y="125194"/>
                </a:lnTo>
                <a:lnTo>
                  <a:pt x="346988" y="124915"/>
                </a:lnTo>
                <a:lnTo>
                  <a:pt x="378670" y="124915"/>
                </a:lnTo>
                <a:lnTo>
                  <a:pt x="378670" y="122339"/>
                </a:lnTo>
                <a:lnTo>
                  <a:pt x="378241" y="122337"/>
                </a:lnTo>
                <a:close/>
                <a:moveTo>
                  <a:pt x="369713" y="46154"/>
                </a:moveTo>
                <a:lnTo>
                  <a:pt x="370144" y="45711"/>
                </a:lnTo>
                <a:lnTo>
                  <a:pt x="370563" y="45285"/>
                </a:lnTo>
                <a:lnTo>
                  <a:pt x="370970" y="44876"/>
                </a:lnTo>
                <a:lnTo>
                  <a:pt x="371367" y="44485"/>
                </a:lnTo>
                <a:lnTo>
                  <a:pt x="371752" y="44112"/>
                </a:lnTo>
                <a:lnTo>
                  <a:pt x="372125" y="43755"/>
                </a:lnTo>
                <a:lnTo>
                  <a:pt x="372488" y="43416"/>
                </a:lnTo>
                <a:lnTo>
                  <a:pt x="372839" y="43095"/>
                </a:lnTo>
                <a:lnTo>
                  <a:pt x="373178" y="42791"/>
                </a:lnTo>
                <a:lnTo>
                  <a:pt x="373506" y="42504"/>
                </a:lnTo>
                <a:lnTo>
                  <a:pt x="373823" y="42234"/>
                </a:lnTo>
                <a:lnTo>
                  <a:pt x="374129" y="41982"/>
                </a:lnTo>
                <a:lnTo>
                  <a:pt x="374423" y="41748"/>
                </a:lnTo>
                <a:lnTo>
                  <a:pt x="374706" y="41530"/>
                </a:lnTo>
                <a:lnTo>
                  <a:pt x="374977" y="41330"/>
                </a:lnTo>
                <a:lnTo>
                  <a:pt x="375237" y="41148"/>
                </a:lnTo>
                <a:lnTo>
                  <a:pt x="375486" y="40983"/>
                </a:lnTo>
                <a:lnTo>
                  <a:pt x="375723" y="40835"/>
                </a:lnTo>
                <a:lnTo>
                  <a:pt x="375949" y="40705"/>
                </a:lnTo>
                <a:lnTo>
                  <a:pt x="376164" y="40592"/>
                </a:lnTo>
                <a:lnTo>
                  <a:pt x="376436" y="40456"/>
                </a:lnTo>
                <a:lnTo>
                  <a:pt x="376709" y="40325"/>
                </a:lnTo>
                <a:lnTo>
                  <a:pt x="376983" y="40201"/>
                </a:lnTo>
                <a:lnTo>
                  <a:pt x="377256" y="40082"/>
                </a:lnTo>
                <a:lnTo>
                  <a:pt x="377530" y="39969"/>
                </a:lnTo>
                <a:lnTo>
                  <a:pt x="377804" y="39862"/>
                </a:lnTo>
                <a:lnTo>
                  <a:pt x="378078" y="39760"/>
                </a:lnTo>
                <a:lnTo>
                  <a:pt x="378353" y="39665"/>
                </a:lnTo>
                <a:lnTo>
                  <a:pt x="378628" y="39575"/>
                </a:lnTo>
                <a:lnTo>
                  <a:pt x="378903" y="39491"/>
                </a:lnTo>
                <a:lnTo>
                  <a:pt x="379178" y="39413"/>
                </a:lnTo>
                <a:lnTo>
                  <a:pt x="379454" y="39340"/>
                </a:lnTo>
                <a:lnTo>
                  <a:pt x="379729" y="39274"/>
                </a:lnTo>
                <a:lnTo>
                  <a:pt x="380005" y="39213"/>
                </a:lnTo>
                <a:lnTo>
                  <a:pt x="380281" y="39158"/>
                </a:lnTo>
                <a:lnTo>
                  <a:pt x="380558" y="39108"/>
                </a:lnTo>
                <a:lnTo>
                  <a:pt x="380835" y="39065"/>
                </a:lnTo>
                <a:lnTo>
                  <a:pt x="381112" y="39027"/>
                </a:lnTo>
                <a:lnTo>
                  <a:pt x="381389" y="38995"/>
                </a:lnTo>
                <a:lnTo>
                  <a:pt x="381666" y="38969"/>
                </a:lnTo>
                <a:lnTo>
                  <a:pt x="381944" y="38949"/>
                </a:lnTo>
                <a:lnTo>
                  <a:pt x="382222" y="38934"/>
                </a:lnTo>
                <a:lnTo>
                  <a:pt x="382500" y="38926"/>
                </a:lnTo>
                <a:lnTo>
                  <a:pt x="382778" y="38923"/>
                </a:lnTo>
                <a:lnTo>
                  <a:pt x="383286" y="38932"/>
                </a:lnTo>
                <a:lnTo>
                  <a:pt x="383788" y="38961"/>
                </a:lnTo>
                <a:lnTo>
                  <a:pt x="384284" y="39008"/>
                </a:lnTo>
                <a:lnTo>
                  <a:pt x="384774" y="39074"/>
                </a:lnTo>
                <a:lnTo>
                  <a:pt x="385259" y="39158"/>
                </a:lnTo>
                <a:lnTo>
                  <a:pt x="385738" y="39262"/>
                </a:lnTo>
                <a:lnTo>
                  <a:pt x="386210" y="39384"/>
                </a:lnTo>
                <a:lnTo>
                  <a:pt x="386678" y="39526"/>
                </a:lnTo>
                <a:lnTo>
                  <a:pt x="387139" y="39686"/>
                </a:lnTo>
                <a:lnTo>
                  <a:pt x="387594" y="39865"/>
                </a:lnTo>
                <a:lnTo>
                  <a:pt x="388044" y="40062"/>
                </a:lnTo>
                <a:lnTo>
                  <a:pt x="388488" y="40279"/>
                </a:lnTo>
                <a:lnTo>
                  <a:pt x="388926" y="40514"/>
                </a:lnTo>
                <a:lnTo>
                  <a:pt x="389358" y="40769"/>
                </a:lnTo>
                <a:lnTo>
                  <a:pt x="389785" y="41042"/>
                </a:lnTo>
                <a:lnTo>
                  <a:pt x="390205" y="41334"/>
                </a:lnTo>
                <a:lnTo>
                  <a:pt x="390620" y="41645"/>
                </a:lnTo>
                <a:lnTo>
                  <a:pt x="391029" y="41974"/>
                </a:lnTo>
                <a:lnTo>
                  <a:pt x="391433" y="42323"/>
                </a:lnTo>
                <a:lnTo>
                  <a:pt x="391830" y="42690"/>
                </a:lnTo>
                <a:lnTo>
                  <a:pt x="392222" y="43076"/>
                </a:lnTo>
                <a:lnTo>
                  <a:pt x="392608" y="43481"/>
                </a:lnTo>
                <a:lnTo>
                  <a:pt x="392988" y="43905"/>
                </a:lnTo>
                <a:lnTo>
                  <a:pt x="393362" y="44347"/>
                </a:lnTo>
                <a:lnTo>
                  <a:pt x="393885" y="45014"/>
                </a:lnTo>
                <a:lnTo>
                  <a:pt x="394385" y="45704"/>
                </a:lnTo>
                <a:lnTo>
                  <a:pt x="394863" y="46417"/>
                </a:lnTo>
                <a:lnTo>
                  <a:pt x="395319" y="47154"/>
                </a:lnTo>
                <a:lnTo>
                  <a:pt x="395753" y="47914"/>
                </a:lnTo>
                <a:lnTo>
                  <a:pt x="396165" y="48698"/>
                </a:lnTo>
                <a:lnTo>
                  <a:pt x="396554" y="49505"/>
                </a:lnTo>
                <a:lnTo>
                  <a:pt x="396921" y="50335"/>
                </a:lnTo>
                <a:lnTo>
                  <a:pt x="397266" y="51189"/>
                </a:lnTo>
                <a:lnTo>
                  <a:pt x="397588" y="52066"/>
                </a:lnTo>
                <a:lnTo>
                  <a:pt x="397888" y="52967"/>
                </a:lnTo>
                <a:lnTo>
                  <a:pt x="398166" y="53891"/>
                </a:lnTo>
                <a:lnTo>
                  <a:pt x="398422" y="54839"/>
                </a:lnTo>
                <a:lnTo>
                  <a:pt x="398656" y="55810"/>
                </a:lnTo>
                <a:lnTo>
                  <a:pt x="398867" y="56804"/>
                </a:lnTo>
                <a:lnTo>
                  <a:pt x="399056" y="57822"/>
                </a:lnTo>
                <a:lnTo>
                  <a:pt x="399223" y="58863"/>
                </a:lnTo>
                <a:lnTo>
                  <a:pt x="399368" y="59928"/>
                </a:lnTo>
                <a:lnTo>
                  <a:pt x="399490" y="61016"/>
                </a:lnTo>
                <a:lnTo>
                  <a:pt x="399590" y="62127"/>
                </a:lnTo>
                <a:lnTo>
                  <a:pt x="399668" y="63262"/>
                </a:lnTo>
                <a:lnTo>
                  <a:pt x="399723" y="64420"/>
                </a:lnTo>
                <a:lnTo>
                  <a:pt x="399757" y="65602"/>
                </a:lnTo>
                <a:lnTo>
                  <a:pt x="399768" y="66807"/>
                </a:lnTo>
                <a:lnTo>
                  <a:pt x="399758" y="67870"/>
                </a:lnTo>
                <a:lnTo>
                  <a:pt x="399729" y="68912"/>
                </a:lnTo>
                <a:lnTo>
                  <a:pt x="399680" y="69934"/>
                </a:lnTo>
                <a:lnTo>
                  <a:pt x="399611" y="70936"/>
                </a:lnTo>
                <a:lnTo>
                  <a:pt x="399523" y="71918"/>
                </a:lnTo>
                <a:lnTo>
                  <a:pt x="399415" y="72880"/>
                </a:lnTo>
                <a:lnTo>
                  <a:pt x="399288" y="73821"/>
                </a:lnTo>
                <a:lnTo>
                  <a:pt x="399141" y="74743"/>
                </a:lnTo>
                <a:lnTo>
                  <a:pt x="398975" y="75645"/>
                </a:lnTo>
                <a:lnTo>
                  <a:pt x="398789" y="76527"/>
                </a:lnTo>
                <a:lnTo>
                  <a:pt x="398583" y="77388"/>
                </a:lnTo>
                <a:lnTo>
                  <a:pt x="398358" y="78230"/>
                </a:lnTo>
                <a:lnTo>
                  <a:pt x="398113" y="79051"/>
                </a:lnTo>
                <a:lnTo>
                  <a:pt x="397849" y="79853"/>
                </a:lnTo>
                <a:lnTo>
                  <a:pt x="397565" y="80634"/>
                </a:lnTo>
                <a:lnTo>
                  <a:pt x="397261" y="81396"/>
                </a:lnTo>
                <a:lnTo>
                  <a:pt x="396938" y="82137"/>
                </a:lnTo>
                <a:lnTo>
                  <a:pt x="396595" y="82858"/>
                </a:lnTo>
                <a:lnTo>
                  <a:pt x="396233" y="83560"/>
                </a:lnTo>
                <a:lnTo>
                  <a:pt x="395851" y="84241"/>
                </a:lnTo>
                <a:lnTo>
                  <a:pt x="395450" y="84902"/>
                </a:lnTo>
                <a:lnTo>
                  <a:pt x="395029" y="85543"/>
                </a:lnTo>
                <a:lnTo>
                  <a:pt x="394588" y="86164"/>
                </a:lnTo>
                <a:lnTo>
                  <a:pt x="394128" y="86765"/>
                </a:lnTo>
                <a:lnTo>
                  <a:pt x="393764" y="87208"/>
                </a:lnTo>
                <a:lnTo>
                  <a:pt x="393390" y="87631"/>
                </a:lnTo>
                <a:lnTo>
                  <a:pt x="393007" y="88036"/>
                </a:lnTo>
                <a:lnTo>
                  <a:pt x="392615" y="88422"/>
                </a:lnTo>
                <a:lnTo>
                  <a:pt x="392214" y="88790"/>
                </a:lnTo>
                <a:lnTo>
                  <a:pt x="391804" y="89138"/>
                </a:lnTo>
                <a:lnTo>
                  <a:pt x="391385" y="89468"/>
                </a:lnTo>
                <a:lnTo>
                  <a:pt x="390956" y="89779"/>
                </a:lnTo>
                <a:lnTo>
                  <a:pt x="390518" y="90071"/>
                </a:lnTo>
                <a:lnTo>
                  <a:pt x="390071" y="90344"/>
                </a:lnTo>
                <a:lnTo>
                  <a:pt x="389615" y="90598"/>
                </a:lnTo>
                <a:lnTo>
                  <a:pt x="389149" y="90833"/>
                </a:lnTo>
                <a:lnTo>
                  <a:pt x="388675" y="91050"/>
                </a:lnTo>
                <a:lnTo>
                  <a:pt x="388191" y="91248"/>
                </a:lnTo>
                <a:lnTo>
                  <a:pt x="387698" y="91427"/>
                </a:lnTo>
                <a:lnTo>
                  <a:pt x="387196" y="91587"/>
                </a:lnTo>
                <a:lnTo>
                  <a:pt x="386685" y="91728"/>
                </a:lnTo>
                <a:lnTo>
                  <a:pt x="386164" y="91850"/>
                </a:lnTo>
                <a:lnTo>
                  <a:pt x="385634" y="91954"/>
                </a:lnTo>
                <a:lnTo>
                  <a:pt x="385095" y="92039"/>
                </a:lnTo>
                <a:lnTo>
                  <a:pt x="384547" y="92105"/>
                </a:lnTo>
                <a:lnTo>
                  <a:pt x="383990" y="92152"/>
                </a:lnTo>
                <a:lnTo>
                  <a:pt x="383424" y="92180"/>
                </a:lnTo>
                <a:lnTo>
                  <a:pt x="382848" y="92190"/>
                </a:lnTo>
                <a:lnTo>
                  <a:pt x="382370" y="92184"/>
                </a:lnTo>
                <a:lnTo>
                  <a:pt x="381899" y="92168"/>
                </a:lnTo>
                <a:lnTo>
                  <a:pt x="381434" y="92142"/>
                </a:lnTo>
                <a:lnTo>
                  <a:pt x="380977" y="92105"/>
                </a:lnTo>
                <a:lnTo>
                  <a:pt x="380526" y="92057"/>
                </a:lnTo>
                <a:lnTo>
                  <a:pt x="380082" y="91998"/>
                </a:lnTo>
                <a:lnTo>
                  <a:pt x="379646" y="91929"/>
                </a:lnTo>
                <a:lnTo>
                  <a:pt x="379216" y="91850"/>
                </a:lnTo>
                <a:lnTo>
                  <a:pt x="378793" y="91759"/>
                </a:lnTo>
                <a:lnTo>
                  <a:pt x="378376" y="91658"/>
                </a:lnTo>
                <a:lnTo>
                  <a:pt x="377967" y="91547"/>
                </a:lnTo>
                <a:lnTo>
                  <a:pt x="377565" y="91425"/>
                </a:lnTo>
                <a:lnTo>
                  <a:pt x="377169" y="91292"/>
                </a:lnTo>
                <a:lnTo>
                  <a:pt x="376781" y="91148"/>
                </a:lnTo>
                <a:lnTo>
                  <a:pt x="376399" y="90994"/>
                </a:lnTo>
                <a:lnTo>
                  <a:pt x="376024" y="90830"/>
                </a:lnTo>
                <a:lnTo>
                  <a:pt x="375656" y="90655"/>
                </a:lnTo>
                <a:lnTo>
                  <a:pt x="375295" y="90469"/>
                </a:lnTo>
                <a:lnTo>
                  <a:pt x="374941" y="90272"/>
                </a:lnTo>
                <a:lnTo>
                  <a:pt x="374594" y="90065"/>
                </a:lnTo>
                <a:lnTo>
                  <a:pt x="374254" y="89847"/>
                </a:lnTo>
                <a:lnTo>
                  <a:pt x="373920" y="89619"/>
                </a:lnTo>
                <a:lnTo>
                  <a:pt x="373594" y="89380"/>
                </a:lnTo>
                <a:lnTo>
                  <a:pt x="373274" y="89130"/>
                </a:lnTo>
                <a:lnTo>
                  <a:pt x="372963" y="88874"/>
                </a:lnTo>
                <a:lnTo>
                  <a:pt x="372661" y="88613"/>
                </a:lnTo>
                <a:lnTo>
                  <a:pt x="372369" y="88350"/>
                </a:lnTo>
                <a:lnTo>
                  <a:pt x="372087" y="88083"/>
                </a:lnTo>
                <a:lnTo>
                  <a:pt x="371815" y="87813"/>
                </a:lnTo>
                <a:lnTo>
                  <a:pt x="371553" y="87540"/>
                </a:lnTo>
                <a:lnTo>
                  <a:pt x="371300" y="87263"/>
                </a:lnTo>
                <a:lnTo>
                  <a:pt x="371057" y="86982"/>
                </a:lnTo>
                <a:lnTo>
                  <a:pt x="370824" y="86699"/>
                </a:lnTo>
                <a:lnTo>
                  <a:pt x="370601" y="86411"/>
                </a:lnTo>
                <a:lnTo>
                  <a:pt x="370388" y="86121"/>
                </a:lnTo>
                <a:lnTo>
                  <a:pt x="370184" y="85827"/>
                </a:lnTo>
                <a:lnTo>
                  <a:pt x="369990" y="85530"/>
                </a:lnTo>
                <a:lnTo>
                  <a:pt x="369806" y="85229"/>
                </a:lnTo>
                <a:lnTo>
                  <a:pt x="369632" y="84925"/>
                </a:lnTo>
                <a:lnTo>
                  <a:pt x="369467" y="84618"/>
                </a:lnTo>
                <a:lnTo>
                  <a:pt x="369313" y="84307"/>
                </a:lnTo>
                <a:lnTo>
                  <a:pt x="369168" y="83993"/>
                </a:lnTo>
                <a:lnTo>
                  <a:pt x="369033" y="83675"/>
                </a:lnTo>
                <a:lnTo>
                  <a:pt x="368908" y="83354"/>
                </a:lnTo>
                <a:lnTo>
                  <a:pt x="368792" y="83030"/>
                </a:lnTo>
                <a:lnTo>
                  <a:pt x="368686" y="82702"/>
                </a:lnTo>
                <a:lnTo>
                  <a:pt x="368590" y="82371"/>
                </a:lnTo>
                <a:lnTo>
                  <a:pt x="368504" y="82037"/>
                </a:lnTo>
                <a:lnTo>
                  <a:pt x="368453" y="81825"/>
                </a:lnTo>
                <a:lnTo>
                  <a:pt x="368404" y="81594"/>
                </a:lnTo>
                <a:lnTo>
                  <a:pt x="368357" y="81346"/>
                </a:lnTo>
                <a:lnTo>
                  <a:pt x="368313" y="81079"/>
                </a:lnTo>
                <a:lnTo>
                  <a:pt x="368270" y="80794"/>
                </a:lnTo>
                <a:lnTo>
                  <a:pt x="368230" y="80490"/>
                </a:lnTo>
                <a:lnTo>
                  <a:pt x="368192" y="80168"/>
                </a:lnTo>
                <a:lnTo>
                  <a:pt x="368156" y="79827"/>
                </a:lnTo>
                <a:lnTo>
                  <a:pt x="368122" y="79469"/>
                </a:lnTo>
                <a:lnTo>
                  <a:pt x="368091" y="79091"/>
                </a:lnTo>
                <a:lnTo>
                  <a:pt x="368061" y="78696"/>
                </a:lnTo>
                <a:lnTo>
                  <a:pt x="368034" y="78282"/>
                </a:lnTo>
                <a:lnTo>
                  <a:pt x="368009" y="77850"/>
                </a:lnTo>
                <a:lnTo>
                  <a:pt x="367986" y="77399"/>
                </a:lnTo>
                <a:lnTo>
                  <a:pt x="367966" y="76930"/>
                </a:lnTo>
                <a:lnTo>
                  <a:pt x="367947" y="76443"/>
                </a:lnTo>
                <a:lnTo>
                  <a:pt x="367931" y="75937"/>
                </a:lnTo>
                <a:lnTo>
                  <a:pt x="367917" y="75413"/>
                </a:lnTo>
                <a:lnTo>
                  <a:pt x="367905" y="74871"/>
                </a:lnTo>
                <a:lnTo>
                  <a:pt x="367895" y="74310"/>
                </a:lnTo>
                <a:lnTo>
                  <a:pt x="367887" y="73731"/>
                </a:lnTo>
                <a:lnTo>
                  <a:pt x="367882" y="73134"/>
                </a:lnTo>
                <a:lnTo>
                  <a:pt x="367879" y="72518"/>
                </a:lnTo>
                <a:lnTo>
                  <a:pt x="367878" y="71884"/>
                </a:lnTo>
                <a:lnTo>
                  <a:pt x="367878" y="48101"/>
                </a:lnTo>
                <a:lnTo>
                  <a:pt x="368354" y="47588"/>
                </a:lnTo>
                <a:lnTo>
                  <a:pt x="368818" y="47093"/>
                </a:lnTo>
                <a:lnTo>
                  <a:pt x="369271" y="46615"/>
                </a:lnTo>
                <a:lnTo>
                  <a:pt x="369713" y="46154"/>
                </a:lnTo>
                <a:close/>
                <a:moveTo>
                  <a:pt x="710949" y="35801"/>
                </a:moveTo>
                <a:lnTo>
                  <a:pt x="710918" y="35555"/>
                </a:lnTo>
                <a:lnTo>
                  <a:pt x="710879" y="35311"/>
                </a:lnTo>
                <a:lnTo>
                  <a:pt x="710831" y="35069"/>
                </a:lnTo>
                <a:lnTo>
                  <a:pt x="710775" y="34831"/>
                </a:lnTo>
                <a:lnTo>
                  <a:pt x="710709" y="34594"/>
                </a:lnTo>
                <a:lnTo>
                  <a:pt x="710635" y="34361"/>
                </a:lnTo>
                <a:lnTo>
                  <a:pt x="710553" y="34129"/>
                </a:lnTo>
                <a:lnTo>
                  <a:pt x="710461" y="33901"/>
                </a:lnTo>
                <a:lnTo>
                  <a:pt x="710361" y="33675"/>
                </a:lnTo>
                <a:lnTo>
                  <a:pt x="710252" y="33451"/>
                </a:lnTo>
                <a:lnTo>
                  <a:pt x="710135" y="33230"/>
                </a:lnTo>
                <a:lnTo>
                  <a:pt x="710009" y="33011"/>
                </a:lnTo>
                <a:lnTo>
                  <a:pt x="709874" y="32796"/>
                </a:lnTo>
                <a:lnTo>
                  <a:pt x="709730" y="32582"/>
                </a:lnTo>
                <a:lnTo>
                  <a:pt x="709578" y="32371"/>
                </a:lnTo>
                <a:lnTo>
                  <a:pt x="709417" y="32163"/>
                </a:lnTo>
                <a:lnTo>
                  <a:pt x="709247" y="31957"/>
                </a:lnTo>
                <a:lnTo>
                  <a:pt x="709069" y="31754"/>
                </a:lnTo>
                <a:lnTo>
                  <a:pt x="708882" y="31553"/>
                </a:lnTo>
                <a:lnTo>
                  <a:pt x="708686" y="31355"/>
                </a:lnTo>
                <a:lnTo>
                  <a:pt x="708481" y="31159"/>
                </a:lnTo>
                <a:lnTo>
                  <a:pt x="708270" y="30969"/>
                </a:lnTo>
                <a:lnTo>
                  <a:pt x="708054" y="30787"/>
                </a:lnTo>
                <a:lnTo>
                  <a:pt x="707834" y="30613"/>
                </a:lnTo>
                <a:lnTo>
                  <a:pt x="707609" y="30446"/>
                </a:lnTo>
                <a:lnTo>
                  <a:pt x="707379" y="30289"/>
                </a:lnTo>
                <a:lnTo>
                  <a:pt x="707145" y="30139"/>
                </a:lnTo>
                <a:lnTo>
                  <a:pt x="706906" y="29997"/>
                </a:lnTo>
                <a:lnTo>
                  <a:pt x="706663" y="29863"/>
                </a:lnTo>
                <a:lnTo>
                  <a:pt x="706415" y="29738"/>
                </a:lnTo>
                <a:lnTo>
                  <a:pt x="706163" y="29620"/>
                </a:lnTo>
                <a:lnTo>
                  <a:pt x="705905" y="29511"/>
                </a:lnTo>
                <a:lnTo>
                  <a:pt x="705644" y="29410"/>
                </a:lnTo>
                <a:lnTo>
                  <a:pt x="705377" y="29317"/>
                </a:lnTo>
                <a:lnTo>
                  <a:pt x="705107" y="29232"/>
                </a:lnTo>
                <a:lnTo>
                  <a:pt x="704831" y="29155"/>
                </a:lnTo>
                <a:lnTo>
                  <a:pt x="704551" y="29086"/>
                </a:lnTo>
                <a:lnTo>
                  <a:pt x="704266" y="29025"/>
                </a:lnTo>
                <a:lnTo>
                  <a:pt x="703977" y="28972"/>
                </a:lnTo>
                <a:lnTo>
                  <a:pt x="703683" y="28928"/>
                </a:lnTo>
                <a:lnTo>
                  <a:pt x="703385" y="28891"/>
                </a:lnTo>
                <a:lnTo>
                  <a:pt x="703082" y="28863"/>
                </a:lnTo>
                <a:lnTo>
                  <a:pt x="702774" y="28843"/>
                </a:lnTo>
                <a:lnTo>
                  <a:pt x="702462" y="28831"/>
                </a:lnTo>
                <a:lnTo>
                  <a:pt x="702145" y="28827"/>
                </a:lnTo>
                <a:lnTo>
                  <a:pt x="701444" y="28852"/>
                </a:lnTo>
                <a:lnTo>
                  <a:pt x="700744" y="28926"/>
                </a:lnTo>
                <a:lnTo>
                  <a:pt x="700045" y="29051"/>
                </a:lnTo>
                <a:lnTo>
                  <a:pt x="699348" y="29225"/>
                </a:lnTo>
                <a:lnTo>
                  <a:pt x="698653" y="29449"/>
                </a:lnTo>
                <a:lnTo>
                  <a:pt x="697958" y="29723"/>
                </a:lnTo>
                <a:lnTo>
                  <a:pt x="697266" y="30047"/>
                </a:lnTo>
                <a:lnTo>
                  <a:pt x="696575" y="30420"/>
                </a:lnTo>
                <a:lnTo>
                  <a:pt x="695885" y="30844"/>
                </a:lnTo>
                <a:lnTo>
                  <a:pt x="695196" y="31317"/>
                </a:lnTo>
                <a:lnTo>
                  <a:pt x="694510" y="31840"/>
                </a:lnTo>
                <a:lnTo>
                  <a:pt x="693824" y="32413"/>
                </a:lnTo>
                <a:lnTo>
                  <a:pt x="693140" y="33035"/>
                </a:lnTo>
                <a:lnTo>
                  <a:pt x="692458" y="33707"/>
                </a:lnTo>
                <a:lnTo>
                  <a:pt x="691777" y="34430"/>
                </a:lnTo>
                <a:lnTo>
                  <a:pt x="691097" y="35202"/>
                </a:lnTo>
                <a:lnTo>
                  <a:pt x="690419" y="36023"/>
                </a:lnTo>
                <a:lnTo>
                  <a:pt x="689742" y="36895"/>
                </a:lnTo>
                <a:lnTo>
                  <a:pt x="689067" y="37816"/>
                </a:lnTo>
                <a:lnTo>
                  <a:pt x="688393" y="38788"/>
                </a:lnTo>
                <a:lnTo>
                  <a:pt x="687721" y="39809"/>
                </a:lnTo>
                <a:lnTo>
                  <a:pt x="687050" y="40879"/>
                </a:lnTo>
                <a:lnTo>
                  <a:pt x="686380" y="42000"/>
                </a:lnTo>
                <a:lnTo>
                  <a:pt x="685712" y="43170"/>
                </a:lnTo>
                <a:lnTo>
                  <a:pt x="685712" y="28827"/>
                </a:lnTo>
                <a:lnTo>
                  <a:pt x="682788" y="28827"/>
                </a:lnTo>
                <a:lnTo>
                  <a:pt x="663500" y="36608"/>
                </a:lnTo>
                <a:lnTo>
                  <a:pt x="664197" y="39110"/>
                </a:lnTo>
                <a:lnTo>
                  <a:pt x="664422" y="39025"/>
                </a:lnTo>
                <a:lnTo>
                  <a:pt x="664646" y="38944"/>
                </a:lnTo>
                <a:lnTo>
                  <a:pt x="664867" y="38866"/>
                </a:lnTo>
                <a:lnTo>
                  <a:pt x="665087" y="38792"/>
                </a:lnTo>
                <a:lnTo>
                  <a:pt x="665304" y="38721"/>
                </a:lnTo>
                <a:lnTo>
                  <a:pt x="665520" y="38654"/>
                </a:lnTo>
                <a:lnTo>
                  <a:pt x="665733" y="38591"/>
                </a:lnTo>
                <a:lnTo>
                  <a:pt x="665945" y="38531"/>
                </a:lnTo>
                <a:lnTo>
                  <a:pt x="666155" y="38475"/>
                </a:lnTo>
                <a:lnTo>
                  <a:pt x="666363" y="38422"/>
                </a:lnTo>
                <a:lnTo>
                  <a:pt x="666569" y="38374"/>
                </a:lnTo>
                <a:lnTo>
                  <a:pt x="666773" y="38328"/>
                </a:lnTo>
                <a:lnTo>
                  <a:pt x="666975" y="38287"/>
                </a:lnTo>
                <a:lnTo>
                  <a:pt x="667175" y="38249"/>
                </a:lnTo>
                <a:lnTo>
                  <a:pt x="667374" y="38214"/>
                </a:lnTo>
                <a:lnTo>
                  <a:pt x="667570" y="38184"/>
                </a:lnTo>
                <a:lnTo>
                  <a:pt x="667764" y="38156"/>
                </a:lnTo>
                <a:lnTo>
                  <a:pt x="667957" y="38133"/>
                </a:lnTo>
                <a:lnTo>
                  <a:pt x="668147" y="38113"/>
                </a:lnTo>
                <a:lnTo>
                  <a:pt x="668336" y="38097"/>
                </a:lnTo>
                <a:lnTo>
                  <a:pt x="668523" y="38084"/>
                </a:lnTo>
                <a:lnTo>
                  <a:pt x="668707" y="38075"/>
                </a:lnTo>
                <a:lnTo>
                  <a:pt x="668890" y="38070"/>
                </a:lnTo>
                <a:lnTo>
                  <a:pt x="669071" y="38068"/>
                </a:lnTo>
                <a:lnTo>
                  <a:pt x="669221" y="38069"/>
                </a:lnTo>
                <a:lnTo>
                  <a:pt x="669368" y="38075"/>
                </a:lnTo>
                <a:lnTo>
                  <a:pt x="669514" y="38083"/>
                </a:lnTo>
                <a:lnTo>
                  <a:pt x="669658" y="38095"/>
                </a:lnTo>
                <a:lnTo>
                  <a:pt x="669799" y="38110"/>
                </a:lnTo>
                <a:lnTo>
                  <a:pt x="669939" y="38129"/>
                </a:lnTo>
                <a:lnTo>
                  <a:pt x="670077" y="38151"/>
                </a:lnTo>
                <a:lnTo>
                  <a:pt x="670212" y="38176"/>
                </a:lnTo>
                <a:lnTo>
                  <a:pt x="670345" y="38205"/>
                </a:lnTo>
                <a:lnTo>
                  <a:pt x="670477" y="38237"/>
                </a:lnTo>
                <a:lnTo>
                  <a:pt x="670606" y="38272"/>
                </a:lnTo>
                <a:lnTo>
                  <a:pt x="670733" y="38311"/>
                </a:lnTo>
                <a:lnTo>
                  <a:pt x="670858" y="38353"/>
                </a:lnTo>
                <a:lnTo>
                  <a:pt x="670982" y="38399"/>
                </a:lnTo>
                <a:lnTo>
                  <a:pt x="671103" y="38448"/>
                </a:lnTo>
                <a:lnTo>
                  <a:pt x="671222" y="38500"/>
                </a:lnTo>
                <a:lnTo>
                  <a:pt x="671339" y="38556"/>
                </a:lnTo>
                <a:lnTo>
                  <a:pt x="671453" y="38615"/>
                </a:lnTo>
                <a:lnTo>
                  <a:pt x="671566" y="38677"/>
                </a:lnTo>
                <a:lnTo>
                  <a:pt x="671677" y="38743"/>
                </a:lnTo>
                <a:lnTo>
                  <a:pt x="671786" y="38812"/>
                </a:lnTo>
                <a:lnTo>
                  <a:pt x="671893" y="38885"/>
                </a:lnTo>
                <a:lnTo>
                  <a:pt x="671997" y="38961"/>
                </a:lnTo>
                <a:lnTo>
                  <a:pt x="672100" y="39040"/>
                </a:lnTo>
                <a:lnTo>
                  <a:pt x="672200" y="39123"/>
                </a:lnTo>
                <a:lnTo>
                  <a:pt x="672298" y="39210"/>
                </a:lnTo>
                <a:lnTo>
                  <a:pt x="672392" y="39301"/>
                </a:lnTo>
                <a:lnTo>
                  <a:pt x="672485" y="39396"/>
                </a:lnTo>
                <a:lnTo>
                  <a:pt x="672574" y="39495"/>
                </a:lnTo>
                <a:lnTo>
                  <a:pt x="672661" y="39598"/>
                </a:lnTo>
                <a:lnTo>
                  <a:pt x="672745" y="39705"/>
                </a:lnTo>
                <a:lnTo>
                  <a:pt x="672827" y="39816"/>
                </a:lnTo>
                <a:lnTo>
                  <a:pt x="672906" y="39931"/>
                </a:lnTo>
                <a:lnTo>
                  <a:pt x="672982" y="40050"/>
                </a:lnTo>
                <a:lnTo>
                  <a:pt x="673056" y="40173"/>
                </a:lnTo>
                <a:lnTo>
                  <a:pt x="673127" y="40300"/>
                </a:lnTo>
                <a:lnTo>
                  <a:pt x="673195" y="40431"/>
                </a:lnTo>
                <a:lnTo>
                  <a:pt x="673261" y="40565"/>
                </a:lnTo>
                <a:lnTo>
                  <a:pt x="673324" y="40704"/>
                </a:lnTo>
                <a:lnTo>
                  <a:pt x="673384" y="40847"/>
                </a:lnTo>
                <a:lnTo>
                  <a:pt x="673442" y="40994"/>
                </a:lnTo>
                <a:lnTo>
                  <a:pt x="673497" y="41144"/>
                </a:lnTo>
                <a:lnTo>
                  <a:pt x="673549" y="41299"/>
                </a:lnTo>
                <a:lnTo>
                  <a:pt x="673599" y="41458"/>
                </a:lnTo>
                <a:lnTo>
                  <a:pt x="673646" y="41620"/>
                </a:lnTo>
                <a:lnTo>
                  <a:pt x="673690" y="41787"/>
                </a:lnTo>
                <a:lnTo>
                  <a:pt x="673732" y="41958"/>
                </a:lnTo>
                <a:lnTo>
                  <a:pt x="673771" y="42132"/>
                </a:lnTo>
                <a:lnTo>
                  <a:pt x="673808" y="42324"/>
                </a:lnTo>
                <a:lnTo>
                  <a:pt x="673843" y="42548"/>
                </a:lnTo>
                <a:lnTo>
                  <a:pt x="673877" y="42802"/>
                </a:lnTo>
                <a:lnTo>
                  <a:pt x="673909" y="43088"/>
                </a:lnTo>
                <a:lnTo>
                  <a:pt x="673940" y="43405"/>
                </a:lnTo>
                <a:lnTo>
                  <a:pt x="673969" y="43753"/>
                </a:lnTo>
                <a:lnTo>
                  <a:pt x="673996" y="44133"/>
                </a:lnTo>
                <a:lnTo>
                  <a:pt x="674022" y="44544"/>
                </a:lnTo>
                <a:lnTo>
                  <a:pt x="674047" y="44986"/>
                </a:lnTo>
                <a:lnTo>
                  <a:pt x="674069" y="45459"/>
                </a:lnTo>
                <a:lnTo>
                  <a:pt x="674091" y="45964"/>
                </a:lnTo>
                <a:lnTo>
                  <a:pt x="674110" y="46499"/>
                </a:lnTo>
                <a:lnTo>
                  <a:pt x="674128" y="47067"/>
                </a:lnTo>
                <a:lnTo>
                  <a:pt x="674145" y="47665"/>
                </a:lnTo>
                <a:lnTo>
                  <a:pt x="674160" y="48294"/>
                </a:lnTo>
                <a:lnTo>
                  <a:pt x="674173" y="48955"/>
                </a:lnTo>
                <a:lnTo>
                  <a:pt x="674185" y="49647"/>
                </a:lnTo>
                <a:lnTo>
                  <a:pt x="674195" y="50370"/>
                </a:lnTo>
                <a:lnTo>
                  <a:pt x="674204" y="51125"/>
                </a:lnTo>
                <a:lnTo>
                  <a:pt x="674211" y="51911"/>
                </a:lnTo>
                <a:lnTo>
                  <a:pt x="674216" y="52728"/>
                </a:lnTo>
                <a:lnTo>
                  <a:pt x="674220" y="53576"/>
                </a:lnTo>
                <a:lnTo>
                  <a:pt x="674223" y="54456"/>
                </a:lnTo>
                <a:lnTo>
                  <a:pt x="674223" y="55366"/>
                </a:lnTo>
                <a:lnTo>
                  <a:pt x="674223" y="80030"/>
                </a:lnTo>
                <a:lnTo>
                  <a:pt x="674223" y="80486"/>
                </a:lnTo>
                <a:lnTo>
                  <a:pt x="674221" y="80926"/>
                </a:lnTo>
                <a:lnTo>
                  <a:pt x="674218" y="81351"/>
                </a:lnTo>
                <a:lnTo>
                  <a:pt x="674214" y="81761"/>
                </a:lnTo>
                <a:lnTo>
                  <a:pt x="674208" y="82156"/>
                </a:lnTo>
                <a:lnTo>
                  <a:pt x="674202" y="82536"/>
                </a:lnTo>
                <a:lnTo>
                  <a:pt x="674194" y="82900"/>
                </a:lnTo>
                <a:lnTo>
                  <a:pt x="674185" y="83249"/>
                </a:lnTo>
                <a:lnTo>
                  <a:pt x="674174" y="83583"/>
                </a:lnTo>
                <a:lnTo>
                  <a:pt x="674163" y="83902"/>
                </a:lnTo>
                <a:lnTo>
                  <a:pt x="674150" y="84205"/>
                </a:lnTo>
                <a:lnTo>
                  <a:pt x="674136" y="84494"/>
                </a:lnTo>
                <a:lnTo>
                  <a:pt x="674121" y="84767"/>
                </a:lnTo>
                <a:lnTo>
                  <a:pt x="674105" y="85025"/>
                </a:lnTo>
                <a:lnTo>
                  <a:pt x="674087" y="85268"/>
                </a:lnTo>
                <a:lnTo>
                  <a:pt x="674069" y="85495"/>
                </a:lnTo>
                <a:lnTo>
                  <a:pt x="674049" y="85708"/>
                </a:lnTo>
                <a:lnTo>
                  <a:pt x="674028" y="85905"/>
                </a:lnTo>
                <a:lnTo>
                  <a:pt x="674005" y="86087"/>
                </a:lnTo>
                <a:lnTo>
                  <a:pt x="673982" y="86254"/>
                </a:lnTo>
                <a:lnTo>
                  <a:pt x="673957" y="86406"/>
                </a:lnTo>
                <a:lnTo>
                  <a:pt x="673931" y="86542"/>
                </a:lnTo>
                <a:lnTo>
                  <a:pt x="673904" y="86663"/>
                </a:lnTo>
                <a:lnTo>
                  <a:pt x="673875" y="86769"/>
                </a:lnTo>
                <a:lnTo>
                  <a:pt x="673815" y="86970"/>
                </a:lnTo>
                <a:lnTo>
                  <a:pt x="673752" y="87166"/>
                </a:lnTo>
                <a:lnTo>
                  <a:pt x="673685" y="87357"/>
                </a:lnTo>
                <a:lnTo>
                  <a:pt x="673614" y="87543"/>
                </a:lnTo>
                <a:lnTo>
                  <a:pt x="673540" y="87726"/>
                </a:lnTo>
                <a:lnTo>
                  <a:pt x="673462" y="87903"/>
                </a:lnTo>
                <a:lnTo>
                  <a:pt x="673380" y="88076"/>
                </a:lnTo>
                <a:lnTo>
                  <a:pt x="673295" y="88244"/>
                </a:lnTo>
                <a:lnTo>
                  <a:pt x="673206" y="88408"/>
                </a:lnTo>
                <a:lnTo>
                  <a:pt x="673114" y="88567"/>
                </a:lnTo>
                <a:lnTo>
                  <a:pt x="673018" y="88722"/>
                </a:lnTo>
                <a:lnTo>
                  <a:pt x="672918" y="88872"/>
                </a:lnTo>
                <a:lnTo>
                  <a:pt x="672815" y="89017"/>
                </a:lnTo>
                <a:lnTo>
                  <a:pt x="672708" y="89158"/>
                </a:lnTo>
                <a:lnTo>
                  <a:pt x="672597" y="89294"/>
                </a:lnTo>
                <a:lnTo>
                  <a:pt x="672483" y="89426"/>
                </a:lnTo>
                <a:lnTo>
                  <a:pt x="672365" y="89553"/>
                </a:lnTo>
                <a:lnTo>
                  <a:pt x="672243" y="89675"/>
                </a:lnTo>
                <a:lnTo>
                  <a:pt x="672118" y="89793"/>
                </a:lnTo>
                <a:lnTo>
                  <a:pt x="671989" y="89907"/>
                </a:lnTo>
                <a:lnTo>
                  <a:pt x="671857" y="90015"/>
                </a:lnTo>
                <a:lnTo>
                  <a:pt x="671721" y="90119"/>
                </a:lnTo>
                <a:lnTo>
                  <a:pt x="671582" y="90219"/>
                </a:lnTo>
                <a:lnTo>
                  <a:pt x="671438" y="90314"/>
                </a:lnTo>
                <a:lnTo>
                  <a:pt x="671237" y="90438"/>
                </a:lnTo>
                <a:lnTo>
                  <a:pt x="671026" y="90558"/>
                </a:lnTo>
                <a:lnTo>
                  <a:pt x="670807" y="90672"/>
                </a:lnTo>
                <a:lnTo>
                  <a:pt x="670579" y="90781"/>
                </a:lnTo>
                <a:lnTo>
                  <a:pt x="670343" y="90884"/>
                </a:lnTo>
                <a:lnTo>
                  <a:pt x="670098" y="90982"/>
                </a:lnTo>
                <a:lnTo>
                  <a:pt x="669844" y="91075"/>
                </a:lnTo>
                <a:lnTo>
                  <a:pt x="669581" y="91162"/>
                </a:lnTo>
                <a:lnTo>
                  <a:pt x="669310" y="91245"/>
                </a:lnTo>
                <a:lnTo>
                  <a:pt x="669030" y="91322"/>
                </a:lnTo>
                <a:lnTo>
                  <a:pt x="668742" y="91393"/>
                </a:lnTo>
                <a:lnTo>
                  <a:pt x="668444" y="91459"/>
                </a:lnTo>
                <a:lnTo>
                  <a:pt x="668138" y="91520"/>
                </a:lnTo>
                <a:lnTo>
                  <a:pt x="667823" y="91576"/>
                </a:lnTo>
                <a:lnTo>
                  <a:pt x="667500" y="91627"/>
                </a:lnTo>
                <a:lnTo>
                  <a:pt x="667168" y="91672"/>
                </a:lnTo>
                <a:lnTo>
                  <a:pt x="666827" y="91711"/>
                </a:lnTo>
                <a:lnTo>
                  <a:pt x="666477" y="91746"/>
                </a:lnTo>
                <a:lnTo>
                  <a:pt x="666119" y="91775"/>
                </a:lnTo>
                <a:lnTo>
                  <a:pt x="665752" y="91799"/>
                </a:lnTo>
                <a:lnTo>
                  <a:pt x="665376" y="91817"/>
                </a:lnTo>
                <a:lnTo>
                  <a:pt x="664992" y="91831"/>
                </a:lnTo>
                <a:lnTo>
                  <a:pt x="664599" y="91839"/>
                </a:lnTo>
                <a:lnTo>
                  <a:pt x="664197" y="91841"/>
                </a:lnTo>
                <a:lnTo>
                  <a:pt x="664197" y="94418"/>
                </a:lnTo>
                <a:lnTo>
                  <a:pt x="696853" y="94418"/>
                </a:lnTo>
                <a:lnTo>
                  <a:pt x="696853" y="91841"/>
                </a:lnTo>
                <a:lnTo>
                  <a:pt x="696497" y="91839"/>
                </a:lnTo>
                <a:lnTo>
                  <a:pt x="696148" y="91833"/>
                </a:lnTo>
                <a:lnTo>
                  <a:pt x="695805" y="91822"/>
                </a:lnTo>
                <a:lnTo>
                  <a:pt x="695470" y="91807"/>
                </a:lnTo>
                <a:lnTo>
                  <a:pt x="695142" y="91787"/>
                </a:lnTo>
                <a:lnTo>
                  <a:pt x="694821" y="91763"/>
                </a:lnTo>
                <a:lnTo>
                  <a:pt x="694507" y="91735"/>
                </a:lnTo>
                <a:lnTo>
                  <a:pt x="694199" y="91703"/>
                </a:lnTo>
                <a:lnTo>
                  <a:pt x="693899" y="91666"/>
                </a:lnTo>
                <a:lnTo>
                  <a:pt x="693606" y="91625"/>
                </a:lnTo>
                <a:lnTo>
                  <a:pt x="693320" y="91579"/>
                </a:lnTo>
                <a:lnTo>
                  <a:pt x="693041" y="91529"/>
                </a:lnTo>
                <a:lnTo>
                  <a:pt x="692769" y="91475"/>
                </a:lnTo>
                <a:lnTo>
                  <a:pt x="692504" y="91416"/>
                </a:lnTo>
                <a:lnTo>
                  <a:pt x="692246" y="91353"/>
                </a:lnTo>
                <a:lnTo>
                  <a:pt x="691994" y="91286"/>
                </a:lnTo>
                <a:lnTo>
                  <a:pt x="691750" y="91215"/>
                </a:lnTo>
                <a:lnTo>
                  <a:pt x="691513" y="91139"/>
                </a:lnTo>
                <a:lnTo>
                  <a:pt x="691283" y="91059"/>
                </a:lnTo>
                <a:lnTo>
                  <a:pt x="691060" y="90974"/>
                </a:lnTo>
                <a:lnTo>
                  <a:pt x="690844" y="90885"/>
                </a:lnTo>
                <a:lnTo>
                  <a:pt x="690635" y="90792"/>
                </a:lnTo>
                <a:lnTo>
                  <a:pt x="690433" y="90694"/>
                </a:lnTo>
                <a:lnTo>
                  <a:pt x="690238" y="90592"/>
                </a:lnTo>
                <a:lnTo>
                  <a:pt x="690049" y="90487"/>
                </a:lnTo>
                <a:lnTo>
                  <a:pt x="689865" y="90380"/>
                </a:lnTo>
                <a:lnTo>
                  <a:pt x="689686" y="90270"/>
                </a:lnTo>
                <a:lnTo>
                  <a:pt x="689511" y="90158"/>
                </a:lnTo>
                <a:lnTo>
                  <a:pt x="689341" y="90044"/>
                </a:lnTo>
                <a:lnTo>
                  <a:pt x="689176" y="89928"/>
                </a:lnTo>
                <a:lnTo>
                  <a:pt x="689016" y="89809"/>
                </a:lnTo>
                <a:lnTo>
                  <a:pt x="688861" y="89689"/>
                </a:lnTo>
                <a:lnTo>
                  <a:pt x="688711" y="89566"/>
                </a:lnTo>
                <a:lnTo>
                  <a:pt x="688565" y="89441"/>
                </a:lnTo>
                <a:lnTo>
                  <a:pt x="688424" y="89314"/>
                </a:lnTo>
                <a:lnTo>
                  <a:pt x="688289" y="89185"/>
                </a:lnTo>
                <a:lnTo>
                  <a:pt x="688158" y="89054"/>
                </a:lnTo>
                <a:lnTo>
                  <a:pt x="688031" y="88920"/>
                </a:lnTo>
                <a:lnTo>
                  <a:pt x="687910" y="88784"/>
                </a:lnTo>
                <a:lnTo>
                  <a:pt x="687793" y="88647"/>
                </a:lnTo>
                <a:lnTo>
                  <a:pt x="687682" y="88507"/>
                </a:lnTo>
                <a:lnTo>
                  <a:pt x="687575" y="88364"/>
                </a:lnTo>
                <a:lnTo>
                  <a:pt x="687473" y="88220"/>
                </a:lnTo>
                <a:lnTo>
                  <a:pt x="687376" y="88073"/>
                </a:lnTo>
                <a:lnTo>
                  <a:pt x="687283" y="87925"/>
                </a:lnTo>
                <a:lnTo>
                  <a:pt x="687196" y="87774"/>
                </a:lnTo>
                <a:lnTo>
                  <a:pt x="687113" y="87621"/>
                </a:lnTo>
                <a:lnTo>
                  <a:pt x="687035" y="87466"/>
                </a:lnTo>
                <a:lnTo>
                  <a:pt x="686927" y="87235"/>
                </a:lnTo>
                <a:lnTo>
                  <a:pt x="686824" y="86996"/>
                </a:lnTo>
                <a:lnTo>
                  <a:pt x="686725" y="86748"/>
                </a:lnTo>
                <a:lnTo>
                  <a:pt x="686631" y="86491"/>
                </a:lnTo>
                <a:lnTo>
                  <a:pt x="686541" y="86225"/>
                </a:lnTo>
                <a:lnTo>
                  <a:pt x="686456" y="85951"/>
                </a:lnTo>
                <a:lnTo>
                  <a:pt x="686376" y="85667"/>
                </a:lnTo>
                <a:lnTo>
                  <a:pt x="686300" y="85374"/>
                </a:lnTo>
                <a:lnTo>
                  <a:pt x="686229" y="85073"/>
                </a:lnTo>
                <a:lnTo>
                  <a:pt x="686162" y="84762"/>
                </a:lnTo>
                <a:lnTo>
                  <a:pt x="686100" y="84443"/>
                </a:lnTo>
                <a:lnTo>
                  <a:pt x="686043" y="84115"/>
                </a:lnTo>
                <a:lnTo>
                  <a:pt x="685990" y="83777"/>
                </a:lnTo>
                <a:lnTo>
                  <a:pt x="685942" y="83431"/>
                </a:lnTo>
                <a:lnTo>
                  <a:pt x="685898" y="83076"/>
                </a:lnTo>
                <a:lnTo>
                  <a:pt x="685859" y="82712"/>
                </a:lnTo>
                <a:lnTo>
                  <a:pt x="685825" y="82340"/>
                </a:lnTo>
                <a:lnTo>
                  <a:pt x="685795" y="81958"/>
                </a:lnTo>
                <a:lnTo>
                  <a:pt x="685770" y="81567"/>
                </a:lnTo>
                <a:lnTo>
                  <a:pt x="685749" y="81167"/>
                </a:lnTo>
                <a:lnTo>
                  <a:pt x="685733" y="80759"/>
                </a:lnTo>
                <a:lnTo>
                  <a:pt x="685722" y="80342"/>
                </a:lnTo>
                <a:lnTo>
                  <a:pt x="685715" y="79915"/>
                </a:lnTo>
                <a:lnTo>
                  <a:pt x="685712" y="79480"/>
                </a:lnTo>
                <a:lnTo>
                  <a:pt x="685712" y="48991"/>
                </a:lnTo>
                <a:lnTo>
                  <a:pt x="685990" y="48453"/>
                </a:lnTo>
                <a:lnTo>
                  <a:pt x="686268" y="47928"/>
                </a:lnTo>
                <a:lnTo>
                  <a:pt x="686545" y="47416"/>
                </a:lnTo>
                <a:lnTo>
                  <a:pt x="686821" y="46917"/>
                </a:lnTo>
                <a:lnTo>
                  <a:pt x="687096" y="46431"/>
                </a:lnTo>
                <a:lnTo>
                  <a:pt x="687370" y="45957"/>
                </a:lnTo>
                <a:lnTo>
                  <a:pt x="687644" y="45496"/>
                </a:lnTo>
                <a:lnTo>
                  <a:pt x="687917" y="45048"/>
                </a:lnTo>
                <a:lnTo>
                  <a:pt x="688190" y="44613"/>
                </a:lnTo>
                <a:lnTo>
                  <a:pt x="688461" y="44190"/>
                </a:lnTo>
                <a:lnTo>
                  <a:pt x="688732" y="43780"/>
                </a:lnTo>
                <a:lnTo>
                  <a:pt x="689002" y="43383"/>
                </a:lnTo>
                <a:lnTo>
                  <a:pt x="689272" y="42999"/>
                </a:lnTo>
                <a:lnTo>
                  <a:pt x="689540" y="42627"/>
                </a:lnTo>
                <a:lnTo>
                  <a:pt x="689808" y="42268"/>
                </a:lnTo>
                <a:lnTo>
                  <a:pt x="690076" y="41923"/>
                </a:lnTo>
                <a:lnTo>
                  <a:pt x="690342" y="41589"/>
                </a:lnTo>
                <a:lnTo>
                  <a:pt x="690608" y="41269"/>
                </a:lnTo>
                <a:lnTo>
                  <a:pt x="690873" y="40961"/>
                </a:lnTo>
                <a:lnTo>
                  <a:pt x="691138" y="40666"/>
                </a:lnTo>
                <a:lnTo>
                  <a:pt x="691401" y="40384"/>
                </a:lnTo>
                <a:lnTo>
                  <a:pt x="691664" y="40115"/>
                </a:lnTo>
                <a:lnTo>
                  <a:pt x="691926" y="39859"/>
                </a:lnTo>
                <a:lnTo>
                  <a:pt x="692188" y="39615"/>
                </a:lnTo>
                <a:lnTo>
                  <a:pt x="692309" y="39502"/>
                </a:lnTo>
                <a:lnTo>
                  <a:pt x="692430" y="39393"/>
                </a:lnTo>
                <a:lnTo>
                  <a:pt x="692550" y="39289"/>
                </a:lnTo>
                <a:lnTo>
                  <a:pt x="692669" y="39191"/>
                </a:lnTo>
                <a:lnTo>
                  <a:pt x="692788" y="39097"/>
                </a:lnTo>
                <a:lnTo>
                  <a:pt x="692906" y="39007"/>
                </a:lnTo>
                <a:lnTo>
                  <a:pt x="693023" y="38923"/>
                </a:lnTo>
                <a:lnTo>
                  <a:pt x="693139" y="38844"/>
                </a:lnTo>
                <a:lnTo>
                  <a:pt x="693255" y="38769"/>
                </a:lnTo>
                <a:lnTo>
                  <a:pt x="693370" y="38699"/>
                </a:lnTo>
                <a:lnTo>
                  <a:pt x="693484" y="38634"/>
                </a:lnTo>
                <a:lnTo>
                  <a:pt x="693598" y="38574"/>
                </a:lnTo>
                <a:lnTo>
                  <a:pt x="693711" y="38518"/>
                </a:lnTo>
                <a:lnTo>
                  <a:pt x="693823" y="38468"/>
                </a:lnTo>
                <a:lnTo>
                  <a:pt x="693934" y="38422"/>
                </a:lnTo>
                <a:lnTo>
                  <a:pt x="694045" y="38381"/>
                </a:lnTo>
                <a:lnTo>
                  <a:pt x="694155" y="38345"/>
                </a:lnTo>
                <a:lnTo>
                  <a:pt x="694264" y="38313"/>
                </a:lnTo>
                <a:lnTo>
                  <a:pt x="694372" y="38287"/>
                </a:lnTo>
                <a:lnTo>
                  <a:pt x="694480" y="38265"/>
                </a:lnTo>
                <a:lnTo>
                  <a:pt x="694587" y="38248"/>
                </a:lnTo>
                <a:lnTo>
                  <a:pt x="694693" y="38236"/>
                </a:lnTo>
                <a:lnTo>
                  <a:pt x="694799" y="38229"/>
                </a:lnTo>
                <a:lnTo>
                  <a:pt x="694903" y="38227"/>
                </a:lnTo>
                <a:lnTo>
                  <a:pt x="695028" y="38231"/>
                </a:lnTo>
                <a:lnTo>
                  <a:pt x="695158" y="38243"/>
                </a:lnTo>
                <a:lnTo>
                  <a:pt x="695293" y="38264"/>
                </a:lnTo>
                <a:lnTo>
                  <a:pt x="695434" y="38293"/>
                </a:lnTo>
                <a:lnTo>
                  <a:pt x="695581" y="38331"/>
                </a:lnTo>
                <a:lnTo>
                  <a:pt x="695732" y="38377"/>
                </a:lnTo>
                <a:lnTo>
                  <a:pt x="695890" y="38431"/>
                </a:lnTo>
                <a:lnTo>
                  <a:pt x="696052" y="38494"/>
                </a:lnTo>
                <a:lnTo>
                  <a:pt x="696220" y="38564"/>
                </a:lnTo>
                <a:lnTo>
                  <a:pt x="696394" y="38644"/>
                </a:lnTo>
                <a:lnTo>
                  <a:pt x="696573" y="38731"/>
                </a:lnTo>
                <a:lnTo>
                  <a:pt x="696757" y="38827"/>
                </a:lnTo>
                <a:lnTo>
                  <a:pt x="696947" y="38931"/>
                </a:lnTo>
                <a:lnTo>
                  <a:pt x="697142" y="39044"/>
                </a:lnTo>
                <a:lnTo>
                  <a:pt x="697343" y="39165"/>
                </a:lnTo>
                <a:lnTo>
                  <a:pt x="697549" y="39294"/>
                </a:lnTo>
                <a:lnTo>
                  <a:pt x="697761" y="39432"/>
                </a:lnTo>
                <a:lnTo>
                  <a:pt x="697978" y="39578"/>
                </a:lnTo>
                <a:lnTo>
                  <a:pt x="698200" y="39732"/>
                </a:lnTo>
                <a:lnTo>
                  <a:pt x="698428" y="39895"/>
                </a:lnTo>
                <a:lnTo>
                  <a:pt x="698662" y="40066"/>
                </a:lnTo>
                <a:lnTo>
                  <a:pt x="698901" y="40245"/>
                </a:lnTo>
                <a:lnTo>
                  <a:pt x="699145" y="40433"/>
                </a:lnTo>
                <a:lnTo>
                  <a:pt x="699395" y="40629"/>
                </a:lnTo>
                <a:lnTo>
                  <a:pt x="699646" y="40825"/>
                </a:lnTo>
                <a:lnTo>
                  <a:pt x="699895" y="41013"/>
                </a:lnTo>
                <a:lnTo>
                  <a:pt x="700142" y="41192"/>
                </a:lnTo>
                <a:lnTo>
                  <a:pt x="700388" y="41363"/>
                </a:lnTo>
                <a:lnTo>
                  <a:pt x="700631" y="41525"/>
                </a:lnTo>
                <a:lnTo>
                  <a:pt x="700872" y="41680"/>
                </a:lnTo>
                <a:lnTo>
                  <a:pt x="701111" y="41826"/>
                </a:lnTo>
                <a:lnTo>
                  <a:pt x="701348" y="41963"/>
                </a:lnTo>
                <a:lnTo>
                  <a:pt x="701583" y="42093"/>
                </a:lnTo>
                <a:lnTo>
                  <a:pt x="701816" y="42214"/>
                </a:lnTo>
                <a:lnTo>
                  <a:pt x="702047" y="42326"/>
                </a:lnTo>
                <a:lnTo>
                  <a:pt x="702275" y="42430"/>
                </a:lnTo>
                <a:lnTo>
                  <a:pt x="702502" y="42526"/>
                </a:lnTo>
                <a:lnTo>
                  <a:pt x="702727" y="42614"/>
                </a:lnTo>
                <a:lnTo>
                  <a:pt x="702949" y="42693"/>
                </a:lnTo>
                <a:lnTo>
                  <a:pt x="703170" y="42764"/>
                </a:lnTo>
                <a:lnTo>
                  <a:pt x="703388" y="42827"/>
                </a:lnTo>
                <a:lnTo>
                  <a:pt x="703605" y="42881"/>
                </a:lnTo>
                <a:lnTo>
                  <a:pt x="703819" y="42927"/>
                </a:lnTo>
                <a:lnTo>
                  <a:pt x="704032" y="42964"/>
                </a:lnTo>
                <a:lnTo>
                  <a:pt x="704242" y="42994"/>
                </a:lnTo>
                <a:lnTo>
                  <a:pt x="704450" y="43014"/>
                </a:lnTo>
                <a:lnTo>
                  <a:pt x="704656" y="43027"/>
                </a:lnTo>
                <a:lnTo>
                  <a:pt x="704860" y="43031"/>
                </a:lnTo>
                <a:lnTo>
                  <a:pt x="705068" y="43028"/>
                </a:lnTo>
                <a:lnTo>
                  <a:pt x="705273" y="43018"/>
                </a:lnTo>
                <a:lnTo>
                  <a:pt x="705476" y="43002"/>
                </a:lnTo>
                <a:lnTo>
                  <a:pt x="705677" y="42979"/>
                </a:lnTo>
                <a:lnTo>
                  <a:pt x="705875" y="42949"/>
                </a:lnTo>
                <a:lnTo>
                  <a:pt x="706070" y="42914"/>
                </a:lnTo>
                <a:lnTo>
                  <a:pt x="706263" y="42871"/>
                </a:lnTo>
                <a:lnTo>
                  <a:pt x="706454" y="42822"/>
                </a:lnTo>
                <a:lnTo>
                  <a:pt x="706643" y="42767"/>
                </a:lnTo>
                <a:lnTo>
                  <a:pt x="706828" y="42705"/>
                </a:lnTo>
                <a:lnTo>
                  <a:pt x="707012" y="42636"/>
                </a:lnTo>
                <a:lnTo>
                  <a:pt x="707193" y="42561"/>
                </a:lnTo>
                <a:lnTo>
                  <a:pt x="707372" y="42479"/>
                </a:lnTo>
                <a:lnTo>
                  <a:pt x="707548" y="42391"/>
                </a:lnTo>
                <a:lnTo>
                  <a:pt x="707722" y="42297"/>
                </a:lnTo>
                <a:lnTo>
                  <a:pt x="707893" y="42195"/>
                </a:lnTo>
                <a:lnTo>
                  <a:pt x="708062" y="42088"/>
                </a:lnTo>
                <a:lnTo>
                  <a:pt x="708229" y="41974"/>
                </a:lnTo>
                <a:lnTo>
                  <a:pt x="708393" y="41853"/>
                </a:lnTo>
                <a:lnTo>
                  <a:pt x="708555" y="41725"/>
                </a:lnTo>
                <a:lnTo>
                  <a:pt x="708714" y="41592"/>
                </a:lnTo>
                <a:lnTo>
                  <a:pt x="708871" y="41451"/>
                </a:lnTo>
                <a:lnTo>
                  <a:pt x="709025" y="41304"/>
                </a:lnTo>
                <a:lnTo>
                  <a:pt x="709177" y="41151"/>
                </a:lnTo>
                <a:lnTo>
                  <a:pt x="709325" y="40993"/>
                </a:lnTo>
                <a:lnTo>
                  <a:pt x="709467" y="40832"/>
                </a:lnTo>
                <a:lnTo>
                  <a:pt x="709602" y="40668"/>
                </a:lnTo>
                <a:lnTo>
                  <a:pt x="709731" y="40501"/>
                </a:lnTo>
                <a:lnTo>
                  <a:pt x="709853" y="40331"/>
                </a:lnTo>
                <a:lnTo>
                  <a:pt x="709970" y="40159"/>
                </a:lnTo>
                <a:lnTo>
                  <a:pt x="710080" y="39983"/>
                </a:lnTo>
                <a:lnTo>
                  <a:pt x="710183" y="39805"/>
                </a:lnTo>
                <a:lnTo>
                  <a:pt x="710281" y="39624"/>
                </a:lnTo>
                <a:lnTo>
                  <a:pt x="710372" y="39439"/>
                </a:lnTo>
                <a:lnTo>
                  <a:pt x="710457" y="39252"/>
                </a:lnTo>
                <a:lnTo>
                  <a:pt x="710535" y="39062"/>
                </a:lnTo>
                <a:lnTo>
                  <a:pt x="710608" y="38869"/>
                </a:lnTo>
                <a:lnTo>
                  <a:pt x="710674" y="38673"/>
                </a:lnTo>
                <a:lnTo>
                  <a:pt x="710733" y="38475"/>
                </a:lnTo>
                <a:lnTo>
                  <a:pt x="710787" y="38273"/>
                </a:lnTo>
                <a:lnTo>
                  <a:pt x="710834" y="38068"/>
                </a:lnTo>
                <a:lnTo>
                  <a:pt x="710875" y="37861"/>
                </a:lnTo>
                <a:lnTo>
                  <a:pt x="710909" y="37651"/>
                </a:lnTo>
                <a:lnTo>
                  <a:pt x="710938" y="37437"/>
                </a:lnTo>
                <a:lnTo>
                  <a:pt x="710960" y="37221"/>
                </a:lnTo>
                <a:lnTo>
                  <a:pt x="710975" y="37002"/>
                </a:lnTo>
                <a:lnTo>
                  <a:pt x="710985" y="36780"/>
                </a:lnTo>
                <a:lnTo>
                  <a:pt x="710987" y="36608"/>
                </a:lnTo>
                <a:lnTo>
                  <a:pt x="711683" y="39110"/>
                </a:lnTo>
                <a:lnTo>
                  <a:pt x="711909" y="39025"/>
                </a:lnTo>
                <a:lnTo>
                  <a:pt x="712132" y="38944"/>
                </a:lnTo>
                <a:lnTo>
                  <a:pt x="712353" y="38866"/>
                </a:lnTo>
                <a:lnTo>
                  <a:pt x="712573" y="38792"/>
                </a:lnTo>
                <a:lnTo>
                  <a:pt x="712791" y="38721"/>
                </a:lnTo>
                <a:lnTo>
                  <a:pt x="713006" y="38654"/>
                </a:lnTo>
                <a:lnTo>
                  <a:pt x="713220" y="38591"/>
                </a:lnTo>
                <a:lnTo>
                  <a:pt x="713432" y="38531"/>
                </a:lnTo>
                <a:lnTo>
                  <a:pt x="713642" y="38475"/>
                </a:lnTo>
                <a:lnTo>
                  <a:pt x="713850" y="38422"/>
                </a:lnTo>
                <a:lnTo>
                  <a:pt x="714056" y="38374"/>
                </a:lnTo>
                <a:lnTo>
                  <a:pt x="714260" y="38328"/>
                </a:lnTo>
                <a:lnTo>
                  <a:pt x="714462" y="38287"/>
                </a:lnTo>
                <a:lnTo>
                  <a:pt x="714662" y="38249"/>
                </a:lnTo>
                <a:lnTo>
                  <a:pt x="714860" y="38214"/>
                </a:lnTo>
                <a:lnTo>
                  <a:pt x="715056" y="38184"/>
                </a:lnTo>
                <a:lnTo>
                  <a:pt x="715251" y="38156"/>
                </a:lnTo>
                <a:lnTo>
                  <a:pt x="715443" y="38133"/>
                </a:lnTo>
                <a:lnTo>
                  <a:pt x="715634" y="38113"/>
                </a:lnTo>
                <a:lnTo>
                  <a:pt x="715822" y="38097"/>
                </a:lnTo>
                <a:lnTo>
                  <a:pt x="716009" y="38084"/>
                </a:lnTo>
                <a:lnTo>
                  <a:pt x="716194" y="38075"/>
                </a:lnTo>
                <a:lnTo>
                  <a:pt x="716377" y="38070"/>
                </a:lnTo>
                <a:lnTo>
                  <a:pt x="716557" y="38068"/>
                </a:lnTo>
                <a:lnTo>
                  <a:pt x="716707" y="38069"/>
                </a:lnTo>
                <a:lnTo>
                  <a:pt x="716855" y="38075"/>
                </a:lnTo>
                <a:lnTo>
                  <a:pt x="717001" y="38083"/>
                </a:lnTo>
                <a:lnTo>
                  <a:pt x="717144" y="38095"/>
                </a:lnTo>
                <a:lnTo>
                  <a:pt x="717286" y="38110"/>
                </a:lnTo>
                <a:lnTo>
                  <a:pt x="717426" y="38129"/>
                </a:lnTo>
                <a:lnTo>
                  <a:pt x="717563" y="38151"/>
                </a:lnTo>
                <a:lnTo>
                  <a:pt x="717699" y="38176"/>
                </a:lnTo>
                <a:lnTo>
                  <a:pt x="717832" y="38205"/>
                </a:lnTo>
                <a:lnTo>
                  <a:pt x="717963" y="38237"/>
                </a:lnTo>
                <a:lnTo>
                  <a:pt x="718093" y="38272"/>
                </a:lnTo>
                <a:lnTo>
                  <a:pt x="718220" y="38311"/>
                </a:lnTo>
                <a:lnTo>
                  <a:pt x="718345" y="38353"/>
                </a:lnTo>
                <a:lnTo>
                  <a:pt x="718468" y="38399"/>
                </a:lnTo>
                <a:lnTo>
                  <a:pt x="718589" y="38448"/>
                </a:lnTo>
                <a:lnTo>
                  <a:pt x="718708" y="38500"/>
                </a:lnTo>
                <a:lnTo>
                  <a:pt x="718825" y="38556"/>
                </a:lnTo>
                <a:lnTo>
                  <a:pt x="718940" y="38615"/>
                </a:lnTo>
                <a:lnTo>
                  <a:pt x="719053" y="38677"/>
                </a:lnTo>
                <a:lnTo>
                  <a:pt x="719164" y="38743"/>
                </a:lnTo>
                <a:lnTo>
                  <a:pt x="719272" y="38812"/>
                </a:lnTo>
                <a:lnTo>
                  <a:pt x="719379" y="38885"/>
                </a:lnTo>
                <a:lnTo>
                  <a:pt x="719484" y="38961"/>
                </a:lnTo>
                <a:lnTo>
                  <a:pt x="719586" y="39040"/>
                </a:lnTo>
                <a:lnTo>
                  <a:pt x="719686" y="39123"/>
                </a:lnTo>
                <a:lnTo>
                  <a:pt x="719784" y="39210"/>
                </a:lnTo>
                <a:lnTo>
                  <a:pt x="719879" y="39301"/>
                </a:lnTo>
                <a:lnTo>
                  <a:pt x="719971" y="39396"/>
                </a:lnTo>
                <a:lnTo>
                  <a:pt x="720061" y="39495"/>
                </a:lnTo>
                <a:lnTo>
                  <a:pt x="720148" y="39598"/>
                </a:lnTo>
                <a:lnTo>
                  <a:pt x="720232" y="39705"/>
                </a:lnTo>
                <a:lnTo>
                  <a:pt x="720313" y="39816"/>
                </a:lnTo>
                <a:lnTo>
                  <a:pt x="720392" y="39931"/>
                </a:lnTo>
                <a:lnTo>
                  <a:pt x="720469" y="40050"/>
                </a:lnTo>
                <a:lnTo>
                  <a:pt x="720542" y="40173"/>
                </a:lnTo>
                <a:lnTo>
                  <a:pt x="720613" y="40300"/>
                </a:lnTo>
                <a:lnTo>
                  <a:pt x="720682" y="40431"/>
                </a:lnTo>
                <a:lnTo>
                  <a:pt x="720747" y="40565"/>
                </a:lnTo>
                <a:lnTo>
                  <a:pt x="720810" y="40704"/>
                </a:lnTo>
                <a:lnTo>
                  <a:pt x="720871" y="40847"/>
                </a:lnTo>
                <a:lnTo>
                  <a:pt x="720928" y="40994"/>
                </a:lnTo>
                <a:lnTo>
                  <a:pt x="720983" y="41144"/>
                </a:lnTo>
                <a:lnTo>
                  <a:pt x="721036" y="41299"/>
                </a:lnTo>
                <a:lnTo>
                  <a:pt x="721085" y="41458"/>
                </a:lnTo>
                <a:lnTo>
                  <a:pt x="721132" y="41620"/>
                </a:lnTo>
                <a:lnTo>
                  <a:pt x="721177" y="41787"/>
                </a:lnTo>
                <a:lnTo>
                  <a:pt x="721218" y="41958"/>
                </a:lnTo>
                <a:lnTo>
                  <a:pt x="721257" y="42132"/>
                </a:lnTo>
                <a:lnTo>
                  <a:pt x="721294" y="42324"/>
                </a:lnTo>
                <a:lnTo>
                  <a:pt x="721330" y="42548"/>
                </a:lnTo>
                <a:lnTo>
                  <a:pt x="721363" y="42802"/>
                </a:lnTo>
                <a:lnTo>
                  <a:pt x="721396" y="43088"/>
                </a:lnTo>
                <a:lnTo>
                  <a:pt x="721426" y="43405"/>
                </a:lnTo>
                <a:lnTo>
                  <a:pt x="721455" y="43753"/>
                </a:lnTo>
                <a:lnTo>
                  <a:pt x="721483" y="44133"/>
                </a:lnTo>
                <a:lnTo>
                  <a:pt x="721509" y="44544"/>
                </a:lnTo>
                <a:lnTo>
                  <a:pt x="721533" y="44986"/>
                </a:lnTo>
                <a:lnTo>
                  <a:pt x="721556" y="45459"/>
                </a:lnTo>
                <a:lnTo>
                  <a:pt x="721577" y="45964"/>
                </a:lnTo>
                <a:lnTo>
                  <a:pt x="721597" y="46499"/>
                </a:lnTo>
                <a:lnTo>
                  <a:pt x="721615" y="47067"/>
                </a:lnTo>
                <a:lnTo>
                  <a:pt x="721631" y="47665"/>
                </a:lnTo>
                <a:lnTo>
                  <a:pt x="721646" y="48294"/>
                </a:lnTo>
                <a:lnTo>
                  <a:pt x="721660" y="48955"/>
                </a:lnTo>
                <a:lnTo>
                  <a:pt x="721671" y="49647"/>
                </a:lnTo>
                <a:lnTo>
                  <a:pt x="721682" y="50370"/>
                </a:lnTo>
                <a:lnTo>
                  <a:pt x="721690" y="51125"/>
                </a:lnTo>
                <a:lnTo>
                  <a:pt x="721697" y="51911"/>
                </a:lnTo>
                <a:lnTo>
                  <a:pt x="721703" y="52728"/>
                </a:lnTo>
                <a:lnTo>
                  <a:pt x="721707" y="53576"/>
                </a:lnTo>
                <a:lnTo>
                  <a:pt x="721709" y="54456"/>
                </a:lnTo>
                <a:lnTo>
                  <a:pt x="721710" y="55366"/>
                </a:lnTo>
                <a:lnTo>
                  <a:pt x="721710" y="80030"/>
                </a:lnTo>
                <a:lnTo>
                  <a:pt x="721709" y="80486"/>
                </a:lnTo>
                <a:lnTo>
                  <a:pt x="721708" y="80926"/>
                </a:lnTo>
                <a:lnTo>
                  <a:pt x="721705" y="81351"/>
                </a:lnTo>
                <a:lnTo>
                  <a:pt x="721700" y="81761"/>
                </a:lnTo>
                <a:lnTo>
                  <a:pt x="721695" y="82156"/>
                </a:lnTo>
                <a:lnTo>
                  <a:pt x="721688" y="82536"/>
                </a:lnTo>
                <a:lnTo>
                  <a:pt x="721680" y="82900"/>
                </a:lnTo>
                <a:lnTo>
                  <a:pt x="721671" y="83249"/>
                </a:lnTo>
                <a:lnTo>
                  <a:pt x="721661" y="83583"/>
                </a:lnTo>
                <a:lnTo>
                  <a:pt x="721650" y="83902"/>
                </a:lnTo>
                <a:lnTo>
                  <a:pt x="721637" y="84205"/>
                </a:lnTo>
                <a:lnTo>
                  <a:pt x="721623" y="84494"/>
                </a:lnTo>
                <a:lnTo>
                  <a:pt x="721608" y="84767"/>
                </a:lnTo>
                <a:lnTo>
                  <a:pt x="721591" y="85025"/>
                </a:lnTo>
                <a:lnTo>
                  <a:pt x="721574" y="85268"/>
                </a:lnTo>
                <a:lnTo>
                  <a:pt x="721555" y="85495"/>
                </a:lnTo>
                <a:lnTo>
                  <a:pt x="721535" y="85708"/>
                </a:lnTo>
                <a:lnTo>
                  <a:pt x="721514" y="85905"/>
                </a:lnTo>
                <a:lnTo>
                  <a:pt x="721492" y="86087"/>
                </a:lnTo>
                <a:lnTo>
                  <a:pt x="721468" y="86254"/>
                </a:lnTo>
                <a:lnTo>
                  <a:pt x="721443" y="86406"/>
                </a:lnTo>
                <a:lnTo>
                  <a:pt x="721417" y="86542"/>
                </a:lnTo>
                <a:lnTo>
                  <a:pt x="721390" y="86663"/>
                </a:lnTo>
                <a:lnTo>
                  <a:pt x="721362" y="86769"/>
                </a:lnTo>
                <a:lnTo>
                  <a:pt x="721302" y="86970"/>
                </a:lnTo>
                <a:lnTo>
                  <a:pt x="721238" y="87166"/>
                </a:lnTo>
                <a:lnTo>
                  <a:pt x="721171" y="87357"/>
                </a:lnTo>
                <a:lnTo>
                  <a:pt x="721101" y="87543"/>
                </a:lnTo>
                <a:lnTo>
                  <a:pt x="721026" y="87726"/>
                </a:lnTo>
                <a:lnTo>
                  <a:pt x="720948" y="87903"/>
                </a:lnTo>
                <a:lnTo>
                  <a:pt x="720867" y="88076"/>
                </a:lnTo>
                <a:lnTo>
                  <a:pt x="720782" y="88244"/>
                </a:lnTo>
                <a:lnTo>
                  <a:pt x="720693" y="88408"/>
                </a:lnTo>
                <a:lnTo>
                  <a:pt x="720600" y="88567"/>
                </a:lnTo>
                <a:lnTo>
                  <a:pt x="720504" y="88722"/>
                </a:lnTo>
                <a:lnTo>
                  <a:pt x="720404" y="88872"/>
                </a:lnTo>
                <a:lnTo>
                  <a:pt x="720301" y="89017"/>
                </a:lnTo>
                <a:lnTo>
                  <a:pt x="720194" y="89158"/>
                </a:lnTo>
                <a:lnTo>
                  <a:pt x="720083" y="89294"/>
                </a:lnTo>
                <a:lnTo>
                  <a:pt x="719969" y="89426"/>
                </a:lnTo>
                <a:lnTo>
                  <a:pt x="719851" y="89553"/>
                </a:lnTo>
                <a:lnTo>
                  <a:pt x="719730" y="89675"/>
                </a:lnTo>
                <a:lnTo>
                  <a:pt x="719605" y="89793"/>
                </a:lnTo>
                <a:lnTo>
                  <a:pt x="719476" y="89907"/>
                </a:lnTo>
                <a:lnTo>
                  <a:pt x="719344" y="90015"/>
                </a:lnTo>
                <a:lnTo>
                  <a:pt x="719208" y="90119"/>
                </a:lnTo>
                <a:lnTo>
                  <a:pt x="719068" y="90219"/>
                </a:lnTo>
                <a:lnTo>
                  <a:pt x="718925" y="90314"/>
                </a:lnTo>
                <a:lnTo>
                  <a:pt x="718723" y="90438"/>
                </a:lnTo>
                <a:lnTo>
                  <a:pt x="718513" y="90558"/>
                </a:lnTo>
                <a:lnTo>
                  <a:pt x="718294" y="90672"/>
                </a:lnTo>
                <a:lnTo>
                  <a:pt x="718066" y="90781"/>
                </a:lnTo>
                <a:lnTo>
                  <a:pt x="717830" y="90884"/>
                </a:lnTo>
                <a:lnTo>
                  <a:pt x="717584" y="90982"/>
                </a:lnTo>
                <a:lnTo>
                  <a:pt x="717331" y="91075"/>
                </a:lnTo>
                <a:lnTo>
                  <a:pt x="717068" y="91162"/>
                </a:lnTo>
                <a:lnTo>
                  <a:pt x="716797" y="91245"/>
                </a:lnTo>
                <a:lnTo>
                  <a:pt x="716517" y="91322"/>
                </a:lnTo>
                <a:lnTo>
                  <a:pt x="716228" y="91393"/>
                </a:lnTo>
                <a:lnTo>
                  <a:pt x="715931" y="91459"/>
                </a:lnTo>
                <a:lnTo>
                  <a:pt x="715625" y="91520"/>
                </a:lnTo>
                <a:lnTo>
                  <a:pt x="715310" y="91576"/>
                </a:lnTo>
                <a:lnTo>
                  <a:pt x="714986" y="91627"/>
                </a:lnTo>
                <a:lnTo>
                  <a:pt x="714654" y="91672"/>
                </a:lnTo>
                <a:lnTo>
                  <a:pt x="714313" y="91711"/>
                </a:lnTo>
                <a:lnTo>
                  <a:pt x="713964" y="91746"/>
                </a:lnTo>
                <a:lnTo>
                  <a:pt x="713605" y="91775"/>
                </a:lnTo>
                <a:lnTo>
                  <a:pt x="713238" y="91799"/>
                </a:lnTo>
                <a:lnTo>
                  <a:pt x="712863" y="91817"/>
                </a:lnTo>
                <a:lnTo>
                  <a:pt x="712478" y="91831"/>
                </a:lnTo>
                <a:lnTo>
                  <a:pt x="712085" y="91839"/>
                </a:lnTo>
                <a:lnTo>
                  <a:pt x="711683" y="91841"/>
                </a:lnTo>
                <a:lnTo>
                  <a:pt x="711683" y="94418"/>
                </a:lnTo>
                <a:lnTo>
                  <a:pt x="744340" y="94418"/>
                </a:lnTo>
                <a:lnTo>
                  <a:pt x="744340" y="91841"/>
                </a:lnTo>
                <a:lnTo>
                  <a:pt x="743983" y="91839"/>
                </a:lnTo>
                <a:lnTo>
                  <a:pt x="743634" y="91833"/>
                </a:lnTo>
                <a:lnTo>
                  <a:pt x="743292" y="91822"/>
                </a:lnTo>
                <a:lnTo>
                  <a:pt x="742957" y="91807"/>
                </a:lnTo>
                <a:lnTo>
                  <a:pt x="742628" y="91787"/>
                </a:lnTo>
                <a:lnTo>
                  <a:pt x="742307" y="91763"/>
                </a:lnTo>
                <a:lnTo>
                  <a:pt x="741993" y="91735"/>
                </a:lnTo>
                <a:lnTo>
                  <a:pt x="741686" y="91703"/>
                </a:lnTo>
                <a:lnTo>
                  <a:pt x="741386" y="91666"/>
                </a:lnTo>
                <a:lnTo>
                  <a:pt x="741093" y="91625"/>
                </a:lnTo>
                <a:lnTo>
                  <a:pt x="740806" y="91579"/>
                </a:lnTo>
                <a:lnTo>
                  <a:pt x="740527" y="91529"/>
                </a:lnTo>
                <a:lnTo>
                  <a:pt x="740255" y="91475"/>
                </a:lnTo>
                <a:lnTo>
                  <a:pt x="739990" y="91416"/>
                </a:lnTo>
                <a:lnTo>
                  <a:pt x="739732" y="91353"/>
                </a:lnTo>
                <a:lnTo>
                  <a:pt x="739481" y="91286"/>
                </a:lnTo>
                <a:lnTo>
                  <a:pt x="739237" y="91215"/>
                </a:lnTo>
                <a:lnTo>
                  <a:pt x="739000" y="91139"/>
                </a:lnTo>
                <a:lnTo>
                  <a:pt x="738770" y="91059"/>
                </a:lnTo>
                <a:lnTo>
                  <a:pt x="738547" y="90974"/>
                </a:lnTo>
                <a:lnTo>
                  <a:pt x="738331" y="90885"/>
                </a:lnTo>
                <a:lnTo>
                  <a:pt x="738122" y="90792"/>
                </a:lnTo>
                <a:lnTo>
                  <a:pt x="737920" y="90694"/>
                </a:lnTo>
                <a:lnTo>
                  <a:pt x="737725" y="90592"/>
                </a:lnTo>
                <a:lnTo>
                  <a:pt x="737536" y="90487"/>
                </a:lnTo>
                <a:lnTo>
                  <a:pt x="737351" y="90380"/>
                </a:lnTo>
                <a:lnTo>
                  <a:pt x="737172" y="90270"/>
                </a:lnTo>
                <a:lnTo>
                  <a:pt x="736997" y="90158"/>
                </a:lnTo>
                <a:lnTo>
                  <a:pt x="736828" y="90044"/>
                </a:lnTo>
                <a:lnTo>
                  <a:pt x="736663" y="89928"/>
                </a:lnTo>
                <a:lnTo>
                  <a:pt x="736503" y="89809"/>
                </a:lnTo>
                <a:lnTo>
                  <a:pt x="736348" y="89689"/>
                </a:lnTo>
                <a:lnTo>
                  <a:pt x="736197" y="89566"/>
                </a:lnTo>
                <a:lnTo>
                  <a:pt x="736052" y="89441"/>
                </a:lnTo>
                <a:lnTo>
                  <a:pt x="735911" y="89314"/>
                </a:lnTo>
                <a:lnTo>
                  <a:pt x="735775" y="89185"/>
                </a:lnTo>
                <a:lnTo>
                  <a:pt x="735644" y="89054"/>
                </a:lnTo>
                <a:lnTo>
                  <a:pt x="735518" y="88920"/>
                </a:lnTo>
                <a:lnTo>
                  <a:pt x="735397" y="88784"/>
                </a:lnTo>
                <a:lnTo>
                  <a:pt x="735280" y="88647"/>
                </a:lnTo>
                <a:lnTo>
                  <a:pt x="735168" y="88507"/>
                </a:lnTo>
                <a:lnTo>
                  <a:pt x="735061" y="88364"/>
                </a:lnTo>
                <a:lnTo>
                  <a:pt x="734959" y="88220"/>
                </a:lnTo>
                <a:lnTo>
                  <a:pt x="734862" y="88073"/>
                </a:lnTo>
                <a:lnTo>
                  <a:pt x="734770" y="87925"/>
                </a:lnTo>
                <a:lnTo>
                  <a:pt x="734682" y="87774"/>
                </a:lnTo>
                <a:lnTo>
                  <a:pt x="734600" y="87621"/>
                </a:lnTo>
                <a:lnTo>
                  <a:pt x="734522" y="87466"/>
                </a:lnTo>
                <a:lnTo>
                  <a:pt x="734414" y="87235"/>
                </a:lnTo>
                <a:lnTo>
                  <a:pt x="734310" y="86996"/>
                </a:lnTo>
                <a:lnTo>
                  <a:pt x="734212" y="86748"/>
                </a:lnTo>
                <a:lnTo>
                  <a:pt x="734118" y="86491"/>
                </a:lnTo>
                <a:lnTo>
                  <a:pt x="734028" y="86225"/>
                </a:lnTo>
                <a:lnTo>
                  <a:pt x="733943" y="85951"/>
                </a:lnTo>
                <a:lnTo>
                  <a:pt x="733863" y="85667"/>
                </a:lnTo>
                <a:lnTo>
                  <a:pt x="733787" y="85374"/>
                </a:lnTo>
                <a:lnTo>
                  <a:pt x="733716" y="85073"/>
                </a:lnTo>
                <a:lnTo>
                  <a:pt x="733649" y="84762"/>
                </a:lnTo>
                <a:lnTo>
                  <a:pt x="733587" y="84443"/>
                </a:lnTo>
                <a:lnTo>
                  <a:pt x="733530" y="84115"/>
                </a:lnTo>
                <a:lnTo>
                  <a:pt x="733477" y="83777"/>
                </a:lnTo>
                <a:lnTo>
                  <a:pt x="733429" y="83431"/>
                </a:lnTo>
                <a:lnTo>
                  <a:pt x="733385" y="83076"/>
                </a:lnTo>
                <a:lnTo>
                  <a:pt x="733346" y="82712"/>
                </a:lnTo>
                <a:lnTo>
                  <a:pt x="733311" y="82340"/>
                </a:lnTo>
                <a:lnTo>
                  <a:pt x="733282" y="81958"/>
                </a:lnTo>
                <a:lnTo>
                  <a:pt x="733256" y="81567"/>
                </a:lnTo>
                <a:lnTo>
                  <a:pt x="733236" y="81167"/>
                </a:lnTo>
                <a:lnTo>
                  <a:pt x="733219" y="80759"/>
                </a:lnTo>
                <a:lnTo>
                  <a:pt x="733208" y="80342"/>
                </a:lnTo>
                <a:lnTo>
                  <a:pt x="733201" y="79915"/>
                </a:lnTo>
                <a:lnTo>
                  <a:pt x="733199" y="79480"/>
                </a:lnTo>
                <a:lnTo>
                  <a:pt x="733199" y="48991"/>
                </a:lnTo>
                <a:lnTo>
                  <a:pt x="733477" y="48453"/>
                </a:lnTo>
                <a:lnTo>
                  <a:pt x="733754" y="47928"/>
                </a:lnTo>
                <a:lnTo>
                  <a:pt x="734031" y="47416"/>
                </a:lnTo>
                <a:lnTo>
                  <a:pt x="734307" y="46917"/>
                </a:lnTo>
                <a:lnTo>
                  <a:pt x="734582" y="46431"/>
                </a:lnTo>
                <a:lnTo>
                  <a:pt x="734857" y="45957"/>
                </a:lnTo>
                <a:lnTo>
                  <a:pt x="735131" y="45496"/>
                </a:lnTo>
                <a:lnTo>
                  <a:pt x="735404" y="45048"/>
                </a:lnTo>
                <a:lnTo>
                  <a:pt x="735676" y="44613"/>
                </a:lnTo>
                <a:lnTo>
                  <a:pt x="735948" y="44190"/>
                </a:lnTo>
                <a:lnTo>
                  <a:pt x="736219" y="43780"/>
                </a:lnTo>
                <a:lnTo>
                  <a:pt x="736489" y="43383"/>
                </a:lnTo>
                <a:lnTo>
                  <a:pt x="736758" y="42999"/>
                </a:lnTo>
                <a:lnTo>
                  <a:pt x="737027" y="42627"/>
                </a:lnTo>
                <a:lnTo>
                  <a:pt x="737295" y="42268"/>
                </a:lnTo>
                <a:lnTo>
                  <a:pt x="737562" y="41923"/>
                </a:lnTo>
                <a:lnTo>
                  <a:pt x="737829" y="41589"/>
                </a:lnTo>
                <a:lnTo>
                  <a:pt x="738095" y="41269"/>
                </a:lnTo>
                <a:lnTo>
                  <a:pt x="738360" y="40961"/>
                </a:lnTo>
                <a:lnTo>
                  <a:pt x="738624" y="40666"/>
                </a:lnTo>
                <a:lnTo>
                  <a:pt x="738888" y="40384"/>
                </a:lnTo>
                <a:lnTo>
                  <a:pt x="739151" y="40115"/>
                </a:lnTo>
                <a:lnTo>
                  <a:pt x="739413" y="39859"/>
                </a:lnTo>
                <a:lnTo>
                  <a:pt x="739674" y="39615"/>
                </a:lnTo>
                <a:lnTo>
                  <a:pt x="739796" y="39502"/>
                </a:lnTo>
                <a:lnTo>
                  <a:pt x="739917" y="39393"/>
                </a:lnTo>
                <a:lnTo>
                  <a:pt x="740037" y="39289"/>
                </a:lnTo>
                <a:lnTo>
                  <a:pt x="740156" y="39191"/>
                </a:lnTo>
                <a:lnTo>
                  <a:pt x="740275" y="39097"/>
                </a:lnTo>
                <a:lnTo>
                  <a:pt x="740392" y="39007"/>
                </a:lnTo>
                <a:lnTo>
                  <a:pt x="740510" y="38923"/>
                </a:lnTo>
                <a:lnTo>
                  <a:pt x="740626" y="38844"/>
                </a:lnTo>
                <a:lnTo>
                  <a:pt x="740742" y="38769"/>
                </a:lnTo>
                <a:lnTo>
                  <a:pt x="740857" y="38699"/>
                </a:lnTo>
                <a:lnTo>
                  <a:pt x="740971" y="38634"/>
                </a:lnTo>
                <a:lnTo>
                  <a:pt x="741084" y="38574"/>
                </a:lnTo>
                <a:lnTo>
                  <a:pt x="741197" y="38518"/>
                </a:lnTo>
                <a:lnTo>
                  <a:pt x="741309" y="38468"/>
                </a:lnTo>
                <a:lnTo>
                  <a:pt x="741421" y="38422"/>
                </a:lnTo>
                <a:lnTo>
                  <a:pt x="741531" y="38381"/>
                </a:lnTo>
                <a:lnTo>
                  <a:pt x="741641" y="38345"/>
                </a:lnTo>
                <a:lnTo>
                  <a:pt x="741750" y="38313"/>
                </a:lnTo>
                <a:lnTo>
                  <a:pt x="741859" y="38287"/>
                </a:lnTo>
                <a:lnTo>
                  <a:pt x="741966" y="38265"/>
                </a:lnTo>
                <a:lnTo>
                  <a:pt x="742073" y="38248"/>
                </a:lnTo>
                <a:lnTo>
                  <a:pt x="742180" y="38236"/>
                </a:lnTo>
                <a:lnTo>
                  <a:pt x="742285" y="38229"/>
                </a:lnTo>
                <a:lnTo>
                  <a:pt x="742390" y="38227"/>
                </a:lnTo>
                <a:lnTo>
                  <a:pt x="742514" y="38231"/>
                </a:lnTo>
                <a:lnTo>
                  <a:pt x="742645" y="38243"/>
                </a:lnTo>
                <a:lnTo>
                  <a:pt x="742780" y="38264"/>
                </a:lnTo>
                <a:lnTo>
                  <a:pt x="742921" y="38293"/>
                </a:lnTo>
                <a:lnTo>
                  <a:pt x="743067" y="38331"/>
                </a:lnTo>
                <a:lnTo>
                  <a:pt x="743219" y="38377"/>
                </a:lnTo>
                <a:lnTo>
                  <a:pt x="743376" y="38431"/>
                </a:lnTo>
                <a:lnTo>
                  <a:pt x="743539" y="38494"/>
                </a:lnTo>
                <a:lnTo>
                  <a:pt x="743707" y="38564"/>
                </a:lnTo>
                <a:lnTo>
                  <a:pt x="743880" y="38644"/>
                </a:lnTo>
                <a:lnTo>
                  <a:pt x="744059" y="38731"/>
                </a:lnTo>
                <a:lnTo>
                  <a:pt x="744244" y="38827"/>
                </a:lnTo>
                <a:lnTo>
                  <a:pt x="744434" y="38931"/>
                </a:lnTo>
                <a:lnTo>
                  <a:pt x="744629" y="39044"/>
                </a:lnTo>
                <a:lnTo>
                  <a:pt x="744830" y="39165"/>
                </a:lnTo>
                <a:lnTo>
                  <a:pt x="745036" y="39294"/>
                </a:lnTo>
                <a:lnTo>
                  <a:pt x="745247" y="39432"/>
                </a:lnTo>
                <a:lnTo>
                  <a:pt x="745464" y="39578"/>
                </a:lnTo>
                <a:lnTo>
                  <a:pt x="745687" y="39732"/>
                </a:lnTo>
                <a:lnTo>
                  <a:pt x="745915" y="39895"/>
                </a:lnTo>
                <a:lnTo>
                  <a:pt x="746148" y="40066"/>
                </a:lnTo>
                <a:lnTo>
                  <a:pt x="746387" y="40245"/>
                </a:lnTo>
                <a:lnTo>
                  <a:pt x="746631" y="40433"/>
                </a:lnTo>
                <a:lnTo>
                  <a:pt x="746881" y="40629"/>
                </a:lnTo>
                <a:lnTo>
                  <a:pt x="747132" y="40825"/>
                </a:lnTo>
                <a:lnTo>
                  <a:pt x="747382" y="41013"/>
                </a:lnTo>
                <a:lnTo>
                  <a:pt x="747629" y="41192"/>
                </a:lnTo>
                <a:lnTo>
                  <a:pt x="747874" y="41363"/>
                </a:lnTo>
                <a:lnTo>
                  <a:pt x="748117" y="41525"/>
                </a:lnTo>
                <a:lnTo>
                  <a:pt x="748358" y="41680"/>
                </a:lnTo>
                <a:lnTo>
                  <a:pt x="748598" y="41826"/>
                </a:lnTo>
                <a:lnTo>
                  <a:pt x="748835" y="41963"/>
                </a:lnTo>
                <a:lnTo>
                  <a:pt x="749069" y="42093"/>
                </a:lnTo>
                <a:lnTo>
                  <a:pt x="749302" y="42214"/>
                </a:lnTo>
                <a:lnTo>
                  <a:pt x="749533" y="42326"/>
                </a:lnTo>
                <a:lnTo>
                  <a:pt x="749762" y="42430"/>
                </a:lnTo>
                <a:lnTo>
                  <a:pt x="749989" y="42526"/>
                </a:lnTo>
                <a:lnTo>
                  <a:pt x="750213" y="42614"/>
                </a:lnTo>
                <a:lnTo>
                  <a:pt x="750436" y="42693"/>
                </a:lnTo>
                <a:lnTo>
                  <a:pt x="750656" y="42764"/>
                </a:lnTo>
                <a:lnTo>
                  <a:pt x="750875" y="42827"/>
                </a:lnTo>
                <a:lnTo>
                  <a:pt x="751091" y="42881"/>
                </a:lnTo>
                <a:lnTo>
                  <a:pt x="751306" y="42927"/>
                </a:lnTo>
                <a:lnTo>
                  <a:pt x="751518" y="42964"/>
                </a:lnTo>
                <a:lnTo>
                  <a:pt x="751728" y="42994"/>
                </a:lnTo>
                <a:lnTo>
                  <a:pt x="751937" y="43014"/>
                </a:lnTo>
                <a:lnTo>
                  <a:pt x="752143" y="43027"/>
                </a:lnTo>
                <a:lnTo>
                  <a:pt x="752347" y="43031"/>
                </a:lnTo>
                <a:lnTo>
                  <a:pt x="752555" y="43028"/>
                </a:lnTo>
                <a:lnTo>
                  <a:pt x="752760" y="43018"/>
                </a:lnTo>
                <a:lnTo>
                  <a:pt x="752963" y="43002"/>
                </a:lnTo>
                <a:lnTo>
                  <a:pt x="753163" y="42979"/>
                </a:lnTo>
                <a:lnTo>
                  <a:pt x="753361" y="42949"/>
                </a:lnTo>
                <a:lnTo>
                  <a:pt x="753557" y="42914"/>
                </a:lnTo>
                <a:lnTo>
                  <a:pt x="753750" y="42871"/>
                </a:lnTo>
                <a:lnTo>
                  <a:pt x="753941" y="42822"/>
                </a:lnTo>
                <a:lnTo>
                  <a:pt x="754129" y="42767"/>
                </a:lnTo>
                <a:lnTo>
                  <a:pt x="754315" y="42705"/>
                </a:lnTo>
                <a:lnTo>
                  <a:pt x="754498" y="42636"/>
                </a:lnTo>
                <a:lnTo>
                  <a:pt x="754680" y="42561"/>
                </a:lnTo>
                <a:lnTo>
                  <a:pt x="754858" y="42479"/>
                </a:lnTo>
                <a:lnTo>
                  <a:pt x="755034" y="42391"/>
                </a:lnTo>
                <a:lnTo>
                  <a:pt x="755208" y="42297"/>
                </a:lnTo>
                <a:lnTo>
                  <a:pt x="755380" y="42195"/>
                </a:lnTo>
                <a:lnTo>
                  <a:pt x="755549" y="42088"/>
                </a:lnTo>
                <a:lnTo>
                  <a:pt x="755715" y="41974"/>
                </a:lnTo>
                <a:lnTo>
                  <a:pt x="755879" y="41853"/>
                </a:lnTo>
                <a:lnTo>
                  <a:pt x="756041" y="41725"/>
                </a:lnTo>
                <a:lnTo>
                  <a:pt x="756201" y="41592"/>
                </a:lnTo>
                <a:lnTo>
                  <a:pt x="756357" y="41451"/>
                </a:lnTo>
                <a:lnTo>
                  <a:pt x="756512" y="41304"/>
                </a:lnTo>
                <a:lnTo>
                  <a:pt x="756664" y="41151"/>
                </a:lnTo>
                <a:lnTo>
                  <a:pt x="756812" y="40993"/>
                </a:lnTo>
                <a:lnTo>
                  <a:pt x="756953" y="40832"/>
                </a:lnTo>
                <a:lnTo>
                  <a:pt x="757088" y="40668"/>
                </a:lnTo>
                <a:lnTo>
                  <a:pt x="757217" y="40501"/>
                </a:lnTo>
                <a:lnTo>
                  <a:pt x="757340" y="40331"/>
                </a:lnTo>
                <a:lnTo>
                  <a:pt x="757456" y="40159"/>
                </a:lnTo>
                <a:lnTo>
                  <a:pt x="757566" y="39983"/>
                </a:lnTo>
                <a:lnTo>
                  <a:pt x="757670" y="39805"/>
                </a:lnTo>
                <a:lnTo>
                  <a:pt x="757767" y="39624"/>
                </a:lnTo>
                <a:lnTo>
                  <a:pt x="757858" y="39439"/>
                </a:lnTo>
                <a:lnTo>
                  <a:pt x="757943" y="39252"/>
                </a:lnTo>
                <a:lnTo>
                  <a:pt x="758022" y="39062"/>
                </a:lnTo>
                <a:lnTo>
                  <a:pt x="758094" y="38869"/>
                </a:lnTo>
                <a:lnTo>
                  <a:pt x="758160" y="38673"/>
                </a:lnTo>
                <a:lnTo>
                  <a:pt x="758220" y="38475"/>
                </a:lnTo>
                <a:lnTo>
                  <a:pt x="758273" y="38273"/>
                </a:lnTo>
                <a:lnTo>
                  <a:pt x="758320" y="38068"/>
                </a:lnTo>
                <a:lnTo>
                  <a:pt x="758361" y="37861"/>
                </a:lnTo>
                <a:lnTo>
                  <a:pt x="758396" y="37651"/>
                </a:lnTo>
                <a:lnTo>
                  <a:pt x="758424" y="37437"/>
                </a:lnTo>
                <a:lnTo>
                  <a:pt x="758446" y="37221"/>
                </a:lnTo>
                <a:lnTo>
                  <a:pt x="758462" y="37002"/>
                </a:lnTo>
                <a:lnTo>
                  <a:pt x="758471" y="36780"/>
                </a:lnTo>
                <a:lnTo>
                  <a:pt x="758474" y="36556"/>
                </a:lnTo>
                <a:lnTo>
                  <a:pt x="758470" y="36301"/>
                </a:lnTo>
                <a:lnTo>
                  <a:pt x="758457" y="36050"/>
                </a:lnTo>
                <a:lnTo>
                  <a:pt x="758435" y="35801"/>
                </a:lnTo>
                <a:lnTo>
                  <a:pt x="758405" y="35555"/>
                </a:lnTo>
                <a:lnTo>
                  <a:pt x="758366" y="35311"/>
                </a:lnTo>
                <a:lnTo>
                  <a:pt x="758318" y="35069"/>
                </a:lnTo>
                <a:lnTo>
                  <a:pt x="758261" y="34831"/>
                </a:lnTo>
                <a:lnTo>
                  <a:pt x="758196" y="34594"/>
                </a:lnTo>
                <a:lnTo>
                  <a:pt x="758122" y="34361"/>
                </a:lnTo>
                <a:lnTo>
                  <a:pt x="758039" y="34129"/>
                </a:lnTo>
                <a:lnTo>
                  <a:pt x="757948" y="33901"/>
                </a:lnTo>
                <a:lnTo>
                  <a:pt x="757848" y="33675"/>
                </a:lnTo>
                <a:lnTo>
                  <a:pt x="757739" y="33451"/>
                </a:lnTo>
                <a:lnTo>
                  <a:pt x="757621" y="33230"/>
                </a:lnTo>
                <a:lnTo>
                  <a:pt x="757495" y="33011"/>
                </a:lnTo>
                <a:lnTo>
                  <a:pt x="757360" y="32796"/>
                </a:lnTo>
                <a:lnTo>
                  <a:pt x="757217" y="32582"/>
                </a:lnTo>
                <a:lnTo>
                  <a:pt x="757064" y="32371"/>
                </a:lnTo>
                <a:lnTo>
                  <a:pt x="756903" y="32163"/>
                </a:lnTo>
                <a:lnTo>
                  <a:pt x="756734" y="31957"/>
                </a:lnTo>
                <a:lnTo>
                  <a:pt x="756555" y="31754"/>
                </a:lnTo>
                <a:lnTo>
                  <a:pt x="756368" y="31553"/>
                </a:lnTo>
                <a:lnTo>
                  <a:pt x="756172" y="31355"/>
                </a:lnTo>
                <a:lnTo>
                  <a:pt x="755968" y="31159"/>
                </a:lnTo>
                <a:lnTo>
                  <a:pt x="755756" y="30969"/>
                </a:lnTo>
                <a:lnTo>
                  <a:pt x="755541" y="30787"/>
                </a:lnTo>
                <a:lnTo>
                  <a:pt x="755320" y="30613"/>
                </a:lnTo>
                <a:lnTo>
                  <a:pt x="755095" y="30446"/>
                </a:lnTo>
                <a:lnTo>
                  <a:pt x="754866" y="30289"/>
                </a:lnTo>
                <a:lnTo>
                  <a:pt x="754632" y="30139"/>
                </a:lnTo>
                <a:lnTo>
                  <a:pt x="754393" y="29997"/>
                </a:lnTo>
                <a:lnTo>
                  <a:pt x="754150" y="29863"/>
                </a:lnTo>
                <a:lnTo>
                  <a:pt x="753902" y="29738"/>
                </a:lnTo>
                <a:lnTo>
                  <a:pt x="753649" y="29620"/>
                </a:lnTo>
                <a:lnTo>
                  <a:pt x="753392" y="29511"/>
                </a:lnTo>
                <a:lnTo>
                  <a:pt x="753130" y="29410"/>
                </a:lnTo>
                <a:lnTo>
                  <a:pt x="752864" y="29317"/>
                </a:lnTo>
                <a:lnTo>
                  <a:pt x="752593" y="29232"/>
                </a:lnTo>
                <a:lnTo>
                  <a:pt x="752318" y="29155"/>
                </a:lnTo>
                <a:lnTo>
                  <a:pt x="752037" y="29086"/>
                </a:lnTo>
                <a:lnTo>
                  <a:pt x="751753" y="29025"/>
                </a:lnTo>
                <a:lnTo>
                  <a:pt x="751464" y="28972"/>
                </a:lnTo>
                <a:lnTo>
                  <a:pt x="751170" y="28928"/>
                </a:lnTo>
                <a:lnTo>
                  <a:pt x="750871" y="28891"/>
                </a:lnTo>
                <a:lnTo>
                  <a:pt x="750568" y="28863"/>
                </a:lnTo>
                <a:lnTo>
                  <a:pt x="750260" y="28843"/>
                </a:lnTo>
                <a:lnTo>
                  <a:pt x="749948" y="28831"/>
                </a:lnTo>
                <a:lnTo>
                  <a:pt x="749631" y="28827"/>
                </a:lnTo>
                <a:lnTo>
                  <a:pt x="748930" y="28852"/>
                </a:lnTo>
                <a:lnTo>
                  <a:pt x="748230" y="28926"/>
                </a:lnTo>
                <a:lnTo>
                  <a:pt x="747532" y="29051"/>
                </a:lnTo>
                <a:lnTo>
                  <a:pt x="746835" y="29225"/>
                </a:lnTo>
                <a:lnTo>
                  <a:pt x="746139" y="29449"/>
                </a:lnTo>
                <a:lnTo>
                  <a:pt x="745445" y="29723"/>
                </a:lnTo>
                <a:lnTo>
                  <a:pt x="744752" y="30047"/>
                </a:lnTo>
                <a:lnTo>
                  <a:pt x="744061" y="30420"/>
                </a:lnTo>
                <a:lnTo>
                  <a:pt x="743371" y="30844"/>
                </a:lnTo>
                <a:lnTo>
                  <a:pt x="742683" y="31317"/>
                </a:lnTo>
                <a:lnTo>
                  <a:pt x="741996" y="31840"/>
                </a:lnTo>
                <a:lnTo>
                  <a:pt x="741311" y="32413"/>
                </a:lnTo>
                <a:lnTo>
                  <a:pt x="740627" y="33035"/>
                </a:lnTo>
                <a:lnTo>
                  <a:pt x="739944" y="33707"/>
                </a:lnTo>
                <a:lnTo>
                  <a:pt x="739263" y="34430"/>
                </a:lnTo>
                <a:lnTo>
                  <a:pt x="738584" y="35202"/>
                </a:lnTo>
                <a:lnTo>
                  <a:pt x="737905" y="36023"/>
                </a:lnTo>
                <a:lnTo>
                  <a:pt x="737229" y="36895"/>
                </a:lnTo>
                <a:lnTo>
                  <a:pt x="736553" y="37816"/>
                </a:lnTo>
                <a:lnTo>
                  <a:pt x="735880" y="38788"/>
                </a:lnTo>
                <a:lnTo>
                  <a:pt x="735207" y="39809"/>
                </a:lnTo>
                <a:lnTo>
                  <a:pt x="734536" y="40879"/>
                </a:lnTo>
                <a:lnTo>
                  <a:pt x="733867" y="42000"/>
                </a:lnTo>
                <a:lnTo>
                  <a:pt x="733199" y="43170"/>
                </a:lnTo>
                <a:lnTo>
                  <a:pt x="733199" y="28827"/>
                </a:lnTo>
                <a:lnTo>
                  <a:pt x="730274" y="28827"/>
                </a:lnTo>
                <a:lnTo>
                  <a:pt x="710987" y="36608"/>
                </a:lnTo>
                <a:lnTo>
                  <a:pt x="710988" y="36556"/>
                </a:lnTo>
                <a:lnTo>
                  <a:pt x="710983" y="36301"/>
                </a:lnTo>
                <a:lnTo>
                  <a:pt x="710970" y="36050"/>
                </a:lnTo>
                <a:lnTo>
                  <a:pt x="710949" y="35801"/>
                </a:lnTo>
                <a:close/>
                <a:moveTo>
                  <a:pt x="830695" y="39025"/>
                </a:moveTo>
                <a:lnTo>
                  <a:pt x="830919" y="38944"/>
                </a:lnTo>
                <a:lnTo>
                  <a:pt x="831140" y="38866"/>
                </a:lnTo>
                <a:lnTo>
                  <a:pt x="831360" y="38792"/>
                </a:lnTo>
                <a:lnTo>
                  <a:pt x="831577" y="38721"/>
                </a:lnTo>
                <a:lnTo>
                  <a:pt x="831793" y="38654"/>
                </a:lnTo>
                <a:lnTo>
                  <a:pt x="832007" y="38591"/>
                </a:lnTo>
                <a:lnTo>
                  <a:pt x="832219" y="38531"/>
                </a:lnTo>
                <a:lnTo>
                  <a:pt x="832428" y="38475"/>
                </a:lnTo>
                <a:lnTo>
                  <a:pt x="832636" y="38422"/>
                </a:lnTo>
                <a:lnTo>
                  <a:pt x="832842" y="38374"/>
                </a:lnTo>
                <a:lnTo>
                  <a:pt x="833046" y="38328"/>
                </a:lnTo>
                <a:lnTo>
                  <a:pt x="833249" y="38287"/>
                </a:lnTo>
                <a:lnTo>
                  <a:pt x="833449" y="38249"/>
                </a:lnTo>
                <a:lnTo>
                  <a:pt x="833647" y="38214"/>
                </a:lnTo>
                <a:lnTo>
                  <a:pt x="833843" y="38184"/>
                </a:lnTo>
                <a:lnTo>
                  <a:pt x="834038" y="38156"/>
                </a:lnTo>
                <a:lnTo>
                  <a:pt x="834230" y="38133"/>
                </a:lnTo>
                <a:lnTo>
                  <a:pt x="834421" y="38113"/>
                </a:lnTo>
                <a:lnTo>
                  <a:pt x="834609" y="38097"/>
                </a:lnTo>
                <a:lnTo>
                  <a:pt x="834796" y="38084"/>
                </a:lnTo>
                <a:lnTo>
                  <a:pt x="834981" y="38075"/>
                </a:lnTo>
                <a:lnTo>
                  <a:pt x="835163" y="38070"/>
                </a:lnTo>
                <a:lnTo>
                  <a:pt x="835344" y="38068"/>
                </a:lnTo>
                <a:lnTo>
                  <a:pt x="835494" y="38069"/>
                </a:lnTo>
                <a:lnTo>
                  <a:pt x="835642" y="38075"/>
                </a:lnTo>
                <a:lnTo>
                  <a:pt x="835788" y="38083"/>
                </a:lnTo>
                <a:lnTo>
                  <a:pt x="835931" y="38095"/>
                </a:lnTo>
                <a:lnTo>
                  <a:pt x="836073" y="38110"/>
                </a:lnTo>
                <a:lnTo>
                  <a:pt x="836212" y="38129"/>
                </a:lnTo>
                <a:lnTo>
                  <a:pt x="836350" y="38151"/>
                </a:lnTo>
                <a:lnTo>
                  <a:pt x="836485" y="38176"/>
                </a:lnTo>
                <a:lnTo>
                  <a:pt x="836619" y="38205"/>
                </a:lnTo>
                <a:lnTo>
                  <a:pt x="836750" y="38237"/>
                </a:lnTo>
                <a:lnTo>
                  <a:pt x="836879" y="38272"/>
                </a:lnTo>
                <a:lnTo>
                  <a:pt x="837007" y="38311"/>
                </a:lnTo>
                <a:lnTo>
                  <a:pt x="837132" y="38353"/>
                </a:lnTo>
                <a:lnTo>
                  <a:pt x="837255" y="38399"/>
                </a:lnTo>
                <a:lnTo>
                  <a:pt x="837376" y="38448"/>
                </a:lnTo>
                <a:lnTo>
                  <a:pt x="837495" y="38500"/>
                </a:lnTo>
                <a:lnTo>
                  <a:pt x="837612" y="38556"/>
                </a:lnTo>
                <a:lnTo>
                  <a:pt x="837727" y="38615"/>
                </a:lnTo>
                <a:lnTo>
                  <a:pt x="837840" y="38677"/>
                </a:lnTo>
                <a:lnTo>
                  <a:pt x="837950" y="38743"/>
                </a:lnTo>
                <a:lnTo>
                  <a:pt x="838059" y="38812"/>
                </a:lnTo>
                <a:lnTo>
                  <a:pt x="838166" y="38885"/>
                </a:lnTo>
                <a:lnTo>
                  <a:pt x="838271" y="38961"/>
                </a:lnTo>
                <a:lnTo>
                  <a:pt x="838373" y="39040"/>
                </a:lnTo>
                <a:lnTo>
                  <a:pt x="838473" y="39123"/>
                </a:lnTo>
                <a:lnTo>
                  <a:pt x="838571" y="39210"/>
                </a:lnTo>
                <a:lnTo>
                  <a:pt x="838666" y="39301"/>
                </a:lnTo>
                <a:lnTo>
                  <a:pt x="838758" y="39396"/>
                </a:lnTo>
                <a:lnTo>
                  <a:pt x="838848" y="39495"/>
                </a:lnTo>
                <a:lnTo>
                  <a:pt x="838934" y="39598"/>
                </a:lnTo>
                <a:lnTo>
                  <a:pt x="839019" y="39705"/>
                </a:lnTo>
                <a:lnTo>
                  <a:pt x="839100" y="39816"/>
                </a:lnTo>
                <a:lnTo>
                  <a:pt x="839179" y="39931"/>
                </a:lnTo>
                <a:lnTo>
                  <a:pt x="839256" y="40050"/>
                </a:lnTo>
                <a:lnTo>
                  <a:pt x="839329" y="40173"/>
                </a:lnTo>
                <a:lnTo>
                  <a:pt x="839400" y="40300"/>
                </a:lnTo>
                <a:lnTo>
                  <a:pt x="839468" y="40431"/>
                </a:lnTo>
                <a:lnTo>
                  <a:pt x="839534" y="40565"/>
                </a:lnTo>
                <a:lnTo>
                  <a:pt x="839597" y="40704"/>
                </a:lnTo>
                <a:lnTo>
                  <a:pt x="839657" y="40847"/>
                </a:lnTo>
                <a:lnTo>
                  <a:pt x="839715" y="40994"/>
                </a:lnTo>
                <a:lnTo>
                  <a:pt x="839770" y="41144"/>
                </a:lnTo>
                <a:lnTo>
                  <a:pt x="839822" y="41299"/>
                </a:lnTo>
                <a:lnTo>
                  <a:pt x="839872" y="41458"/>
                </a:lnTo>
                <a:lnTo>
                  <a:pt x="839919" y="41620"/>
                </a:lnTo>
                <a:lnTo>
                  <a:pt x="839963" y="41787"/>
                </a:lnTo>
                <a:lnTo>
                  <a:pt x="840005" y="41958"/>
                </a:lnTo>
                <a:lnTo>
                  <a:pt x="840044" y="42132"/>
                </a:lnTo>
                <a:lnTo>
                  <a:pt x="840081" y="42324"/>
                </a:lnTo>
                <a:lnTo>
                  <a:pt x="840116" y="42548"/>
                </a:lnTo>
                <a:lnTo>
                  <a:pt x="840150" y="42802"/>
                </a:lnTo>
                <a:lnTo>
                  <a:pt x="840182" y="43088"/>
                </a:lnTo>
                <a:lnTo>
                  <a:pt x="840213" y="43405"/>
                </a:lnTo>
                <a:lnTo>
                  <a:pt x="840242" y="43753"/>
                </a:lnTo>
                <a:lnTo>
                  <a:pt x="840270" y="44133"/>
                </a:lnTo>
                <a:lnTo>
                  <a:pt x="840296" y="44544"/>
                </a:lnTo>
                <a:lnTo>
                  <a:pt x="840320" y="44986"/>
                </a:lnTo>
                <a:lnTo>
                  <a:pt x="840343" y="45459"/>
                </a:lnTo>
                <a:lnTo>
                  <a:pt x="840364" y="45964"/>
                </a:lnTo>
                <a:lnTo>
                  <a:pt x="840384" y="46499"/>
                </a:lnTo>
                <a:lnTo>
                  <a:pt x="840402" y="47067"/>
                </a:lnTo>
                <a:lnTo>
                  <a:pt x="840418" y="47665"/>
                </a:lnTo>
                <a:lnTo>
                  <a:pt x="840433" y="48294"/>
                </a:lnTo>
                <a:lnTo>
                  <a:pt x="840447" y="48955"/>
                </a:lnTo>
                <a:lnTo>
                  <a:pt x="840458" y="49647"/>
                </a:lnTo>
                <a:lnTo>
                  <a:pt x="840469" y="50370"/>
                </a:lnTo>
                <a:lnTo>
                  <a:pt x="840477" y="51125"/>
                </a:lnTo>
                <a:lnTo>
                  <a:pt x="840484" y="51911"/>
                </a:lnTo>
                <a:lnTo>
                  <a:pt x="840490" y="52728"/>
                </a:lnTo>
                <a:lnTo>
                  <a:pt x="840494" y="53576"/>
                </a:lnTo>
                <a:lnTo>
                  <a:pt x="840496" y="54456"/>
                </a:lnTo>
                <a:lnTo>
                  <a:pt x="840497" y="55366"/>
                </a:lnTo>
                <a:lnTo>
                  <a:pt x="840497" y="80030"/>
                </a:lnTo>
                <a:lnTo>
                  <a:pt x="840496" y="80486"/>
                </a:lnTo>
                <a:lnTo>
                  <a:pt x="840494" y="80926"/>
                </a:lnTo>
                <a:lnTo>
                  <a:pt x="840491" y="81351"/>
                </a:lnTo>
                <a:lnTo>
                  <a:pt x="840487" y="81761"/>
                </a:lnTo>
                <a:lnTo>
                  <a:pt x="840482" y="82156"/>
                </a:lnTo>
                <a:lnTo>
                  <a:pt x="840475" y="82536"/>
                </a:lnTo>
                <a:lnTo>
                  <a:pt x="840467" y="82900"/>
                </a:lnTo>
                <a:lnTo>
                  <a:pt x="840458" y="83249"/>
                </a:lnTo>
                <a:lnTo>
                  <a:pt x="840448" y="83583"/>
                </a:lnTo>
                <a:lnTo>
                  <a:pt x="840436" y="83902"/>
                </a:lnTo>
                <a:lnTo>
                  <a:pt x="840424" y="84205"/>
                </a:lnTo>
                <a:lnTo>
                  <a:pt x="840410" y="84494"/>
                </a:lnTo>
                <a:lnTo>
                  <a:pt x="840395" y="84767"/>
                </a:lnTo>
                <a:lnTo>
                  <a:pt x="840378" y="85025"/>
                </a:lnTo>
                <a:lnTo>
                  <a:pt x="840361" y="85268"/>
                </a:lnTo>
                <a:lnTo>
                  <a:pt x="840342" y="85495"/>
                </a:lnTo>
                <a:lnTo>
                  <a:pt x="840322" y="85708"/>
                </a:lnTo>
                <a:lnTo>
                  <a:pt x="840301" y="85905"/>
                </a:lnTo>
                <a:lnTo>
                  <a:pt x="840279" y="86087"/>
                </a:lnTo>
                <a:lnTo>
                  <a:pt x="840255" y="86254"/>
                </a:lnTo>
                <a:lnTo>
                  <a:pt x="840230" y="86406"/>
                </a:lnTo>
                <a:lnTo>
                  <a:pt x="840204" y="86542"/>
                </a:lnTo>
                <a:lnTo>
                  <a:pt x="840177" y="86663"/>
                </a:lnTo>
                <a:lnTo>
                  <a:pt x="840149" y="86769"/>
                </a:lnTo>
                <a:lnTo>
                  <a:pt x="840089" y="86970"/>
                </a:lnTo>
                <a:lnTo>
                  <a:pt x="840025" y="87166"/>
                </a:lnTo>
                <a:lnTo>
                  <a:pt x="839958" y="87357"/>
                </a:lnTo>
                <a:lnTo>
                  <a:pt x="839888" y="87543"/>
                </a:lnTo>
                <a:lnTo>
                  <a:pt x="839813" y="87726"/>
                </a:lnTo>
                <a:lnTo>
                  <a:pt x="839735" y="87903"/>
                </a:lnTo>
                <a:lnTo>
                  <a:pt x="839654" y="88076"/>
                </a:lnTo>
                <a:lnTo>
                  <a:pt x="839568" y="88244"/>
                </a:lnTo>
                <a:lnTo>
                  <a:pt x="839480" y="88408"/>
                </a:lnTo>
                <a:lnTo>
                  <a:pt x="839387" y="88567"/>
                </a:lnTo>
                <a:lnTo>
                  <a:pt x="839291" y="88722"/>
                </a:lnTo>
                <a:lnTo>
                  <a:pt x="839191" y="88872"/>
                </a:lnTo>
                <a:lnTo>
                  <a:pt x="839088" y="89017"/>
                </a:lnTo>
                <a:lnTo>
                  <a:pt x="838981" y="89158"/>
                </a:lnTo>
                <a:lnTo>
                  <a:pt x="838870" y="89294"/>
                </a:lnTo>
                <a:lnTo>
                  <a:pt x="838756" y="89426"/>
                </a:lnTo>
                <a:lnTo>
                  <a:pt x="838638" y="89553"/>
                </a:lnTo>
                <a:lnTo>
                  <a:pt x="838517" y="89675"/>
                </a:lnTo>
                <a:lnTo>
                  <a:pt x="838392" y="89793"/>
                </a:lnTo>
                <a:lnTo>
                  <a:pt x="838263" y="89907"/>
                </a:lnTo>
                <a:lnTo>
                  <a:pt x="838130" y="90015"/>
                </a:lnTo>
                <a:lnTo>
                  <a:pt x="837994" y="90119"/>
                </a:lnTo>
                <a:lnTo>
                  <a:pt x="837855" y="90219"/>
                </a:lnTo>
                <a:lnTo>
                  <a:pt x="837712" y="90314"/>
                </a:lnTo>
                <a:lnTo>
                  <a:pt x="837510" y="90438"/>
                </a:lnTo>
                <a:lnTo>
                  <a:pt x="837300" y="90558"/>
                </a:lnTo>
                <a:lnTo>
                  <a:pt x="837081" y="90672"/>
                </a:lnTo>
                <a:lnTo>
                  <a:pt x="836853" y="90781"/>
                </a:lnTo>
                <a:lnTo>
                  <a:pt x="836616" y="90884"/>
                </a:lnTo>
                <a:lnTo>
                  <a:pt x="836371" y="90982"/>
                </a:lnTo>
                <a:lnTo>
                  <a:pt x="836117" y="91075"/>
                </a:lnTo>
                <a:lnTo>
                  <a:pt x="835855" y="91162"/>
                </a:lnTo>
                <a:lnTo>
                  <a:pt x="835584" y="91245"/>
                </a:lnTo>
                <a:lnTo>
                  <a:pt x="835304" y="91322"/>
                </a:lnTo>
                <a:lnTo>
                  <a:pt x="835015" y="91393"/>
                </a:lnTo>
                <a:lnTo>
                  <a:pt x="834718" y="91459"/>
                </a:lnTo>
                <a:lnTo>
                  <a:pt x="834411" y="91520"/>
                </a:lnTo>
                <a:lnTo>
                  <a:pt x="834097" y="91576"/>
                </a:lnTo>
                <a:lnTo>
                  <a:pt x="833773" y="91627"/>
                </a:lnTo>
                <a:lnTo>
                  <a:pt x="833441" y="91672"/>
                </a:lnTo>
                <a:lnTo>
                  <a:pt x="833100" y="91711"/>
                </a:lnTo>
                <a:lnTo>
                  <a:pt x="832751" y="91746"/>
                </a:lnTo>
                <a:lnTo>
                  <a:pt x="832392" y="91775"/>
                </a:lnTo>
                <a:lnTo>
                  <a:pt x="832025" y="91799"/>
                </a:lnTo>
                <a:lnTo>
                  <a:pt x="831649" y="91817"/>
                </a:lnTo>
                <a:lnTo>
                  <a:pt x="831265" y="91831"/>
                </a:lnTo>
                <a:lnTo>
                  <a:pt x="830872" y="91839"/>
                </a:lnTo>
                <a:lnTo>
                  <a:pt x="830470" y="91841"/>
                </a:lnTo>
                <a:lnTo>
                  <a:pt x="830470" y="94418"/>
                </a:lnTo>
                <a:lnTo>
                  <a:pt x="863126" y="94418"/>
                </a:lnTo>
                <a:lnTo>
                  <a:pt x="863126" y="91841"/>
                </a:lnTo>
                <a:lnTo>
                  <a:pt x="862770" y="91839"/>
                </a:lnTo>
                <a:lnTo>
                  <a:pt x="862421" y="91833"/>
                </a:lnTo>
                <a:lnTo>
                  <a:pt x="862079" y="91822"/>
                </a:lnTo>
                <a:lnTo>
                  <a:pt x="861743" y="91807"/>
                </a:lnTo>
                <a:lnTo>
                  <a:pt x="861415" y="91787"/>
                </a:lnTo>
                <a:lnTo>
                  <a:pt x="861094" y="91763"/>
                </a:lnTo>
                <a:lnTo>
                  <a:pt x="860780" y="91735"/>
                </a:lnTo>
                <a:lnTo>
                  <a:pt x="860473" y="91703"/>
                </a:lnTo>
                <a:lnTo>
                  <a:pt x="860173" y="91666"/>
                </a:lnTo>
                <a:lnTo>
                  <a:pt x="859879" y="91625"/>
                </a:lnTo>
                <a:lnTo>
                  <a:pt x="859593" y="91579"/>
                </a:lnTo>
                <a:lnTo>
                  <a:pt x="859314" y="91529"/>
                </a:lnTo>
                <a:lnTo>
                  <a:pt x="859042" y="91475"/>
                </a:lnTo>
                <a:lnTo>
                  <a:pt x="858777" y="91416"/>
                </a:lnTo>
                <a:lnTo>
                  <a:pt x="858519" y="91353"/>
                </a:lnTo>
                <a:lnTo>
                  <a:pt x="858268" y="91286"/>
                </a:lnTo>
                <a:lnTo>
                  <a:pt x="858024" y="91215"/>
                </a:lnTo>
                <a:lnTo>
                  <a:pt x="857787" y="91139"/>
                </a:lnTo>
                <a:lnTo>
                  <a:pt x="857557" y="91059"/>
                </a:lnTo>
                <a:lnTo>
                  <a:pt x="857334" y="90974"/>
                </a:lnTo>
                <a:lnTo>
                  <a:pt x="857118" y="90885"/>
                </a:lnTo>
                <a:lnTo>
                  <a:pt x="856909" y="90792"/>
                </a:lnTo>
                <a:lnTo>
                  <a:pt x="856707" y="90694"/>
                </a:lnTo>
                <a:lnTo>
                  <a:pt x="856512" y="90592"/>
                </a:lnTo>
                <a:lnTo>
                  <a:pt x="856323" y="90487"/>
                </a:lnTo>
                <a:lnTo>
                  <a:pt x="856138" y="90380"/>
                </a:lnTo>
                <a:lnTo>
                  <a:pt x="855959" y="90270"/>
                </a:lnTo>
                <a:lnTo>
                  <a:pt x="855784" y="90158"/>
                </a:lnTo>
                <a:lnTo>
                  <a:pt x="855615" y="90044"/>
                </a:lnTo>
                <a:lnTo>
                  <a:pt x="855450" y="89928"/>
                </a:lnTo>
                <a:lnTo>
                  <a:pt x="855290" y="89809"/>
                </a:lnTo>
                <a:lnTo>
                  <a:pt x="855134" y="89689"/>
                </a:lnTo>
                <a:lnTo>
                  <a:pt x="854984" y="89566"/>
                </a:lnTo>
                <a:lnTo>
                  <a:pt x="854839" y="89441"/>
                </a:lnTo>
                <a:lnTo>
                  <a:pt x="854698" y="89314"/>
                </a:lnTo>
                <a:lnTo>
                  <a:pt x="854562" y="89185"/>
                </a:lnTo>
                <a:lnTo>
                  <a:pt x="854431" y="89054"/>
                </a:lnTo>
                <a:lnTo>
                  <a:pt x="854305" y="88920"/>
                </a:lnTo>
                <a:lnTo>
                  <a:pt x="854183" y="88784"/>
                </a:lnTo>
                <a:lnTo>
                  <a:pt x="854067" y="88647"/>
                </a:lnTo>
                <a:lnTo>
                  <a:pt x="853955" y="88507"/>
                </a:lnTo>
                <a:lnTo>
                  <a:pt x="853848" y="88364"/>
                </a:lnTo>
                <a:lnTo>
                  <a:pt x="853746" y="88220"/>
                </a:lnTo>
                <a:lnTo>
                  <a:pt x="853649" y="88073"/>
                </a:lnTo>
                <a:lnTo>
                  <a:pt x="853557" y="87925"/>
                </a:lnTo>
                <a:lnTo>
                  <a:pt x="853469" y="87774"/>
                </a:lnTo>
                <a:lnTo>
                  <a:pt x="853386" y="87621"/>
                </a:lnTo>
                <a:lnTo>
                  <a:pt x="853309" y="87466"/>
                </a:lnTo>
                <a:lnTo>
                  <a:pt x="853201" y="87235"/>
                </a:lnTo>
                <a:lnTo>
                  <a:pt x="853097" y="86996"/>
                </a:lnTo>
                <a:lnTo>
                  <a:pt x="852999" y="86748"/>
                </a:lnTo>
                <a:lnTo>
                  <a:pt x="852904" y="86491"/>
                </a:lnTo>
                <a:lnTo>
                  <a:pt x="852815" y="86225"/>
                </a:lnTo>
                <a:lnTo>
                  <a:pt x="852730" y="85951"/>
                </a:lnTo>
                <a:lnTo>
                  <a:pt x="852649" y="85667"/>
                </a:lnTo>
                <a:lnTo>
                  <a:pt x="852574" y="85374"/>
                </a:lnTo>
                <a:lnTo>
                  <a:pt x="852502" y="85073"/>
                </a:lnTo>
                <a:lnTo>
                  <a:pt x="852436" y="84762"/>
                </a:lnTo>
                <a:lnTo>
                  <a:pt x="852374" y="84443"/>
                </a:lnTo>
                <a:lnTo>
                  <a:pt x="852316" y="84115"/>
                </a:lnTo>
                <a:lnTo>
                  <a:pt x="852264" y="83777"/>
                </a:lnTo>
                <a:lnTo>
                  <a:pt x="852215" y="83431"/>
                </a:lnTo>
                <a:lnTo>
                  <a:pt x="852172" y="83076"/>
                </a:lnTo>
                <a:lnTo>
                  <a:pt x="852133" y="82712"/>
                </a:lnTo>
                <a:lnTo>
                  <a:pt x="852098" y="82340"/>
                </a:lnTo>
                <a:lnTo>
                  <a:pt x="852068" y="81958"/>
                </a:lnTo>
                <a:lnTo>
                  <a:pt x="852043" y="81567"/>
                </a:lnTo>
                <a:lnTo>
                  <a:pt x="852022" y="81167"/>
                </a:lnTo>
                <a:lnTo>
                  <a:pt x="852006" y="80759"/>
                </a:lnTo>
                <a:lnTo>
                  <a:pt x="851995" y="80342"/>
                </a:lnTo>
                <a:lnTo>
                  <a:pt x="851988" y="79915"/>
                </a:lnTo>
                <a:lnTo>
                  <a:pt x="851986" y="79480"/>
                </a:lnTo>
                <a:lnTo>
                  <a:pt x="851986" y="48991"/>
                </a:lnTo>
                <a:lnTo>
                  <a:pt x="852264" y="48453"/>
                </a:lnTo>
                <a:lnTo>
                  <a:pt x="852541" y="47928"/>
                </a:lnTo>
                <a:lnTo>
                  <a:pt x="852818" y="47416"/>
                </a:lnTo>
                <a:lnTo>
                  <a:pt x="853094" y="46917"/>
                </a:lnTo>
                <a:lnTo>
                  <a:pt x="853369" y="46431"/>
                </a:lnTo>
                <a:lnTo>
                  <a:pt x="853644" y="45957"/>
                </a:lnTo>
                <a:lnTo>
                  <a:pt x="853918" y="45496"/>
                </a:lnTo>
                <a:lnTo>
                  <a:pt x="854191" y="45048"/>
                </a:lnTo>
                <a:lnTo>
                  <a:pt x="854463" y="44613"/>
                </a:lnTo>
                <a:lnTo>
                  <a:pt x="854735" y="44190"/>
                </a:lnTo>
                <a:lnTo>
                  <a:pt x="855005" y="43780"/>
                </a:lnTo>
                <a:lnTo>
                  <a:pt x="855276" y="43383"/>
                </a:lnTo>
                <a:lnTo>
                  <a:pt x="855545" y="42999"/>
                </a:lnTo>
                <a:lnTo>
                  <a:pt x="855814" y="42627"/>
                </a:lnTo>
                <a:lnTo>
                  <a:pt x="856082" y="42268"/>
                </a:lnTo>
                <a:lnTo>
                  <a:pt x="856349" y="41923"/>
                </a:lnTo>
                <a:lnTo>
                  <a:pt x="856616" y="41589"/>
                </a:lnTo>
                <a:lnTo>
                  <a:pt x="856881" y="41269"/>
                </a:lnTo>
                <a:lnTo>
                  <a:pt x="857147" y="40961"/>
                </a:lnTo>
                <a:lnTo>
                  <a:pt x="857411" y="40666"/>
                </a:lnTo>
                <a:lnTo>
                  <a:pt x="857675" y="40384"/>
                </a:lnTo>
                <a:lnTo>
                  <a:pt x="857938" y="40115"/>
                </a:lnTo>
                <a:lnTo>
                  <a:pt x="858200" y="39859"/>
                </a:lnTo>
                <a:lnTo>
                  <a:pt x="858461" y="39615"/>
                </a:lnTo>
                <a:lnTo>
                  <a:pt x="858583" y="39502"/>
                </a:lnTo>
                <a:lnTo>
                  <a:pt x="858703" y="39393"/>
                </a:lnTo>
                <a:lnTo>
                  <a:pt x="858824" y="39289"/>
                </a:lnTo>
                <a:lnTo>
                  <a:pt x="858943" y="39191"/>
                </a:lnTo>
                <a:lnTo>
                  <a:pt x="859061" y="39097"/>
                </a:lnTo>
                <a:lnTo>
                  <a:pt x="859179" y="39007"/>
                </a:lnTo>
                <a:lnTo>
                  <a:pt x="859296" y="38923"/>
                </a:lnTo>
                <a:lnTo>
                  <a:pt x="859413" y="38844"/>
                </a:lnTo>
                <a:lnTo>
                  <a:pt x="859529" y="38769"/>
                </a:lnTo>
                <a:lnTo>
                  <a:pt x="859643" y="38699"/>
                </a:lnTo>
                <a:lnTo>
                  <a:pt x="859758" y="38634"/>
                </a:lnTo>
                <a:lnTo>
                  <a:pt x="859871" y="38574"/>
                </a:lnTo>
                <a:lnTo>
                  <a:pt x="859984" y="38518"/>
                </a:lnTo>
                <a:lnTo>
                  <a:pt x="860096" y="38468"/>
                </a:lnTo>
                <a:lnTo>
                  <a:pt x="860207" y="38422"/>
                </a:lnTo>
                <a:lnTo>
                  <a:pt x="860318" y="38381"/>
                </a:lnTo>
                <a:lnTo>
                  <a:pt x="860428" y="38345"/>
                </a:lnTo>
                <a:lnTo>
                  <a:pt x="860537" y="38313"/>
                </a:lnTo>
                <a:lnTo>
                  <a:pt x="860645" y="38287"/>
                </a:lnTo>
                <a:lnTo>
                  <a:pt x="860753" y="38265"/>
                </a:lnTo>
                <a:lnTo>
                  <a:pt x="860860" y="38248"/>
                </a:lnTo>
                <a:lnTo>
                  <a:pt x="860966" y="38236"/>
                </a:lnTo>
                <a:lnTo>
                  <a:pt x="861072" y="38229"/>
                </a:lnTo>
                <a:lnTo>
                  <a:pt x="861177" y="38227"/>
                </a:lnTo>
                <a:lnTo>
                  <a:pt x="861301" y="38231"/>
                </a:lnTo>
                <a:lnTo>
                  <a:pt x="861431" y="38243"/>
                </a:lnTo>
                <a:lnTo>
                  <a:pt x="861567" y="38264"/>
                </a:lnTo>
                <a:lnTo>
                  <a:pt x="861708" y="38293"/>
                </a:lnTo>
                <a:lnTo>
                  <a:pt x="861854" y="38331"/>
                </a:lnTo>
                <a:lnTo>
                  <a:pt x="862006" y="38377"/>
                </a:lnTo>
                <a:lnTo>
                  <a:pt x="862163" y="38431"/>
                </a:lnTo>
                <a:lnTo>
                  <a:pt x="862326" y="38494"/>
                </a:lnTo>
                <a:lnTo>
                  <a:pt x="862494" y="38564"/>
                </a:lnTo>
                <a:lnTo>
                  <a:pt x="862667" y="38644"/>
                </a:lnTo>
                <a:lnTo>
                  <a:pt x="862846" y="38731"/>
                </a:lnTo>
                <a:lnTo>
                  <a:pt x="863031" y="38827"/>
                </a:lnTo>
                <a:lnTo>
                  <a:pt x="863221" y="38931"/>
                </a:lnTo>
                <a:lnTo>
                  <a:pt x="863416" y="39044"/>
                </a:lnTo>
                <a:lnTo>
                  <a:pt x="863617" y="39165"/>
                </a:lnTo>
                <a:lnTo>
                  <a:pt x="863823" y="39294"/>
                </a:lnTo>
                <a:lnTo>
                  <a:pt x="864034" y="39432"/>
                </a:lnTo>
                <a:lnTo>
                  <a:pt x="864251" y="39578"/>
                </a:lnTo>
                <a:lnTo>
                  <a:pt x="864474" y="39732"/>
                </a:lnTo>
                <a:lnTo>
                  <a:pt x="864702" y="39895"/>
                </a:lnTo>
                <a:lnTo>
                  <a:pt x="864935" y="40066"/>
                </a:lnTo>
                <a:lnTo>
                  <a:pt x="865174" y="40245"/>
                </a:lnTo>
                <a:lnTo>
                  <a:pt x="865418" y="40433"/>
                </a:lnTo>
                <a:lnTo>
                  <a:pt x="865668" y="40629"/>
                </a:lnTo>
                <a:lnTo>
                  <a:pt x="865919" y="40825"/>
                </a:lnTo>
                <a:lnTo>
                  <a:pt x="866169" y="41013"/>
                </a:lnTo>
                <a:lnTo>
                  <a:pt x="866416" y="41192"/>
                </a:lnTo>
                <a:lnTo>
                  <a:pt x="866661" y="41363"/>
                </a:lnTo>
                <a:lnTo>
                  <a:pt x="866904" y="41525"/>
                </a:lnTo>
                <a:lnTo>
                  <a:pt x="867145" y="41680"/>
                </a:lnTo>
                <a:lnTo>
                  <a:pt x="867384" y="41826"/>
                </a:lnTo>
                <a:lnTo>
                  <a:pt x="867621" y="41963"/>
                </a:lnTo>
                <a:lnTo>
                  <a:pt x="867856" y="42093"/>
                </a:lnTo>
                <a:lnTo>
                  <a:pt x="868089" y="42214"/>
                </a:lnTo>
                <a:lnTo>
                  <a:pt x="868320" y="42326"/>
                </a:lnTo>
                <a:lnTo>
                  <a:pt x="868549" y="42430"/>
                </a:lnTo>
                <a:lnTo>
                  <a:pt x="868776" y="42526"/>
                </a:lnTo>
                <a:lnTo>
                  <a:pt x="869000" y="42614"/>
                </a:lnTo>
                <a:lnTo>
                  <a:pt x="869223" y="42693"/>
                </a:lnTo>
                <a:lnTo>
                  <a:pt x="869443" y="42764"/>
                </a:lnTo>
                <a:lnTo>
                  <a:pt x="869662" y="42827"/>
                </a:lnTo>
                <a:lnTo>
                  <a:pt x="869878" y="42881"/>
                </a:lnTo>
                <a:lnTo>
                  <a:pt x="870093" y="42927"/>
                </a:lnTo>
                <a:lnTo>
                  <a:pt x="870305" y="42964"/>
                </a:lnTo>
                <a:lnTo>
                  <a:pt x="870515" y="42994"/>
                </a:lnTo>
                <a:lnTo>
                  <a:pt x="870724" y="43014"/>
                </a:lnTo>
                <a:lnTo>
                  <a:pt x="870930" y="43027"/>
                </a:lnTo>
                <a:lnTo>
                  <a:pt x="871134" y="43031"/>
                </a:lnTo>
                <a:lnTo>
                  <a:pt x="871341" y="43028"/>
                </a:lnTo>
                <a:lnTo>
                  <a:pt x="871547" y="43018"/>
                </a:lnTo>
                <a:lnTo>
                  <a:pt x="871750" y="43002"/>
                </a:lnTo>
                <a:lnTo>
                  <a:pt x="871950" y="42979"/>
                </a:lnTo>
                <a:lnTo>
                  <a:pt x="872148" y="42949"/>
                </a:lnTo>
                <a:lnTo>
                  <a:pt x="872344" y="42914"/>
                </a:lnTo>
                <a:lnTo>
                  <a:pt x="872537" y="42871"/>
                </a:lnTo>
                <a:lnTo>
                  <a:pt x="872728" y="42822"/>
                </a:lnTo>
                <a:lnTo>
                  <a:pt x="872916" y="42767"/>
                </a:lnTo>
                <a:lnTo>
                  <a:pt x="873102" y="42705"/>
                </a:lnTo>
                <a:lnTo>
                  <a:pt x="873285" y="42636"/>
                </a:lnTo>
                <a:lnTo>
                  <a:pt x="873466" y="42561"/>
                </a:lnTo>
                <a:lnTo>
                  <a:pt x="873645" y="42479"/>
                </a:lnTo>
                <a:lnTo>
                  <a:pt x="873821" y="42391"/>
                </a:lnTo>
                <a:lnTo>
                  <a:pt x="873995" y="42297"/>
                </a:lnTo>
                <a:lnTo>
                  <a:pt x="874167" y="42195"/>
                </a:lnTo>
                <a:lnTo>
                  <a:pt x="874336" y="42088"/>
                </a:lnTo>
                <a:lnTo>
                  <a:pt x="874502" y="41974"/>
                </a:lnTo>
                <a:lnTo>
                  <a:pt x="874666" y="41853"/>
                </a:lnTo>
                <a:lnTo>
                  <a:pt x="874828" y="41725"/>
                </a:lnTo>
                <a:lnTo>
                  <a:pt x="874987" y="41592"/>
                </a:lnTo>
                <a:lnTo>
                  <a:pt x="875144" y="41451"/>
                </a:lnTo>
                <a:lnTo>
                  <a:pt x="875299" y="41304"/>
                </a:lnTo>
                <a:lnTo>
                  <a:pt x="875451" y="41151"/>
                </a:lnTo>
                <a:lnTo>
                  <a:pt x="875599" y="40993"/>
                </a:lnTo>
                <a:lnTo>
                  <a:pt x="875740" y="40832"/>
                </a:lnTo>
                <a:lnTo>
                  <a:pt x="875875" y="40668"/>
                </a:lnTo>
                <a:lnTo>
                  <a:pt x="876004" y="40501"/>
                </a:lnTo>
                <a:lnTo>
                  <a:pt x="876127" y="40331"/>
                </a:lnTo>
                <a:lnTo>
                  <a:pt x="876243" y="40159"/>
                </a:lnTo>
                <a:lnTo>
                  <a:pt x="876353" y="39983"/>
                </a:lnTo>
                <a:lnTo>
                  <a:pt x="876457" y="39805"/>
                </a:lnTo>
                <a:lnTo>
                  <a:pt x="876554" y="39624"/>
                </a:lnTo>
                <a:lnTo>
                  <a:pt x="876645" y="39439"/>
                </a:lnTo>
                <a:lnTo>
                  <a:pt x="876730" y="39252"/>
                </a:lnTo>
                <a:lnTo>
                  <a:pt x="876809" y="39062"/>
                </a:lnTo>
                <a:lnTo>
                  <a:pt x="876881" y="38869"/>
                </a:lnTo>
                <a:lnTo>
                  <a:pt x="876947" y="38673"/>
                </a:lnTo>
                <a:lnTo>
                  <a:pt x="877007" y="38475"/>
                </a:lnTo>
                <a:lnTo>
                  <a:pt x="877060" y="38273"/>
                </a:lnTo>
                <a:lnTo>
                  <a:pt x="877107" y="38068"/>
                </a:lnTo>
                <a:lnTo>
                  <a:pt x="877148" y="37861"/>
                </a:lnTo>
                <a:lnTo>
                  <a:pt x="877183" y="37651"/>
                </a:lnTo>
                <a:lnTo>
                  <a:pt x="877211" y="37437"/>
                </a:lnTo>
                <a:lnTo>
                  <a:pt x="877233" y="37221"/>
                </a:lnTo>
                <a:lnTo>
                  <a:pt x="877249" y="37002"/>
                </a:lnTo>
                <a:lnTo>
                  <a:pt x="877258" y="36780"/>
                </a:lnTo>
                <a:lnTo>
                  <a:pt x="877261" y="36556"/>
                </a:lnTo>
                <a:lnTo>
                  <a:pt x="877257" y="36301"/>
                </a:lnTo>
                <a:lnTo>
                  <a:pt x="877244" y="36050"/>
                </a:lnTo>
                <a:lnTo>
                  <a:pt x="877222" y="35801"/>
                </a:lnTo>
                <a:lnTo>
                  <a:pt x="877192" y="35555"/>
                </a:lnTo>
                <a:lnTo>
                  <a:pt x="877152" y="35311"/>
                </a:lnTo>
                <a:lnTo>
                  <a:pt x="877105" y="35069"/>
                </a:lnTo>
                <a:lnTo>
                  <a:pt x="877048" y="34831"/>
                </a:lnTo>
                <a:lnTo>
                  <a:pt x="876983" y="34594"/>
                </a:lnTo>
                <a:lnTo>
                  <a:pt x="876909" y="34361"/>
                </a:lnTo>
                <a:lnTo>
                  <a:pt x="876826" y="34129"/>
                </a:lnTo>
                <a:lnTo>
                  <a:pt x="876735" y="33901"/>
                </a:lnTo>
                <a:lnTo>
                  <a:pt x="876635" y="33675"/>
                </a:lnTo>
                <a:lnTo>
                  <a:pt x="876526" y="33451"/>
                </a:lnTo>
                <a:lnTo>
                  <a:pt x="876408" y="33230"/>
                </a:lnTo>
                <a:lnTo>
                  <a:pt x="876282" y="33011"/>
                </a:lnTo>
                <a:lnTo>
                  <a:pt x="876147" y="32796"/>
                </a:lnTo>
                <a:lnTo>
                  <a:pt x="876004" y="32582"/>
                </a:lnTo>
                <a:lnTo>
                  <a:pt x="875851" y="32371"/>
                </a:lnTo>
                <a:lnTo>
                  <a:pt x="875690" y="32163"/>
                </a:lnTo>
                <a:lnTo>
                  <a:pt x="875520" y="31957"/>
                </a:lnTo>
                <a:lnTo>
                  <a:pt x="875342" y="31754"/>
                </a:lnTo>
                <a:lnTo>
                  <a:pt x="875155" y="31553"/>
                </a:lnTo>
                <a:lnTo>
                  <a:pt x="874959" y="31355"/>
                </a:lnTo>
                <a:lnTo>
                  <a:pt x="874755" y="31159"/>
                </a:lnTo>
                <a:lnTo>
                  <a:pt x="874543" y="30969"/>
                </a:lnTo>
                <a:lnTo>
                  <a:pt x="874328" y="30787"/>
                </a:lnTo>
                <a:lnTo>
                  <a:pt x="874107" y="30613"/>
                </a:lnTo>
                <a:lnTo>
                  <a:pt x="873882" y="30446"/>
                </a:lnTo>
                <a:lnTo>
                  <a:pt x="873653" y="30289"/>
                </a:lnTo>
                <a:lnTo>
                  <a:pt x="873419" y="30139"/>
                </a:lnTo>
                <a:lnTo>
                  <a:pt x="873180" y="29997"/>
                </a:lnTo>
                <a:lnTo>
                  <a:pt x="872936" y="29863"/>
                </a:lnTo>
                <a:lnTo>
                  <a:pt x="872688" y="29738"/>
                </a:lnTo>
                <a:lnTo>
                  <a:pt x="872436" y="29620"/>
                </a:lnTo>
                <a:lnTo>
                  <a:pt x="872179" y="29511"/>
                </a:lnTo>
                <a:lnTo>
                  <a:pt x="871917" y="29410"/>
                </a:lnTo>
                <a:lnTo>
                  <a:pt x="871651" y="29317"/>
                </a:lnTo>
                <a:lnTo>
                  <a:pt x="871380" y="29232"/>
                </a:lnTo>
                <a:lnTo>
                  <a:pt x="871104" y="29155"/>
                </a:lnTo>
                <a:lnTo>
                  <a:pt x="870824" y="29086"/>
                </a:lnTo>
                <a:lnTo>
                  <a:pt x="870540" y="29025"/>
                </a:lnTo>
                <a:lnTo>
                  <a:pt x="870250" y="28972"/>
                </a:lnTo>
                <a:lnTo>
                  <a:pt x="869956" y="28928"/>
                </a:lnTo>
                <a:lnTo>
                  <a:pt x="869658" y="28891"/>
                </a:lnTo>
                <a:lnTo>
                  <a:pt x="869355" y="28863"/>
                </a:lnTo>
                <a:lnTo>
                  <a:pt x="869047" y="28843"/>
                </a:lnTo>
                <a:lnTo>
                  <a:pt x="868735" y="28831"/>
                </a:lnTo>
                <a:lnTo>
                  <a:pt x="868418" y="28827"/>
                </a:lnTo>
                <a:lnTo>
                  <a:pt x="867717" y="28852"/>
                </a:lnTo>
                <a:lnTo>
                  <a:pt x="867017" y="28926"/>
                </a:lnTo>
                <a:lnTo>
                  <a:pt x="866318" y="29051"/>
                </a:lnTo>
                <a:lnTo>
                  <a:pt x="865621" y="29225"/>
                </a:lnTo>
                <a:lnTo>
                  <a:pt x="864926" y="29449"/>
                </a:lnTo>
                <a:lnTo>
                  <a:pt x="864232" y="29723"/>
                </a:lnTo>
                <a:lnTo>
                  <a:pt x="863539" y="30047"/>
                </a:lnTo>
                <a:lnTo>
                  <a:pt x="862848" y="30420"/>
                </a:lnTo>
                <a:lnTo>
                  <a:pt x="862158" y="30844"/>
                </a:lnTo>
                <a:lnTo>
                  <a:pt x="861470" y="31317"/>
                </a:lnTo>
                <a:lnTo>
                  <a:pt x="860783" y="31840"/>
                </a:lnTo>
                <a:lnTo>
                  <a:pt x="860098" y="32413"/>
                </a:lnTo>
                <a:lnTo>
                  <a:pt x="859414" y="33035"/>
                </a:lnTo>
                <a:lnTo>
                  <a:pt x="858731" y="33707"/>
                </a:lnTo>
                <a:lnTo>
                  <a:pt x="858050" y="34430"/>
                </a:lnTo>
                <a:lnTo>
                  <a:pt x="857370" y="35202"/>
                </a:lnTo>
                <a:lnTo>
                  <a:pt x="856692" y="36023"/>
                </a:lnTo>
                <a:lnTo>
                  <a:pt x="856015" y="36895"/>
                </a:lnTo>
                <a:lnTo>
                  <a:pt x="855340" y="37816"/>
                </a:lnTo>
                <a:lnTo>
                  <a:pt x="854666" y="38788"/>
                </a:lnTo>
                <a:lnTo>
                  <a:pt x="853994" y="39809"/>
                </a:lnTo>
                <a:lnTo>
                  <a:pt x="853323" y="40879"/>
                </a:lnTo>
                <a:lnTo>
                  <a:pt x="852654" y="42000"/>
                </a:lnTo>
                <a:lnTo>
                  <a:pt x="851986" y="43170"/>
                </a:lnTo>
                <a:lnTo>
                  <a:pt x="851986" y="28827"/>
                </a:lnTo>
                <a:lnTo>
                  <a:pt x="849061" y="28827"/>
                </a:lnTo>
                <a:lnTo>
                  <a:pt x="829774" y="36608"/>
                </a:lnTo>
                <a:lnTo>
                  <a:pt x="830470" y="39110"/>
                </a:lnTo>
                <a:lnTo>
                  <a:pt x="830695" y="39025"/>
                </a:lnTo>
                <a:close/>
                <a:moveTo>
                  <a:pt x="658428" y="51852"/>
                </a:moveTo>
                <a:lnTo>
                  <a:pt x="658344" y="50926"/>
                </a:lnTo>
                <a:lnTo>
                  <a:pt x="658236" y="50017"/>
                </a:lnTo>
                <a:lnTo>
                  <a:pt x="658104" y="49124"/>
                </a:lnTo>
                <a:lnTo>
                  <a:pt x="657949" y="48248"/>
                </a:lnTo>
                <a:lnTo>
                  <a:pt x="657769" y="47388"/>
                </a:lnTo>
                <a:lnTo>
                  <a:pt x="657566" y="46544"/>
                </a:lnTo>
                <a:lnTo>
                  <a:pt x="657339" y="45718"/>
                </a:lnTo>
                <a:lnTo>
                  <a:pt x="657087" y="44907"/>
                </a:lnTo>
                <a:lnTo>
                  <a:pt x="656812" y="44114"/>
                </a:lnTo>
                <a:lnTo>
                  <a:pt x="656513" y="43336"/>
                </a:lnTo>
                <a:lnTo>
                  <a:pt x="656190" y="42576"/>
                </a:lnTo>
                <a:lnTo>
                  <a:pt x="655843" y="41831"/>
                </a:lnTo>
                <a:lnTo>
                  <a:pt x="655472" y="41104"/>
                </a:lnTo>
                <a:lnTo>
                  <a:pt x="655077" y="40392"/>
                </a:lnTo>
                <a:lnTo>
                  <a:pt x="654658" y="39698"/>
                </a:lnTo>
                <a:lnTo>
                  <a:pt x="654215" y="39020"/>
                </a:lnTo>
                <a:lnTo>
                  <a:pt x="653748" y="38358"/>
                </a:lnTo>
                <a:lnTo>
                  <a:pt x="653258" y="37713"/>
                </a:lnTo>
                <a:lnTo>
                  <a:pt x="652743" y="37084"/>
                </a:lnTo>
                <a:lnTo>
                  <a:pt x="652204" y="36472"/>
                </a:lnTo>
                <a:lnTo>
                  <a:pt x="651642" y="35877"/>
                </a:lnTo>
                <a:lnTo>
                  <a:pt x="651061" y="35301"/>
                </a:lnTo>
                <a:lnTo>
                  <a:pt x="650466" y="34751"/>
                </a:lnTo>
                <a:lnTo>
                  <a:pt x="649859" y="34224"/>
                </a:lnTo>
                <a:lnTo>
                  <a:pt x="649238" y="33722"/>
                </a:lnTo>
                <a:lnTo>
                  <a:pt x="648604" y="33245"/>
                </a:lnTo>
                <a:lnTo>
                  <a:pt x="647956" y="32792"/>
                </a:lnTo>
                <a:lnTo>
                  <a:pt x="647295" y="32364"/>
                </a:lnTo>
                <a:lnTo>
                  <a:pt x="646621" y="31960"/>
                </a:lnTo>
                <a:lnTo>
                  <a:pt x="645933" y="31581"/>
                </a:lnTo>
                <a:lnTo>
                  <a:pt x="645233" y="31226"/>
                </a:lnTo>
                <a:lnTo>
                  <a:pt x="644519" y="30895"/>
                </a:lnTo>
                <a:lnTo>
                  <a:pt x="643791" y="30589"/>
                </a:lnTo>
                <a:lnTo>
                  <a:pt x="643051" y="30308"/>
                </a:lnTo>
                <a:lnTo>
                  <a:pt x="642297" y="30051"/>
                </a:lnTo>
                <a:lnTo>
                  <a:pt x="641529" y="29818"/>
                </a:lnTo>
                <a:lnTo>
                  <a:pt x="640749" y="29610"/>
                </a:lnTo>
                <a:lnTo>
                  <a:pt x="639955" y="29426"/>
                </a:lnTo>
                <a:lnTo>
                  <a:pt x="639148" y="29267"/>
                </a:lnTo>
                <a:lnTo>
                  <a:pt x="638327" y="29133"/>
                </a:lnTo>
                <a:lnTo>
                  <a:pt x="637494" y="29022"/>
                </a:lnTo>
                <a:lnTo>
                  <a:pt x="636647" y="28937"/>
                </a:lnTo>
                <a:lnTo>
                  <a:pt x="635786" y="28876"/>
                </a:lnTo>
                <a:lnTo>
                  <a:pt x="634913" y="28839"/>
                </a:lnTo>
                <a:lnTo>
                  <a:pt x="634026" y="28827"/>
                </a:lnTo>
                <a:lnTo>
                  <a:pt x="632977" y="28842"/>
                </a:lnTo>
                <a:lnTo>
                  <a:pt x="631943" y="28890"/>
                </a:lnTo>
                <a:lnTo>
                  <a:pt x="630924" y="28969"/>
                </a:lnTo>
                <a:lnTo>
                  <a:pt x="629920" y="29080"/>
                </a:lnTo>
                <a:lnTo>
                  <a:pt x="628931" y="29223"/>
                </a:lnTo>
                <a:lnTo>
                  <a:pt x="627957" y="29398"/>
                </a:lnTo>
                <a:lnTo>
                  <a:pt x="626998" y="29604"/>
                </a:lnTo>
                <a:lnTo>
                  <a:pt x="626053" y="29842"/>
                </a:lnTo>
                <a:lnTo>
                  <a:pt x="625123" y="30112"/>
                </a:lnTo>
                <a:lnTo>
                  <a:pt x="624209" y="30413"/>
                </a:lnTo>
                <a:lnTo>
                  <a:pt x="623309" y="30746"/>
                </a:lnTo>
                <a:lnTo>
                  <a:pt x="622424" y="31111"/>
                </a:lnTo>
                <a:lnTo>
                  <a:pt x="621553" y="31508"/>
                </a:lnTo>
                <a:lnTo>
                  <a:pt x="620698" y="31936"/>
                </a:lnTo>
                <a:lnTo>
                  <a:pt x="619858" y="32397"/>
                </a:lnTo>
                <a:lnTo>
                  <a:pt x="619032" y="32888"/>
                </a:lnTo>
                <a:lnTo>
                  <a:pt x="618221" y="33412"/>
                </a:lnTo>
                <a:lnTo>
                  <a:pt x="617426" y="33967"/>
                </a:lnTo>
                <a:lnTo>
                  <a:pt x="616645" y="34554"/>
                </a:lnTo>
                <a:lnTo>
                  <a:pt x="615878" y="35173"/>
                </a:lnTo>
                <a:lnTo>
                  <a:pt x="615127" y="35824"/>
                </a:lnTo>
                <a:lnTo>
                  <a:pt x="614391" y="36506"/>
                </a:lnTo>
                <a:lnTo>
                  <a:pt x="613669" y="37220"/>
                </a:lnTo>
                <a:lnTo>
                  <a:pt x="612963" y="37966"/>
                </a:lnTo>
                <a:lnTo>
                  <a:pt x="612278" y="38739"/>
                </a:lnTo>
                <a:lnTo>
                  <a:pt x="611623" y="39538"/>
                </a:lnTo>
                <a:lnTo>
                  <a:pt x="610996" y="40362"/>
                </a:lnTo>
                <a:lnTo>
                  <a:pt x="610399" y="41211"/>
                </a:lnTo>
                <a:lnTo>
                  <a:pt x="609831" y="42085"/>
                </a:lnTo>
                <a:lnTo>
                  <a:pt x="609292" y="42983"/>
                </a:lnTo>
                <a:lnTo>
                  <a:pt x="608782" y="43907"/>
                </a:lnTo>
                <a:lnTo>
                  <a:pt x="608301" y="44856"/>
                </a:lnTo>
                <a:lnTo>
                  <a:pt x="607850" y="45829"/>
                </a:lnTo>
                <a:lnTo>
                  <a:pt x="607427" y="46828"/>
                </a:lnTo>
                <a:lnTo>
                  <a:pt x="607034" y="47852"/>
                </a:lnTo>
                <a:lnTo>
                  <a:pt x="606670" y="48900"/>
                </a:lnTo>
                <a:lnTo>
                  <a:pt x="606335" y="49974"/>
                </a:lnTo>
                <a:lnTo>
                  <a:pt x="606029" y="51072"/>
                </a:lnTo>
                <a:lnTo>
                  <a:pt x="605752" y="52196"/>
                </a:lnTo>
                <a:lnTo>
                  <a:pt x="605505" y="53344"/>
                </a:lnTo>
                <a:lnTo>
                  <a:pt x="605286" y="54517"/>
                </a:lnTo>
                <a:lnTo>
                  <a:pt x="605097" y="55716"/>
                </a:lnTo>
                <a:lnTo>
                  <a:pt x="604937" y="56939"/>
                </a:lnTo>
                <a:lnTo>
                  <a:pt x="604805" y="58187"/>
                </a:lnTo>
                <a:lnTo>
                  <a:pt x="604703" y="59461"/>
                </a:lnTo>
                <a:lnTo>
                  <a:pt x="604631" y="60759"/>
                </a:lnTo>
                <a:lnTo>
                  <a:pt x="604587" y="62082"/>
                </a:lnTo>
                <a:lnTo>
                  <a:pt x="604572" y="63430"/>
                </a:lnTo>
                <a:lnTo>
                  <a:pt x="604587" y="64676"/>
                </a:lnTo>
                <a:lnTo>
                  <a:pt x="604629" y="65901"/>
                </a:lnTo>
                <a:lnTo>
                  <a:pt x="604700" y="67104"/>
                </a:lnTo>
                <a:lnTo>
                  <a:pt x="604800" y="68286"/>
                </a:lnTo>
                <a:lnTo>
                  <a:pt x="604927" y="69446"/>
                </a:lnTo>
                <a:lnTo>
                  <a:pt x="605084" y="70586"/>
                </a:lnTo>
                <a:lnTo>
                  <a:pt x="605268" y="71703"/>
                </a:lnTo>
                <a:lnTo>
                  <a:pt x="605481" y="72800"/>
                </a:lnTo>
                <a:lnTo>
                  <a:pt x="605723" y="73875"/>
                </a:lnTo>
                <a:lnTo>
                  <a:pt x="605993" y="74929"/>
                </a:lnTo>
                <a:lnTo>
                  <a:pt x="606291" y="75961"/>
                </a:lnTo>
                <a:lnTo>
                  <a:pt x="606618" y="76972"/>
                </a:lnTo>
                <a:lnTo>
                  <a:pt x="606973" y="77962"/>
                </a:lnTo>
                <a:lnTo>
                  <a:pt x="607356" y="78930"/>
                </a:lnTo>
                <a:lnTo>
                  <a:pt x="607768" y="79877"/>
                </a:lnTo>
                <a:lnTo>
                  <a:pt x="608209" y="80803"/>
                </a:lnTo>
                <a:lnTo>
                  <a:pt x="608677" y="81707"/>
                </a:lnTo>
                <a:lnTo>
                  <a:pt x="609174" y="82590"/>
                </a:lnTo>
                <a:lnTo>
                  <a:pt x="609700" y="83452"/>
                </a:lnTo>
                <a:lnTo>
                  <a:pt x="610254" y="84292"/>
                </a:lnTo>
                <a:lnTo>
                  <a:pt x="610836" y="85111"/>
                </a:lnTo>
                <a:lnTo>
                  <a:pt x="611447" y="85908"/>
                </a:lnTo>
                <a:lnTo>
                  <a:pt x="612086" y="86685"/>
                </a:lnTo>
                <a:lnTo>
                  <a:pt x="612754" y="87439"/>
                </a:lnTo>
                <a:lnTo>
                  <a:pt x="613441" y="88168"/>
                </a:lnTo>
                <a:lnTo>
                  <a:pt x="614140" y="88865"/>
                </a:lnTo>
                <a:lnTo>
                  <a:pt x="614851" y="89532"/>
                </a:lnTo>
                <a:lnTo>
                  <a:pt x="615573" y="90167"/>
                </a:lnTo>
                <a:lnTo>
                  <a:pt x="616306" y="90772"/>
                </a:lnTo>
                <a:lnTo>
                  <a:pt x="617051" y="91345"/>
                </a:lnTo>
                <a:lnTo>
                  <a:pt x="617808" y="91888"/>
                </a:lnTo>
                <a:lnTo>
                  <a:pt x="618576" y="92399"/>
                </a:lnTo>
                <a:lnTo>
                  <a:pt x="619355" y="92880"/>
                </a:lnTo>
                <a:lnTo>
                  <a:pt x="620146" y="93329"/>
                </a:lnTo>
                <a:lnTo>
                  <a:pt x="620948" y="93748"/>
                </a:lnTo>
                <a:lnTo>
                  <a:pt x="621762" y="94135"/>
                </a:lnTo>
                <a:lnTo>
                  <a:pt x="622588" y="94492"/>
                </a:lnTo>
                <a:lnTo>
                  <a:pt x="623424" y="94817"/>
                </a:lnTo>
                <a:lnTo>
                  <a:pt x="624273" y="95112"/>
                </a:lnTo>
                <a:lnTo>
                  <a:pt x="625132" y="95375"/>
                </a:lnTo>
                <a:lnTo>
                  <a:pt x="626004" y="95608"/>
                </a:lnTo>
                <a:lnTo>
                  <a:pt x="626886" y="95809"/>
                </a:lnTo>
                <a:lnTo>
                  <a:pt x="627781" y="95980"/>
                </a:lnTo>
                <a:lnTo>
                  <a:pt x="628686" y="96119"/>
                </a:lnTo>
                <a:lnTo>
                  <a:pt x="629604" y="96228"/>
                </a:lnTo>
                <a:lnTo>
                  <a:pt x="630532" y="96305"/>
                </a:lnTo>
                <a:lnTo>
                  <a:pt x="631473" y="96352"/>
                </a:lnTo>
                <a:lnTo>
                  <a:pt x="632424" y="96367"/>
                </a:lnTo>
                <a:lnTo>
                  <a:pt x="633300" y="96354"/>
                </a:lnTo>
                <a:lnTo>
                  <a:pt x="634163" y="96313"/>
                </a:lnTo>
                <a:lnTo>
                  <a:pt x="635015" y="96245"/>
                </a:lnTo>
                <a:lnTo>
                  <a:pt x="635853" y="96150"/>
                </a:lnTo>
                <a:lnTo>
                  <a:pt x="636680" y="96027"/>
                </a:lnTo>
                <a:lnTo>
                  <a:pt x="637494" y="95878"/>
                </a:lnTo>
                <a:lnTo>
                  <a:pt x="638296" y="95701"/>
                </a:lnTo>
                <a:lnTo>
                  <a:pt x="639085" y="95497"/>
                </a:lnTo>
                <a:lnTo>
                  <a:pt x="639863" y="95266"/>
                </a:lnTo>
                <a:lnTo>
                  <a:pt x="640627" y="95007"/>
                </a:lnTo>
                <a:lnTo>
                  <a:pt x="641380" y="94722"/>
                </a:lnTo>
                <a:lnTo>
                  <a:pt x="642120" y="94409"/>
                </a:lnTo>
                <a:lnTo>
                  <a:pt x="642848" y="94069"/>
                </a:lnTo>
                <a:lnTo>
                  <a:pt x="643563" y="93702"/>
                </a:lnTo>
                <a:lnTo>
                  <a:pt x="644267" y="93307"/>
                </a:lnTo>
                <a:lnTo>
                  <a:pt x="644958" y="92886"/>
                </a:lnTo>
                <a:lnTo>
                  <a:pt x="645636" y="92437"/>
                </a:lnTo>
                <a:lnTo>
                  <a:pt x="646302" y="91961"/>
                </a:lnTo>
                <a:lnTo>
                  <a:pt x="646956" y="91458"/>
                </a:lnTo>
                <a:lnTo>
                  <a:pt x="647598" y="90927"/>
                </a:lnTo>
                <a:lnTo>
                  <a:pt x="648227" y="90370"/>
                </a:lnTo>
                <a:lnTo>
                  <a:pt x="648844" y="89785"/>
                </a:lnTo>
                <a:lnTo>
                  <a:pt x="649448" y="89173"/>
                </a:lnTo>
                <a:lnTo>
                  <a:pt x="650040" y="88534"/>
                </a:lnTo>
                <a:lnTo>
                  <a:pt x="650617" y="87878"/>
                </a:lnTo>
                <a:lnTo>
                  <a:pt x="651174" y="87217"/>
                </a:lnTo>
                <a:lnTo>
                  <a:pt x="651712" y="86549"/>
                </a:lnTo>
                <a:lnTo>
                  <a:pt x="652230" y="85875"/>
                </a:lnTo>
                <a:lnTo>
                  <a:pt x="652729" y="85196"/>
                </a:lnTo>
                <a:lnTo>
                  <a:pt x="653209" y="84511"/>
                </a:lnTo>
                <a:lnTo>
                  <a:pt x="653669" y="83819"/>
                </a:lnTo>
                <a:lnTo>
                  <a:pt x="654110" y="83122"/>
                </a:lnTo>
                <a:lnTo>
                  <a:pt x="654532" y="82419"/>
                </a:lnTo>
                <a:lnTo>
                  <a:pt x="654934" y="81710"/>
                </a:lnTo>
                <a:lnTo>
                  <a:pt x="655317" y="80995"/>
                </a:lnTo>
                <a:lnTo>
                  <a:pt x="655680" y="80274"/>
                </a:lnTo>
                <a:lnTo>
                  <a:pt x="656025" y="79547"/>
                </a:lnTo>
                <a:lnTo>
                  <a:pt x="656350" y="78815"/>
                </a:lnTo>
                <a:lnTo>
                  <a:pt x="656655" y="78076"/>
                </a:lnTo>
                <a:lnTo>
                  <a:pt x="656942" y="77331"/>
                </a:lnTo>
                <a:lnTo>
                  <a:pt x="657208" y="76581"/>
                </a:lnTo>
                <a:lnTo>
                  <a:pt x="657456" y="75824"/>
                </a:lnTo>
                <a:lnTo>
                  <a:pt x="657684" y="75062"/>
                </a:lnTo>
                <a:lnTo>
                  <a:pt x="657893" y="74294"/>
                </a:lnTo>
                <a:lnTo>
                  <a:pt x="658083" y="73520"/>
                </a:lnTo>
                <a:lnTo>
                  <a:pt x="658253" y="72739"/>
                </a:lnTo>
                <a:lnTo>
                  <a:pt x="658404" y="71953"/>
                </a:lnTo>
                <a:lnTo>
                  <a:pt x="658535" y="71161"/>
                </a:lnTo>
                <a:lnTo>
                  <a:pt x="656377" y="69769"/>
                </a:lnTo>
                <a:lnTo>
                  <a:pt x="656113" y="70457"/>
                </a:lnTo>
                <a:lnTo>
                  <a:pt x="655844" y="71127"/>
                </a:lnTo>
                <a:lnTo>
                  <a:pt x="655570" y="71781"/>
                </a:lnTo>
                <a:lnTo>
                  <a:pt x="655291" y="72418"/>
                </a:lnTo>
                <a:lnTo>
                  <a:pt x="655006" y="73037"/>
                </a:lnTo>
                <a:lnTo>
                  <a:pt x="654717" y="73640"/>
                </a:lnTo>
                <a:lnTo>
                  <a:pt x="654422" y="74225"/>
                </a:lnTo>
                <a:lnTo>
                  <a:pt x="654122" y="74794"/>
                </a:lnTo>
                <a:lnTo>
                  <a:pt x="653816" y="75345"/>
                </a:lnTo>
                <a:lnTo>
                  <a:pt x="653506" y="75880"/>
                </a:lnTo>
                <a:lnTo>
                  <a:pt x="653190" y="76397"/>
                </a:lnTo>
                <a:lnTo>
                  <a:pt x="652869" y="76897"/>
                </a:lnTo>
                <a:lnTo>
                  <a:pt x="652543" y="77380"/>
                </a:lnTo>
                <a:lnTo>
                  <a:pt x="652212" y="77847"/>
                </a:lnTo>
                <a:lnTo>
                  <a:pt x="651875" y="78296"/>
                </a:lnTo>
                <a:lnTo>
                  <a:pt x="651534" y="78728"/>
                </a:lnTo>
                <a:lnTo>
                  <a:pt x="651187" y="79143"/>
                </a:lnTo>
                <a:lnTo>
                  <a:pt x="650835" y="79541"/>
                </a:lnTo>
                <a:lnTo>
                  <a:pt x="650477" y="79922"/>
                </a:lnTo>
                <a:lnTo>
                  <a:pt x="650115" y="80286"/>
                </a:lnTo>
                <a:lnTo>
                  <a:pt x="649747" y="80633"/>
                </a:lnTo>
                <a:lnTo>
                  <a:pt x="649374" y="80962"/>
                </a:lnTo>
                <a:lnTo>
                  <a:pt x="648996" y="81275"/>
                </a:lnTo>
                <a:lnTo>
                  <a:pt x="648613" y="81571"/>
                </a:lnTo>
                <a:lnTo>
                  <a:pt x="648224" y="81852"/>
                </a:lnTo>
                <a:lnTo>
                  <a:pt x="647830" y="82122"/>
                </a:lnTo>
                <a:lnTo>
                  <a:pt x="647430" y="82379"/>
                </a:lnTo>
                <a:lnTo>
                  <a:pt x="647024" y="82624"/>
                </a:lnTo>
                <a:lnTo>
                  <a:pt x="646613" y="82858"/>
                </a:lnTo>
                <a:lnTo>
                  <a:pt x="646196" y="83079"/>
                </a:lnTo>
                <a:lnTo>
                  <a:pt x="645773" y="83288"/>
                </a:lnTo>
                <a:lnTo>
                  <a:pt x="645344" y="83486"/>
                </a:lnTo>
                <a:lnTo>
                  <a:pt x="644910" y="83671"/>
                </a:lnTo>
                <a:lnTo>
                  <a:pt x="644470" y="83845"/>
                </a:lnTo>
                <a:lnTo>
                  <a:pt x="644025" y="84006"/>
                </a:lnTo>
                <a:lnTo>
                  <a:pt x="643574" y="84156"/>
                </a:lnTo>
                <a:lnTo>
                  <a:pt x="643117" y="84294"/>
                </a:lnTo>
                <a:lnTo>
                  <a:pt x="642654" y="84419"/>
                </a:lnTo>
                <a:lnTo>
                  <a:pt x="642186" y="84533"/>
                </a:lnTo>
                <a:lnTo>
                  <a:pt x="641712" y="84635"/>
                </a:lnTo>
                <a:lnTo>
                  <a:pt x="641232" y="84724"/>
                </a:lnTo>
                <a:lnTo>
                  <a:pt x="640747" y="84802"/>
                </a:lnTo>
                <a:lnTo>
                  <a:pt x="640256" y="84868"/>
                </a:lnTo>
                <a:lnTo>
                  <a:pt x="639759" y="84922"/>
                </a:lnTo>
                <a:lnTo>
                  <a:pt x="639257" y="84964"/>
                </a:lnTo>
                <a:lnTo>
                  <a:pt x="638749" y="84994"/>
                </a:lnTo>
                <a:lnTo>
                  <a:pt x="638235" y="85012"/>
                </a:lnTo>
                <a:lnTo>
                  <a:pt x="637716" y="85018"/>
                </a:lnTo>
                <a:lnTo>
                  <a:pt x="636937" y="85004"/>
                </a:lnTo>
                <a:lnTo>
                  <a:pt x="636166" y="84962"/>
                </a:lnTo>
                <a:lnTo>
                  <a:pt x="635404" y="84892"/>
                </a:lnTo>
                <a:lnTo>
                  <a:pt x="634650" y="84794"/>
                </a:lnTo>
                <a:lnTo>
                  <a:pt x="633905" y="84668"/>
                </a:lnTo>
                <a:lnTo>
                  <a:pt x="633168" y="84514"/>
                </a:lnTo>
                <a:lnTo>
                  <a:pt x="632440" y="84332"/>
                </a:lnTo>
                <a:lnTo>
                  <a:pt x="631720" y="84122"/>
                </a:lnTo>
                <a:lnTo>
                  <a:pt x="631009" y="83885"/>
                </a:lnTo>
                <a:lnTo>
                  <a:pt x="630306" y="83619"/>
                </a:lnTo>
                <a:lnTo>
                  <a:pt x="629611" y="83325"/>
                </a:lnTo>
                <a:lnTo>
                  <a:pt x="628925" y="83003"/>
                </a:lnTo>
                <a:lnTo>
                  <a:pt x="628248" y="82654"/>
                </a:lnTo>
                <a:lnTo>
                  <a:pt x="627579" y="82276"/>
                </a:lnTo>
                <a:lnTo>
                  <a:pt x="626918" y="81870"/>
                </a:lnTo>
                <a:lnTo>
                  <a:pt x="626266" y="81437"/>
                </a:lnTo>
                <a:lnTo>
                  <a:pt x="625622" y="80975"/>
                </a:lnTo>
                <a:lnTo>
                  <a:pt x="624987" y="80485"/>
                </a:lnTo>
                <a:lnTo>
                  <a:pt x="624360" y="79968"/>
                </a:lnTo>
                <a:lnTo>
                  <a:pt x="623742" y="79422"/>
                </a:lnTo>
                <a:lnTo>
                  <a:pt x="623132" y="78849"/>
                </a:lnTo>
                <a:lnTo>
                  <a:pt x="622531" y="78247"/>
                </a:lnTo>
                <a:lnTo>
                  <a:pt x="621938" y="77618"/>
                </a:lnTo>
                <a:lnTo>
                  <a:pt x="621353" y="76960"/>
                </a:lnTo>
                <a:lnTo>
                  <a:pt x="620785" y="76278"/>
                </a:lnTo>
                <a:lnTo>
                  <a:pt x="620241" y="75575"/>
                </a:lnTo>
                <a:lnTo>
                  <a:pt x="619722" y="74850"/>
                </a:lnTo>
                <a:lnTo>
                  <a:pt x="619227" y="74104"/>
                </a:lnTo>
                <a:lnTo>
                  <a:pt x="618757" y="73337"/>
                </a:lnTo>
                <a:lnTo>
                  <a:pt x="618311" y="72548"/>
                </a:lnTo>
                <a:lnTo>
                  <a:pt x="617890" y="71739"/>
                </a:lnTo>
                <a:lnTo>
                  <a:pt x="617493" y="70908"/>
                </a:lnTo>
                <a:lnTo>
                  <a:pt x="617120" y="70056"/>
                </a:lnTo>
                <a:lnTo>
                  <a:pt x="616772" y="69183"/>
                </a:lnTo>
                <a:lnTo>
                  <a:pt x="616448" y="68288"/>
                </a:lnTo>
                <a:lnTo>
                  <a:pt x="616148" y="67373"/>
                </a:lnTo>
                <a:lnTo>
                  <a:pt x="615873" y="66436"/>
                </a:lnTo>
                <a:lnTo>
                  <a:pt x="615623" y="65477"/>
                </a:lnTo>
                <a:lnTo>
                  <a:pt x="615397" y="64498"/>
                </a:lnTo>
                <a:lnTo>
                  <a:pt x="615195" y="63498"/>
                </a:lnTo>
                <a:lnTo>
                  <a:pt x="615017" y="62476"/>
                </a:lnTo>
                <a:lnTo>
                  <a:pt x="614864" y="61433"/>
                </a:lnTo>
                <a:lnTo>
                  <a:pt x="614736" y="60368"/>
                </a:lnTo>
                <a:lnTo>
                  <a:pt x="614632" y="59283"/>
                </a:lnTo>
                <a:lnTo>
                  <a:pt x="614552" y="58176"/>
                </a:lnTo>
                <a:lnTo>
                  <a:pt x="614497" y="57048"/>
                </a:lnTo>
                <a:lnTo>
                  <a:pt x="614466" y="55899"/>
                </a:lnTo>
                <a:lnTo>
                  <a:pt x="614460" y="54729"/>
                </a:lnTo>
                <a:lnTo>
                  <a:pt x="658535" y="54729"/>
                </a:lnTo>
                <a:lnTo>
                  <a:pt x="658523" y="53753"/>
                </a:lnTo>
                <a:lnTo>
                  <a:pt x="658487" y="52794"/>
                </a:lnTo>
                <a:lnTo>
                  <a:pt x="658428" y="51852"/>
                </a:lnTo>
                <a:close/>
                <a:moveTo>
                  <a:pt x="614820" y="48119"/>
                </a:moveTo>
                <a:lnTo>
                  <a:pt x="614944" y="47507"/>
                </a:lnTo>
                <a:lnTo>
                  <a:pt x="615080" y="46906"/>
                </a:lnTo>
                <a:lnTo>
                  <a:pt x="615229" y="46318"/>
                </a:lnTo>
                <a:lnTo>
                  <a:pt x="615392" y="45743"/>
                </a:lnTo>
                <a:lnTo>
                  <a:pt x="615568" y="45179"/>
                </a:lnTo>
                <a:lnTo>
                  <a:pt x="615757" y="44628"/>
                </a:lnTo>
                <a:lnTo>
                  <a:pt x="615959" y="44089"/>
                </a:lnTo>
                <a:lnTo>
                  <a:pt x="616174" y="43562"/>
                </a:lnTo>
                <a:lnTo>
                  <a:pt x="616403" y="43047"/>
                </a:lnTo>
                <a:lnTo>
                  <a:pt x="616645" y="42545"/>
                </a:lnTo>
                <a:lnTo>
                  <a:pt x="616900" y="42055"/>
                </a:lnTo>
                <a:lnTo>
                  <a:pt x="617168" y="41577"/>
                </a:lnTo>
                <a:lnTo>
                  <a:pt x="617449" y="41111"/>
                </a:lnTo>
                <a:lnTo>
                  <a:pt x="617743" y="40657"/>
                </a:lnTo>
                <a:lnTo>
                  <a:pt x="618051" y="40216"/>
                </a:lnTo>
                <a:lnTo>
                  <a:pt x="618372" y="39787"/>
                </a:lnTo>
                <a:lnTo>
                  <a:pt x="618706" y="39370"/>
                </a:lnTo>
                <a:lnTo>
                  <a:pt x="619053" y="38965"/>
                </a:lnTo>
                <a:lnTo>
                  <a:pt x="619413" y="38572"/>
                </a:lnTo>
                <a:lnTo>
                  <a:pt x="619786" y="38192"/>
                </a:lnTo>
                <a:lnTo>
                  <a:pt x="620169" y="37825"/>
                </a:lnTo>
                <a:lnTo>
                  <a:pt x="620555" y="37474"/>
                </a:lnTo>
                <a:lnTo>
                  <a:pt x="620946" y="37139"/>
                </a:lnTo>
                <a:lnTo>
                  <a:pt x="621341" y="36820"/>
                </a:lnTo>
                <a:lnTo>
                  <a:pt x="621740" y="36515"/>
                </a:lnTo>
                <a:lnTo>
                  <a:pt x="622143" y="36227"/>
                </a:lnTo>
                <a:lnTo>
                  <a:pt x="622551" y="35954"/>
                </a:lnTo>
                <a:lnTo>
                  <a:pt x="622962" y="35697"/>
                </a:lnTo>
                <a:lnTo>
                  <a:pt x="623378" y="35455"/>
                </a:lnTo>
                <a:lnTo>
                  <a:pt x="623799" y="35229"/>
                </a:lnTo>
                <a:lnTo>
                  <a:pt x="624223" y="35018"/>
                </a:lnTo>
                <a:lnTo>
                  <a:pt x="624652" y="34823"/>
                </a:lnTo>
                <a:lnTo>
                  <a:pt x="625085" y="34644"/>
                </a:lnTo>
                <a:lnTo>
                  <a:pt x="625522" y="34480"/>
                </a:lnTo>
                <a:lnTo>
                  <a:pt x="625963" y="34332"/>
                </a:lnTo>
                <a:lnTo>
                  <a:pt x="626409" y="34200"/>
                </a:lnTo>
                <a:lnTo>
                  <a:pt x="626859" y="34083"/>
                </a:lnTo>
                <a:lnTo>
                  <a:pt x="627313" y="33981"/>
                </a:lnTo>
                <a:lnTo>
                  <a:pt x="627771" y="33896"/>
                </a:lnTo>
                <a:lnTo>
                  <a:pt x="628234" y="33825"/>
                </a:lnTo>
                <a:lnTo>
                  <a:pt x="628701" y="33771"/>
                </a:lnTo>
                <a:lnTo>
                  <a:pt x="629172" y="33732"/>
                </a:lnTo>
                <a:lnTo>
                  <a:pt x="629647" y="33708"/>
                </a:lnTo>
                <a:lnTo>
                  <a:pt x="630126" y="33701"/>
                </a:lnTo>
                <a:lnTo>
                  <a:pt x="630439" y="33705"/>
                </a:lnTo>
                <a:lnTo>
                  <a:pt x="630751" y="33716"/>
                </a:lnTo>
                <a:lnTo>
                  <a:pt x="631062" y="33736"/>
                </a:lnTo>
                <a:lnTo>
                  <a:pt x="631371" y="33763"/>
                </a:lnTo>
                <a:lnTo>
                  <a:pt x="631679" y="33797"/>
                </a:lnTo>
                <a:lnTo>
                  <a:pt x="631987" y="33840"/>
                </a:lnTo>
                <a:lnTo>
                  <a:pt x="632293" y="33890"/>
                </a:lnTo>
                <a:lnTo>
                  <a:pt x="632598" y="33948"/>
                </a:lnTo>
                <a:lnTo>
                  <a:pt x="632902" y="34014"/>
                </a:lnTo>
                <a:lnTo>
                  <a:pt x="633205" y="34088"/>
                </a:lnTo>
                <a:lnTo>
                  <a:pt x="633507" y="34169"/>
                </a:lnTo>
                <a:lnTo>
                  <a:pt x="633808" y="34258"/>
                </a:lnTo>
                <a:lnTo>
                  <a:pt x="634108" y="34354"/>
                </a:lnTo>
                <a:lnTo>
                  <a:pt x="634406" y="34459"/>
                </a:lnTo>
                <a:lnTo>
                  <a:pt x="634704" y="34571"/>
                </a:lnTo>
                <a:lnTo>
                  <a:pt x="635000" y="34691"/>
                </a:lnTo>
                <a:lnTo>
                  <a:pt x="635296" y="34819"/>
                </a:lnTo>
                <a:lnTo>
                  <a:pt x="635590" y="34954"/>
                </a:lnTo>
                <a:lnTo>
                  <a:pt x="635883" y="35097"/>
                </a:lnTo>
                <a:lnTo>
                  <a:pt x="636175" y="35248"/>
                </a:lnTo>
                <a:lnTo>
                  <a:pt x="636467" y="35407"/>
                </a:lnTo>
                <a:lnTo>
                  <a:pt x="636756" y="35573"/>
                </a:lnTo>
                <a:lnTo>
                  <a:pt x="637045" y="35747"/>
                </a:lnTo>
                <a:lnTo>
                  <a:pt x="637333" y="35929"/>
                </a:lnTo>
                <a:lnTo>
                  <a:pt x="637617" y="36117"/>
                </a:lnTo>
                <a:lnTo>
                  <a:pt x="637896" y="36312"/>
                </a:lnTo>
                <a:lnTo>
                  <a:pt x="638168" y="36512"/>
                </a:lnTo>
                <a:lnTo>
                  <a:pt x="638435" y="36718"/>
                </a:lnTo>
                <a:lnTo>
                  <a:pt x="638695" y="36930"/>
                </a:lnTo>
                <a:lnTo>
                  <a:pt x="638950" y="37147"/>
                </a:lnTo>
                <a:lnTo>
                  <a:pt x="639199" y="37371"/>
                </a:lnTo>
                <a:lnTo>
                  <a:pt x="639441" y="37600"/>
                </a:lnTo>
                <a:lnTo>
                  <a:pt x="639678" y="37835"/>
                </a:lnTo>
                <a:lnTo>
                  <a:pt x="639909" y="38076"/>
                </a:lnTo>
                <a:lnTo>
                  <a:pt x="640134" y="38322"/>
                </a:lnTo>
                <a:lnTo>
                  <a:pt x="640353" y="38575"/>
                </a:lnTo>
                <a:lnTo>
                  <a:pt x="640566" y="38833"/>
                </a:lnTo>
                <a:lnTo>
                  <a:pt x="640774" y="39097"/>
                </a:lnTo>
                <a:lnTo>
                  <a:pt x="640975" y="39367"/>
                </a:lnTo>
                <a:lnTo>
                  <a:pt x="641170" y="39642"/>
                </a:lnTo>
                <a:lnTo>
                  <a:pt x="641360" y="39924"/>
                </a:lnTo>
                <a:lnTo>
                  <a:pt x="641543" y="40211"/>
                </a:lnTo>
                <a:lnTo>
                  <a:pt x="641721" y="40504"/>
                </a:lnTo>
                <a:lnTo>
                  <a:pt x="641893" y="40803"/>
                </a:lnTo>
                <a:lnTo>
                  <a:pt x="642059" y="41108"/>
                </a:lnTo>
                <a:lnTo>
                  <a:pt x="642219" y="41418"/>
                </a:lnTo>
                <a:lnTo>
                  <a:pt x="642372" y="41734"/>
                </a:lnTo>
                <a:lnTo>
                  <a:pt x="642520" y="42056"/>
                </a:lnTo>
                <a:lnTo>
                  <a:pt x="642612" y="42271"/>
                </a:lnTo>
                <a:lnTo>
                  <a:pt x="642701" y="42499"/>
                </a:lnTo>
                <a:lnTo>
                  <a:pt x="642787" y="42739"/>
                </a:lnTo>
                <a:lnTo>
                  <a:pt x="642871" y="42992"/>
                </a:lnTo>
                <a:lnTo>
                  <a:pt x="642951" y="43258"/>
                </a:lnTo>
                <a:lnTo>
                  <a:pt x="643030" y="43536"/>
                </a:lnTo>
                <a:lnTo>
                  <a:pt x="643105" y="43826"/>
                </a:lnTo>
                <a:lnTo>
                  <a:pt x="643178" y="44130"/>
                </a:lnTo>
                <a:lnTo>
                  <a:pt x="643248" y="44445"/>
                </a:lnTo>
                <a:lnTo>
                  <a:pt x="643316" y="44774"/>
                </a:lnTo>
                <a:lnTo>
                  <a:pt x="643381" y="45115"/>
                </a:lnTo>
                <a:lnTo>
                  <a:pt x="643443" y="45468"/>
                </a:lnTo>
                <a:lnTo>
                  <a:pt x="643503" y="45834"/>
                </a:lnTo>
                <a:lnTo>
                  <a:pt x="643560" y="46213"/>
                </a:lnTo>
                <a:lnTo>
                  <a:pt x="643614" y="46604"/>
                </a:lnTo>
                <a:lnTo>
                  <a:pt x="643666" y="47008"/>
                </a:lnTo>
                <a:lnTo>
                  <a:pt x="643714" y="47424"/>
                </a:lnTo>
                <a:lnTo>
                  <a:pt x="643761" y="47853"/>
                </a:lnTo>
                <a:lnTo>
                  <a:pt x="643804" y="48294"/>
                </a:lnTo>
                <a:lnTo>
                  <a:pt x="643845" y="48748"/>
                </a:lnTo>
                <a:lnTo>
                  <a:pt x="643884" y="49215"/>
                </a:lnTo>
                <a:lnTo>
                  <a:pt x="643919" y="49694"/>
                </a:lnTo>
                <a:lnTo>
                  <a:pt x="643952" y="50186"/>
                </a:lnTo>
                <a:lnTo>
                  <a:pt x="643983" y="50690"/>
                </a:lnTo>
                <a:lnTo>
                  <a:pt x="614460" y="50690"/>
                </a:lnTo>
                <a:lnTo>
                  <a:pt x="614530" y="50029"/>
                </a:lnTo>
                <a:lnTo>
                  <a:pt x="614614" y="49380"/>
                </a:lnTo>
                <a:lnTo>
                  <a:pt x="614711" y="48743"/>
                </a:lnTo>
                <a:lnTo>
                  <a:pt x="614820" y="48119"/>
                </a:lnTo>
                <a:close/>
                <a:moveTo>
                  <a:pt x="790596" y="28942"/>
                </a:moveTo>
                <a:lnTo>
                  <a:pt x="789947" y="29006"/>
                </a:lnTo>
                <a:lnTo>
                  <a:pt x="789302" y="29085"/>
                </a:lnTo>
                <a:lnTo>
                  <a:pt x="788659" y="29179"/>
                </a:lnTo>
                <a:lnTo>
                  <a:pt x="788019" y="29286"/>
                </a:lnTo>
                <a:lnTo>
                  <a:pt x="787383" y="29409"/>
                </a:lnTo>
                <a:lnTo>
                  <a:pt x="786749" y="29545"/>
                </a:lnTo>
                <a:lnTo>
                  <a:pt x="786118" y="29696"/>
                </a:lnTo>
                <a:lnTo>
                  <a:pt x="785489" y="29861"/>
                </a:lnTo>
                <a:lnTo>
                  <a:pt x="784864" y="30041"/>
                </a:lnTo>
                <a:lnTo>
                  <a:pt x="784242" y="30235"/>
                </a:lnTo>
                <a:lnTo>
                  <a:pt x="783623" y="30443"/>
                </a:lnTo>
                <a:lnTo>
                  <a:pt x="783006" y="30666"/>
                </a:lnTo>
                <a:lnTo>
                  <a:pt x="782392" y="30903"/>
                </a:lnTo>
                <a:lnTo>
                  <a:pt x="781782" y="31155"/>
                </a:lnTo>
                <a:lnTo>
                  <a:pt x="781174" y="31420"/>
                </a:lnTo>
                <a:lnTo>
                  <a:pt x="780569" y="31701"/>
                </a:lnTo>
                <a:lnTo>
                  <a:pt x="779967" y="31995"/>
                </a:lnTo>
                <a:lnTo>
                  <a:pt x="779368" y="32304"/>
                </a:lnTo>
                <a:lnTo>
                  <a:pt x="778772" y="32628"/>
                </a:lnTo>
                <a:lnTo>
                  <a:pt x="778178" y="32965"/>
                </a:lnTo>
                <a:lnTo>
                  <a:pt x="777591" y="33318"/>
                </a:lnTo>
                <a:lnTo>
                  <a:pt x="777014" y="33686"/>
                </a:lnTo>
                <a:lnTo>
                  <a:pt x="776446" y="34071"/>
                </a:lnTo>
                <a:lnTo>
                  <a:pt x="775887" y="34470"/>
                </a:lnTo>
                <a:lnTo>
                  <a:pt x="775338" y="34886"/>
                </a:lnTo>
                <a:lnTo>
                  <a:pt x="774799" y="35317"/>
                </a:lnTo>
                <a:lnTo>
                  <a:pt x="774269" y="35764"/>
                </a:lnTo>
                <a:lnTo>
                  <a:pt x="773749" y="36227"/>
                </a:lnTo>
                <a:lnTo>
                  <a:pt x="773238" y="36705"/>
                </a:lnTo>
                <a:lnTo>
                  <a:pt x="772737" y="37199"/>
                </a:lnTo>
                <a:lnTo>
                  <a:pt x="772246" y="37709"/>
                </a:lnTo>
                <a:lnTo>
                  <a:pt x="771764" y="38234"/>
                </a:lnTo>
                <a:lnTo>
                  <a:pt x="771291" y="38775"/>
                </a:lnTo>
                <a:lnTo>
                  <a:pt x="770828" y="39332"/>
                </a:lnTo>
                <a:lnTo>
                  <a:pt x="770375" y="39905"/>
                </a:lnTo>
                <a:lnTo>
                  <a:pt x="769931" y="40493"/>
                </a:lnTo>
                <a:lnTo>
                  <a:pt x="769497" y="41097"/>
                </a:lnTo>
                <a:lnTo>
                  <a:pt x="769072" y="41717"/>
                </a:lnTo>
                <a:lnTo>
                  <a:pt x="768657" y="42352"/>
                </a:lnTo>
                <a:lnTo>
                  <a:pt x="768251" y="43003"/>
                </a:lnTo>
                <a:lnTo>
                  <a:pt x="767855" y="43670"/>
                </a:lnTo>
                <a:lnTo>
                  <a:pt x="767469" y="44352"/>
                </a:lnTo>
                <a:lnTo>
                  <a:pt x="767092" y="45050"/>
                </a:lnTo>
                <a:lnTo>
                  <a:pt x="766724" y="45764"/>
                </a:lnTo>
                <a:lnTo>
                  <a:pt x="766369" y="46486"/>
                </a:lnTo>
                <a:lnTo>
                  <a:pt x="766029" y="47208"/>
                </a:lnTo>
                <a:lnTo>
                  <a:pt x="765704" y="47931"/>
                </a:lnTo>
                <a:lnTo>
                  <a:pt x="765395" y="48654"/>
                </a:lnTo>
                <a:lnTo>
                  <a:pt x="765100" y="49377"/>
                </a:lnTo>
                <a:lnTo>
                  <a:pt x="764820" y="50101"/>
                </a:lnTo>
                <a:lnTo>
                  <a:pt x="764556" y="50825"/>
                </a:lnTo>
                <a:lnTo>
                  <a:pt x="764307" y="51549"/>
                </a:lnTo>
                <a:lnTo>
                  <a:pt x="764072" y="52274"/>
                </a:lnTo>
                <a:lnTo>
                  <a:pt x="763853" y="52999"/>
                </a:lnTo>
                <a:lnTo>
                  <a:pt x="763649" y="53724"/>
                </a:lnTo>
                <a:lnTo>
                  <a:pt x="763460" y="54450"/>
                </a:lnTo>
                <a:lnTo>
                  <a:pt x="763287" y="55177"/>
                </a:lnTo>
                <a:lnTo>
                  <a:pt x="763128" y="55903"/>
                </a:lnTo>
                <a:lnTo>
                  <a:pt x="762984" y="56630"/>
                </a:lnTo>
                <a:lnTo>
                  <a:pt x="762856" y="57357"/>
                </a:lnTo>
                <a:lnTo>
                  <a:pt x="762743" y="58085"/>
                </a:lnTo>
                <a:lnTo>
                  <a:pt x="762644" y="58813"/>
                </a:lnTo>
                <a:lnTo>
                  <a:pt x="762561" y="59541"/>
                </a:lnTo>
                <a:lnTo>
                  <a:pt x="762493" y="60270"/>
                </a:lnTo>
                <a:lnTo>
                  <a:pt x="762440" y="60999"/>
                </a:lnTo>
                <a:lnTo>
                  <a:pt x="762403" y="61729"/>
                </a:lnTo>
                <a:lnTo>
                  <a:pt x="762380" y="62459"/>
                </a:lnTo>
                <a:lnTo>
                  <a:pt x="762372" y="63189"/>
                </a:lnTo>
                <a:lnTo>
                  <a:pt x="762385" y="64187"/>
                </a:lnTo>
                <a:lnTo>
                  <a:pt x="762422" y="65178"/>
                </a:lnTo>
                <a:lnTo>
                  <a:pt x="762485" y="66160"/>
                </a:lnTo>
                <a:lnTo>
                  <a:pt x="762572" y="67134"/>
                </a:lnTo>
                <a:lnTo>
                  <a:pt x="762684" y="68100"/>
                </a:lnTo>
                <a:lnTo>
                  <a:pt x="762821" y="69057"/>
                </a:lnTo>
                <a:lnTo>
                  <a:pt x="762983" y="70007"/>
                </a:lnTo>
                <a:lnTo>
                  <a:pt x="763169" y="70948"/>
                </a:lnTo>
                <a:lnTo>
                  <a:pt x="763381" y="71881"/>
                </a:lnTo>
                <a:lnTo>
                  <a:pt x="763618" y="72806"/>
                </a:lnTo>
                <a:lnTo>
                  <a:pt x="763879" y="73722"/>
                </a:lnTo>
                <a:lnTo>
                  <a:pt x="764165" y="74630"/>
                </a:lnTo>
                <a:lnTo>
                  <a:pt x="764477" y="75530"/>
                </a:lnTo>
                <a:lnTo>
                  <a:pt x="764813" y="76422"/>
                </a:lnTo>
                <a:lnTo>
                  <a:pt x="765174" y="77306"/>
                </a:lnTo>
                <a:lnTo>
                  <a:pt x="765560" y="78181"/>
                </a:lnTo>
                <a:lnTo>
                  <a:pt x="765971" y="79049"/>
                </a:lnTo>
                <a:lnTo>
                  <a:pt x="766407" y="79908"/>
                </a:lnTo>
                <a:lnTo>
                  <a:pt x="766867" y="80758"/>
                </a:lnTo>
                <a:lnTo>
                  <a:pt x="767353" y="81601"/>
                </a:lnTo>
                <a:lnTo>
                  <a:pt x="767863" y="82435"/>
                </a:lnTo>
                <a:lnTo>
                  <a:pt x="768399" y="83262"/>
                </a:lnTo>
                <a:lnTo>
                  <a:pt x="768959" y="84080"/>
                </a:lnTo>
                <a:lnTo>
                  <a:pt x="769544" y="84889"/>
                </a:lnTo>
                <a:lnTo>
                  <a:pt x="770262" y="85826"/>
                </a:lnTo>
                <a:lnTo>
                  <a:pt x="771001" y="86723"/>
                </a:lnTo>
                <a:lnTo>
                  <a:pt x="771760" y="87579"/>
                </a:lnTo>
                <a:lnTo>
                  <a:pt x="772540" y="88396"/>
                </a:lnTo>
                <a:lnTo>
                  <a:pt x="773341" y="89174"/>
                </a:lnTo>
                <a:lnTo>
                  <a:pt x="774162" y="89911"/>
                </a:lnTo>
                <a:lnTo>
                  <a:pt x="775003" y="90608"/>
                </a:lnTo>
                <a:lnTo>
                  <a:pt x="775865" y="91266"/>
                </a:lnTo>
                <a:lnTo>
                  <a:pt x="776748" y="91884"/>
                </a:lnTo>
                <a:lnTo>
                  <a:pt x="777651" y="92462"/>
                </a:lnTo>
                <a:lnTo>
                  <a:pt x="778575" y="93000"/>
                </a:lnTo>
                <a:lnTo>
                  <a:pt x="779519" y="93498"/>
                </a:lnTo>
                <a:lnTo>
                  <a:pt x="780484" y="93956"/>
                </a:lnTo>
                <a:lnTo>
                  <a:pt x="781469" y="94375"/>
                </a:lnTo>
                <a:lnTo>
                  <a:pt x="782475" y="94753"/>
                </a:lnTo>
                <a:lnTo>
                  <a:pt x="783501" y="95092"/>
                </a:lnTo>
                <a:lnTo>
                  <a:pt x="784548" y="95391"/>
                </a:lnTo>
                <a:lnTo>
                  <a:pt x="785616" y="95650"/>
                </a:lnTo>
                <a:lnTo>
                  <a:pt x="786704" y="95869"/>
                </a:lnTo>
                <a:lnTo>
                  <a:pt x="787812" y="96048"/>
                </a:lnTo>
                <a:lnTo>
                  <a:pt x="788942" y="96188"/>
                </a:lnTo>
                <a:lnTo>
                  <a:pt x="790091" y="96288"/>
                </a:lnTo>
                <a:lnTo>
                  <a:pt x="791262" y="96347"/>
                </a:lnTo>
                <a:lnTo>
                  <a:pt x="792452" y="96367"/>
                </a:lnTo>
                <a:lnTo>
                  <a:pt x="793187" y="96360"/>
                </a:lnTo>
                <a:lnTo>
                  <a:pt x="793915" y="96336"/>
                </a:lnTo>
                <a:lnTo>
                  <a:pt x="794638" y="96298"/>
                </a:lnTo>
                <a:lnTo>
                  <a:pt x="795355" y="96244"/>
                </a:lnTo>
                <a:lnTo>
                  <a:pt x="796066" y="96174"/>
                </a:lnTo>
                <a:lnTo>
                  <a:pt x="796772" y="96089"/>
                </a:lnTo>
                <a:lnTo>
                  <a:pt x="797472" y="95989"/>
                </a:lnTo>
                <a:lnTo>
                  <a:pt x="798166" y="95873"/>
                </a:lnTo>
                <a:lnTo>
                  <a:pt x="798855" y="95741"/>
                </a:lnTo>
                <a:lnTo>
                  <a:pt x="799537" y="95594"/>
                </a:lnTo>
                <a:lnTo>
                  <a:pt x="800215" y="95432"/>
                </a:lnTo>
                <a:lnTo>
                  <a:pt x="800886" y="95254"/>
                </a:lnTo>
                <a:lnTo>
                  <a:pt x="801552" y="95061"/>
                </a:lnTo>
                <a:lnTo>
                  <a:pt x="802212" y="94852"/>
                </a:lnTo>
                <a:lnTo>
                  <a:pt x="802867" y="94628"/>
                </a:lnTo>
                <a:lnTo>
                  <a:pt x="803516" y="94389"/>
                </a:lnTo>
                <a:lnTo>
                  <a:pt x="804159" y="94134"/>
                </a:lnTo>
                <a:lnTo>
                  <a:pt x="804796" y="93863"/>
                </a:lnTo>
                <a:lnTo>
                  <a:pt x="805428" y="93577"/>
                </a:lnTo>
                <a:lnTo>
                  <a:pt x="806054" y="93276"/>
                </a:lnTo>
                <a:lnTo>
                  <a:pt x="806675" y="92959"/>
                </a:lnTo>
                <a:lnTo>
                  <a:pt x="807290" y="92626"/>
                </a:lnTo>
                <a:lnTo>
                  <a:pt x="807899" y="92279"/>
                </a:lnTo>
                <a:lnTo>
                  <a:pt x="808502" y="91915"/>
                </a:lnTo>
                <a:lnTo>
                  <a:pt x="809097" y="91537"/>
                </a:lnTo>
                <a:lnTo>
                  <a:pt x="809682" y="91143"/>
                </a:lnTo>
                <a:lnTo>
                  <a:pt x="810255" y="90735"/>
                </a:lnTo>
                <a:lnTo>
                  <a:pt x="810818" y="90312"/>
                </a:lnTo>
                <a:lnTo>
                  <a:pt x="811370" y="89873"/>
                </a:lnTo>
                <a:lnTo>
                  <a:pt x="811912" y="89420"/>
                </a:lnTo>
                <a:lnTo>
                  <a:pt x="812442" y="88952"/>
                </a:lnTo>
                <a:lnTo>
                  <a:pt x="812962" y="88468"/>
                </a:lnTo>
                <a:lnTo>
                  <a:pt x="813471" y="87970"/>
                </a:lnTo>
                <a:lnTo>
                  <a:pt x="813970" y="87457"/>
                </a:lnTo>
                <a:lnTo>
                  <a:pt x="814457" y="86929"/>
                </a:lnTo>
                <a:lnTo>
                  <a:pt x="814934" y="86386"/>
                </a:lnTo>
                <a:lnTo>
                  <a:pt x="815400" y="85828"/>
                </a:lnTo>
                <a:lnTo>
                  <a:pt x="815855" y="85255"/>
                </a:lnTo>
                <a:lnTo>
                  <a:pt x="816300" y="84667"/>
                </a:lnTo>
                <a:lnTo>
                  <a:pt x="816734" y="84064"/>
                </a:lnTo>
                <a:lnTo>
                  <a:pt x="817157" y="83446"/>
                </a:lnTo>
                <a:lnTo>
                  <a:pt x="817569" y="82813"/>
                </a:lnTo>
                <a:lnTo>
                  <a:pt x="817971" y="82165"/>
                </a:lnTo>
                <a:lnTo>
                  <a:pt x="818361" y="81502"/>
                </a:lnTo>
                <a:lnTo>
                  <a:pt x="818741" y="80824"/>
                </a:lnTo>
                <a:lnTo>
                  <a:pt x="819111" y="80131"/>
                </a:lnTo>
                <a:lnTo>
                  <a:pt x="819469" y="79424"/>
                </a:lnTo>
                <a:lnTo>
                  <a:pt x="819817" y="78701"/>
                </a:lnTo>
                <a:lnTo>
                  <a:pt x="820152" y="77971"/>
                </a:lnTo>
                <a:lnTo>
                  <a:pt x="820473" y="77242"/>
                </a:lnTo>
                <a:lnTo>
                  <a:pt x="820780" y="76513"/>
                </a:lnTo>
                <a:lnTo>
                  <a:pt x="821072" y="75785"/>
                </a:lnTo>
                <a:lnTo>
                  <a:pt x="821350" y="75058"/>
                </a:lnTo>
                <a:lnTo>
                  <a:pt x="821614" y="74332"/>
                </a:lnTo>
                <a:lnTo>
                  <a:pt x="821864" y="73606"/>
                </a:lnTo>
                <a:lnTo>
                  <a:pt x="822099" y="72881"/>
                </a:lnTo>
                <a:lnTo>
                  <a:pt x="822320" y="72157"/>
                </a:lnTo>
                <a:lnTo>
                  <a:pt x="822527" y="71433"/>
                </a:lnTo>
                <a:lnTo>
                  <a:pt x="822720" y="70711"/>
                </a:lnTo>
                <a:lnTo>
                  <a:pt x="822898" y="69989"/>
                </a:lnTo>
                <a:lnTo>
                  <a:pt x="823062" y="69267"/>
                </a:lnTo>
                <a:lnTo>
                  <a:pt x="823212" y="68547"/>
                </a:lnTo>
                <a:lnTo>
                  <a:pt x="823347" y="67827"/>
                </a:lnTo>
                <a:lnTo>
                  <a:pt x="823469" y="67108"/>
                </a:lnTo>
                <a:lnTo>
                  <a:pt x="823576" y="66389"/>
                </a:lnTo>
                <a:lnTo>
                  <a:pt x="823668" y="65672"/>
                </a:lnTo>
                <a:lnTo>
                  <a:pt x="823747" y="64955"/>
                </a:lnTo>
                <a:lnTo>
                  <a:pt x="823811" y="64238"/>
                </a:lnTo>
                <a:lnTo>
                  <a:pt x="823861" y="63523"/>
                </a:lnTo>
                <a:lnTo>
                  <a:pt x="823896" y="62808"/>
                </a:lnTo>
                <a:lnTo>
                  <a:pt x="823918" y="62094"/>
                </a:lnTo>
                <a:lnTo>
                  <a:pt x="823925" y="61381"/>
                </a:lnTo>
                <a:lnTo>
                  <a:pt x="823912" y="60371"/>
                </a:lnTo>
                <a:lnTo>
                  <a:pt x="823873" y="59371"/>
                </a:lnTo>
                <a:lnTo>
                  <a:pt x="823809" y="58381"/>
                </a:lnTo>
                <a:lnTo>
                  <a:pt x="823718" y="57400"/>
                </a:lnTo>
                <a:lnTo>
                  <a:pt x="823602" y="56429"/>
                </a:lnTo>
                <a:lnTo>
                  <a:pt x="823459" y="55468"/>
                </a:lnTo>
                <a:lnTo>
                  <a:pt x="823291" y="54516"/>
                </a:lnTo>
                <a:lnTo>
                  <a:pt x="823097" y="53574"/>
                </a:lnTo>
                <a:lnTo>
                  <a:pt x="822877" y="52642"/>
                </a:lnTo>
                <a:lnTo>
                  <a:pt x="822632" y="51719"/>
                </a:lnTo>
                <a:lnTo>
                  <a:pt x="822360" y="50806"/>
                </a:lnTo>
                <a:lnTo>
                  <a:pt x="822062" y="49903"/>
                </a:lnTo>
                <a:lnTo>
                  <a:pt x="821739" y="49009"/>
                </a:lnTo>
                <a:lnTo>
                  <a:pt x="821390" y="48125"/>
                </a:lnTo>
                <a:lnTo>
                  <a:pt x="821015" y="47251"/>
                </a:lnTo>
                <a:lnTo>
                  <a:pt x="820614" y="46386"/>
                </a:lnTo>
                <a:lnTo>
                  <a:pt x="820187" y="45531"/>
                </a:lnTo>
                <a:lnTo>
                  <a:pt x="819734" y="44686"/>
                </a:lnTo>
                <a:lnTo>
                  <a:pt x="819256" y="43850"/>
                </a:lnTo>
                <a:lnTo>
                  <a:pt x="818751" y="43024"/>
                </a:lnTo>
                <a:lnTo>
                  <a:pt x="818221" y="42208"/>
                </a:lnTo>
                <a:lnTo>
                  <a:pt x="817665" y="41401"/>
                </a:lnTo>
                <a:lnTo>
                  <a:pt x="817083" y="40604"/>
                </a:lnTo>
                <a:lnTo>
                  <a:pt x="816475" y="39817"/>
                </a:lnTo>
                <a:lnTo>
                  <a:pt x="815734" y="38920"/>
                </a:lnTo>
                <a:lnTo>
                  <a:pt x="814973" y="38062"/>
                </a:lnTo>
                <a:lnTo>
                  <a:pt x="814192" y="37241"/>
                </a:lnTo>
                <a:lnTo>
                  <a:pt x="813392" y="36459"/>
                </a:lnTo>
                <a:lnTo>
                  <a:pt x="812571" y="35715"/>
                </a:lnTo>
                <a:lnTo>
                  <a:pt x="811731" y="35009"/>
                </a:lnTo>
                <a:lnTo>
                  <a:pt x="810871" y="34341"/>
                </a:lnTo>
                <a:lnTo>
                  <a:pt x="809991" y="33711"/>
                </a:lnTo>
                <a:lnTo>
                  <a:pt x="809092" y="33120"/>
                </a:lnTo>
                <a:lnTo>
                  <a:pt x="808172" y="32566"/>
                </a:lnTo>
                <a:lnTo>
                  <a:pt x="807233" y="32051"/>
                </a:lnTo>
                <a:lnTo>
                  <a:pt x="806274" y="31574"/>
                </a:lnTo>
                <a:lnTo>
                  <a:pt x="805295" y="31135"/>
                </a:lnTo>
                <a:lnTo>
                  <a:pt x="804296" y="30735"/>
                </a:lnTo>
                <a:lnTo>
                  <a:pt x="803278" y="30372"/>
                </a:lnTo>
                <a:lnTo>
                  <a:pt x="802239" y="30048"/>
                </a:lnTo>
                <a:lnTo>
                  <a:pt x="801181" y="29762"/>
                </a:lnTo>
                <a:lnTo>
                  <a:pt x="800103" y="29514"/>
                </a:lnTo>
                <a:lnTo>
                  <a:pt x="799005" y="29304"/>
                </a:lnTo>
                <a:lnTo>
                  <a:pt x="797887" y="29132"/>
                </a:lnTo>
                <a:lnTo>
                  <a:pt x="796750" y="28998"/>
                </a:lnTo>
                <a:lnTo>
                  <a:pt x="795593" y="28903"/>
                </a:lnTo>
                <a:lnTo>
                  <a:pt x="794415" y="28846"/>
                </a:lnTo>
                <a:lnTo>
                  <a:pt x="793218" y="28827"/>
                </a:lnTo>
                <a:lnTo>
                  <a:pt x="792558" y="28834"/>
                </a:lnTo>
                <a:lnTo>
                  <a:pt x="791901" y="28855"/>
                </a:lnTo>
                <a:lnTo>
                  <a:pt x="791247" y="28891"/>
                </a:lnTo>
                <a:lnTo>
                  <a:pt x="790596" y="28942"/>
                </a:lnTo>
                <a:close/>
                <a:moveTo>
                  <a:pt x="793537" y="33608"/>
                </a:moveTo>
                <a:lnTo>
                  <a:pt x="794133" y="33712"/>
                </a:lnTo>
                <a:lnTo>
                  <a:pt x="794720" y="33839"/>
                </a:lnTo>
                <a:lnTo>
                  <a:pt x="795297" y="33990"/>
                </a:lnTo>
                <a:lnTo>
                  <a:pt x="795864" y="34164"/>
                </a:lnTo>
                <a:lnTo>
                  <a:pt x="796422" y="34361"/>
                </a:lnTo>
                <a:lnTo>
                  <a:pt x="796971" y="34581"/>
                </a:lnTo>
                <a:lnTo>
                  <a:pt x="797510" y="34825"/>
                </a:lnTo>
                <a:lnTo>
                  <a:pt x="798040" y="35091"/>
                </a:lnTo>
                <a:lnTo>
                  <a:pt x="798561" y="35381"/>
                </a:lnTo>
                <a:lnTo>
                  <a:pt x="799072" y="35694"/>
                </a:lnTo>
                <a:lnTo>
                  <a:pt x="799573" y="36030"/>
                </a:lnTo>
                <a:lnTo>
                  <a:pt x="800065" y="36389"/>
                </a:lnTo>
                <a:lnTo>
                  <a:pt x="800548" y="36772"/>
                </a:lnTo>
                <a:lnTo>
                  <a:pt x="801021" y="37177"/>
                </a:lnTo>
                <a:lnTo>
                  <a:pt x="801485" y="37606"/>
                </a:lnTo>
                <a:lnTo>
                  <a:pt x="801939" y="38058"/>
                </a:lnTo>
                <a:lnTo>
                  <a:pt x="802384" y="38533"/>
                </a:lnTo>
                <a:lnTo>
                  <a:pt x="802820" y="39032"/>
                </a:lnTo>
                <a:lnTo>
                  <a:pt x="803246" y="39553"/>
                </a:lnTo>
                <a:lnTo>
                  <a:pt x="803663" y="40098"/>
                </a:lnTo>
                <a:lnTo>
                  <a:pt x="804259" y="40922"/>
                </a:lnTo>
                <a:lnTo>
                  <a:pt x="804831" y="41771"/>
                </a:lnTo>
                <a:lnTo>
                  <a:pt x="805376" y="42645"/>
                </a:lnTo>
                <a:lnTo>
                  <a:pt x="805897" y="43545"/>
                </a:lnTo>
                <a:lnTo>
                  <a:pt x="806392" y="44469"/>
                </a:lnTo>
                <a:lnTo>
                  <a:pt x="806861" y="45419"/>
                </a:lnTo>
                <a:lnTo>
                  <a:pt x="807306" y="46393"/>
                </a:lnTo>
                <a:lnTo>
                  <a:pt x="807725" y="47393"/>
                </a:lnTo>
                <a:lnTo>
                  <a:pt x="808118" y="48418"/>
                </a:lnTo>
                <a:lnTo>
                  <a:pt x="808486" y="49468"/>
                </a:lnTo>
                <a:lnTo>
                  <a:pt x="808829" y="50543"/>
                </a:lnTo>
                <a:lnTo>
                  <a:pt x="809146" y="51643"/>
                </a:lnTo>
                <a:lnTo>
                  <a:pt x="809438" y="52769"/>
                </a:lnTo>
                <a:lnTo>
                  <a:pt x="809705" y="53919"/>
                </a:lnTo>
                <a:lnTo>
                  <a:pt x="809946" y="55095"/>
                </a:lnTo>
                <a:lnTo>
                  <a:pt x="810162" y="56295"/>
                </a:lnTo>
                <a:lnTo>
                  <a:pt x="810352" y="57521"/>
                </a:lnTo>
                <a:lnTo>
                  <a:pt x="810517" y="58772"/>
                </a:lnTo>
                <a:lnTo>
                  <a:pt x="810657" y="60048"/>
                </a:lnTo>
                <a:lnTo>
                  <a:pt x="810771" y="61349"/>
                </a:lnTo>
                <a:lnTo>
                  <a:pt x="810860" y="62676"/>
                </a:lnTo>
                <a:lnTo>
                  <a:pt x="810923" y="64027"/>
                </a:lnTo>
                <a:lnTo>
                  <a:pt x="810961" y="65404"/>
                </a:lnTo>
                <a:lnTo>
                  <a:pt x="810974" y="66805"/>
                </a:lnTo>
                <a:lnTo>
                  <a:pt x="810966" y="67921"/>
                </a:lnTo>
                <a:lnTo>
                  <a:pt x="810943" y="69010"/>
                </a:lnTo>
                <a:lnTo>
                  <a:pt x="810905" y="70070"/>
                </a:lnTo>
                <a:lnTo>
                  <a:pt x="810852" y="71103"/>
                </a:lnTo>
                <a:lnTo>
                  <a:pt x="810783" y="72108"/>
                </a:lnTo>
                <a:lnTo>
                  <a:pt x="810700" y="73086"/>
                </a:lnTo>
                <a:lnTo>
                  <a:pt x="810601" y="74035"/>
                </a:lnTo>
                <a:lnTo>
                  <a:pt x="810486" y="74957"/>
                </a:lnTo>
                <a:lnTo>
                  <a:pt x="810357" y="75851"/>
                </a:lnTo>
                <a:lnTo>
                  <a:pt x="810212" y="76717"/>
                </a:lnTo>
                <a:lnTo>
                  <a:pt x="810052" y="77556"/>
                </a:lnTo>
                <a:lnTo>
                  <a:pt x="809877" y="78366"/>
                </a:lnTo>
                <a:lnTo>
                  <a:pt x="809687" y="79149"/>
                </a:lnTo>
                <a:lnTo>
                  <a:pt x="809481" y="79905"/>
                </a:lnTo>
                <a:lnTo>
                  <a:pt x="809260" y="80632"/>
                </a:lnTo>
                <a:lnTo>
                  <a:pt x="809024" y="81332"/>
                </a:lnTo>
                <a:lnTo>
                  <a:pt x="808773" y="82004"/>
                </a:lnTo>
                <a:lnTo>
                  <a:pt x="808506" y="82648"/>
                </a:lnTo>
                <a:lnTo>
                  <a:pt x="808225" y="83264"/>
                </a:lnTo>
                <a:lnTo>
                  <a:pt x="807928" y="83853"/>
                </a:lnTo>
                <a:lnTo>
                  <a:pt x="807615" y="84413"/>
                </a:lnTo>
                <a:lnTo>
                  <a:pt x="807288" y="84947"/>
                </a:lnTo>
                <a:lnTo>
                  <a:pt x="806945" y="85452"/>
                </a:lnTo>
                <a:lnTo>
                  <a:pt x="806587" y="85929"/>
                </a:lnTo>
                <a:lnTo>
                  <a:pt x="806218" y="86383"/>
                </a:lnTo>
                <a:lnTo>
                  <a:pt x="805840" y="86818"/>
                </a:lnTo>
                <a:lnTo>
                  <a:pt x="805454" y="87233"/>
                </a:lnTo>
                <a:lnTo>
                  <a:pt x="805059" y="87629"/>
                </a:lnTo>
                <a:lnTo>
                  <a:pt x="804657" y="88006"/>
                </a:lnTo>
                <a:lnTo>
                  <a:pt x="804246" y="88364"/>
                </a:lnTo>
                <a:lnTo>
                  <a:pt x="803827" y="88702"/>
                </a:lnTo>
                <a:lnTo>
                  <a:pt x="803400" y="89020"/>
                </a:lnTo>
                <a:lnTo>
                  <a:pt x="802964" y="89320"/>
                </a:lnTo>
                <a:lnTo>
                  <a:pt x="802521" y="89600"/>
                </a:lnTo>
                <a:lnTo>
                  <a:pt x="802069" y="89861"/>
                </a:lnTo>
                <a:lnTo>
                  <a:pt x="801609" y="90102"/>
                </a:lnTo>
                <a:lnTo>
                  <a:pt x="801140" y="90324"/>
                </a:lnTo>
                <a:lnTo>
                  <a:pt x="800664" y="90527"/>
                </a:lnTo>
                <a:lnTo>
                  <a:pt x="800179" y="90711"/>
                </a:lnTo>
                <a:lnTo>
                  <a:pt x="799686" y="90875"/>
                </a:lnTo>
                <a:lnTo>
                  <a:pt x="799185" y="91020"/>
                </a:lnTo>
                <a:lnTo>
                  <a:pt x="798676" y="91145"/>
                </a:lnTo>
                <a:lnTo>
                  <a:pt x="798158" y="91252"/>
                </a:lnTo>
                <a:lnTo>
                  <a:pt x="797632" y="91339"/>
                </a:lnTo>
                <a:lnTo>
                  <a:pt x="797098" y="91406"/>
                </a:lnTo>
                <a:lnTo>
                  <a:pt x="796556" y="91455"/>
                </a:lnTo>
                <a:lnTo>
                  <a:pt x="796005" y="91484"/>
                </a:lnTo>
                <a:lnTo>
                  <a:pt x="795447" y="91493"/>
                </a:lnTo>
                <a:lnTo>
                  <a:pt x="794698" y="91476"/>
                </a:lnTo>
                <a:lnTo>
                  <a:pt x="793962" y="91423"/>
                </a:lnTo>
                <a:lnTo>
                  <a:pt x="793238" y="91336"/>
                </a:lnTo>
                <a:lnTo>
                  <a:pt x="792527" y="91213"/>
                </a:lnTo>
                <a:lnTo>
                  <a:pt x="791828" y="91056"/>
                </a:lnTo>
                <a:lnTo>
                  <a:pt x="791140" y="90863"/>
                </a:lnTo>
                <a:lnTo>
                  <a:pt x="790465" y="90635"/>
                </a:lnTo>
                <a:lnTo>
                  <a:pt x="789803" y="90373"/>
                </a:lnTo>
                <a:lnTo>
                  <a:pt x="789152" y="90075"/>
                </a:lnTo>
                <a:lnTo>
                  <a:pt x="788514" y="89743"/>
                </a:lnTo>
                <a:lnTo>
                  <a:pt x="787888" y="89375"/>
                </a:lnTo>
                <a:lnTo>
                  <a:pt x="787274" y="88972"/>
                </a:lnTo>
                <a:lnTo>
                  <a:pt x="786672" y="88535"/>
                </a:lnTo>
                <a:lnTo>
                  <a:pt x="786083" y="88062"/>
                </a:lnTo>
                <a:lnTo>
                  <a:pt x="785505" y="87554"/>
                </a:lnTo>
                <a:lnTo>
                  <a:pt x="784940" y="87012"/>
                </a:lnTo>
                <a:lnTo>
                  <a:pt x="784387" y="86434"/>
                </a:lnTo>
                <a:lnTo>
                  <a:pt x="783847" y="85821"/>
                </a:lnTo>
                <a:lnTo>
                  <a:pt x="783318" y="85174"/>
                </a:lnTo>
                <a:lnTo>
                  <a:pt x="782802" y="84491"/>
                </a:lnTo>
                <a:lnTo>
                  <a:pt x="782298" y="83773"/>
                </a:lnTo>
                <a:lnTo>
                  <a:pt x="781806" y="83020"/>
                </a:lnTo>
                <a:lnTo>
                  <a:pt x="781327" y="82233"/>
                </a:lnTo>
                <a:lnTo>
                  <a:pt x="780859" y="81410"/>
                </a:lnTo>
                <a:lnTo>
                  <a:pt x="780407" y="80563"/>
                </a:lnTo>
                <a:lnTo>
                  <a:pt x="779975" y="79703"/>
                </a:lnTo>
                <a:lnTo>
                  <a:pt x="779562" y="78829"/>
                </a:lnTo>
                <a:lnTo>
                  <a:pt x="779168" y="77942"/>
                </a:lnTo>
                <a:lnTo>
                  <a:pt x="778793" y="77042"/>
                </a:lnTo>
                <a:lnTo>
                  <a:pt x="778437" y="76128"/>
                </a:lnTo>
                <a:lnTo>
                  <a:pt x="778101" y="75202"/>
                </a:lnTo>
                <a:lnTo>
                  <a:pt x="777784" y="74262"/>
                </a:lnTo>
                <a:lnTo>
                  <a:pt x="777486" y="73308"/>
                </a:lnTo>
                <a:lnTo>
                  <a:pt x="777207" y="72342"/>
                </a:lnTo>
                <a:lnTo>
                  <a:pt x="776948" y="71362"/>
                </a:lnTo>
                <a:lnTo>
                  <a:pt x="776707" y="70369"/>
                </a:lnTo>
                <a:lnTo>
                  <a:pt x="776486" y="69362"/>
                </a:lnTo>
                <a:lnTo>
                  <a:pt x="776285" y="68343"/>
                </a:lnTo>
                <a:lnTo>
                  <a:pt x="776102" y="67310"/>
                </a:lnTo>
                <a:lnTo>
                  <a:pt x="775939" y="66264"/>
                </a:lnTo>
                <a:lnTo>
                  <a:pt x="775794" y="65204"/>
                </a:lnTo>
                <a:lnTo>
                  <a:pt x="775670" y="64131"/>
                </a:lnTo>
                <a:lnTo>
                  <a:pt x="775564" y="63045"/>
                </a:lnTo>
                <a:lnTo>
                  <a:pt x="775477" y="61946"/>
                </a:lnTo>
                <a:lnTo>
                  <a:pt x="775410" y="60833"/>
                </a:lnTo>
                <a:lnTo>
                  <a:pt x="775362" y="59708"/>
                </a:lnTo>
                <a:lnTo>
                  <a:pt x="775333" y="58568"/>
                </a:lnTo>
                <a:lnTo>
                  <a:pt x="775324" y="57416"/>
                </a:lnTo>
                <a:lnTo>
                  <a:pt x="775328" y="56703"/>
                </a:lnTo>
                <a:lnTo>
                  <a:pt x="775340" y="56001"/>
                </a:lnTo>
                <a:lnTo>
                  <a:pt x="775359" y="55309"/>
                </a:lnTo>
                <a:lnTo>
                  <a:pt x="775387" y="54629"/>
                </a:lnTo>
                <a:lnTo>
                  <a:pt x="775423" y="53959"/>
                </a:lnTo>
                <a:lnTo>
                  <a:pt x="775467" y="53300"/>
                </a:lnTo>
                <a:lnTo>
                  <a:pt x="775519" y="52652"/>
                </a:lnTo>
                <a:lnTo>
                  <a:pt x="775579" y="52015"/>
                </a:lnTo>
                <a:lnTo>
                  <a:pt x="775647" y="51389"/>
                </a:lnTo>
                <a:lnTo>
                  <a:pt x="775722" y="50773"/>
                </a:lnTo>
                <a:lnTo>
                  <a:pt x="775806" y="50169"/>
                </a:lnTo>
                <a:lnTo>
                  <a:pt x="775898" y="49575"/>
                </a:lnTo>
                <a:lnTo>
                  <a:pt x="775998" y="48992"/>
                </a:lnTo>
                <a:lnTo>
                  <a:pt x="776105" y="48420"/>
                </a:lnTo>
                <a:lnTo>
                  <a:pt x="776221" y="47859"/>
                </a:lnTo>
                <a:lnTo>
                  <a:pt x="776345" y="47309"/>
                </a:lnTo>
                <a:lnTo>
                  <a:pt x="776476" y="46770"/>
                </a:lnTo>
                <a:lnTo>
                  <a:pt x="776616" y="46241"/>
                </a:lnTo>
                <a:lnTo>
                  <a:pt x="776764" y="45724"/>
                </a:lnTo>
                <a:lnTo>
                  <a:pt x="776919" y="45217"/>
                </a:lnTo>
                <a:lnTo>
                  <a:pt x="777083" y="44721"/>
                </a:lnTo>
                <a:lnTo>
                  <a:pt x="777254" y="44236"/>
                </a:lnTo>
                <a:lnTo>
                  <a:pt x="777434" y="43762"/>
                </a:lnTo>
                <a:lnTo>
                  <a:pt x="777621" y="43299"/>
                </a:lnTo>
                <a:lnTo>
                  <a:pt x="777815" y="42847"/>
                </a:lnTo>
                <a:lnTo>
                  <a:pt x="778014" y="42406"/>
                </a:lnTo>
                <a:lnTo>
                  <a:pt x="778218" y="41977"/>
                </a:lnTo>
                <a:lnTo>
                  <a:pt x="778427" y="41559"/>
                </a:lnTo>
                <a:lnTo>
                  <a:pt x="778641" y="41153"/>
                </a:lnTo>
                <a:lnTo>
                  <a:pt x="778859" y="40758"/>
                </a:lnTo>
                <a:lnTo>
                  <a:pt x="779083" y="40375"/>
                </a:lnTo>
                <a:lnTo>
                  <a:pt x="779312" y="40003"/>
                </a:lnTo>
                <a:lnTo>
                  <a:pt x="779545" y="39643"/>
                </a:lnTo>
                <a:lnTo>
                  <a:pt x="779784" y="39294"/>
                </a:lnTo>
                <a:lnTo>
                  <a:pt x="780027" y="38956"/>
                </a:lnTo>
                <a:lnTo>
                  <a:pt x="780276" y="38630"/>
                </a:lnTo>
                <a:lnTo>
                  <a:pt x="780529" y="38316"/>
                </a:lnTo>
                <a:lnTo>
                  <a:pt x="780788" y="38013"/>
                </a:lnTo>
                <a:lnTo>
                  <a:pt x="781051" y="37721"/>
                </a:lnTo>
                <a:lnTo>
                  <a:pt x="781319" y="37441"/>
                </a:lnTo>
                <a:lnTo>
                  <a:pt x="781593" y="37172"/>
                </a:lnTo>
                <a:lnTo>
                  <a:pt x="781871" y="36915"/>
                </a:lnTo>
                <a:lnTo>
                  <a:pt x="782154" y="36670"/>
                </a:lnTo>
                <a:lnTo>
                  <a:pt x="782442" y="36435"/>
                </a:lnTo>
                <a:lnTo>
                  <a:pt x="782735" y="36213"/>
                </a:lnTo>
                <a:lnTo>
                  <a:pt x="783033" y="36001"/>
                </a:lnTo>
                <a:lnTo>
                  <a:pt x="783336" y="35802"/>
                </a:lnTo>
                <a:lnTo>
                  <a:pt x="783644" y="35613"/>
                </a:lnTo>
                <a:lnTo>
                  <a:pt x="783955" y="35435"/>
                </a:lnTo>
                <a:lnTo>
                  <a:pt x="784265" y="35263"/>
                </a:lnTo>
                <a:lnTo>
                  <a:pt x="784575" y="35100"/>
                </a:lnTo>
                <a:lnTo>
                  <a:pt x="784885" y="34944"/>
                </a:lnTo>
                <a:lnTo>
                  <a:pt x="785195" y="34795"/>
                </a:lnTo>
                <a:lnTo>
                  <a:pt x="785505" y="34655"/>
                </a:lnTo>
                <a:lnTo>
                  <a:pt x="785814" y="34522"/>
                </a:lnTo>
                <a:lnTo>
                  <a:pt x="786124" y="34396"/>
                </a:lnTo>
                <a:lnTo>
                  <a:pt x="786433" y="34278"/>
                </a:lnTo>
                <a:lnTo>
                  <a:pt x="786743" y="34168"/>
                </a:lnTo>
                <a:lnTo>
                  <a:pt x="787052" y="34065"/>
                </a:lnTo>
                <a:lnTo>
                  <a:pt x="787361" y="33970"/>
                </a:lnTo>
                <a:lnTo>
                  <a:pt x="787670" y="33882"/>
                </a:lnTo>
                <a:lnTo>
                  <a:pt x="787978" y="33803"/>
                </a:lnTo>
                <a:lnTo>
                  <a:pt x="788287" y="33730"/>
                </a:lnTo>
                <a:lnTo>
                  <a:pt x="788596" y="33666"/>
                </a:lnTo>
                <a:lnTo>
                  <a:pt x="788904" y="33609"/>
                </a:lnTo>
                <a:lnTo>
                  <a:pt x="789212" y="33559"/>
                </a:lnTo>
                <a:lnTo>
                  <a:pt x="789521" y="33517"/>
                </a:lnTo>
                <a:lnTo>
                  <a:pt x="789829" y="33483"/>
                </a:lnTo>
                <a:lnTo>
                  <a:pt x="790137" y="33456"/>
                </a:lnTo>
                <a:lnTo>
                  <a:pt x="790445" y="33437"/>
                </a:lnTo>
                <a:lnTo>
                  <a:pt x="790752" y="33426"/>
                </a:lnTo>
                <a:lnTo>
                  <a:pt x="791060" y="33422"/>
                </a:lnTo>
                <a:lnTo>
                  <a:pt x="791693" y="33434"/>
                </a:lnTo>
                <a:lnTo>
                  <a:pt x="792318" y="33469"/>
                </a:lnTo>
                <a:lnTo>
                  <a:pt x="792932" y="33526"/>
                </a:lnTo>
                <a:lnTo>
                  <a:pt x="793537" y="33608"/>
                </a:lnTo>
                <a:close/>
                <a:moveTo>
                  <a:pt x="600534" y="125194"/>
                </a:moveTo>
                <a:lnTo>
                  <a:pt x="600534" y="119415"/>
                </a:lnTo>
                <a:lnTo>
                  <a:pt x="526796" y="119415"/>
                </a:lnTo>
                <a:lnTo>
                  <a:pt x="526796" y="125194"/>
                </a:lnTo>
                <a:lnTo>
                  <a:pt x="600534" y="12519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Text B">
            <a:extLst xmlns:a="http://schemas.openxmlformats.org/drawingml/2006/main">
              <a:ext uri="{FF2B5EF4-FFF2-40B4-BE49-F238E27FC236}">
                <a16:creationId xmlns:a16="http://schemas.microsoft.com/office/drawing/2014/main" id="{A73340F1-E945-4585-ACF1-F4BB48970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5939" y="2182514"/>
            <a:ext cx="84948" cy="94418"/>
          </a:xfrm>
          <a:custGeom xmlns:a="http://schemas.openxmlformats.org/drawingml/2006/main">
            <a:pathLst>
              <a:path w="84948" h="94418">
                <a:moveTo>
                  <a:pt x="63502" y="46275"/>
                </a:moveTo>
                <a:cubicBezTo>
                  <a:pt x="70047" y="47666"/>
                  <a:pt x="74945" y="49892"/>
                  <a:pt x="78194" y="52953"/>
                </a:cubicBezTo>
                <a:cubicBezTo>
                  <a:pt x="82697" y="57221"/>
                  <a:pt x="84948" y="62439"/>
                  <a:pt x="84948" y="68607"/>
                </a:cubicBezTo>
                <a:cubicBezTo>
                  <a:pt x="84948" y="73291"/>
                  <a:pt x="83463" y="77778"/>
                  <a:pt x="80492" y="82069"/>
                </a:cubicBezTo>
                <a:cubicBezTo>
                  <a:pt x="77521" y="86359"/>
                  <a:pt x="73448" y="89489"/>
                  <a:pt x="68272" y="91461"/>
                </a:cubicBezTo>
                <a:cubicBezTo>
                  <a:pt x="63096" y="93432"/>
                  <a:pt x="55193" y="94418"/>
                  <a:pt x="44563" y="94418"/>
                </a:cubicBezTo>
                <a:lnTo>
                  <a:pt x="0" y="94418"/>
                </a:lnTo>
                <a:lnTo>
                  <a:pt x="0" y="91841"/>
                </a:lnTo>
                <a:lnTo>
                  <a:pt x="3551" y="91841"/>
                </a:lnTo>
                <a:cubicBezTo>
                  <a:pt x="7497" y="91841"/>
                  <a:pt x="10328" y="90588"/>
                  <a:pt x="12046" y="88081"/>
                </a:cubicBezTo>
                <a:cubicBezTo>
                  <a:pt x="13114" y="86457"/>
                  <a:pt x="13647" y="82998"/>
                  <a:pt x="13647" y="77707"/>
                </a:cubicBezTo>
                <a:lnTo>
                  <a:pt x="13647" y="16711"/>
                </a:lnTo>
                <a:cubicBezTo>
                  <a:pt x="13647" y="10862"/>
                  <a:pt x="12974" y="7172"/>
                  <a:pt x="11628" y="5640"/>
                </a:cubicBezTo>
                <a:cubicBezTo>
                  <a:pt x="9818" y="3598"/>
                  <a:pt x="7125" y="2576"/>
                  <a:pt x="3551" y="2576"/>
                </a:cubicBezTo>
                <a:lnTo>
                  <a:pt x="0" y="2576"/>
                </a:lnTo>
                <a:lnTo>
                  <a:pt x="0" y="0"/>
                </a:lnTo>
                <a:lnTo>
                  <a:pt x="40803" y="0"/>
                </a:lnTo>
                <a:cubicBezTo>
                  <a:pt x="48416" y="0"/>
                  <a:pt x="54520" y="558"/>
                  <a:pt x="59115" y="1673"/>
                </a:cubicBezTo>
                <a:cubicBezTo>
                  <a:pt x="66078" y="3346"/>
                  <a:pt x="71393" y="6308"/>
                  <a:pt x="75061" y="10560"/>
                </a:cubicBezTo>
                <a:cubicBezTo>
                  <a:pt x="78728" y="14810"/>
                  <a:pt x="80561" y="19699"/>
                  <a:pt x="80561" y="25228"/>
                </a:cubicBezTo>
                <a:cubicBezTo>
                  <a:pt x="80561" y="29967"/>
                  <a:pt x="79122" y="34207"/>
                  <a:pt x="76244" y="37948"/>
                </a:cubicBezTo>
                <a:cubicBezTo>
                  <a:pt x="73366" y="41688"/>
                  <a:pt x="69119" y="44464"/>
                  <a:pt x="63502" y="46275"/>
                </a:cubicBezTo>
                <a:moveTo>
                  <a:pt x="27016" y="42474"/>
                </a:moveTo>
                <a:cubicBezTo>
                  <a:pt x="28734" y="42799"/>
                  <a:pt x="30695" y="43043"/>
                  <a:pt x="32900" y="43205"/>
                </a:cubicBezTo>
                <a:cubicBezTo>
                  <a:pt x="35105" y="43368"/>
                  <a:pt x="37530" y="43449"/>
                  <a:pt x="40176" y="43449"/>
                </a:cubicBezTo>
                <a:cubicBezTo>
                  <a:pt x="46954" y="43449"/>
                  <a:pt x="52048" y="42716"/>
                  <a:pt x="55460" y="41251"/>
                </a:cubicBezTo>
                <a:cubicBezTo>
                  <a:pt x="58872" y="39786"/>
                  <a:pt x="61483" y="37543"/>
                  <a:pt x="63293" y="34521"/>
                </a:cubicBezTo>
                <a:cubicBezTo>
                  <a:pt x="65104" y="31498"/>
                  <a:pt x="66009" y="28196"/>
                  <a:pt x="66009" y="24614"/>
                </a:cubicBezTo>
                <a:cubicBezTo>
                  <a:pt x="66009" y="19081"/>
                  <a:pt x="63757" y="14362"/>
                  <a:pt x="59255" y="10455"/>
                </a:cubicBezTo>
                <a:cubicBezTo>
                  <a:pt x="54752" y="6549"/>
                  <a:pt x="48184" y="4596"/>
                  <a:pt x="39550" y="4596"/>
                </a:cubicBezTo>
                <a:cubicBezTo>
                  <a:pt x="34908" y="4596"/>
                  <a:pt x="30730" y="5129"/>
                  <a:pt x="27016" y="6197"/>
                </a:cubicBezTo>
                <a:lnTo>
                  <a:pt x="27016" y="42474"/>
                </a:lnTo>
                <a:moveTo>
                  <a:pt x="27016" y="87664"/>
                </a:moveTo>
                <a:cubicBezTo>
                  <a:pt x="32401" y="88917"/>
                  <a:pt x="37716" y="89544"/>
                  <a:pt x="42961" y="89544"/>
                </a:cubicBezTo>
                <a:cubicBezTo>
                  <a:pt x="51363" y="89544"/>
                  <a:pt x="57769" y="87652"/>
                  <a:pt x="62179" y="83869"/>
                </a:cubicBezTo>
                <a:cubicBezTo>
                  <a:pt x="66589" y="80086"/>
                  <a:pt x="68794" y="75409"/>
                  <a:pt x="68794" y="69838"/>
                </a:cubicBezTo>
                <a:cubicBezTo>
                  <a:pt x="68794" y="66171"/>
                  <a:pt x="67796" y="62643"/>
                  <a:pt x="65800" y="59255"/>
                </a:cubicBezTo>
                <a:cubicBezTo>
                  <a:pt x="63804" y="55866"/>
                  <a:pt x="60554" y="53197"/>
                  <a:pt x="56052" y="51247"/>
                </a:cubicBezTo>
                <a:cubicBezTo>
                  <a:pt x="51549" y="49298"/>
                  <a:pt x="45979" y="48323"/>
                  <a:pt x="39341" y="48323"/>
                </a:cubicBezTo>
                <a:cubicBezTo>
                  <a:pt x="36463" y="48323"/>
                  <a:pt x="34002" y="48369"/>
                  <a:pt x="31960" y="48462"/>
                </a:cubicBezTo>
                <a:cubicBezTo>
                  <a:pt x="29917" y="48555"/>
                  <a:pt x="28270" y="48717"/>
                  <a:pt x="27016" y="48950"/>
                </a:cubicBezTo>
                <a:lnTo>
                  <a:pt x="27016" y="8766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" name="Text err">
            <a:extLst xmlns:a="http://schemas.openxmlformats.org/drawingml/2006/main">
              <a:ext uri="{FF2B5EF4-FFF2-40B4-BE49-F238E27FC236}">
                <a16:creationId xmlns:a16="http://schemas.microsoft.com/office/drawing/2014/main" id="{A74E49AD-790C-4BB8-BAD2-D59107091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3083" y="2211340"/>
            <a:ext cx="153902" cy="67541"/>
          </a:xfrm>
          <a:custGeom xmlns:a="http://schemas.openxmlformats.org/drawingml/2006/main">
            <a:pathLst>
              <a:path w="153902" h="67541">
                <a:moveTo>
                  <a:pt x="9887" y="25902"/>
                </a:moveTo>
                <a:cubicBezTo>
                  <a:pt x="9841" y="35350"/>
                  <a:pt x="12139" y="42761"/>
                  <a:pt x="16781" y="48134"/>
                </a:cubicBezTo>
                <a:cubicBezTo>
                  <a:pt x="21423" y="53505"/>
                  <a:pt x="26877" y="56191"/>
                  <a:pt x="33144" y="56191"/>
                </a:cubicBezTo>
                <a:cubicBezTo>
                  <a:pt x="37321" y="56191"/>
                  <a:pt x="40954" y="55042"/>
                  <a:pt x="44041" y="52744"/>
                </a:cubicBezTo>
                <a:cubicBezTo>
                  <a:pt x="47128" y="50447"/>
                  <a:pt x="49715" y="46513"/>
                  <a:pt x="51804" y="40942"/>
                </a:cubicBezTo>
                <a:lnTo>
                  <a:pt x="53963" y="42335"/>
                </a:lnTo>
                <a:cubicBezTo>
                  <a:pt x="52988" y="48694"/>
                  <a:pt x="50156" y="54485"/>
                  <a:pt x="45468" y="59707"/>
                </a:cubicBezTo>
                <a:cubicBezTo>
                  <a:pt x="40780" y="64930"/>
                  <a:pt x="34908" y="67541"/>
                  <a:pt x="27852" y="67541"/>
                </a:cubicBezTo>
                <a:cubicBezTo>
                  <a:pt x="20193" y="67541"/>
                  <a:pt x="13636" y="64565"/>
                  <a:pt x="8181" y="58613"/>
                </a:cubicBezTo>
                <a:cubicBezTo>
                  <a:pt x="2727" y="52660"/>
                  <a:pt x="0" y="44656"/>
                  <a:pt x="0" y="34604"/>
                </a:cubicBezTo>
                <a:cubicBezTo>
                  <a:pt x="0" y="23718"/>
                  <a:pt x="2797" y="15230"/>
                  <a:pt x="8390" y="9139"/>
                </a:cubicBezTo>
                <a:cubicBezTo>
                  <a:pt x="13984" y="3046"/>
                  <a:pt x="21005" y="0"/>
                  <a:pt x="29453" y="0"/>
                </a:cubicBezTo>
                <a:cubicBezTo>
                  <a:pt x="36602" y="0"/>
                  <a:pt x="42474" y="2350"/>
                  <a:pt x="47070" y="7050"/>
                </a:cubicBezTo>
                <a:cubicBezTo>
                  <a:pt x="51665" y="11749"/>
                  <a:pt x="53963" y="18033"/>
                  <a:pt x="53963" y="25902"/>
                </a:cubicBezTo>
                <a:lnTo>
                  <a:pt x="9887" y="25902"/>
                </a:lnTo>
                <a:moveTo>
                  <a:pt x="9887" y="21864"/>
                </a:moveTo>
                <a:lnTo>
                  <a:pt x="39410" y="21864"/>
                </a:lnTo>
                <a:cubicBezTo>
                  <a:pt x="39178" y="17779"/>
                  <a:pt x="38691" y="14901"/>
                  <a:pt x="37948" y="13230"/>
                </a:cubicBezTo>
                <a:cubicBezTo>
                  <a:pt x="36788" y="10630"/>
                  <a:pt x="35058" y="8588"/>
                  <a:pt x="32761" y="7102"/>
                </a:cubicBezTo>
                <a:cubicBezTo>
                  <a:pt x="30463" y="5617"/>
                  <a:pt x="28061" y="4874"/>
                  <a:pt x="25554" y="4874"/>
                </a:cubicBezTo>
                <a:cubicBezTo>
                  <a:pt x="21701" y="4874"/>
                  <a:pt x="18255" y="6371"/>
                  <a:pt x="15214" y="9365"/>
                </a:cubicBezTo>
                <a:cubicBezTo>
                  <a:pt x="12174" y="12359"/>
                  <a:pt x="10398" y="16525"/>
                  <a:pt x="9887" y="21864"/>
                </a:cubicBezTo>
                <a:close/>
                <a:moveTo>
                  <a:pt x="81140" y="0"/>
                </a:moveTo>
                <a:lnTo>
                  <a:pt x="81140" y="14344"/>
                </a:lnTo>
                <a:cubicBezTo>
                  <a:pt x="86478" y="4781"/>
                  <a:pt x="91956" y="0"/>
                  <a:pt x="97573" y="0"/>
                </a:cubicBezTo>
                <a:cubicBezTo>
                  <a:pt x="100126" y="0"/>
                  <a:pt x="102238" y="778"/>
                  <a:pt x="103909" y="2333"/>
                </a:cubicBezTo>
                <a:cubicBezTo>
                  <a:pt x="105580" y="3888"/>
                  <a:pt x="106415" y="5686"/>
                  <a:pt x="106415" y="7729"/>
                </a:cubicBezTo>
                <a:cubicBezTo>
                  <a:pt x="106415" y="9539"/>
                  <a:pt x="105812" y="11071"/>
                  <a:pt x="104605" y="12324"/>
                </a:cubicBezTo>
                <a:cubicBezTo>
                  <a:pt x="103398" y="13578"/>
                  <a:pt x="101959" y="14204"/>
                  <a:pt x="100288" y="14204"/>
                </a:cubicBezTo>
                <a:cubicBezTo>
                  <a:pt x="98663" y="14204"/>
                  <a:pt x="96841" y="13404"/>
                  <a:pt x="94822" y="11802"/>
                </a:cubicBezTo>
                <a:cubicBezTo>
                  <a:pt x="92803" y="10201"/>
                  <a:pt x="91306" y="9400"/>
                  <a:pt x="90331" y="9400"/>
                </a:cubicBezTo>
                <a:cubicBezTo>
                  <a:pt x="89495" y="9400"/>
                  <a:pt x="88590" y="9863"/>
                  <a:pt x="87615" y="10788"/>
                </a:cubicBezTo>
                <a:cubicBezTo>
                  <a:pt x="85527" y="12687"/>
                  <a:pt x="83368" y="15812"/>
                  <a:pt x="81140" y="20164"/>
                </a:cubicBezTo>
                <a:lnTo>
                  <a:pt x="81140" y="50653"/>
                </a:lnTo>
                <a:cubicBezTo>
                  <a:pt x="81140" y="54171"/>
                  <a:pt x="81581" y="56833"/>
                  <a:pt x="82463" y="58639"/>
                </a:cubicBezTo>
                <a:cubicBezTo>
                  <a:pt x="83066" y="59889"/>
                  <a:pt x="84134" y="60932"/>
                  <a:pt x="85666" y="61766"/>
                </a:cubicBezTo>
                <a:cubicBezTo>
                  <a:pt x="87198" y="62598"/>
                  <a:pt x="89403" y="63015"/>
                  <a:pt x="92281" y="63015"/>
                </a:cubicBezTo>
                <a:lnTo>
                  <a:pt x="92281" y="65591"/>
                </a:lnTo>
                <a:lnTo>
                  <a:pt x="59624" y="65591"/>
                </a:lnTo>
                <a:lnTo>
                  <a:pt x="59624" y="63015"/>
                </a:lnTo>
                <a:cubicBezTo>
                  <a:pt x="62874" y="63015"/>
                  <a:pt x="65288" y="62506"/>
                  <a:pt x="66866" y="61487"/>
                </a:cubicBezTo>
                <a:cubicBezTo>
                  <a:pt x="68026" y="60746"/>
                  <a:pt x="68839" y="59564"/>
                  <a:pt x="69303" y="57943"/>
                </a:cubicBezTo>
                <a:cubicBezTo>
                  <a:pt x="69535" y="57155"/>
                  <a:pt x="69651" y="54909"/>
                  <a:pt x="69651" y="51204"/>
                </a:cubicBezTo>
                <a:lnTo>
                  <a:pt x="69651" y="26540"/>
                </a:lnTo>
                <a:cubicBezTo>
                  <a:pt x="69651" y="19129"/>
                  <a:pt x="69500" y="14717"/>
                  <a:pt x="69198" y="13306"/>
                </a:cubicBezTo>
                <a:cubicBezTo>
                  <a:pt x="68897" y="11893"/>
                  <a:pt x="68340" y="10862"/>
                  <a:pt x="67527" y="10214"/>
                </a:cubicBezTo>
                <a:cubicBezTo>
                  <a:pt x="66715" y="9565"/>
                  <a:pt x="65705" y="9241"/>
                  <a:pt x="64498" y="9241"/>
                </a:cubicBezTo>
                <a:cubicBezTo>
                  <a:pt x="63059" y="9241"/>
                  <a:pt x="61435" y="9589"/>
                  <a:pt x="59624" y="10283"/>
                </a:cubicBezTo>
                <a:lnTo>
                  <a:pt x="58928" y="7781"/>
                </a:lnTo>
                <a:lnTo>
                  <a:pt x="78215" y="0"/>
                </a:lnTo>
                <a:lnTo>
                  <a:pt x="81140" y="0"/>
                </a:lnTo>
                <a:close/>
                <a:moveTo>
                  <a:pt x="128626" y="0"/>
                </a:moveTo>
                <a:lnTo>
                  <a:pt x="128626" y="14344"/>
                </a:lnTo>
                <a:cubicBezTo>
                  <a:pt x="133964" y="4781"/>
                  <a:pt x="139442" y="0"/>
                  <a:pt x="145059" y="0"/>
                </a:cubicBezTo>
                <a:cubicBezTo>
                  <a:pt x="147612" y="0"/>
                  <a:pt x="149724" y="778"/>
                  <a:pt x="151395" y="2333"/>
                </a:cubicBezTo>
                <a:cubicBezTo>
                  <a:pt x="153066" y="3888"/>
                  <a:pt x="153902" y="5686"/>
                  <a:pt x="153902" y="7729"/>
                </a:cubicBezTo>
                <a:cubicBezTo>
                  <a:pt x="153902" y="9539"/>
                  <a:pt x="153298" y="11071"/>
                  <a:pt x="152091" y="12324"/>
                </a:cubicBezTo>
                <a:cubicBezTo>
                  <a:pt x="150884" y="13578"/>
                  <a:pt x="149445" y="14204"/>
                  <a:pt x="147774" y="14204"/>
                </a:cubicBezTo>
                <a:cubicBezTo>
                  <a:pt x="146150" y="14204"/>
                  <a:pt x="144328" y="13404"/>
                  <a:pt x="142308" y="11802"/>
                </a:cubicBezTo>
                <a:cubicBezTo>
                  <a:pt x="140289" y="10201"/>
                  <a:pt x="138792" y="9400"/>
                  <a:pt x="137817" y="9400"/>
                </a:cubicBezTo>
                <a:cubicBezTo>
                  <a:pt x="136982" y="9400"/>
                  <a:pt x="136077" y="9863"/>
                  <a:pt x="135102" y="10788"/>
                </a:cubicBezTo>
                <a:cubicBezTo>
                  <a:pt x="133013" y="12687"/>
                  <a:pt x="130854" y="15812"/>
                  <a:pt x="128626" y="20164"/>
                </a:cubicBezTo>
                <a:lnTo>
                  <a:pt x="128626" y="50653"/>
                </a:lnTo>
                <a:cubicBezTo>
                  <a:pt x="128626" y="54171"/>
                  <a:pt x="129067" y="56833"/>
                  <a:pt x="129949" y="58639"/>
                </a:cubicBezTo>
                <a:cubicBezTo>
                  <a:pt x="130553" y="59889"/>
                  <a:pt x="131620" y="60932"/>
                  <a:pt x="133152" y="61766"/>
                </a:cubicBezTo>
                <a:cubicBezTo>
                  <a:pt x="134684" y="62598"/>
                  <a:pt x="136889" y="63015"/>
                  <a:pt x="139767" y="63015"/>
                </a:cubicBezTo>
                <a:lnTo>
                  <a:pt x="139767" y="65591"/>
                </a:lnTo>
                <a:lnTo>
                  <a:pt x="107111" y="65591"/>
                </a:lnTo>
                <a:lnTo>
                  <a:pt x="107111" y="63015"/>
                </a:lnTo>
                <a:cubicBezTo>
                  <a:pt x="110360" y="63015"/>
                  <a:pt x="112774" y="62506"/>
                  <a:pt x="114352" y="61487"/>
                </a:cubicBezTo>
                <a:cubicBezTo>
                  <a:pt x="115513" y="60746"/>
                  <a:pt x="116325" y="59564"/>
                  <a:pt x="116789" y="57943"/>
                </a:cubicBezTo>
                <a:cubicBezTo>
                  <a:pt x="117021" y="57155"/>
                  <a:pt x="117137" y="54909"/>
                  <a:pt x="117137" y="51204"/>
                </a:cubicBezTo>
                <a:lnTo>
                  <a:pt x="117137" y="26540"/>
                </a:lnTo>
                <a:cubicBezTo>
                  <a:pt x="117137" y="19129"/>
                  <a:pt x="116986" y="14717"/>
                  <a:pt x="116685" y="13306"/>
                </a:cubicBezTo>
                <a:cubicBezTo>
                  <a:pt x="116383" y="11893"/>
                  <a:pt x="115826" y="10862"/>
                  <a:pt x="115014" y="10214"/>
                </a:cubicBezTo>
                <a:cubicBezTo>
                  <a:pt x="114201" y="9565"/>
                  <a:pt x="113192" y="9241"/>
                  <a:pt x="111985" y="9241"/>
                </a:cubicBezTo>
                <a:cubicBezTo>
                  <a:pt x="110546" y="9241"/>
                  <a:pt x="108921" y="9589"/>
                  <a:pt x="107111" y="10283"/>
                </a:cubicBezTo>
                <a:lnTo>
                  <a:pt x="106414" y="7781"/>
                </a:lnTo>
                <a:lnTo>
                  <a:pt x="125702" y="0"/>
                </a:lnTo>
                <a:lnTo>
                  <a:pt x="12862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2CA8AB-9CDB-42D1-8A4B-A1AA6B83C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6301" y="2423989"/>
            <a:ext cx="10" cy="178252"/>
          </a:xfrm>
          <a:custGeom xmlns:a="http://schemas.openxmlformats.org/drawingml/2006/main">
            <a:pathLst>
              <a:path w="1" h="178252" fill="none">
                <a:moveTo>
                  <a:pt x="0" y="0"/>
                </a:moveTo>
                <a:lnTo>
                  <a:pt x="0" y="178252"/>
                </a:lnTo>
                <a:lnTo>
                  <a:pt x="0" y="0"/>
                </a:lnTo>
                <a:lnTo>
                  <a:pt x="0" y="121478"/>
                </a:lnTo>
              </a:path>
            </a:pathLst>
          </a:custGeom>
          <a:noFill xmlns:a="http://schemas.openxmlformats.org/drawingml/2006/main"/>
          <a:ln xmlns:a="http://schemas.openxmlformats.org/drawingml/2006/main" w="8913" cap="flat">
            <a:solidFill>
              <a:srgbClr val="000000"/>
            </a:solidFill>
            <a:miter/>
          </a:ln>
        </p:spPr>
      </p:sp>
      <p:sp>
        <p:nvSpPr>
          <p:cNvPr id="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452EAE-ABBC-4551-98B7-DCDC9C09E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107" y="2529870"/>
            <a:ext cx="62388" cy="62388"/>
          </a:xfrm>
          <a:custGeom xmlns:a="http://schemas.openxmlformats.org/drawingml/2006/main">
            <a:pathLst>
              <a:path w="62388" h="62388">
                <a:moveTo>
                  <a:pt x="31194" y="62388"/>
                </a:moveTo>
                <a:lnTo>
                  <a:pt x="0" y="0"/>
                </a:lnTo>
                <a:lnTo>
                  <a:pt x="31194" y="15597"/>
                </a:lnTo>
                <a:lnTo>
                  <a:pt x="62388" y="0"/>
                </a:lnTo>
                <a:lnTo>
                  <a:pt x="31194" y="6238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4C00E4-9AAC-46AB-A99E-25137911F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107" y="2529870"/>
            <a:ext cx="62388" cy="62388"/>
          </a:xfrm>
          <a:custGeom xmlns:a="http://schemas.openxmlformats.org/drawingml/2006/main">
            <a:pathLst>
              <a:path w="62388" h="62388" fill="none">
                <a:moveTo>
                  <a:pt x="31194" y="62388"/>
                </a:moveTo>
                <a:lnTo>
                  <a:pt x="0" y="0"/>
                </a:lnTo>
                <a:lnTo>
                  <a:pt x="31194" y="15597"/>
                </a:lnTo>
                <a:lnTo>
                  <a:pt x="62388" y="0"/>
                </a:lnTo>
                <a:lnTo>
                  <a:pt x="31194" y="6238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913" cap="flat">
            <a:solidFill>
              <a:srgbClr val="000000"/>
            </a:solidFill>
            <a:miter/>
          </a:ln>
        </p:spPr>
      </p:sp>
      <p:sp>
        <p:nvSpPr>
          <p:cNvPr id="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6C4881-5B32-477C-A0B5-29A938E61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1141" y="677123"/>
            <a:ext cx="2183582" cy="1729040"/>
          </a:xfrm>
          <a:custGeom xmlns:a="http://schemas.openxmlformats.org/drawingml/2006/main">
            <a:pathLst>
              <a:path w="2183582" h="1729040" fill="none">
                <a:moveTo>
                  <a:pt x="0" y="1688934"/>
                </a:moveTo>
                <a:lnTo>
                  <a:pt x="0" y="40107"/>
                </a:lnTo>
                <a:cubicBezTo>
                  <a:pt x="0" y="34788"/>
                  <a:pt x="1018" y="29672"/>
                  <a:pt x="3053" y="24758"/>
                </a:cubicBezTo>
                <a:cubicBezTo>
                  <a:pt x="5088" y="19845"/>
                  <a:pt x="7986" y="15508"/>
                  <a:pt x="11747" y="11747"/>
                </a:cubicBezTo>
                <a:cubicBezTo>
                  <a:pt x="15507" y="7986"/>
                  <a:pt x="19844" y="5088"/>
                  <a:pt x="24758" y="3053"/>
                </a:cubicBezTo>
                <a:cubicBezTo>
                  <a:pt x="29672" y="1018"/>
                  <a:pt x="34788" y="0"/>
                  <a:pt x="40107" y="0"/>
                </a:cubicBezTo>
                <a:lnTo>
                  <a:pt x="2143476" y="0"/>
                </a:lnTo>
                <a:cubicBezTo>
                  <a:pt x="2148794" y="0"/>
                  <a:pt x="2153910" y="1018"/>
                  <a:pt x="2158822" y="3053"/>
                </a:cubicBezTo>
                <a:cubicBezTo>
                  <a:pt x="2163737" y="5088"/>
                  <a:pt x="2168074" y="7986"/>
                  <a:pt x="2171835" y="11747"/>
                </a:cubicBezTo>
                <a:cubicBezTo>
                  <a:pt x="2175596" y="15508"/>
                  <a:pt x="2178493" y="19845"/>
                  <a:pt x="2180529" y="24758"/>
                </a:cubicBezTo>
                <a:cubicBezTo>
                  <a:pt x="2182564" y="29672"/>
                  <a:pt x="2183582" y="34788"/>
                  <a:pt x="2183582" y="40107"/>
                </a:cubicBezTo>
                <a:lnTo>
                  <a:pt x="2183582" y="1688934"/>
                </a:lnTo>
                <a:cubicBezTo>
                  <a:pt x="2183582" y="1694252"/>
                  <a:pt x="2182564" y="1699368"/>
                  <a:pt x="2180529" y="1704282"/>
                </a:cubicBezTo>
                <a:cubicBezTo>
                  <a:pt x="2178493" y="1709195"/>
                  <a:pt x="2175596" y="1713533"/>
                  <a:pt x="2171835" y="1717294"/>
                </a:cubicBezTo>
                <a:cubicBezTo>
                  <a:pt x="2168074" y="1721054"/>
                  <a:pt x="2163737" y="1723952"/>
                  <a:pt x="2158822" y="1725987"/>
                </a:cubicBezTo>
                <a:cubicBezTo>
                  <a:pt x="2153910" y="1728023"/>
                  <a:pt x="2148794" y="1729040"/>
                  <a:pt x="2143476" y="1729040"/>
                </a:cubicBezTo>
                <a:lnTo>
                  <a:pt x="40107" y="1729040"/>
                </a:lnTo>
                <a:cubicBezTo>
                  <a:pt x="34788" y="1729040"/>
                  <a:pt x="29671" y="1728023"/>
                  <a:pt x="24758" y="1725987"/>
                </a:cubicBezTo>
                <a:cubicBezTo>
                  <a:pt x="19844" y="1723952"/>
                  <a:pt x="15507" y="1721054"/>
                  <a:pt x="11747" y="1717294"/>
                </a:cubicBezTo>
                <a:cubicBezTo>
                  <a:pt x="7986" y="1713533"/>
                  <a:pt x="5088" y="1709195"/>
                  <a:pt x="3053" y="1704282"/>
                </a:cubicBezTo>
                <a:cubicBezTo>
                  <a:pt x="1018" y="1699368"/>
                  <a:pt x="0" y="1694252"/>
                  <a:pt x="0" y="168893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8913" cap="flat">
            <a:solidFill>
              <a:srgbClr val="CCCCCC"/>
            </a:solidFill>
            <a:miter/>
          </a:ln>
        </p:spPr>
      </p:sp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604193-36B1-4671-9ABF-B1B21C202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723" y="770706"/>
            <a:ext cx="1996418" cy="169339"/>
          </a:xfrm>
          <a:custGeom xmlns:a="http://schemas.openxmlformats.org/drawingml/2006/main">
            <a:pathLst>
              <a:path w="1996418" h="169339">
                <a:moveTo>
                  <a:pt x="0" y="0"/>
                </a:moveTo>
                <a:lnTo>
                  <a:pt x="1996418" y="0"/>
                </a:lnTo>
                <a:lnTo>
                  <a:pt x="1996418" y="169339"/>
                </a:lnTo>
                <a:lnTo>
                  <a:pt x="0" y="16933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95492F-C302-46BA-8758-E03B6FDB8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723" y="940045"/>
            <a:ext cx="1996418" cy="169339"/>
          </a:xfrm>
          <a:custGeom xmlns:a="http://schemas.openxmlformats.org/drawingml/2006/main">
            <a:pathLst>
              <a:path w="1996418" h="169339">
                <a:moveTo>
                  <a:pt x="0" y="0"/>
                </a:moveTo>
                <a:lnTo>
                  <a:pt x="1996418" y="0"/>
                </a:lnTo>
                <a:lnTo>
                  <a:pt x="1996418" y="169339"/>
                </a:lnTo>
                <a:lnTo>
                  <a:pt x="0" y="16933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763880-9109-4C7A-945E-DD26F746D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723" y="1456974"/>
            <a:ext cx="1996418" cy="169339"/>
          </a:xfrm>
          <a:custGeom xmlns:a="http://schemas.openxmlformats.org/drawingml/2006/main">
            <a:pathLst>
              <a:path w="1996418" h="169339">
                <a:moveTo>
                  <a:pt x="0" y="0"/>
                </a:moveTo>
                <a:lnTo>
                  <a:pt x="1996418" y="0"/>
                </a:lnTo>
                <a:lnTo>
                  <a:pt x="1996418" y="169339"/>
                </a:lnTo>
                <a:lnTo>
                  <a:pt x="0" y="16933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6F8B8D-2596-4D7C-B1EB-B2E0E9FF8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723" y="1626313"/>
            <a:ext cx="1996418" cy="169339"/>
          </a:xfrm>
          <a:custGeom xmlns:a="http://schemas.openxmlformats.org/drawingml/2006/main">
            <a:pathLst>
              <a:path w="1996418" h="169339">
                <a:moveTo>
                  <a:pt x="0" y="0"/>
                </a:moveTo>
                <a:lnTo>
                  <a:pt x="1996418" y="0"/>
                </a:lnTo>
                <a:lnTo>
                  <a:pt x="1996418" y="169339"/>
                </a:lnTo>
                <a:lnTo>
                  <a:pt x="0" y="16933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E5F55A-B4C0-47A5-8ED4-A1B45E564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723" y="1795652"/>
            <a:ext cx="1996418" cy="169339"/>
          </a:xfrm>
          <a:custGeom xmlns:a="http://schemas.openxmlformats.org/drawingml/2006/main">
            <a:pathLst>
              <a:path w="1996418" h="169339">
                <a:moveTo>
                  <a:pt x="0" y="0"/>
                </a:moveTo>
                <a:lnTo>
                  <a:pt x="1996418" y="0"/>
                </a:lnTo>
                <a:lnTo>
                  <a:pt x="1996418" y="169339"/>
                </a:lnTo>
                <a:lnTo>
                  <a:pt x="0" y="16933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0E2FCB-643F-4D0B-9D3C-B75A0A43C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723" y="1964991"/>
            <a:ext cx="1996418" cy="178252"/>
          </a:xfrm>
          <a:custGeom xmlns:a="http://schemas.openxmlformats.org/drawingml/2006/main">
            <a:pathLst>
              <a:path w="1996418" h="178252">
                <a:moveTo>
                  <a:pt x="0" y="0"/>
                </a:moveTo>
                <a:lnTo>
                  <a:pt x="1996418" y="0"/>
                </a:lnTo>
                <a:lnTo>
                  <a:pt x="1996418" y="178252"/>
                </a:lnTo>
                <a:lnTo>
                  <a:pt x="0" y="17825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3E97D2-C00D-46F0-AC58-60EDAFCE9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723" y="2143243"/>
            <a:ext cx="1996418" cy="169339"/>
          </a:xfrm>
          <a:custGeom xmlns:a="http://schemas.openxmlformats.org/drawingml/2006/main">
            <a:pathLst>
              <a:path w="1996418" h="169339">
                <a:moveTo>
                  <a:pt x="0" y="0"/>
                </a:moveTo>
                <a:lnTo>
                  <a:pt x="1996418" y="0"/>
                </a:lnTo>
                <a:lnTo>
                  <a:pt x="1996418" y="169339"/>
                </a:lnTo>
                <a:lnTo>
                  <a:pt x="0" y="16933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" name="Text loc_9BB68">
            <a:extLst xmlns:a="http://schemas.openxmlformats.org/drawingml/2006/main">
              <a:ext uri="{FF2B5EF4-FFF2-40B4-BE49-F238E27FC236}">
                <a16:creationId xmlns:a16="http://schemas.microsoft.com/office/drawing/2014/main" id="{4FE5A03C-D8E4-46AC-BB3F-ADD60CE8B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8970" y="805381"/>
            <a:ext cx="637228" cy="129789"/>
          </a:xfrm>
          <a:custGeom xmlns:a="http://schemas.openxmlformats.org/drawingml/2006/main">
            <a:pathLst>
              <a:path w="637228" h="129789">
                <a:moveTo>
                  <a:pt x="22142" y="0"/>
                </a:moveTo>
                <a:lnTo>
                  <a:pt x="22142" y="84539"/>
                </a:lnTo>
                <a:cubicBezTo>
                  <a:pt x="22142" y="88528"/>
                  <a:pt x="22432" y="91173"/>
                  <a:pt x="23013" y="92472"/>
                </a:cubicBezTo>
                <a:cubicBezTo>
                  <a:pt x="23593" y="93771"/>
                  <a:pt x="24486" y="94756"/>
                  <a:pt x="25693" y="95429"/>
                </a:cubicBezTo>
                <a:cubicBezTo>
                  <a:pt x="26900" y="96101"/>
                  <a:pt x="29152" y="96437"/>
                  <a:pt x="32447" y="96437"/>
                </a:cubicBezTo>
                <a:lnTo>
                  <a:pt x="32447" y="99013"/>
                </a:lnTo>
                <a:lnTo>
                  <a:pt x="1184" y="99013"/>
                </a:lnTo>
                <a:lnTo>
                  <a:pt x="1184" y="96437"/>
                </a:lnTo>
                <a:cubicBezTo>
                  <a:pt x="4108" y="96437"/>
                  <a:pt x="6104" y="96136"/>
                  <a:pt x="7172" y="95534"/>
                </a:cubicBezTo>
                <a:cubicBezTo>
                  <a:pt x="8239" y="94930"/>
                  <a:pt x="9075" y="93933"/>
                  <a:pt x="9679" y="92542"/>
                </a:cubicBezTo>
                <a:cubicBezTo>
                  <a:pt x="10282" y="91149"/>
                  <a:pt x="10584" y="88482"/>
                  <a:pt x="10584" y="84539"/>
                </a:cubicBezTo>
                <a:lnTo>
                  <a:pt x="10584" y="26649"/>
                </a:lnTo>
                <a:cubicBezTo>
                  <a:pt x="10584" y="19459"/>
                  <a:pt x="10421" y="15041"/>
                  <a:pt x="10096" y="13395"/>
                </a:cubicBezTo>
                <a:cubicBezTo>
                  <a:pt x="9771" y="11747"/>
                  <a:pt x="9249" y="10622"/>
                  <a:pt x="8530" y="10020"/>
                </a:cubicBezTo>
                <a:cubicBezTo>
                  <a:pt x="7810" y="9417"/>
                  <a:pt x="6893" y="9115"/>
                  <a:pt x="5779" y="9115"/>
                </a:cubicBezTo>
                <a:cubicBezTo>
                  <a:pt x="4572" y="9115"/>
                  <a:pt x="3040" y="9486"/>
                  <a:pt x="1184" y="10229"/>
                </a:cubicBezTo>
                <a:lnTo>
                  <a:pt x="0" y="7792"/>
                </a:lnTo>
                <a:lnTo>
                  <a:pt x="19009" y="0"/>
                </a:lnTo>
                <a:lnTo>
                  <a:pt x="22142" y="0"/>
                </a:lnTo>
                <a:close/>
                <a:moveTo>
                  <a:pt x="71046" y="33422"/>
                </a:moveTo>
                <a:cubicBezTo>
                  <a:pt x="80701" y="33422"/>
                  <a:pt x="88453" y="37086"/>
                  <a:pt x="94302" y="44413"/>
                </a:cubicBezTo>
                <a:cubicBezTo>
                  <a:pt x="99269" y="50672"/>
                  <a:pt x="101752" y="57860"/>
                  <a:pt x="101752" y="65976"/>
                </a:cubicBezTo>
                <a:cubicBezTo>
                  <a:pt x="101752" y="71680"/>
                  <a:pt x="100383" y="77453"/>
                  <a:pt x="97644" y="83297"/>
                </a:cubicBezTo>
                <a:cubicBezTo>
                  <a:pt x="94906" y="89138"/>
                  <a:pt x="91134" y="93543"/>
                  <a:pt x="86330" y="96511"/>
                </a:cubicBezTo>
                <a:cubicBezTo>
                  <a:pt x="81525" y="99479"/>
                  <a:pt x="76175" y="100963"/>
                  <a:pt x="70280" y="100963"/>
                </a:cubicBezTo>
                <a:cubicBezTo>
                  <a:pt x="60671" y="100963"/>
                  <a:pt x="53035" y="97137"/>
                  <a:pt x="47372" y="89485"/>
                </a:cubicBezTo>
                <a:cubicBezTo>
                  <a:pt x="42591" y="83040"/>
                  <a:pt x="40200" y="75806"/>
                  <a:pt x="40200" y="67784"/>
                </a:cubicBezTo>
                <a:cubicBezTo>
                  <a:pt x="40200" y="61941"/>
                  <a:pt x="41651" y="56133"/>
                  <a:pt x="44552" y="50360"/>
                </a:cubicBezTo>
                <a:cubicBezTo>
                  <a:pt x="47453" y="44586"/>
                  <a:pt x="51271" y="40320"/>
                  <a:pt x="56006" y="37561"/>
                </a:cubicBezTo>
                <a:cubicBezTo>
                  <a:pt x="60741" y="34802"/>
                  <a:pt x="65754" y="33422"/>
                  <a:pt x="71046" y="33422"/>
                </a:cubicBezTo>
                <a:moveTo>
                  <a:pt x="68887" y="38018"/>
                </a:moveTo>
                <a:cubicBezTo>
                  <a:pt x="66427" y="38018"/>
                  <a:pt x="63955" y="38748"/>
                  <a:pt x="61472" y="40209"/>
                </a:cubicBezTo>
                <a:cubicBezTo>
                  <a:pt x="58988" y="41670"/>
                  <a:pt x="56981" y="44231"/>
                  <a:pt x="55449" y="47894"/>
                </a:cubicBezTo>
                <a:cubicBezTo>
                  <a:pt x="53917" y="51557"/>
                  <a:pt x="53151" y="56263"/>
                  <a:pt x="53151" y="62012"/>
                </a:cubicBezTo>
                <a:cubicBezTo>
                  <a:pt x="53151" y="71284"/>
                  <a:pt x="54996" y="79282"/>
                  <a:pt x="58687" y="86006"/>
                </a:cubicBezTo>
                <a:cubicBezTo>
                  <a:pt x="62377" y="92728"/>
                  <a:pt x="67239" y="96089"/>
                  <a:pt x="73274" y="96089"/>
                </a:cubicBezTo>
                <a:cubicBezTo>
                  <a:pt x="77777" y="96089"/>
                  <a:pt x="81490" y="94234"/>
                  <a:pt x="84415" y="90525"/>
                </a:cubicBezTo>
                <a:cubicBezTo>
                  <a:pt x="87339" y="86816"/>
                  <a:pt x="88801" y="80441"/>
                  <a:pt x="88801" y="71401"/>
                </a:cubicBezTo>
                <a:cubicBezTo>
                  <a:pt x="88801" y="60087"/>
                  <a:pt x="86364" y="51185"/>
                  <a:pt x="81490" y="44693"/>
                </a:cubicBezTo>
                <a:cubicBezTo>
                  <a:pt x="78195" y="40243"/>
                  <a:pt x="73994" y="38018"/>
                  <a:pt x="68887" y="38018"/>
                </a:cubicBezTo>
                <a:close/>
                <a:moveTo>
                  <a:pt x="165325" y="74782"/>
                </a:moveTo>
                <a:cubicBezTo>
                  <a:pt x="163607" y="83184"/>
                  <a:pt x="160242" y="89648"/>
                  <a:pt x="155228" y="94174"/>
                </a:cubicBezTo>
                <a:cubicBezTo>
                  <a:pt x="150215" y="98700"/>
                  <a:pt x="144668" y="100963"/>
                  <a:pt x="138587" y="100963"/>
                </a:cubicBezTo>
                <a:cubicBezTo>
                  <a:pt x="131345" y="100963"/>
                  <a:pt x="125032" y="97926"/>
                  <a:pt x="119648" y="91852"/>
                </a:cubicBezTo>
                <a:cubicBezTo>
                  <a:pt x="114263" y="85777"/>
                  <a:pt x="111571" y="77569"/>
                  <a:pt x="111571" y="67227"/>
                </a:cubicBezTo>
                <a:cubicBezTo>
                  <a:pt x="111571" y="57211"/>
                  <a:pt x="114553" y="49073"/>
                  <a:pt x="120518" y="42813"/>
                </a:cubicBezTo>
                <a:cubicBezTo>
                  <a:pt x="126483" y="36553"/>
                  <a:pt x="133643" y="33422"/>
                  <a:pt x="141999" y="33422"/>
                </a:cubicBezTo>
                <a:cubicBezTo>
                  <a:pt x="148265" y="33422"/>
                  <a:pt x="153418" y="35077"/>
                  <a:pt x="157456" y="38385"/>
                </a:cubicBezTo>
                <a:cubicBezTo>
                  <a:pt x="161495" y="41693"/>
                  <a:pt x="163514" y="45128"/>
                  <a:pt x="163514" y="48691"/>
                </a:cubicBezTo>
                <a:cubicBezTo>
                  <a:pt x="163514" y="50449"/>
                  <a:pt x="162946" y="51872"/>
                  <a:pt x="161808" y="52960"/>
                </a:cubicBezTo>
                <a:cubicBezTo>
                  <a:pt x="160671" y="54046"/>
                  <a:pt x="159081" y="54590"/>
                  <a:pt x="157039" y="54590"/>
                </a:cubicBezTo>
                <a:cubicBezTo>
                  <a:pt x="154300" y="54590"/>
                  <a:pt x="152234" y="53708"/>
                  <a:pt x="150842" y="51944"/>
                </a:cubicBezTo>
                <a:cubicBezTo>
                  <a:pt x="150052" y="50969"/>
                  <a:pt x="149530" y="49112"/>
                  <a:pt x="149275" y="46373"/>
                </a:cubicBezTo>
                <a:cubicBezTo>
                  <a:pt x="149020" y="43635"/>
                  <a:pt x="148080" y="41546"/>
                  <a:pt x="146455" y="40107"/>
                </a:cubicBezTo>
                <a:cubicBezTo>
                  <a:pt x="144830" y="38714"/>
                  <a:pt x="142579" y="38018"/>
                  <a:pt x="139701" y="38018"/>
                </a:cubicBezTo>
                <a:cubicBezTo>
                  <a:pt x="135059" y="38018"/>
                  <a:pt x="131322" y="39735"/>
                  <a:pt x="128491" y="43170"/>
                </a:cubicBezTo>
                <a:cubicBezTo>
                  <a:pt x="124731" y="47719"/>
                  <a:pt x="122851" y="53731"/>
                  <a:pt x="122851" y="61204"/>
                </a:cubicBezTo>
                <a:cubicBezTo>
                  <a:pt x="122851" y="68817"/>
                  <a:pt x="124719" y="75536"/>
                  <a:pt x="128456" y="81362"/>
                </a:cubicBezTo>
                <a:cubicBezTo>
                  <a:pt x="132192" y="87188"/>
                  <a:pt x="137241" y="90101"/>
                  <a:pt x="143600" y="90101"/>
                </a:cubicBezTo>
                <a:cubicBezTo>
                  <a:pt x="148149" y="90101"/>
                  <a:pt x="152234" y="88546"/>
                  <a:pt x="155855" y="85435"/>
                </a:cubicBezTo>
                <a:cubicBezTo>
                  <a:pt x="158408" y="83300"/>
                  <a:pt x="160891" y="79424"/>
                  <a:pt x="163305" y="73807"/>
                </a:cubicBezTo>
                <a:lnTo>
                  <a:pt x="165325" y="74782"/>
                </a:lnTo>
                <a:close/>
                <a:moveTo>
                  <a:pt x="242565" y="129789"/>
                </a:moveTo>
                <a:lnTo>
                  <a:pt x="168828" y="129789"/>
                </a:lnTo>
                <a:lnTo>
                  <a:pt x="168828" y="124010"/>
                </a:lnTo>
                <a:lnTo>
                  <a:pt x="242565" y="124010"/>
                </a:lnTo>
                <a:lnTo>
                  <a:pt x="242565" y="129789"/>
                </a:lnTo>
                <a:close/>
                <a:moveTo>
                  <a:pt x="248832" y="100963"/>
                </a:moveTo>
                <a:lnTo>
                  <a:pt x="248832" y="98387"/>
                </a:lnTo>
                <a:cubicBezTo>
                  <a:pt x="254866" y="98294"/>
                  <a:pt x="260483" y="96889"/>
                  <a:pt x="265682" y="94174"/>
                </a:cubicBezTo>
                <a:cubicBezTo>
                  <a:pt x="270881" y="91458"/>
                  <a:pt x="275906" y="86712"/>
                  <a:pt x="280757" y="79935"/>
                </a:cubicBezTo>
                <a:cubicBezTo>
                  <a:pt x="285608" y="73157"/>
                  <a:pt x="288985" y="65707"/>
                  <a:pt x="290888" y="57584"/>
                </a:cubicBezTo>
                <a:cubicBezTo>
                  <a:pt x="283600" y="62272"/>
                  <a:pt x="277009" y="64616"/>
                  <a:pt x="271113" y="64616"/>
                </a:cubicBezTo>
                <a:cubicBezTo>
                  <a:pt x="264475" y="64616"/>
                  <a:pt x="258789" y="62052"/>
                  <a:pt x="254054" y="56922"/>
                </a:cubicBezTo>
                <a:cubicBezTo>
                  <a:pt x="249319" y="51793"/>
                  <a:pt x="246952" y="44981"/>
                  <a:pt x="246952" y="36486"/>
                </a:cubicBezTo>
                <a:cubicBezTo>
                  <a:pt x="246952" y="28223"/>
                  <a:pt x="249319" y="20866"/>
                  <a:pt x="254054" y="14413"/>
                </a:cubicBezTo>
                <a:cubicBezTo>
                  <a:pt x="259764" y="6568"/>
                  <a:pt x="267214" y="2646"/>
                  <a:pt x="276405" y="2646"/>
                </a:cubicBezTo>
                <a:cubicBezTo>
                  <a:pt x="284157" y="2646"/>
                  <a:pt x="290795" y="5849"/>
                  <a:pt x="296319" y="12255"/>
                </a:cubicBezTo>
                <a:cubicBezTo>
                  <a:pt x="303096" y="20193"/>
                  <a:pt x="306485" y="29987"/>
                  <a:pt x="306485" y="41638"/>
                </a:cubicBezTo>
                <a:cubicBezTo>
                  <a:pt x="306485" y="52129"/>
                  <a:pt x="303909" y="61912"/>
                  <a:pt x="298756" y="70987"/>
                </a:cubicBezTo>
                <a:cubicBezTo>
                  <a:pt x="293604" y="80062"/>
                  <a:pt x="286432" y="87594"/>
                  <a:pt x="277241" y="93582"/>
                </a:cubicBezTo>
                <a:cubicBezTo>
                  <a:pt x="269767" y="98503"/>
                  <a:pt x="261620" y="100963"/>
                  <a:pt x="252801" y="100963"/>
                </a:cubicBezTo>
                <a:lnTo>
                  <a:pt x="248832" y="100963"/>
                </a:lnTo>
                <a:moveTo>
                  <a:pt x="292002" y="52377"/>
                </a:moveTo>
                <a:cubicBezTo>
                  <a:pt x="292838" y="46359"/>
                  <a:pt x="293255" y="41545"/>
                  <a:pt x="293255" y="37933"/>
                </a:cubicBezTo>
                <a:cubicBezTo>
                  <a:pt x="293255" y="33443"/>
                  <a:pt x="292490" y="28595"/>
                  <a:pt x="290958" y="23387"/>
                </a:cubicBezTo>
                <a:cubicBezTo>
                  <a:pt x="289426" y="18179"/>
                  <a:pt x="287256" y="14186"/>
                  <a:pt x="284447" y="11408"/>
                </a:cubicBezTo>
                <a:cubicBezTo>
                  <a:pt x="281639" y="8630"/>
                  <a:pt x="278448" y="7241"/>
                  <a:pt x="274873" y="7241"/>
                </a:cubicBezTo>
                <a:cubicBezTo>
                  <a:pt x="270742" y="7241"/>
                  <a:pt x="267121" y="9093"/>
                  <a:pt x="264011" y="12797"/>
                </a:cubicBezTo>
                <a:cubicBezTo>
                  <a:pt x="260901" y="16500"/>
                  <a:pt x="259346" y="22009"/>
                  <a:pt x="259346" y="29323"/>
                </a:cubicBezTo>
                <a:cubicBezTo>
                  <a:pt x="259346" y="39091"/>
                  <a:pt x="261412" y="46729"/>
                  <a:pt x="265543" y="52237"/>
                </a:cubicBezTo>
                <a:cubicBezTo>
                  <a:pt x="268560" y="56219"/>
                  <a:pt x="272274" y="58210"/>
                  <a:pt x="276684" y="58210"/>
                </a:cubicBezTo>
                <a:cubicBezTo>
                  <a:pt x="278819" y="58210"/>
                  <a:pt x="281349" y="57701"/>
                  <a:pt x="284273" y="56683"/>
                </a:cubicBezTo>
                <a:cubicBezTo>
                  <a:pt x="287198" y="55664"/>
                  <a:pt x="289774" y="54229"/>
                  <a:pt x="292002" y="52377"/>
                </a:cubicBezTo>
                <a:close/>
                <a:moveTo>
                  <a:pt x="378482" y="50871"/>
                </a:moveTo>
                <a:cubicBezTo>
                  <a:pt x="385027" y="52262"/>
                  <a:pt x="389924" y="54488"/>
                  <a:pt x="393174" y="57549"/>
                </a:cubicBezTo>
                <a:cubicBezTo>
                  <a:pt x="397677" y="61817"/>
                  <a:pt x="399928" y="67034"/>
                  <a:pt x="399928" y="73202"/>
                </a:cubicBezTo>
                <a:cubicBezTo>
                  <a:pt x="399928" y="77886"/>
                  <a:pt x="398442" y="82374"/>
                  <a:pt x="395472" y="86665"/>
                </a:cubicBezTo>
                <a:cubicBezTo>
                  <a:pt x="392501" y="90954"/>
                  <a:pt x="388427" y="94085"/>
                  <a:pt x="383252" y="96056"/>
                </a:cubicBezTo>
                <a:cubicBezTo>
                  <a:pt x="378076" y="98028"/>
                  <a:pt x="370173" y="99013"/>
                  <a:pt x="359543" y="99013"/>
                </a:cubicBezTo>
                <a:lnTo>
                  <a:pt x="314980" y="99013"/>
                </a:lnTo>
                <a:lnTo>
                  <a:pt x="314980" y="96437"/>
                </a:lnTo>
                <a:lnTo>
                  <a:pt x="318531" y="96437"/>
                </a:lnTo>
                <a:cubicBezTo>
                  <a:pt x="322477" y="96437"/>
                  <a:pt x="325308" y="95184"/>
                  <a:pt x="327026" y="92677"/>
                </a:cubicBezTo>
                <a:cubicBezTo>
                  <a:pt x="328093" y="91052"/>
                  <a:pt x="328627" y="87594"/>
                  <a:pt x="328627" y="82302"/>
                </a:cubicBezTo>
                <a:lnTo>
                  <a:pt x="328627" y="21307"/>
                </a:lnTo>
                <a:cubicBezTo>
                  <a:pt x="328627" y="15458"/>
                  <a:pt x="327954" y="11767"/>
                  <a:pt x="326608" y="10236"/>
                </a:cubicBezTo>
                <a:cubicBezTo>
                  <a:pt x="324798" y="8193"/>
                  <a:pt x="322105" y="7172"/>
                  <a:pt x="318531" y="7172"/>
                </a:cubicBezTo>
                <a:lnTo>
                  <a:pt x="314980" y="7172"/>
                </a:lnTo>
                <a:lnTo>
                  <a:pt x="314980" y="4596"/>
                </a:lnTo>
                <a:lnTo>
                  <a:pt x="355783" y="4596"/>
                </a:lnTo>
                <a:cubicBezTo>
                  <a:pt x="363396" y="4596"/>
                  <a:pt x="369500" y="5153"/>
                  <a:pt x="374095" y="6269"/>
                </a:cubicBezTo>
                <a:cubicBezTo>
                  <a:pt x="381058" y="7941"/>
                  <a:pt x="386373" y="10904"/>
                  <a:pt x="390041" y="15155"/>
                </a:cubicBezTo>
                <a:cubicBezTo>
                  <a:pt x="393708" y="19406"/>
                  <a:pt x="395541" y="24295"/>
                  <a:pt x="395541" y="29823"/>
                </a:cubicBezTo>
                <a:cubicBezTo>
                  <a:pt x="395541" y="34562"/>
                  <a:pt x="394102" y="38803"/>
                  <a:pt x="391224" y="42544"/>
                </a:cubicBezTo>
                <a:cubicBezTo>
                  <a:pt x="388346" y="46283"/>
                  <a:pt x="384099" y="49059"/>
                  <a:pt x="378482" y="50871"/>
                </a:cubicBezTo>
                <a:moveTo>
                  <a:pt x="341996" y="47070"/>
                </a:moveTo>
                <a:cubicBezTo>
                  <a:pt x="343714" y="47395"/>
                  <a:pt x="345675" y="47638"/>
                  <a:pt x="347880" y="47801"/>
                </a:cubicBezTo>
                <a:cubicBezTo>
                  <a:pt x="350085" y="47963"/>
                  <a:pt x="352510" y="48044"/>
                  <a:pt x="355156" y="48044"/>
                </a:cubicBezTo>
                <a:cubicBezTo>
                  <a:pt x="361933" y="48044"/>
                  <a:pt x="367028" y="47312"/>
                  <a:pt x="370440" y="45847"/>
                </a:cubicBezTo>
                <a:cubicBezTo>
                  <a:pt x="373852" y="44382"/>
                  <a:pt x="376463" y="42138"/>
                  <a:pt x="378273" y="39117"/>
                </a:cubicBezTo>
                <a:cubicBezTo>
                  <a:pt x="380084" y="36093"/>
                  <a:pt x="380989" y="32791"/>
                  <a:pt x="380989" y="29210"/>
                </a:cubicBezTo>
                <a:cubicBezTo>
                  <a:pt x="380989" y="23677"/>
                  <a:pt x="378737" y="18957"/>
                  <a:pt x="374235" y="15051"/>
                </a:cubicBezTo>
                <a:cubicBezTo>
                  <a:pt x="369732" y="11144"/>
                  <a:pt x="363164" y="9191"/>
                  <a:pt x="354529" y="9191"/>
                </a:cubicBezTo>
                <a:cubicBezTo>
                  <a:pt x="349887" y="9191"/>
                  <a:pt x="345710" y="9725"/>
                  <a:pt x="341996" y="10793"/>
                </a:cubicBezTo>
                <a:lnTo>
                  <a:pt x="341996" y="47070"/>
                </a:lnTo>
                <a:moveTo>
                  <a:pt x="341996" y="92259"/>
                </a:moveTo>
                <a:cubicBezTo>
                  <a:pt x="347381" y="93512"/>
                  <a:pt x="352696" y="94139"/>
                  <a:pt x="357941" y="94139"/>
                </a:cubicBezTo>
                <a:cubicBezTo>
                  <a:pt x="366343" y="94139"/>
                  <a:pt x="372749" y="92248"/>
                  <a:pt x="377159" y="88464"/>
                </a:cubicBezTo>
                <a:cubicBezTo>
                  <a:pt x="381569" y="84681"/>
                  <a:pt x="383774" y="80004"/>
                  <a:pt x="383774" y="74434"/>
                </a:cubicBezTo>
                <a:cubicBezTo>
                  <a:pt x="383774" y="70767"/>
                  <a:pt x="382776" y="67239"/>
                  <a:pt x="380780" y="63850"/>
                </a:cubicBezTo>
                <a:cubicBezTo>
                  <a:pt x="378784" y="60462"/>
                  <a:pt x="375534" y="57793"/>
                  <a:pt x="371032" y="55843"/>
                </a:cubicBezTo>
                <a:cubicBezTo>
                  <a:pt x="366529" y="53893"/>
                  <a:pt x="360959" y="52918"/>
                  <a:pt x="354321" y="52918"/>
                </a:cubicBezTo>
                <a:cubicBezTo>
                  <a:pt x="351443" y="52918"/>
                  <a:pt x="348982" y="52965"/>
                  <a:pt x="346940" y="53058"/>
                </a:cubicBezTo>
                <a:cubicBezTo>
                  <a:pt x="344897" y="53151"/>
                  <a:pt x="343249" y="53313"/>
                  <a:pt x="341996" y="53545"/>
                </a:cubicBezTo>
                <a:lnTo>
                  <a:pt x="341996" y="92259"/>
                </a:lnTo>
                <a:close/>
                <a:moveTo>
                  <a:pt x="473597" y="50871"/>
                </a:moveTo>
                <a:cubicBezTo>
                  <a:pt x="480143" y="52262"/>
                  <a:pt x="485040" y="54488"/>
                  <a:pt x="488289" y="57549"/>
                </a:cubicBezTo>
                <a:cubicBezTo>
                  <a:pt x="492792" y="61817"/>
                  <a:pt x="495043" y="67034"/>
                  <a:pt x="495043" y="73202"/>
                </a:cubicBezTo>
                <a:cubicBezTo>
                  <a:pt x="495043" y="77886"/>
                  <a:pt x="493558" y="82374"/>
                  <a:pt x="490587" y="86665"/>
                </a:cubicBezTo>
                <a:cubicBezTo>
                  <a:pt x="487616" y="90954"/>
                  <a:pt x="483543" y="94085"/>
                  <a:pt x="478367" y="96056"/>
                </a:cubicBezTo>
                <a:cubicBezTo>
                  <a:pt x="473191" y="98028"/>
                  <a:pt x="465288" y="99013"/>
                  <a:pt x="454658" y="99013"/>
                </a:cubicBezTo>
                <a:lnTo>
                  <a:pt x="410095" y="99013"/>
                </a:lnTo>
                <a:lnTo>
                  <a:pt x="410095" y="96437"/>
                </a:lnTo>
                <a:lnTo>
                  <a:pt x="413646" y="96437"/>
                </a:lnTo>
                <a:cubicBezTo>
                  <a:pt x="417592" y="96437"/>
                  <a:pt x="420424" y="95184"/>
                  <a:pt x="422141" y="92677"/>
                </a:cubicBezTo>
                <a:cubicBezTo>
                  <a:pt x="423209" y="91052"/>
                  <a:pt x="423743" y="87594"/>
                  <a:pt x="423743" y="82302"/>
                </a:cubicBezTo>
                <a:lnTo>
                  <a:pt x="423743" y="21307"/>
                </a:lnTo>
                <a:cubicBezTo>
                  <a:pt x="423743" y="15458"/>
                  <a:pt x="423070" y="11767"/>
                  <a:pt x="421723" y="10236"/>
                </a:cubicBezTo>
                <a:cubicBezTo>
                  <a:pt x="419913" y="8193"/>
                  <a:pt x="417221" y="7172"/>
                  <a:pt x="413646" y="7172"/>
                </a:cubicBezTo>
                <a:lnTo>
                  <a:pt x="410095" y="7172"/>
                </a:lnTo>
                <a:lnTo>
                  <a:pt x="410095" y="4596"/>
                </a:lnTo>
                <a:lnTo>
                  <a:pt x="450898" y="4596"/>
                </a:lnTo>
                <a:cubicBezTo>
                  <a:pt x="458511" y="4596"/>
                  <a:pt x="464615" y="5153"/>
                  <a:pt x="469211" y="6269"/>
                </a:cubicBezTo>
                <a:cubicBezTo>
                  <a:pt x="476174" y="7941"/>
                  <a:pt x="481489" y="10904"/>
                  <a:pt x="485156" y="15155"/>
                </a:cubicBezTo>
                <a:cubicBezTo>
                  <a:pt x="488823" y="19406"/>
                  <a:pt x="490657" y="24295"/>
                  <a:pt x="490657" y="29823"/>
                </a:cubicBezTo>
                <a:cubicBezTo>
                  <a:pt x="490657" y="34562"/>
                  <a:pt x="489218" y="38803"/>
                  <a:pt x="486340" y="42544"/>
                </a:cubicBezTo>
                <a:cubicBezTo>
                  <a:pt x="483462" y="46283"/>
                  <a:pt x="479214" y="49059"/>
                  <a:pt x="473597" y="50871"/>
                </a:cubicBezTo>
                <a:moveTo>
                  <a:pt x="437111" y="47070"/>
                </a:moveTo>
                <a:cubicBezTo>
                  <a:pt x="438829" y="47395"/>
                  <a:pt x="440790" y="47638"/>
                  <a:pt x="442995" y="47801"/>
                </a:cubicBezTo>
                <a:cubicBezTo>
                  <a:pt x="445200" y="47963"/>
                  <a:pt x="447626" y="48044"/>
                  <a:pt x="450271" y="48044"/>
                </a:cubicBezTo>
                <a:cubicBezTo>
                  <a:pt x="457049" y="48044"/>
                  <a:pt x="462143" y="47312"/>
                  <a:pt x="465555" y="45847"/>
                </a:cubicBezTo>
                <a:cubicBezTo>
                  <a:pt x="468967" y="44382"/>
                  <a:pt x="471578" y="42138"/>
                  <a:pt x="473388" y="39117"/>
                </a:cubicBezTo>
                <a:cubicBezTo>
                  <a:pt x="475199" y="36093"/>
                  <a:pt x="476104" y="32791"/>
                  <a:pt x="476104" y="29210"/>
                </a:cubicBezTo>
                <a:cubicBezTo>
                  <a:pt x="476104" y="23677"/>
                  <a:pt x="473853" y="18957"/>
                  <a:pt x="469350" y="15051"/>
                </a:cubicBezTo>
                <a:cubicBezTo>
                  <a:pt x="464847" y="11144"/>
                  <a:pt x="458279" y="9191"/>
                  <a:pt x="449645" y="9191"/>
                </a:cubicBezTo>
                <a:cubicBezTo>
                  <a:pt x="445003" y="9191"/>
                  <a:pt x="440825" y="9725"/>
                  <a:pt x="437111" y="10793"/>
                </a:cubicBezTo>
                <a:lnTo>
                  <a:pt x="437111" y="47070"/>
                </a:lnTo>
                <a:moveTo>
                  <a:pt x="437111" y="92259"/>
                </a:moveTo>
                <a:cubicBezTo>
                  <a:pt x="442496" y="93512"/>
                  <a:pt x="447811" y="94139"/>
                  <a:pt x="453057" y="94139"/>
                </a:cubicBezTo>
                <a:cubicBezTo>
                  <a:pt x="461459" y="94139"/>
                  <a:pt x="467865" y="92248"/>
                  <a:pt x="472274" y="88464"/>
                </a:cubicBezTo>
                <a:cubicBezTo>
                  <a:pt x="476684" y="84681"/>
                  <a:pt x="478889" y="80004"/>
                  <a:pt x="478889" y="74434"/>
                </a:cubicBezTo>
                <a:cubicBezTo>
                  <a:pt x="478889" y="70767"/>
                  <a:pt x="477891" y="67239"/>
                  <a:pt x="475895" y="63850"/>
                </a:cubicBezTo>
                <a:cubicBezTo>
                  <a:pt x="473899" y="60462"/>
                  <a:pt x="470650" y="57793"/>
                  <a:pt x="466147" y="55843"/>
                </a:cubicBezTo>
                <a:cubicBezTo>
                  <a:pt x="461644" y="53893"/>
                  <a:pt x="456074" y="52918"/>
                  <a:pt x="449436" y="52918"/>
                </a:cubicBezTo>
                <a:cubicBezTo>
                  <a:pt x="446558" y="52918"/>
                  <a:pt x="444098" y="52965"/>
                  <a:pt x="442055" y="53058"/>
                </a:cubicBezTo>
                <a:cubicBezTo>
                  <a:pt x="440013" y="53151"/>
                  <a:pt x="438365" y="53313"/>
                  <a:pt x="437111" y="53545"/>
                </a:cubicBezTo>
                <a:lnTo>
                  <a:pt x="437111" y="92259"/>
                </a:lnTo>
                <a:close/>
                <a:moveTo>
                  <a:pt x="566763" y="2646"/>
                </a:moveTo>
                <a:lnTo>
                  <a:pt x="566763" y="5222"/>
                </a:lnTo>
                <a:cubicBezTo>
                  <a:pt x="560635" y="5826"/>
                  <a:pt x="555634" y="7044"/>
                  <a:pt x="551758" y="8878"/>
                </a:cubicBezTo>
                <a:cubicBezTo>
                  <a:pt x="547882" y="10711"/>
                  <a:pt x="544052" y="13508"/>
                  <a:pt x="540269" y="17268"/>
                </a:cubicBezTo>
                <a:cubicBezTo>
                  <a:pt x="536486" y="21028"/>
                  <a:pt x="533352" y="25217"/>
                  <a:pt x="530869" y="29836"/>
                </a:cubicBezTo>
                <a:cubicBezTo>
                  <a:pt x="528385" y="34455"/>
                  <a:pt x="526308" y="39944"/>
                  <a:pt x="524637" y="46304"/>
                </a:cubicBezTo>
                <a:cubicBezTo>
                  <a:pt x="531321" y="41708"/>
                  <a:pt x="538029" y="39410"/>
                  <a:pt x="544760" y="39410"/>
                </a:cubicBezTo>
                <a:cubicBezTo>
                  <a:pt x="551212" y="39410"/>
                  <a:pt x="556806" y="42010"/>
                  <a:pt x="561541" y="47209"/>
                </a:cubicBezTo>
                <a:cubicBezTo>
                  <a:pt x="566275" y="52408"/>
                  <a:pt x="568643" y="59092"/>
                  <a:pt x="568643" y="67262"/>
                </a:cubicBezTo>
                <a:cubicBezTo>
                  <a:pt x="568643" y="75153"/>
                  <a:pt x="566252" y="82349"/>
                  <a:pt x="561471" y="88847"/>
                </a:cubicBezTo>
                <a:cubicBezTo>
                  <a:pt x="555715" y="96739"/>
                  <a:pt x="548102" y="100684"/>
                  <a:pt x="538632" y="100684"/>
                </a:cubicBezTo>
                <a:cubicBezTo>
                  <a:pt x="532180" y="100684"/>
                  <a:pt x="526703" y="98549"/>
                  <a:pt x="522200" y="94278"/>
                </a:cubicBezTo>
                <a:cubicBezTo>
                  <a:pt x="513380" y="85969"/>
                  <a:pt x="508970" y="75200"/>
                  <a:pt x="508970" y="61970"/>
                </a:cubicBezTo>
                <a:cubicBezTo>
                  <a:pt x="508970" y="53522"/>
                  <a:pt x="510665" y="45491"/>
                  <a:pt x="514053" y="37878"/>
                </a:cubicBezTo>
                <a:cubicBezTo>
                  <a:pt x="517442" y="30266"/>
                  <a:pt x="522281" y="23512"/>
                  <a:pt x="528571" y="17616"/>
                </a:cubicBezTo>
                <a:cubicBezTo>
                  <a:pt x="534861" y="11721"/>
                  <a:pt x="540884" y="7752"/>
                  <a:pt x="546640" y="5710"/>
                </a:cubicBezTo>
                <a:cubicBezTo>
                  <a:pt x="552396" y="3667"/>
                  <a:pt x="557757" y="2646"/>
                  <a:pt x="562724" y="2646"/>
                </a:cubicBezTo>
                <a:lnTo>
                  <a:pt x="566763" y="2646"/>
                </a:lnTo>
                <a:moveTo>
                  <a:pt x="523453" y="51387"/>
                </a:moveTo>
                <a:cubicBezTo>
                  <a:pt x="522618" y="57653"/>
                  <a:pt x="522200" y="62713"/>
                  <a:pt x="522200" y="66566"/>
                </a:cubicBezTo>
                <a:cubicBezTo>
                  <a:pt x="522200" y="71022"/>
                  <a:pt x="523024" y="75861"/>
                  <a:pt x="524672" y="81084"/>
                </a:cubicBezTo>
                <a:cubicBezTo>
                  <a:pt x="526320" y="86306"/>
                  <a:pt x="528768" y="90449"/>
                  <a:pt x="532018" y="93512"/>
                </a:cubicBezTo>
                <a:cubicBezTo>
                  <a:pt x="534385" y="95694"/>
                  <a:pt x="537263" y="96785"/>
                  <a:pt x="540652" y="96785"/>
                </a:cubicBezTo>
                <a:cubicBezTo>
                  <a:pt x="544690" y="96785"/>
                  <a:pt x="548299" y="94882"/>
                  <a:pt x="551479" y="91075"/>
                </a:cubicBezTo>
                <a:cubicBezTo>
                  <a:pt x="554659" y="87269"/>
                  <a:pt x="556249" y="81838"/>
                  <a:pt x="556249" y="74782"/>
                </a:cubicBezTo>
                <a:cubicBezTo>
                  <a:pt x="556249" y="66844"/>
                  <a:pt x="554670" y="59974"/>
                  <a:pt x="551514" y="54172"/>
                </a:cubicBezTo>
                <a:cubicBezTo>
                  <a:pt x="548357" y="48369"/>
                  <a:pt x="543878" y="45468"/>
                  <a:pt x="538075" y="45468"/>
                </a:cubicBezTo>
                <a:cubicBezTo>
                  <a:pt x="536311" y="45468"/>
                  <a:pt x="534420" y="45839"/>
                  <a:pt x="532401" y="46582"/>
                </a:cubicBezTo>
                <a:cubicBezTo>
                  <a:pt x="530381" y="47325"/>
                  <a:pt x="527399" y="48926"/>
                  <a:pt x="523453" y="51387"/>
                </a:cubicBezTo>
                <a:close/>
                <a:moveTo>
                  <a:pt x="601508" y="51456"/>
                </a:moveTo>
                <a:cubicBezTo>
                  <a:pt x="594034" y="45329"/>
                  <a:pt x="589218" y="40408"/>
                  <a:pt x="587060" y="36695"/>
                </a:cubicBezTo>
                <a:cubicBezTo>
                  <a:pt x="584901" y="32981"/>
                  <a:pt x="583822" y="29128"/>
                  <a:pt x="583822" y="25136"/>
                </a:cubicBezTo>
                <a:cubicBezTo>
                  <a:pt x="583822" y="19009"/>
                  <a:pt x="586189" y="13729"/>
                  <a:pt x="590924" y="9296"/>
                </a:cubicBezTo>
                <a:cubicBezTo>
                  <a:pt x="595659" y="4862"/>
                  <a:pt x="601949" y="2646"/>
                  <a:pt x="609794" y="2646"/>
                </a:cubicBezTo>
                <a:cubicBezTo>
                  <a:pt x="617407" y="2646"/>
                  <a:pt x="623534" y="4712"/>
                  <a:pt x="628176" y="8843"/>
                </a:cubicBezTo>
                <a:cubicBezTo>
                  <a:pt x="632818" y="12974"/>
                  <a:pt x="635139" y="17686"/>
                  <a:pt x="635139" y="22978"/>
                </a:cubicBezTo>
                <a:cubicBezTo>
                  <a:pt x="635139" y="26506"/>
                  <a:pt x="633886" y="30103"/>
                  <a:pt x="631379" y="33770"/>
                </a:cubicBezTo>
                <a:cubicBezTo>
                  <a:pt x="628872" y="37437"/>
                  <a:pt x="623650" y="41755"/>
                  <a:pt x="615712" y="46721"/>
                </a:cubicBezTo>
                <a:cubicBezTo>
                  <a:pt x="623882" y="53034"/>
                  <a:pt x="629290" y="58001"/>
                  <a:pt x="631936" y="61622"/>
                </a:cubicBezTo>
                <a:cubicBezTo>
                  <a:pt x="635464" y="66357"/>
                  <a:pt x="637228" y="71347"/>
                  <a:pt x="637228" y="76592"/>
                </a:cubicBezTo>
                <a:cubicBezTo>
                  <a:pt x="637228" y="83231"/>
                  <a:pt x="634698" y="88905"/>
                  <a:pt x="629638" y="93617"/>
                </a:cubicBezTo>
                <a:cubicBezTo>
                  <a:pt x="624578" y="98329"/>
                  <a:pt x="617940" y="100684"/>
                  <a:pt x="609724" y="100684"/>
                </a:cubicBezTo>
                <a:cubicBezTo>
                  <a:pt x="600765" y="100684"/>
                  <a:pt x="593779" y="97876"/>
                  <a:pt x="588766" y="92259"/>
                </a:cubicBezTo>
                <a:cubicBezTo>
                  <a:pt x="584774" y="87756"/>
                  <a:pt x="582778" y="82836"/>
                  <a:pt x="582778" y="77498"/>
                </a:cubicBezTo>
                <a:cubicBezTo>
                  <a:pt x="582778" y="73320"/>
                  <a:pt x="584182" y="69177"/>
                  <a:pt x="586990" y="65069"/>
                </a:cubicBezTo>
                <a:cubicBezTo>
                  <a:pt x="589798" y="60961"/>
                  <a:pt x="594638" y="56423"/>
                  <a:pt x="601508" y="51456"/>
                </a:cubicBezTo>
                <a:moveTo>
                  <a:pt x="612440" y="44006"/>
                </a:moveTo>
                <a:cubicBezTo>
                  <a:pt x="618010" y="38993"/>
                  <a:pt x="621538" y="35035"/>
                  <a:pt x="623023" y="32134"/>
                </a:cubicBezTo>
                <a:cubicBezTo>
                  <a:pt x="624509" y="29233"/>
                  <a:pt x="625252" y="25949"/>
                  <a:pt x="625252" y="22281"/>
                </a:cubicBezTo>
                <a:cubicBezTo>
                  <a:pt x="625252" y="17407"/>
                  <a:pt x="623882" y="13589"/>
                  <a:pt x="621143" y="10827"/>
                </a:cubicBezTo>
                <a:cubicBezTo>
                  <a:pt x="618405" y="8065"/>
                  <a:pt x="614668" y="6684"/>
                  <a:pt x="609933" y="6684"/>
                </a:cubicBezTo>
                <a:cubicBezTo>
                  <a:pt x="605198" y="6684"/>
                  <a:pt x="601345" y="8054"/>
                  <a:pt x="598375" y="10793"/>
                </a:cubicBezTo>
                <a:cubicBezTo>
                  <a:pt x="595404" y="13531"/>
                  <a:pt x="593918" y="16734"/>
                  <a:pt x="593918" y="20401"/>
                </a:cubicBezTo>
                <a:cubicBezTo>
                  <a:pt x="593918" y="22815"/>
                  <a:pt x="594533" y="25229"/>
                  <a:pt x="595763" y="27643"/>
                </a:cubicBezTo>
                <a:cubicBezTo>
                  <a:pt x="596994" y="30057"/>
                  <a:pt x="598746" y="32355"/>
                  <a:pt x="601020" y="34536"/>
                </a:cubicBezTo>
                <a:lnTo>
                  <a:pt x="612440" y="44006"/>
                </a:lnTo>
                <a:moveTo>
                  <a:pt x="604780" y="54102"/>
                </a:moveTo>
                <a:cubicBezTo>
                  <a:pt x="600928" y="57352"/>
                  <a:pt x="598073" y="60891"/>
                  <a:pt x="596216" y="64721"/>
                </a:cubicBezTo>
                <a:cubicBezTo>
                  <a:pt x="594359" y="68550"/>
                  <a:pt x="593431" y="72693"/>
                  <a:pt x="593431" y="77150"/>
                </a:cubicBezTo>
                <a:cubicBezTo>
                  <a:pt x="593431" y="83138"/>
                  <a:pt x="595067" y="87930"/>
                  <a:pt x="598340" y="91528"/>
                </a:cubicBezTo>
                <a:cubicBezTo>
                  <a:pt x="601612" y="95126"/>
                  <a:pt x="605778" y="96924"/>
                  <a:pt x="610838" y="96924"/>
                </a:cubicBezTo>
                <a:cubicBezTo>
                  <a:pt x="615852" y="96924"/>
                  <a:pt x="619867" y="95509"/>
                  <a:pt x="622884" y="92677"/>
                </a:cubicBezTo>
                <a:cubicBezTo>
                  <a:pt x="625901" y="89845"/>
                  <a:pt x="627410" y="86410"/>
                  <a:pt x="627410" y="82372"/>
                </a:cubicBezTo>
                <a:cubicBezTo>
                  <a:pt x="627410" y="79030"/>
                  <a:pt x="626528" y="76035"/>
                  <a:pt x="624764" y="73390"/>
                </a:cubicBezTo>
                <a:cubicBezTo>
                  <a:pt x="621468" y="68469"/>
                  <a:pt x="614807" y="62040"/>
                  <a:pt x="604780" y="5410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Text ...">
            <a:extLst xmlns:a="http://schemas.openxmlformats.org/drawingml/2006/main">
              <a:ext uri="{FF2B5EF4-FFF2-40B4-BE49-F238E27FC236}">
                <a16:creationId xmlns:a16="http://schemas.microsoft.com/office/drawing/2014/main" id="{D3CF1073-F5A9-461B-B0B4-83DF2F0FE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0470" y="1060225"/>
            <a:ext cx="86758" cy="15458"/>
          </a:xfrm>
          <a:custGeom xmlns:a="http://schemas.openxmlformats.org/drawingml/2006/main">
            <a:pathLst>
              <a:path w="86758" h="15458">
                <a:moveTo>
                  <a:pt x="7729" y="0"/>
                </a:moveTo>
                <a:cubicBezTo>
                  <a:pt x="9911" y="0"/>
                  <a:pt x="11744" y="754"/>
                  <a:pt x="13230" y="2263"/>
                </a:cubicBezTo>
                <a:cubicBezTo>
                  <a:pt x="14715" y="3772"/>
                  <a:pt x="15458" y="5594"/>
                  <a:pt x="15458" y="7729"/>
                </a:cubicBezTo>
                <a:cubicBezTo>
                  <a:pt x="15458" y="9864"/>
                  <a:pt x="14703" y="11686"/>
                  <a:pt x="13195" y="13195"/>
                </a:cubicBezTo>
                <a:cubicBezTo>
                  <a:pt x="11686" y="14703"/>
                  <a:pt x="9864" y="15458"/>
                  <a:pt x="7729" y="15458"/>
                </a:cubicBezTo>
                <a:cubicBezTo>
                  <a:pt x="5594" y="15458"/>
                  <a:pt x="3772" y="14703"/>
                  <a:pt x="2263" y="13195"/>
                </a:cubicBezTo>
                <a:cubicBezTo>
                  <a:pt x="754" y="11686"/>
                  <a:pt x="0" y="9864"/>
                  <a:pt x="0" y="7729"/>
                </a:cubicBezTo>
                <a:cubicBezTo>
                  <a:pt x="0" y="5547"/>
                  <a:pt x="754" y="3714"/>
                  <a:pt x="2263" y="2228"/>
                </a:cubicBezTo>
                <a:cubicBezTo>
                  <a:pt x="3772" y="743"/>
                  <a:pt x="5594" y="0"/>
                  <a:pt x="7729" y="0"/>
                </a:cubicBezTo>
                <a:close/>
                <a:moveTo>
                  <a:pt x="43379" y="0"/>
                </a:moveTo>
                <a:cubicBezTo>
                  <a:pt x="45561" y="0"/>
                  <a:pt x="47395" y="754"/>
                  <a:pt x="48880" y="2263"/>
                </a:cubicBezTo>
                <a:cubicBezTo>
                  <a:pt x="50365" y="3772"/>
                  <a:pt x="51108" y="5594"/>
                  <a:pt x="51108" y="7729"/>
                </a:cubicBezTo>
                <a:cubicBezTo>
                  <a:pt x="51108" y="9864"/>
                  <a:pt x="50354" y="11686"/>
                  <a:pt x="48845" y="13195"/>
                </a:cubicBezTo>
                <a:cubicBezTo>
                  <a:pt x="47337" y="14703"/>
                  <a:pt x="45515" y="15458"/>
                  <a:pt x="43379" y="15458"/>
                </a:cubicBezTo>
                <a:cubicBezTo>
                  <a:pt x="41244" y="15458"/>
                  <a:pt x="39422" y="14703"/>
                  <a:pt x="37913" y="13195"/>
                </a:cubicBezTo>
                <a:cubicBezTo>
                  <a:pt x="36405" y="11686"/>
                  <a:pt x="35650" y="9864"/>
                  <a:pt x="35650" y="7729"/>
                </a:cubicBezTo>
                <a:cubicBezTo>
                  <a:pt x="35650" y="5547"/>
                  <a:pt x="36405" y="3714"/>
                  <a:pt x="37913" y="2228"/>
                </a:cubicBezTo>
                <a:cubicBezTo>
                  <a:pt x="39422" y="743"/>
                  <a:pt x="41244" y="0"/>
                  <a:pt x="43379" y="0"/>
                </a:cubicBezTo>
                <a:close/>
                <a:moveTo>
                  <a:pt x="79030" y="0"/>
                </a:moveTo>
                <a:cubicBezTo>
                  <a:pt x="81211" y="0"/>
                  <a:pt x="83045" y="754"/>
                  <a:pt x="84530" y="2263"/>
                </a:cubicBezTo>
                <a:cubicBezTo>
                  <a:pt x="86016" y="3772"/>
                  <a:pt x="86758" y="5594"/>
                  <a:pt x="86758" y="7729"/>
                </a:cubicBezTo>
                <a:cubicBezTo>
                  <a:pt x="86758" y="9864"/>
                  <a:pt x="86004" y="11686"/>
                  <a:pt x="84495" y="13195"/>
                </a:cubicBezTo>
                <a:cubicBezTo>
                  <a:pt x="82987" y="14703"/>
                  <a:pt x="81165" y="15458"/>
                  <a:pt x="79030" y="15458"/>
                </a:cubicBezTo>
                <a:cubicBezTo>
                  <a:pt x="76894" y="15458"/>
                  <a:pt x="75072" y="14703"/>
                  <a:pt x="73564" y="13195"/>
                </a:cubicBezTo>
                <a:cubicBezTo>
                  <a:pt x="72055" y="11686"/>
                  <a:pt x="71301" y="9864"/>
                  <a:pt x="71301" y="7729"/>
                </a:cubicBezTo>
                <a:cubicBezTo>
                  <a:pt x="71301" y="5547"/>
                  <a:pt x="72055" y="3714"/>
                  <a:pt x="73564" y="2228"/>
                </a:cubicBezTo>
                <a:cubicBezTo>
                  <a:pt x="75072" y="743"/>
                  <a:pt x="76894" y="0"/>
                  <a:pt x="79030" y="0"/>
                </a:cubicBezTo>
                <a:close/>
              </a:path>
            </a:pathLst>
          </a:custGeom>
          <a:solidFill xmlns:a="http://schemas.openxmlformats.org/drawingml/2006/main">
            <a:srgbClr val="55555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E1482A-911B-426A-AB89-2D69ABF04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723" y="1118296"/>
            <a:ext cx="133689" cy="151514"/>
          </a:xfrm>
          <a:custGeom xmlns:a="http://schemas.openxmlformats.org/drawingml/2006/main">
            <a:pathLst>
              <a:path w="133689" h="151514">
                <a:moveTo>
                  <a:pt x="0" y="0"/>
                </a:moveTo>
                <a:lnTo>
                  <a:pt x="133689" y="0"/>
                </a:lnTo>
                <a:lnTo>
                  <a:pt x="133689" y="151514"/>
                </a:lnTo>
                <a:lnTo>
                  <a:pt x="0" y="15151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Text --">
            <a:extLst xmlns:a="http://schemas.openxmlformats.org/drawingml/2006/main">
              <a:ext uri="{FF2B5EF4-FFF2-40B4-BE49-F238E27FC236}">
                <a16:creationId xmlns:a16="http://schemas.microsoft.com/office/drawing/2014/main" id="{515E7CC1-7988-40C4-AA4D-A44CF3E55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0502" y="1205751"/>
            <a:ext cx="83484" cy="10514"/>
          </a:xfrm>
          <a:custGeom xmlns:a="http://schemas.openxmlformats.org/drawingml/2006/main">
            <a:pathLst>
              <a:path w="83484" h="10514">
                <a:moveTo>
                  <a:pt x="0" y="0"/>
                </a:moveTo>
                <a:lnTo>
                  <a:pt x="35998" y="0"/>
                </a:lnTo>
                <a:lnTo>
                  <a:pt x="35998" y="10514"/>
                </a:lnTo>
                <a:lnTo>
                  <a:pt x="0" y="10514"/>
                </a:lnTo>
                <a:lnTo>
                  <a:pt x="0" y="0"/>
                </a:lnTo>
                <a:close/>
                <a:moveTo>
                  <a:pt x="47486" y="0"/>
                </a:moveTo>
                <a:lnTo>
                  <a:pt x="83484" y="0"/>
                </a:lnTo>
                <a:lnTo>
                  <a:pt x="83484" y="10514"/>
                </a:lnTo>
                <a:lnTo>
                  <a:pt x="47486" y="10514"/>
                </a:lnTo>
                <a:lnTo>
                  <a:pt x="47486" y="0"/>
                </a:lnTo>
                <a:close/>
              </a:path>
            </a:pathLst>
          </a:custGeom>
          <a:solidFill xmlns:a="http://schemas.openxmlformats.org/drawingml/2006/main">
            <a:srgbClr val="FF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F0C77D-532D-4ED7-9C52-02069A51C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8412" y="1118296"/>
            <a:ext cx="1292324" cy="151514"/>
          </a:xfrm>
          <a:custGeom xmlns:a="http://schemas.openxmlformats.org/drawingml/2006/main">
            <a:pathLst>
              <a:path w="1292324" h="151514">
                <a:moveTo>
                  <a:pt x="0" y="0"/>
                </a:moveTo>
                <a:lnTo>
                  <a:pt x="1292324" y="0"/>
                </a:lnTo>
                <a:lnTo>
                  <a:pt x="1292324" y="151514"/>
                </a:lnTo>
                <a:lnTo>
                  <a:pt x="0" y="15151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" name="Text Removetoreducesize">
            <a:extLst xmlns:a="http://schemas.openxmlformats.org/drawingml/2006/main">
              <a:ext uri="{FF2B5EF4-FFF2-40B4-BE49-F238E27FC236}">
                <a16:creationId xmlns:a16="http://schemas.microsoft.com/office/drawing/2014/main" id="{1E5E207F-77BA-4309-B969-669F2D685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785" y="1144059"/>
            <a:ext cx="1288465" cy="100963"/>
          </a:xfrm>
          <a:custGeom xmlns:a="http://schemas.openxmlformats.org/drawingml/2006/main">
            <a:pathLst>
              <a:path w="1288465" h="100963">
                <a:moveTo>
                  <a:pt x="93930" y="99013"/>
                </a:moveTo>
                <a:lnTo>
                  <a:pt x="68724" y="99013"/>
                </a:lnTo>
                <a:lnTo>
                  <a:pt x="36764" y="54729"/>
                </a:lnTo>
                <a:cubicBezTo>
                  <a:pt x="34397" y="54822"/>
                  <a:pt x="32471" y="54868"/>
                  <a:pt x="30985" y="54868"/>
                </a:cubicBezTo>
                <a:cubicBezTo>
                  <a:pt x="30382" y="54868"/>
                  <a:pt x="29732" y="54856"/>
                  <a:pt x="29036" y="54833"/>
                </a:cubicBezTo>
                <a:cubicBezTo>
                  <a:pt x="28339" y="54810"/>
                  <a:pt x="27620" y="54775"/>
                  <a:pt x="26877" y="54729"/>
                </a:cubicBezTo>
                <a:lnTo>
                  <a:pt x="26877" y="82254"/>
                </a:lnTo>
                <a:cubicBezTo>
                  <a:pt x="26877" y="88216"/>
                  <a:pt x="27527" y="91919"/>
                  <a:pt x="28827" y="93362"/>
                </a:cubicBezTo>
                <a:cubicBezTo>
                  <a:pt x="30591" y="95412"/>
                  <a:pt x="33236" y="96437"/>
                  <a:pt x="36764" y="96437"/>
                </a:cubicBezTo>
                <a:lnTo>
                  <a:pt x="40455" y="96437"/>
                </a:lnTo>
                <a:lnTo>
                  <a:pt x="40455" y="99013"/>
                </a:lnTo>
                <a:lnTo>
                  <a:pt x="0" y="99013"/>
                </a:lnTo>
                <a:lnTo>
                  <a:pt x="0" y="96437"/>
                </a:lnTo>
                <a:lnTo>
                  <a:pt x="3551" y="96437"/>
                </a:lnTo>
                <a:cubicBezTo>
                  <a:pt x="7543" y="96437"/>
                  <a:pt x="10398" y="95137"/>
                  <a:pt x="12116" y="92538"/>
                </a:cubicBezTo>
                <a:cubicBezTo>
                  <a:pt x="13090" y="91099"/>
                  <a:pt x="13578" y="87687"/>
                  <a:pt x="13578" y="82302"/>
                </a:cubicBezTo>
                <a:lnTo>
                  <a:pt x="13578" y="21307"/>
                </a:lnTo>
                <a:cubicBezTo>
                  <a:pt x="13578" y="15365"/>
                  <a:pt x="12928" y="11675"/>
                  <a:pt x="11628" y="10236"/>
                </a:cubicBezTo>
                <a:cubicBezTo>
                  <a:pt x="9818" y="8193"/>
                  <a:pt x="7125" y="7172"/>
                  <a:pt x="3551" y="7172"/>
                </a:cubicBezTo>
                <a:lnTo>
                  <a:pt x="0" y="7172"/>
                </a:lnTo>
                <a:lnTo>
                  <a:pt x="0" y="4596"/>
                </a:lnTo>
                <a:lnTo>
                  <a:pt x="34397" y="4596"/>
                </a:lnTo>
                <a:cubicBezTo>
                  <a:pt x="44424" y="4596"/>
                  <a:pt x="51816" y="5324"/>
                  <a:pt x="56574" y="6782"/>
                </a:cubicBezTo>
                <a:cubicBezTo>
                  <a:pt x="61332" y="8240"/>
                  <a:pt x="65371" y="10925"/>
                  <a:pt x="68690" y="14838"/>
                </a:cubicBezTo>
                <a:cubicBezTo>
                  <a:pt x="72009" y="18748"/>
                  <a:pt x="73668" y="23411"/>
                  <a:pt x="73668" y="28827"/>
                </a:cubicBezTo>
                <a:cubicBezTo>
                  <a:pt x="73668" y="34612"/>
                  <a:pt x="71776" y="39634"/>
                  <a:pt x="67993" y="43893"/>
                </a:cubicBezTo>
                <a:cubicBezTo>
                  <a:pt x="64210" y="48150"/>
                  <a:pt x="58350" y="51159"/>
                  <a:pt x="50412" y="52918"/>
                </a:cubicBezTo>
                <a:lnTo>
                  <a:pt x="69908" y="80091"/>
                </a:lnTo>
                <a:cubicBezTo>
                  <a:pt x="74364" y="86332"/>
                  <a:pt x="78194" y="90477"/>
                  <a:pt x="81397" y="92527"/>
                </a:cubicBezTo>
                <a:cubicBezTo>
                  <a:pt x="84600" y="94575"/>
                  <a:pt x="88778" y="95878"/>
                  <a:pt x="93930" y="96437"/>
                </a:cubicBezTo>
                <a:lnTo>
                  <a:pt x="93930" y="99013"/>
                </a:lnTo>
                <a:moveTo>
                  <a:pt x="26877" y="50481"/>
                </a:moveTo>
                <a:cubicBezTo>
                  <a:pt x="27759" y="50481"/>
                  <a:pt x="28525" y="50493"/>
                  <a:pt x="29175" y="50516"/>
                </a:cubicBezTo>
                <a:cubicBezTo>
                  <a:pt x="29825" y="50539"/>
                  <a:pt x="30358" y="50551"/>
                  <a:pt x="30776" y="50551"/>
                </a:cubicBezTo>
                <a:cubicBezTo>
                  <a:pt x="39782" y="50551"/>
                  <a:pt x="46571" y="48601"/>
                  <a:pt x="51143" y="44702"/>
                </a:cubicBezTo>
                <a:cubicBezTo>
                  <a:pt x="55715" y="40803"/>
                  <a:pt x="58001" y="35836"/>
                  <a:pt x="58001" y="29801"/>
                </a:cubicBezTo>
                <a:cubicBezTo>
                  <a:pt x="58001" y="23906"/>
                  <a:pt x="56156" y="19113"/>
                  <a:pt x="52466" y="15423"/>
                </a:cubicBezTo>
                <a:cubicBezTo>
                  <a:pt x="48775" y="11733"/>
                  <a:pt x="43890" y="9887"/>
                  <a:pt x="37809" y="9887"/>
                </a:cubicBezTo>
                <a:cubicBezTo>
                  <a:pt x="35116" y="9887"/>
                  <a:pt x="31473" y="10328"/>
                  <a:pt x="26877" y="11210"/>
                </a:cubicBezTo>
                <a:lnTo>
                  <a:pt x="26877" y="50481"/>
                </a:lnTo>
                <a:close/>
                <a:moveTo>
                  <a:pt x="107857" y="59324"/>
                </a:moveTo>
                <a:cubicBezTo>
                  <a:pt x="107811" y="68772"/>
                  <a:pt x="110109" y="76183"/>
                  <a:pt x="114751" y="81556"/>
                </a:cubicBezTo>
                <a:cubicBezTo>
                  <a:pt x="119393" y="86927"/>
                  <a:pt x="124847" y="89613"/>
                  <a:pt x="131113" y="89613"/>
                </a:cubicBezTo>
                <a:cubicBezTo>
                  <a:pt x="135291" y="89613"/>
                  <a:pt x="138924" y="88464"/>
                  <a:pt x="142011" y="86167"/>
                </a:cubicBezTo>
                <a:cubicBezTo>
                  <a:pt x="145097" y="83869"/>
                  <a:pt x="147685" y="79935"/>
                  <a:pt x="149774" y="74364"/>
                </a:cubicBezTo>
                <a:lnTo>
                  <a:pt x="151933" y="75757"/>
                </a:lnTo>
                <a:cubicBezTo>
                  <a:pt x="150958" y="82116"/>
                  <a:pt x="148126" y="87907"/>
                  <a:pt x="143438" y="93130"/>
                </a:cubicBezTo>
                <a:cubicBezTo>
                  <a:pt x="138750" y="98352"/>
                  <a:pt x="132877" y="100963"/>
                  <a:pt x="125822" y="100963"/>
                </a:cubicBezTo>
                <a:cubicBezTo>
                  <a:pt x="118162" y="100963"/>
                  <a:pt x="111606" y="97987"/>
                  <a:pt x="106151" y="92035"/>
                </a:cubicBezTo>
                <a:cubicBezTo>
                  <a:pt x="100697" y="86082"/>
                  <a:pt x="97970" y="78079"/>
                  <a:pt x="97970" y="68026"/>
                </a:cubicBezTo>
                <a:cubicBezTo>
                  <a:pt x="97970" y="57140"/>
                  <a:pt x="100767" y="48652"/>
                  <a:pt x="106360" y="42561"/>
                </a:cubicBezTo>
                <a:cubicBezTo>
                  <a:pt x="111954" y="36468"/>
                  <a:pt x="118975" y="33422"/>
                  <a:pt x="127423" y="33422"/>
                </a:cubicBezTo>
                <a:cubicBezTo>
                  <a:pt x="134572" y="33422"/>
                  <a:pt x="140444" y="35772"/>
                  <a:pt x="145039" y="40472"/>
                </a:cubicBezTo>
                <a:cubicBezTo>
                  <a:pt x="149635" y="45171"/>
                  <a:pt x="151933" y="51455"/>
                  <a:pt x="151933" y="59324"/>
                </a:cubicBezTo>
                <a:lnTo>
                  <a:pt x="107857" y="59324"/>
                </a:lnTo>
                <a:moveTo>
                  <a:pt x="107857" y="55286"/>
                </a:moveTo>
                <a:lnTo>
                  <a:pt x="137380" y="55286"/>
                </a:lnTo>
                <a:cubicBezTo>
                  <a:pt x="137148" y="51201"/>
                  <a:pt x="136661" y="48323"/>
                  <a:pt x="135918" y="46652"/>
                </a:cubicBezTo>
                <a:cubicBezTo>
                  <a:pt x="134757" y="44052"/>
                  <a:pt x="133028" y="42010"/>
                  <a:pt x="130731" y="40524"/>
                </a:cubicBezTo>
                <a:cubicBezTo>
                  <a:pt x="128433" y="39039"/>
                  <a:pt x="126031" y="38296"/>
                  <a:pt x="123524" y="38296"/>
                </a:cubicBezTo>
                <a:cubicBezTo>
                  <a:pt x="119671" y="38296"/>
                  <a:pt x="116224" y="39793"/>
                  <a:pt x="113184" y="42787"/>
                </a:cubicBezTo>
                <a:cubicBezTo>
                  <a:pt x="110143" y="45781"/>
                  <a:pt x="108368" y="49948"/>
                  <a:pt x="107857" y="55286"/>
                </a:cubicBezTo>
                <a:close/>
                <a:moveTo>
                  <a:pt x="179389" y="47000"/>
                </a:moveTo>
                <a:cubicBezTo>
                  <a:pt x="184031" y="42358"/>
                  <a:pt x="186769" y="39689"/>
                  <a:pt x="187605" y="38993"/>
                </a:cubicBezTo>
                <a:cubicBezTo>
                  <a:pt x="189694" y="37229"/>
                  <a:pt x="191945" y="35859"/>
                  <a:pt x="194359" y="34884"/>
                </a:cubicBezTo>
                <a:cubicBezTo>
                  <a:pt x="196773" y="33910"/>
                  <a:pt x="199163" y="33422"/>
                  <a:pt x="201531" y="33422"/>
                </a:cubicBezTo>
                <a:cubicBezTo>
                  <a:pt x="205523" y="33422"/>
                  <a:pt x="208958" y="34583"/>
                  <a:pt x="211836" y="36904"/>
                </a:cubicBezTo>
                <a:cubicBezTo>
                  <a:pt x="214714" y="39225"/>
                  <a:pt x="216640" y="42590"/>
                  <a:pt x="217615" y="47000"/>
                </a:cubicBezTo>
                <a:cubicBezTo>
                  <a:pt x="222396" y="41430"/>
                  <a:pt x="226435" y="37774"/>
                  <a:pt x="229731" y="36033"/>
                </a:cubicBezTo>
                <a:cubicBezTo>
                  <a:pt x="233027" y="34293"/>
                  <a:pt x="236415" y="33422"/>
                  <a:pt x="239897" y="33422"/>
                </a:cubicBezTo>
                <a:cubicBezTo>
                  <a:pt x="243285" y="33422"/>
                  <a:pt x="246291" y="34291"/>
                  <a:pt x="248914" y="36029"/>
                </a:cubicBezTo>
                <a:cubicBezTo>
                  <a:pt x="251536" y="37765"/>
                  <a:pt x="253614" y="40602"/>
                  <a:pt x="255146" y="44539"/>
                </a:cubicBezTo>
                <a:cubicBezTo>
                  <a:pt x="256167" y="47226"/>
                  <a:pt x="256677" y="51440"/>
                  <a:pt x="256677" y="57183"/>
                </a:cubicBezTo>
                <a:lnTo>
                  <a:pt x="256677" y="84556"/>
                </a:lnTo>
                <a:cubicBezTo>
                  <a:pt x="256677" y="88540"/>
                  <a:pt x="256979" y="91273"/>
                  <a:pt x="257583" y="92755"/>
                </a:cubicBezTo>
                <a:cubicBezTo>
                  <a:pt x="258047" y="93774"/>
                  <a:pt x="258906" y="94642"/>
                  <a:pt x="260159" y="95360"/>
                </a:cubicBezTo>
                <a:cubicBezTo>
                  <a:pt x="261412" y="96078"/>
                  <a:pt x="263455" y="96437"/>
                  <a:pt x="266286" y="96437"/>
                </a:cubicBezTo>
                <a:lnTo>
                  <a:pt x="266286" y="99013"/>
                </a:lnTo>
                <a:lnTo>
                  <a:pt x="234814" y="99013"/>
                </a:lnTo>
                <a:lnTo>
                  <a:pt x="234814" y="96437"/>
                </a:lnTo>
                <a:lnTo>
                  <a:pt x="236137" y="96437"/>
                </a:lnTo>
                <a:cubicBezTo>
                  <a:pt x="238875" y="96437"/>
                  <a:pt x="241011" y="95906"/>
                  <a:pt x="242543" y="94844"/>
                </a:cubicBezTo>
                <a:cubicBezTo>
                  <a:pt x="243610" y="94104"/>
                  <a:pt x="244376" y="92926"/>
                  <a:pt x="244840" y="91310"/>
                </a:cubicBezTo>
                <a:cubicBezTo>
                  <a:pt x="245026" y="90526"/>
                  <a:pt x="245119" y="88286"/>
                  <a:pt x="245119" y="84591"/>
                </a:cubicBezTo>
                <a:lnTo>
                  <a:pt x="245119" y="57296"/>
                </a:lnTo>
                <a:cubicBezTo>
                  <a:pt x="245119" y="52124"/>
                  <a:pt x="244492" y="48475"/>
                  <a:pt x="243239" y="46352"/>
                </a:cubicBezTo>
                <a:cubicBezTo>
                  <a:pt x="241428" y="43395"/>
                  <a:pt x="238527" y="41917"/>
                  <a:pt x="234535" y="41917"/>
                </a:cubicBezTo>
                <a:cubicBezTo>
                  <a:pt x="232075" y="41917"/>
                  <a:pt x="229603" y="42529"/>
                  <a:pt x="227120" y="43753"/>
                </a:cubicBezTo>
                <a:cubicBezTo>
                  <a:pt x="224636" y="44976"/>
                  <a:pt x="221630" y="47251"/>
                  <a:pt x="218103" y="50577"/>
                </a:cubicBezTo>
                <a:lnTo>
                  <a:pt x="217963" y="51339"/>
                </a:lnTo>
                <a:lnTo>
                  <a:pt x="218103" y="54318"/>
                </a:lnTo>
                <a:lnTo>
                  <a:pt x="218103" y="84591"/>
                </a:lnTo>
                <a:cubicBezTo>
                  <a:pt x="218103" y="88933"/>
                  <a:pt x="218346" y="91635"/>
                  <a:pt x="218834" y="92696"/>
                </a:cubicBezTo>
                <a:cubicBezTo>
                  <a:pt x="219321" y="93758"/>
                  <a:pt x="220238" y="94648"/>
                  <a:pt x="221584" y="95364"/>
                </a:cubicBezTo>
                <a:cubicBezTo>
                  <a:pt x="222930" y="96079"/>
                  <a:pt x="225228" y="96437"/>
                  <a:pt x="228477" y="96437"/>
                </a:cubicBezTo>
                <a:lnTo>
                  <a:pt x="228477" y="99013"/>
                </a:lnTo>
                <a:lnTo>
                  <a:pt x="196239" y="99013"/>
                </a:lnTo>
                <a:lnTo>
                  <a:pt x="196239" y="96437"/>
                </a:lnTo>
                <a:cubicBezTo>
                  <a:pt x="199767" y="96437"/>
                  <a:pt x="202192" y="96021"/>
                  <a:pt x="203515" y="95190"/>
                </a:cubicBezTo>
                <a:cubicBezTo>
                  <a:pt x="204838" y="94359"/>
                  <a:pt x="205755" y="93112"/>
                  <a:pt x="206266" y="91450"/>
                </a:cubicBezTo>
                <a:cubicBezTo>
                  <a:pt x="206498" y="90663"/>
                  <a:pt x="206614" y="88377"/>
                  <a:pt x="206614" y="84591"/>
                </a:cubicBezTo>
                <a:lnTo>
                  <a:pt x="206614" y="57296"/>
                </a:lnTo>
                <a:cubicBezTo>
                  <a:pt x="206614" y="52124"/>
                  <a:pt x="205848" y="48406"/>
                  <a:pt x="204316" y="46143"/>
                </a:cubicBezTo>
                <a:cubicBezTo>
                  <a:pt x="202273" y="43186"/>
                  <a:pt x="199419" y="41708"/>
                  <a:pt x="195752" y="41708"/>
                </a:cubicBezTo>
                <a:cubicBezTo>
                  <a:pt x="193245" y="41708"/>
                  <a:pt x="190761" y="42378"/>
                  <a:pt x="188301" y="43716"/>
                </a:cubicBezTo>
                <a:cubicBezTo>
                  <a:pt x="184448" y="45749"/>
                  <a:pt x="181477" y="48035"/>
                  <a:pt x="179389" y="50575"/>
                </a:cubicBezTo>
                <a:lnTo>
                  <a:pt x="179389" y="84591"/>
                </a:lnTo>
                <a:cubicBezTo>
                  <a:pt x="179389" y="88747"/>
                  <a:pt x="179679" y="91449"/>
                  <a:pt x="180259" y="92696"/>
                </a:cubicBezTo>
                <a:cubicBezTo>
                  <a:pt x="180839" y="93943"/>
                  <a:pt x="181698" y="94877"/>
                  <a:pt x="182835" y="95501"/>
                </a:cubicBezTo>
                <a:cubicBezTo>
                  <a:pt x="183973" y="96125"/>
                  <a:pt x="186282" y="96437"/>
                  <a:pt x="189763" y="96437"/>
                </a:cubicBezTo>
                <a:lnTo>
                  <a:pt x="189763" y="99013"/>
                </a:lnTo>
                <a:lnTo>
                  <a:pt x="158221" y="99013"/>
                </a:lnTo>
                <a:lnTo>
                  <a:pt x="158221" y="96437"/>
                </a:lnTo>
                <a:cubicBezTo>
                  <a:pt x="161146" y="96437"/>
                  <a:pt x="163188" y="96124"/>
                  <a:pt x="164349" y="95499"/>
                </a:cubicBezTo>
                <a:cubicBezTo>
                  <a:pt x="165509" y="94874"/>
                  <a:pt x="166391" y="93878"/>
                  <a:pt x="166995" y="92512"/>
                </a:cubicBezTo>
                <a:cubicBezTo>
                  <a:pt x="167598" y="91145"/>
                  <a:pt x="167900" y="88493"/>
                  <a:pt x="167900" y="84556"/>
                </a:cubicBezTo>
                <a:lnTo>
                  <a:pt x="167900" y="60240"/>
                </a:lnTo>
                <a:cubicBezTo>
                  <a:pt x="167900" y="53246"/>
                  <a:pt x="167691" y="48730"/>
                  <a:pt x="167273" y="46693"/>
                </a:cubicBezTo>
                <a:cubicBezTo>
                  <a:pt x="166948" y="45164"/>
                  <a:pt x="166437" y="44110"/>
                  <a:pt x="165741" y="43532"/>
                </a:cubicBezTo>
                <a:cubicBezTo>
                  <a:pt x="165045" y="42953"/>
                  <a:pt x="164093" y="42663"/>
                  <a:pt x="162886" y="42663"/>
                </a:cubicBezTo>
                <a:cubicBezTo>
                  <a:pt x="161587" y="42663"/>
                  <a:pt x="160032" y="43011"/>
                  <a:pt x="158221" y="43706"/>
                </a:cubicBezTo>
                <a:lnTo>
                  <a:pt x="157177" y="41203"/>
                </a:lnTo>
                <a:lnTo>
                  <a:pt x="176395" y="33422"/>
                </a:lnTo>
                <a:lnTo>
                  <a:pt x="179389" y="33422"/>
                </a:lnTo>
                <a:lnTo>
                  <a:pt x="179389" y="47000"/>
                </a:lnTo>
                <a:close/>
                <a:moveTo>
                  <a:pt x="302587" y="33422"/>
                </a:moveTo>
                <a:cubicBezTo>
                  <a:pt x="312243" y="33422"/>
                  <a:pt x="319995" y="37086"/>
                  <a:pt x="325844" y="44413"/>
                </a:cubicBezTo>
                <a:cubicBezTo>
                  <a:pt x="330810" y="50672"/>
                  <a:pt x="333294" y="57860"/>
                  <a:pt x="333294" y="65976"/>
                </a:cubicBezTo>
                <a:cubicBezTo>
                  <a:pt x="333294" y="71680"/>
                  <a:pt x="331924" y="77453"/>
                  <a:pt x="329186" y="83297"/>
                </a:cubicBezTo>
                <a:cubicBezTo>
                  <a:pt x="326447" y="89138"/>
                  <a:pt x="322675" y="93543"/>
                  <a:pt x="317871" y="96511"/>
                </a:cubicBezTo>
                <a:cubicBezTo>
                  <a:pt x="313066" y="99479"/>
                  <a:pt x="307717" y="100963"/>
                  <a:pt x="301821" y="100963"/>
                </a:cubicBezTo>
                <a:cubicBezTo>
                  <a:pt x="292212" y="100963"/>
                  <a:pt x="284576" y="97137"/>
                  <a:pt x="278913" y="89485"/>
                </a:cubicBezTo>
                <a:cubicBezTo>
                  <a:pt x="274132" y="83040"/>
                  <a:pt x="271741" y="75806"/>
                  <a:pt x="271741" y="67784"/>
                </a:cubicBezTo>
                <a:cubicBezTo>
                  <a:pt x="271741" y="61941"/>
                  <a:pt x="273192" y="56133"/>
                  <a:pt x="276093" y="50360"/>
                </a:cubicBezTo>
                <a:cubicBezTo>
                  <a:pt x="278994" y="44586"/>
                  <a:pt x="282812" y="40320"/>
                  <a:pt x="287547" y="37561"/>
                </a:cubicBezTo>
                <a:cubicBezTo>
                  <a:pt x="292282" y="34802"/>
                  <a:pt x="297295" y="33422"/>
                  <a:pt x="302587" y="33422"/>
                </a:cubicBezTo>
                <a:moveTo>
                  <a:pt x="300429" y="38018"/>
                </a:moveTo>
                <a:cubicBezTo>
                  <a:pt x="297968" y="38018"/>
                  <a:pt x="295497" y="38748"/>
                  <a:pt x="293013" y="40209"/>
                </a:cubicBezTo>
                <a:cubicBezTo>
                  <a:pt x="290530" y="41670"/>
                  <a:pt x="288522" y="44231"/>
                  <a:pt x="286990" y="47894"/>
                </a:cubicBezTo>
                <a:cubicBezTo>
                  <a:pt x="285458" y="51557"/>
                  <a:pt x="284692" y="56263"/>
                  <a:pt x="284692" y="62012"/>
                </a:cubicBezTo>
                <a:cubicBezTo>
                  <a:pt x="284692" y="71284"/>
                  <a:pt x="286538" y="79282"/>
                  <a:pt x="290228" y="86006"/>
                </a:cubicBezTo>
                <a:cubicBezTo>
                  <a:pt x="293918" y="92728"/>
                  <a:pt x="298781" y="96089"/>
                  <a:pt x="304815" y="96089"/>
                </a:cubicBezTo>
                <a:cubicBezTo>
                  <a:pt x="309318" y="96089"/>
                  <a:pt x="313032" y="94234"/>
                  <a:pt x="315956" y="90525"/>
                </a:cubicBezTo>
                <a:cubicBezTo>
                  <a:pt x="318881" y="86816"/>
                  <a:pt x="320343" y="80441"/>
                  <a:pt x="320343" y="71401"/>
                </a:cubicBezTo>
                <a:cubicBezTo>
                  <a:pt x="320343" y="60087"/>
                  <a:pt x="317906" y="51185"/>
                  <a:pt x="313032" y="44693"/>
                </a:cubicBezTo>
                <a:cubicBezTo>
                  <a:pt x="309736" y="40243"/>
                  <a:pt x="305535" y="38018"/>
                  <a:pt x="300429" y="38018"/>
                </a:cubicBezTo>
                <a:close/>
                <a:moveTo>
                  <a:pt x="339421" y="35233"/>
                </a:moveTo>
                <a:lnTo>
                  <a:pt x="369432" y="35233"/>
                </a:lnTo>
                <a:lnTo>
                  <a:pt x="369432" y="37809"/>
                </a:lnTo>
                <a:lnTo>
                  <a:pt x="367482" y="37809"/>
                </a:lnTo>
                <a:cubicBezTo>
                  <a:pt x="365672" y="37809"/>
                  <a:pt x="364291" y="38250"/>
                  <a:pt x="363339" y="39132"/>
                </a:cubicBezTo>
                <a:cubicBezTo>
                  <a:pt x="362387" y="40014"/>
                  <a:pt x="361912" y="41197"/>
                  <a:pt x="361912" y="42683"/>
                </a:cubicBezTo>
                <a:cubicBezTo>
                  <a:pt x="361912" y="44308"/>
                  <a:pt x="362399" y="46234"/>
                  <a:pt x="363374" y="48462"/>
                </a:cubicBezTo>
                <a:lnTo>
                  <a:pt x="378205" y="83695"/>
                </a:lnTo>
                <a:lnTo>
                  <a:pt x="393106" y="47139"/>
                </a:lnTo>
                <a:cubicBezTo>
                  <a:pt x="394173" y="44540"/>
                  <a:pt x="394707" y="42567"/>
                  <a:pt x="394707" y="41221"/>
                </a:cubicBezTo>
                <a:cubicBezTo>
                  <a:pt x="394707" y="40571"/>
                  <a:pt x="394521" y="40037"/>
                  <a:pt x="394150" y="39619"/>
                </a:cubicBezTo>
                <a:cubicBezTo>
                  <a:pt x="393639" y="38923"/>
                  <a:pt x="392990" y="38447"/>
                  <a:pt x="392200" y="38192"/>
                </a:cubicBezTo>
                <a:cubicBezTo>
                  <a:pt x="391411" y="37936"/>
                  <a:pt x="389810" y="37809"/>
                  <a:pt x="387396" y="37809"/>
                </a:cubicBezTo>
                <a:lnTo>
                  <a:pt x="387396" y="35233"/>
                </a:lnTo>
                <a:lnTo>
                  <a:pt x="408215" y="35233"/>
                </a:lnTo>
                <a:lnTo>
                  <a:pt x="408215" y="37809"/>
                </a:lnTo>
                <a:cubicBezTo>
                  <a:pt x="405801" y="37995"/>
                  <a:pt x="404130" y="38482"/>
                  <a:pt x="403202" y="39271"/>
                </a:cubicBezTo>
                <a:cubicBezTo>
                  <a:pt x="401577" y="40664"/>
                  <a:pt x="400115" y="42985"/>
                  <a:pt x="398815" y="46234"/>
                </a:cubicBezTo>
                <a:lnTo>
                  <a:pt x="376186" y="100963"/>
                </a:lnTo>
                <a:lnTo>
                  <a:pt x="373331" y="100963"/>
                </a:lnTo>
                <a:lnTo>
                  <a:pt x="350562" y="47139"/>
                </a:lnTo>
                <a:cubicBezTo>
                  <a:pt x="349541" y="44633"/>
                  <a:pt x="348566" y="42834"/>
                  <a:pt x="347638" y="41743"/>
                </a:cubicBezTo>
                <a:cubicBezTo>
                  <a:pt x="346709" y="40652"/>
                  <a:pt x="345525" y="39735"/>
                  <a:pt x="344086" y="38993"/>
                </a:cubicBezTo>
                <a:cubicBezTo>
                  <a:pt x="343297" y="38575"/>
                  <a:pt x="341742" y="38180"/>
                  <a:pt x="339421" y="37809"/>
                </a:cubicBezTo>
                <a:lnTo>
                  <a:pt x="339421" y="35233"/>
                </a:lnTo>
                <a:close/>
                <a:moveTo>
                  <a:pt x="424717" y="59324"/>
                </a:moveTo>
                <a:cubicBezTo>
                  <a:pt x="424671" y="68772"/>
                  <a:pt x="426969" y="76183"/>
                  <a:pt x="431611" y="81556"/>
                </a:cubicBezTo>
                <a:cubicBezTo>
                  <a:pt x="436253" y="86927"/>
                  <a:pt x="441707" y="89613"/>
                  <a:pt x="447974" y="89613"/>
                </a:cubicBezTo>
                <a:cubicBezTo>
                  <a:pt x="452151" y="89613"/>
                  <a:pt x="455784" y="88464"/>
                  <a:pt x="458871" y="86167"/>
                </a:cubicBezTo>
                <a:cubicBezTo>
                  <a:pt x="461958" y="83869"/>
                  <a:pt x="464546" y="79935"/>
                  <a:pt x="466634" y="74364"/>
                </a:cubicBezTo>
                <a:lnTo>
                  <a:pt x="468793" y="75757"/>
                </a:lnTo>
                <a:cubicBezTo>
                  <a:pt x="467818" y="82116"/>
                  <a:pt x="464986" y="87907"/>
                  <a:pt x="460298" y="93130"/>
                </a:cubicBezTo>
                <a:cubicBezTo>
                  <a:pt x="455610" y="98352"/>
                  <a:pt x="449738" y="100963"/>
                  <a:pt x="442682" y="100963"/>
                </a:cubicBezTo>
                <a:cubicBezTo>
                  <a:pt x="435023" y="100963"/>
                  <a:pt x="428466" y="97987"/>
                  <a:pt x="423011" y="92035"/>
                </a:cubicBezTo>
                <a:cubicBezTo>
                  <a:pt x="417557" y="86082"/>
                  <a:pt x="414830" y="78079"/>
                  <a:pt x="414830" y="68026"/>
                </a:cubicBezTo>
                <a:cubicBezTo>
                  <a:pt x="414830" y="57140"/>
                  <a:pt x="417627" y="48652"/>
                  <a:pt x="423220" y="42561"/>
                </a:cubicBezTo>
                <a:cubicBezTo>
                  <a:pt x="428814" y="36468"/>
                  <a:pt x="435835" y="33422"/>
                  <a:pt x="444283" y="33422"/>
                </a:cubicBezTo>
                <a:cubicBezTo>
                  <a:pt x="451432" y="33422"/>
                  <a:pt x="457304" y="35772"/>
                  <a:pt x="461900" y="40472"/>
                </a:cubicBezTo>
                <a:cubicBezTo>
                  <a:pt x="466495" y="45171"/>
                  <a:pt x="468793" y="51455"/>
                  <a:pt x="468793" y="59324"/>
                </a:cubicBezTo>
                <a:lnTo>
                  <a:pt x="424717" y="59324"/>
                </a:lnTo>
                <a:moveTo>
                  <a:pt x="424717" y="55286"/>
                </a:moveTo>
                <a:lnTo>
                  <a:pt x="454240" y="55286"/>
                </a:lnTo>
                <a:cubicBezTo>
                  <a:pt x="454008" y="51201"/>
                  <a:pt x="453521" y="48323"/>
                  <a:pt x="452778" y="46652"/>
                </a:cubicBezTo>
                <a:cubicBezTo>
                  <a:pt x="451618" y="44052"/>
                  <a:pt x="449888" y="42010"/>
                  <a:pt x="447591" y="40524"/>
                </a:cubicBezTo>
                <a:cubicBezTo>
                  <a:pt x="445293" y="39039"/>
                  <a:pt x="442891" y="38296"/>
                  <a:pt x="440384" y="38296"/>
                </a:cubicBezTo>
                <a:cubicBezTo>
                  <a:pt x="436531" y="38296"/>
                  <a:pt x="433085" y="39793"/>
                  <a:pt x="430044" y="42787"/>
                </a:cubicBezTo>
                <a:cubicBezTo>
                  <a:pt x="427004" y="45781"/>
                  <a:pt x="425228" y="49948"/>
                  <a:pt x="424717" y="55286"/>
                </a:cubicBezTo>
                <a:close/>
                <a:moveTo>
                  <a:pt x="531481" y="14204"/>
                </a:moveTo>
                <a:lnTo>
                  <a:pt x="531481" y="35233"/>
                </a:lnTo>
                <a:lnTo>
                  <a:pt x="546382" y="35233"/>
                </a:lnTo>
                <a:lnTo>
                  <a:pt x="546382" y="40107"/>
                </a:lnTo>
                <a:lnTo>
                  <a:pt x="531481" y="40107"/>
                </a:lnTo>
                <a:lnTo>
                  <a:pt x="531481" y="81410"/>
                </a:lnTo>
                <a:cubicBezTo>
                  <a:pt x="531481" y="85537"/>
                  <a:pt x="532073" y="88319"/>
                  <a:pt x="533257" y="89757"/>
                </a:cubicBezTo>
                <a:cubicBezTo>
                  <a:pt x="534440" y="91193"/>
                  <a:pt x="535961" y="91911"/>
                  <a:pt x="537817" y="91911"/>
                </a:cubicBezTo>
                <a:cubicBezTo>
                  <a:pt x="539349" y="91911"/>
                  <a:pt x="540835" y="91435"/>
                  <a:pt x="542274" y="90484"/>
                </a:cubicBezTo>
                <a:cubicBezTo>
                  <a:pt x="543713" y="89532"/>
                  <a:pt x="544827" y="88128"/>
                  <a:pt x="545616" y="86271"/>
                </a:cubicBezTo>
                <a:lnTo>
                  <a:pt x="548331" y="86271"/>
                </a:lnTo>
                <a:cubicBezTo>
                  <a:pt x="546707" y="90833"/>
                  <a:pt x="544409" y="94283"/>
                  <a:pt x="541438" y="96622"/>
                </a:cubicBezTo>
                <a:cubicBezTo>
                  <a:pt x="538467" y="98959"/>
                  <a:pt x="535404" y="100127"/>
                  <a:pt x="532247" y="100127"/>
                </a:cubicBezTo>
                <a:cubicBezTo>
                  <a:pt x="530112" y="100127"/>
                  <a:pt x="528023" y="99535"/>
                  <a:pt x="525980" y="98350"/>
                </a:cubicBezTo>
                <a:cubicBezTo>
                  <a:pt x="523938" y="97164"/>
                  <a:pt x="522429" y="95469"/>
                  <a:pt x="521454" y="93262"/>
                </a:cubicBezTo>
                <a:cubicBezTo>
                  <a:pt x="520480" y="91054"/>
                  <a:pt x="519992" y="87650"/>
                  <a:pt x="519992" y="83048"/>
                </a:cubicBezTo>
                <a:lnTo>
                  <a:pt x="519992" y="40107"/>
                </a:lnTo>
                <a:lnTo>
                  <a:pt x="509896" y="40107"/>
                </a:lnTo>
                <a:lnTo>
                  <a:pt x="509896" y="37809"/>
                </a:lnTo>
                <a:cubicBezTo>
                  <a:pt x="512449" y="36785"/>
                  <a:pt x="515060" y="35050"/>
                  <a:pt x="517729" y="32606"/>
                </a:cubicBezTo>
                <a:cubicBezTo>
                  <a:pt x="520398" y="30162"/>
                  <a:pt x="522777" y="27264"/>
                  <a:pt x="524866" y="23911"/>
                </a:cubicBezTo>
                <a:cubicBezTo>
                  <a:pt x="525934" y="22143"/>
                  <a:pt x="527419" y="18907"/>
                  <a:pt x="529323" y="14204"/>
                </a:cubicBezTo>
                <a:lnTo>
                  <a:pt x="531481" y="14204"/>
                </a:lnTo>
                <a:close/>
                <a:moveTo>
                  <a:pt x="583797" y="33422"/>
                </a:moveTo>
                <a:cubicBezTo>
                  <a:pt x="593452" y="33422"/>
                  <a:pt x="601204" y="37086"/>
                  <a:pt x="607053" y="44413"/>
                </a:cubicBezTo>
                <a:cubicBezTo>
                  <a:pt x="612020" y="50672"/>
                  <a:pt x="614504" y="57860"/>
                  <a:pt x="614504" y="65976"/>
                </a:cubicBezTo>
                <a:cubicBezTo>
                  <a:pt x="614504" y="71680"/>
                  <a:pt x="613134" y="77453"/>
                  <a:pt x="610395" y="83297"/>
                </a:cubicBezTo>
                <a:cubicBezTo>
                  <a:pt x="607657" y="89138"/>
                  <a:pt x="603885" y="93543"/>
                  <a:pt x="599081" y="96511"/>
                </a:cubicBezTo>
                <a:cubicBezTo>
                  <a:pt x="594276" y="99479"/>
                  <a:pt x="588926" y="100963"/>
                  <a:pt x="583031" y="100963"/>
                </a:cubicBezTo>
                <a:cubicBezTo>
                  <a:pt x="573422" y="100963"/>
                  <a:pt x="565786" y="97137"/>
                  <a:pt x="560123" y="89485"/>
                </a:cubicBezTo>
                <a:cubicBezTo>
                  <a:pt x="555342" y="83040"/>
                  <a:pt x="552951" y="75806"/>
                  <a:pt x="552951" y="67784"/>
                </a:cubicBezTo>
                <a:cubicBezTo>
                  <a:pt x="552951" y="61941"/>
                  <a:pt x="554402" y="56133"/>
                  <a:pt x="557303" y="50360"/>
                </a:cubicBezTo>
                <a:cubicBezTo>
                  <a:pt x="560204" y="44586"/>
                  <a:pt x="564022" y="40320"/>
                  <a:pt x="568757" y="37561"/>
                </a:cubicBezTo>
                <a:cubicBezTo>
                  <a:pt x="573492" y="34802"/>
                  <a:pt x="578505" y="33422"/>
                  <a:pt x="583797" y="33422"/>
                </a:cubicBezTo>
                <a:moveTo>
                  <a:pt x="581638" y="38018"/>
                </a:moveTo>
                <a:cubicBezTo>
                  <a:pt x="579178" y="38018"/>
                  <a:pt x="576706" y="38748"/>
                  <a:pt x="574223" y="40209"/>
                </a:cubicBezTo>
                <a:cubicBezTo>
                  <a:pt x="571739" y="41670"/>
                  <a:pt x="569732" y="44231"/>
                  <a:pt x="568200" y="47894"/>
                </a:cubicBezTo>
                <a:cubicBezTo>
                  <a:pt x="566668" y="51557"/>
                  <a:pt x="565902" y="56263"/>
                  <a:pt x="565902" y="62012"/>
                </a:cubicBezTo>
                <a:cubicBezTo>
                  <a:pt x="565902" y="71284"/>
                  <a:pt x="567747" y="79282"/>
                  <a:pt x="571438" y="86006"/>
                </a:cubicBezTo>
                <a:cubicBezTo>
                  <a:pt x="575128" y="92728"/>
                  <a:pt x="579991" y="96089"/>
                  <a:pt x="586025" y="96089"/>
                </a:cubicBezTo>
                <a:cubicBezTo>
                  <a:pt x="590528" y="96089"/>
                  <a:pt x="594241" y="94234"/>
                  <a:pt x="597166" y="90525"/>
                </a:cubicBezTo>
                <a:cubicBezTo>
                  <a:pt x="600090" y="86816"/>
                  <a:pt x="601552" y="80441"/>
                  <a:pt x="601552" y="71401"/>
                </a:cubicBezTo>
                <a:cubicBezTo>
                  <a:pt x="601552" y="60087"/>
                  <a:pt x="599115" y="51185"/>
                  <a:pt x="594241" y="44693"/>
                </a:cubicBezTo>
                <a:cubicBezTo>
                  <a:pt x="590946" y="40243"/>
                  <a:pt x="586745" y="38018"/>
                  <a:pt x="581638" y="38018"/>
                </a:cubicBezTo>
                <a:close/>
                <a:moveTo>
                  <a:pt x="678215" y="33422"/>
                </a:moveTo>
                <a:lnTo>
                  <a:pt x="678215" y="47766"/>
                </a:lnTo>
                <a:cubicBezTo>
                  <a:pt x="683553" y="38203"/>
                  <a:pt x="689031" y="33422"/>
                  <a:pt x="694647" y="33422"/>
                </a:cubicBezTo>
                <a:cubicBezTo>
                  <a:pt x="697200" y="33422"/>
                  <a:pt x="699312" y="34200"/>
                  <a:pt x="700984" y="35755"/>
                </a:cubicBezTo>
                <a:cubicBezTo>
                  <a:pt x="702655" y="37310"/>
                  <a:pt x="703490" y="39109"/>
                  <a:pt x="703490" y="41151"/>
                </a:cubicBezTo>
                <a:cubicBezTo>
                  <a:pt x="703490" y="42961"/>
                  <a:pt x="702887" y="44493"/>
                  <a:pt x="701680" y="45747"/>
                </a:cubicBezTo>
                <a:cubicBezTo>
                  <a:pt x="700473" y="47000"/>
                  <a:pt x="699034" y="47627"/>
                  <a:pt x="697363" y="47627"/>
                </a:cubicBezTo>
                <a:cubicBezTo>
                  <a:pt x="695738" y="47627"/>
                  <a:pt x="693916" y="46826"/>
                  <a:pt x="691897" y="45224"/>
                </a:cubicBezTo>
                <a:cubicBezTo>
                  <a:pt x="689878" y="43623"/>
                  <a:pt x="688381" y="42822"/>
                  <a:pt x="687406" y="42822"/>
                </a:cubicBezTo>
                <a:cubicBezTo>
                  <a:pt x="686570" y="42822"/>
                  <a:pt x="685665" y="43285"/>
                  <a:pt x="684690" y="44210"/>
                </a:cubicBezTo>
                <a:cubicBezTo>
                  <a:pt x="682601" y="46109"/>
                  <a:pt x="680443" y="49235"/>
                  <a:pt x="678215" y="53586"/>
                </a:cubicBezTo>
                <a:lnTo>
                  <a:pt x="678215" y="84075"/>
                </a:lnTo>
                <a:cubicBezTo>
                  <a:pt x="678215" y="87593"/>
                  <a:pt x="678656" y="90255"/>
                  <a:pt x="679538" y="92061"/>
                </a:cubicBezTo>
                <a:cubicBezTo>
                  <a:pt x="680141" y="93312"/>
                  <a:pt x="681209" y="94354"/>
                  <a:pt x="682741" y="95188"/>
                </a:cubicBezTo>
                <a:cubicBezTo>
                  <a:pt x="684272" y="96021"/>
                  <a:pt x="686477" y="96437"/>
                  <a:pt x="689355" y="96437"/>
                </a:cubicBezTo>
                <a:lnTo>
                  <a:pt x="689355" y="99013"/>
                </a:lnTo>
                <a:lnTo>
                  <a:pt x="656699" y="99013"/>
                </a:lnTo>
                <a:lnTo>
                  <a:pt x="656699" y="96437"/>
                </a:lnTo>
                <a:cubicBezTo>
                  <a:pt x="659949" y="96437"/>
                  <a:pt x="662362" y="95928"/>
                  <a:pt x="663941" y="94909"/>
                </a:cubicBezTo>
                <a:cubicBezTo>
                  <a:pt x="665101" y="94168"/>
                  <a:pt x="665914" y="92987"/>
                  <a:pt x="666378" y="91365"/>
                </a:cubicBezTo>
                <a:cubicBezTo>
                  <a:pt x="666610" y="90577"/>
                  <a:pt x="666726" y="88331"/>
                  <a:pt x="666726" y="84626"/>
                </a:cubicBezTo>
                <a:lnTo>
                  <a:pt x="666726" y="59962"/>
                </a:lnTo>
                <a:cubicBezTo>
                  <a:pt x="666726" y="52551"/>
                  <a:pt x="666575" y="48139"/>
                  <a:pt x="666273" y="46728"/>
                </a:cubicBezTo>
                <a:cubicBezTo>
                  <a:pt x="665972" y="45315"/>
                  <a:pt x="665414" y="44284"/>
                  <a:pt x="664602" y="43636"/>
                </a:cubicBezTo>
                <a:cubicBezTo>
                  <a:pt x="663790" y="42988"/>
                  <a:pt x="662780" y="42663"/>
                  <a:pt x="661573" y="42663"/>
                </a:cubicBezTo>
                <a:cubicBezTo>
                  <a:pt x="660134" y="42663"/>
                  <a:pt x="658510" y="43011"/>
                  <a:pt x="656699" y="43706"/>
                </a:cubicBezTo>
                <a:lnTo>
                  <a:pt x="656003" y="41203"/>
                </a:lnTo>
                <a:lnTo>
                  <a:pt x="675290" y="33422"/>
                </a:lnTo>
                <a:lnTo>
                  <a:pt x="678215" y="33422"/>
                </a:lnTo>
                <a:close/>
                <a:moveTo>
                  <a:pt x="717763" y="59324"/>
                </a:moveTo>
                <a:cubicBezTo>
                  <a:pt x="717716" y="68772"/>
                  <a:pt x="720014" y="76183"/>
                  <a:pt x="724656" y="81556"/>
                </a:cubicBezTo>
                <a:cubicBezTo>
                  <a:pt x="729298" y="86927"/>
                  <a:pt x="734752" y="89613"/>
                  <a:pt x="741019" y="89613"/>
                </a:cubicBezTo>
                <a:cubicBezTo>
                  <a:pt x="745197" y="89613"/>
                  <a:pt x="748829" y="88464"/>
                  <a:pt x="751916" y="86167"/>
                </a:cubicBezTo>
                <a:cubicBezTo>
                  <a:pt x="755003" y="83869"/>
                  <a:pt x="757591" y="79935"/>
                  <a:pt x="759680" y="74364"/>
                </a:cubicBezTo>
                <a:lnTo>
                  <a:pt x="761838" y="75757"/>
                </a:lnTo>
                <a:cubicBezTo>
                  <a:pt x="760864" y="82116"/>
                  <a:pt x="758032" y="87907"/>
                  <a:pt x="753344" y="93130"/>
                </a:cubicBezTo>
                <a:cubicBezTo>
                  <a:pt x="748655" y="98352"/>
                  <a:pt x="742783" y="100963"/>
                  <a:pt x="735727" y="100963"/>
                </a:cubicBezTo>
                <a:cubicBezTo>
                  <a:pt x="728068" y="100963"/>
                  <a:pt x="721511" y="97987"/>
                  <a:pt x="716057" y="92035"/>
                </a:cubicBezTo>
                <a:cubicBezTo>
                  <a:pt x="710603" y="86082"/>
                  <a:pt x="707875" y="78079"/>
                  <a:pt x="707875" y="68026"/>
                </a:cubicBezTo>
                <a:cubicBezTo>
                  <a:pt x="707875" y="57140"/>
                  <a:pt x="710672" y="48652"/>
                  <a:pt x="716266" y="42561"/>
                </a:cubicBezTo>
                <a:cubicBezTo>
                  <a:pt x="721859" y="36468"/>
                  <a:pt x="728880" y="33422"/>
                  <a:pt x="737329" y="33422"/>
                </a:cubicBezTo>
                <a:cubicBezTo>
                  <a:pt x="744477" y="33422"/>
                  <a:pt x="750350" y="35772"/>
                  <a:pt x="754945" y="40472"/>
                </a:cubicBezTo>
                <a:cubicBezTo>
                  <a:pt x="759541" y="45171"/>
                  <a:pt x="761838" y="51455"/>
                  <a:pt x="761838" y="59324"/>
                </a:cubicBezTo>
                <a:lnTo>
                  <a:pt x="717763" y="59324"/>
                </a:lnTo>
                <a:moveTo>
                  <a:pt x="717763" y="55286"/>
                </a:moveTo>
                <a:lnTo>
                  <a:pt x="747286" y="55286"/>
                </a:lnTo>
                <a:cubicBezTo>
                  <a:pt x="747054" y="51201"/>
                  <a:pt x="746566" y="48323"/>
                  <a:pt x="745824" y="46652"/>
                </a:cubicBezTo>
                <a:cubicBezTo>
                  <a:pt x="744663" y="44052"/>
                  <a:pt x="742934" y="42010"/>
                  <a:pt x="740636" y="40524"/>
                </a:cubicBezTo>
                <a:cubicBezTo>
                  <a:pt x="738338" y="39039"/>
                  <a:pt x="735936" y="38296"/>
                  <a:pt x="733430" y="38296"/>
                </a:cubicBezTo>
                <a:cubicBezTo>
                  <a:pt x="729577" y="38296"/>
                  <a:pt x="726130" y="39793"/>
                  <a:pt x="723090" y="42787"/>
                </a:cubicBezTo>
                <a:cubicBezTo>
                  <a:pt x="720049" y="45781"/>
                  <a:pt x="718274" y="49948"/>
                  <a:pt x="717763" y="55286"/>
                </a:cubicBezTo>
                <a:close/>
                <a:moveTo>
                  <a:pt x="815406" y="91841"/>
                </a:moveTo>
                <a:cubicBezTo>
                  <a:pt x="812295" y="95091"/>
                  <a:pt x="809255" y="97423"/>
                  <a:pt x="806284" y="98839"/>
                </a:cubicBezTo>
                <a:cubicBezTo>
                  <a:pt x="803313" y="100255"/>
                  <a:pt x="800110" y="100963"/>
                  <a:pt x="796675" y="100963"/>
                </a:cubicBezTo>
                <a:cubicBezTo>
                  <a:pt x="789712" y="100963"/>
                  <a:pt x="783631" y="98057"/>
                  <a:pt x="778432" y="92244"/>
                </a:cubicBezTo>
                <a:cubicBezTo>
                  <a:pt x="773233" y="86430"/>
                  <a:pt x="770634" y="78959"/>
                  <a:pt x="770634" y="69832"/>
                </a:cubicBezTo>
                <a:cubicBezTo>
                  <a:pt x="770634" y="60706"/>
                  <a:pt x="773512" y="52356"/>
                  <a:pt x="779268" y="44783"/>
                </a:cubicBezTo>
                <a:cubicBezTo>
                  <a:pt x="785024" y="37209"/>
                  <a:pt x="792428" y="33422"/>
                  <a:pt x="801480" y="33422"/>
                </a:cubicBezTo>
                <a:cubicBezTo>
                  <a:pt x="807096" y="33422"/>
                  <a:pt x="811738" y="35209"/>
                  <a:pt x="815406" y="38784"/>
                </a:cubicBezTo>
                <a:lnTo>
                  <a:pt x="815406" y="26990"/>
                </a:lnTo>
                <a:cubicBezTo>
                  <a:pt x="815406" y="19672"/>
                  <a:pt x="815232" y="15173"/>
                  <a:pt x="814883" y="13495"/>
                </a:cubicBezTo>
                <a:cubicBezTo>
                  <a:pt x="814535" y="11817"/>
                  <a:pt x="813990" y="10675"/>
                  <a:pt x="813247" y="10070"/>
                </a:cubicBezTo>
                <a:cubicBezTo>
                  <a:pt x="812504" y="9464"/>
                  <a:pt x="811576" y="9161"/>
                  <a:pt x="810462" y="9161"/>
                </a:cubicBezTo>
                <a:cubicBezTo>
                  <a:pt x="809255" y="9161"/>
                  <a:pt x="807654" y="9533"/>
                  <a:pt x="805657" y="10279"/>
                </a:cubicBezTo>
                <a:lnTo>
                  <a:pt x="804752" y="7831"/>
                </a:lnTo>
                <a:lnTo>
                  <a:pt x="823761" y="0"/>
                </a:lnTo>
                <a:lnTo>
                  <a:pt x="826894" y="0"/>
                </a:lnTo>
                <a:lnTo>
                  <a:pt x="826894" y="73738"/>
                </a:lnTo>
                <a:cubicBezTo>
                  <a:pt x="826894" y="81211"/>
                  <a:pt x="827069" y="85772"/>
                  <a:pt x="827417" y="87420"/>
                </a:cubicBezTo>
                <a:cubicBezTo>
                  <a:pt x="827765" y="89068"/>
                  <a:pt x="828322" y="90217"/>
                  <a:pt x="829088" y="90867"/>
                </a:cubicBezTo>
                <a:cubicBezTo>
                  <a:pt x="829854" y="91516"/>
                  <a:pt x="830747" y="91841"/>
                  <a:pt x="831769" y="91841"/>
                </a:cubicBezTo>
                <a:cubicBezTo>
                  <a:pt x="833022" y="91841"/>
                  <a:pt x="834693" y="91447"/>
                  <a:pt x="836782" y="90658"/>
                </a:cubicBezTo>
                <a:lnTo>
                  <a:pt x="837548" y="93095"/>
                </a:lnTo>
                <a:lnTo>
                  <a:pt x="818609" y="100963"/>
                </a:lnTo>
                <a:lnTo>
                  <a:pt x="815406" y="100963"/>
                </a:lnTo>
                <a:lnTo>
                  <a:pt x="815406" y="91841"/>
                </a:lnTo>
                <a:moveTo>
                  <a:pt x="815406" y="86983"/>
                </a:moveTo>
                <a:lnTo>
                  <a:pt x="815406" y="54200"/>
                </a:lnTo>
                <a:cubicBezTo>
                  <a:pt x="815127" y="51051"/>
                  <a:pt x="814292" y="48180"/>
                  <a:pt x="812899" y="45588"/>
                </a:cubicBezTo>
                <a:cubicBezTo>
                  <a:pt x="811506" y="42994"/>
                  <a:pt x="809661" y="41038"/>
                  <a:pt x="807363" y="39719"/>
                </a:cubicBezTo>
                <a:cubicBezTo>
                  <a:pt x="805066" y="38399"/>
                  <a:pt x="802826" y="37739"/>
                  <a:pt x="800644" y="37739"/>
                </a:cubicBezTo>
                <a:cubicBezTo>
                  <a:pt x="796559" y="37739"/>
                  <a:pt x="792915" y="39568"/>
                  <a:pt x="789712" y="43227"/>
                </a:cubicBezTo>
                <a:cubicBezTo>
                  <a:pt x="785488" y="48041"/>
                  <a:pt x="783376" y="55079"/>
                  <a:pt x="783376" y="64340"/>
                </a:cubicBezTo>
                <a:cubicBezTo>
                  <a:pt x="783376" y="73693"/>
                  <a:pt x="785418" y="80859"/>
                  <a:pt x="789503" y="85838"/>
                </a:cubicBezTo>
                <a:cubicBezTo>
                  <a:pt x="793588" y="90815"/>
                  <a:pt x="798137" y="93304"/>
                  <a:pt x="803151" y="93304"/>
                </a:cubicBezTo>
                <a:cubicBezTo>
                  <a:pt x="807375" y="93304"/>
                  <a:pt x="811460" y="91197"/>
                  <a:pt x="815406" y="86983"/>
                </a:cubicBezTo>
                <a:close/>
                <a:moveTo>
                  <a:pt x="897568" y="35233"/>
                </a:moveTo>
                <a:lnTo>
                  <a:pt x="897568" y="73877"/>
                </a:lnTo>
                <a:cubicBezTo>
                  <a:pt x="897568" y="81258"/>
                  <a:pt x="897743" y="85772"/>
                  <a:pt x="898091" y="87420"/>
                </a:cubicBezTo>
                <a:cubicBezTo>
                  <a:pt x="898439" y="89068"/>
                  <a:pt x="898996" y="90217"/>
                  <a:pt x="899762" y="90867"/>
                </a:cubicBezTo>
                <a:cubicBezTo>
                  <a:pt x="900528" y="91516"/>
                  <a:pt x="901421" y="91841"/>
                  <a:pt x="902442" y="91841"/>
                </a:cubicBezTo>
                <a:cubicBezTo>
                  <a:pt x="903882" y="91841"/>
                  <a:pt x="905506" y="91447"/>
                  <a:pt x="907317" y="90658"/>
                </a:cubicBezTo>
                <a:lnTo>
                  <a:pt x="908291" y="93095"/>
                </a:lnTo>
                <a:lnTo>
                  <a:pt x="889213" y="100963"/>
                </a:lnTo>
                <a:lnTo>
                  <a:pt x="886080" y="100963"/>
                </a:lnTo>
                <a:lnTo>
                  <a:pt x="886080" y="87455"/>
                </a:lnTo>
                <a:cubicBezTo>
                  <a:pt x="880602" y="93396"/>
                  <a:pt x="876424" y="97133"/>
                  <a:pt x="873546" y="98665"/>
                </a:cubicBezTo>
                <a:cubicBezTo>
                  <a:pt x="870668" y="100197"/>
                  <a:pt x="867628" y="100963"/>
                  <a:pt x="864425" y="100963"/>
                </a:cubicBezTo>
                <a:cubicBezTo>
                  <a:pt x="860850" y="100963"/>
                  <a:pt x="857752" y="99930"/>
                  <a:pt x="855129" y="97864"/>
                </a:cubicBezTo>
                <a:cubicBezTo>
                  <a:pt x="852507" y="95799"/>
                  <a:pt x="850685" y="93141"/>
                  <a:pt x="849663" y="89892"/>
                </a:cubicBezTo>
                <a:cubicBezTo>
                  <a:pt x="848642" y="86642"/>
                  <a:pt x="848131" y="82047"/>
                  <a:pt x="848131" y="76105"/>
                </a:cubicBezTo>
                <a:lnTo>
                  <a:pt x="848131" y="47627"/>
                </a:lnTo>
                <a:cubicBezTo>
                  <a:pt x="848131" y="44609"/>
                  <a:pt x="847807" y="42520"/>
                  <a:pt x="847157" y="41360"/>
                </a:cubicBezTo>
                <a:cubicBezTo>
                  <a:pt x="846507" y="40199"/>
                  <a:pt x="845544" y="39306"/>
                  <a:pt x="844267" y="38679"/>
                </a:cubicBezTo>
                <a:cubicBezTo>
                  <a:pt x="842990" y="38053"/>
                  <a:pt x="840681" y="37762"/>
                  <a:pt x="837339" y="37809"/>
                </a:cubicBezTo>
                <a:lnTo>
                  <a:pt x="837339" y="35233"/>
                </a:lnTo>
                <a:lnTo>
                  <a:pt x="859690" y="35233"/>
                </a:lnTo>
                <a:lnTo>
                  <a:pt x="859690" y="77811"/>
                </a:lnTo>
                <a:cubicBezTo>
                  <a:pt x="859690" y="83738"/>
                  <a:pt x="860723" y="87628"/>
                  <a:pt x="862788" y="89480"/>
                </a:cubicBezTo>
                <a:cubicBezTo>
                  <a:pt x="864854" y="91333"/>
                  <a:pt x="867349" y="92259"/>
                  <a:pt x="870274" y="92259"/>
                </a:cubicBezTo>
                <a:cubicBezTo>
                  <a:pt x="872270" y="92259"/>
                  <a:pt x="874533" y="91634"/>
                  <a:pt x="877063" y="90383"/>
                </a:cubicBezTo>
                <a:cubicBezTo>
                  <a:pt x="879592" y="89133"/>
                  <a:pt x="882598" y="86749"/>
                  <a:pt x="886080" y="83231"/>
                </a:cubicBezTo>
                <a:lnTo>
                  <a:pt x="886080" y="47185"/>
                </a:lnTo>
                <a:cubicBezTo>
                  <a:pt x="886080" y="43573"/>
                  <a:pt x="885418" y="41131"/>
                  <a:pt x="884095" y="39859"/>
                </a:cubicBezTo>
                <a:cubicBezTo>
                  <a:pt x="882772" y="38585"/>
                  <a:pt x="880022" y="37902"/>
                  <a:pt x="875844" y="37809"/>
                </a:cubicBezTo>
                <a:lnTo>
                  <a:pt x="875844" y="35233"/>
                </a:lnTo>
                <a:lnTo>
                  <a:pt x="897568" y="35233"/>
                </a:lnTo>
                <a:close/>
                <a:moveTo>
                  <a:pt x="967128" y="74782"/>
                </a:moveTo>
                <a:cubicBezTo>
                  <a:pt x="965410" y="83184"/>
                  <a:pt x="962045" y="89648"/>
                  <a:pt x="957032" y="94174"/>
                </a:cubicBezTo>
                <a:cubicBezTo>
                  <a:pt x="952018" y="98700"/>
                  <a:pt x="946471" y="100963"/>
                  <a:pt x="940390" y="100963"/>
                </a:cubicBezTo>
                <a:cubicBezTo>
                  <a:pt x="933149" y="100963"/>
                  <a:pt x="926836" y="97926"/>
                  <a:pt x="921451" y="91852"/>
                </a:cubicBezTo>
                <a:cubicBezTo>
                  <a:pt x="916066" y="85777"/>
                  <a:pt x="913374" y="77569"/>
                  <a:pt x="913374" y="67227"/>
                </a:cubicBezTo>
                <a:cubicBezTo>
                  <a:pt x="913374" y="57211"/>
                  <a:pt x="916356" y="49073"/>
                  <a:pt x="922321" y="42813"/>
                </a:cubicBezTo>
                <a:cubicBezTo>
                  <a:pt x="928286" y="36553"/>
                  <a:pt x="935447" y="33422"/>
                  <a:pt x="943802" y="33422"/>
                </a:cubicBezTo>
                <a:cubicBezTo>
                  <a:pt x="950069" y="33422"/>
                  <a:pt x="955221" y="35077"/>
                  <a:pt x="959260" y="38385"/>
                </a:cubicBezTo>
                <a:cubicBezTo>
                  <a:pt x="963298" y="41693"/>
                  <a:pt x="965318" y="45128"/>
                  <a:pt x="965318" y="48691"/>
                </a:cubicBezTo>
                <a:cubicBezTo>
                  <a:pt x="965318" y="50449"/>
                  <a:pt x="964749" y="51872"/>
                  <a:pt x="963612" y="52960"/>
                </a:cubicBezTo>
                <a:cubicBezTo>
                  <a:pt x="962474" y="54046"/>
                  <a:pt x="960885" y="54590"/>
                  <a:pt x="958842" y="54590"/>
                </a:cubicBezTo>
                <a:cubicBezTo>
                  <a:pt x="956103" y="54590"/>
                  <a:pt x="954038" y="53708"/>
                  <a:pt x="952645" y="51944"/>
                </a:cubicBezTo>
                <a:cubicBezTo>
                  <a:pt x="951856" y="50969"/>
                  <a:pt x="951334" y="49112"/>
                  <a:pt x="951078" y="46373"/>
                </a:cubicBezTo>
                <a:cubicBezTo>
                  <a:pt x="950823" y="43635"/>
                  <a:pt x="949883" y="41546"/>
                  <a:pt x="948258" y="40107"/>
                </a:cubicBezTo>
                <a:cubicBezTo>
                  <a:pt x="946634" y="38714"/>
                  <a:pt x="944382" y="38018"/>
                  <a:pt x="941504" y="38018"/>
                </a:cubicBezTo>
                <a:cubicBezTo>
                  <a:pt x="936862" y="38018"/>
                  <a:pt x="933126" y="39735"/>
                  <a:pt x="930294" y="43170"/>
                </a:cubicBezTo>
                <a:cubicBezTo>
                  <a:pt x="926534" y="47719"/>
                  <a:pt x="924654" y="53731"/>
                  <a:pt x="924654" y="61204"/>
                </a:cubicBezTo>
                <a:cubicBezTo>
                  <a:pt x="924654" y="68817"/>
                  <a:pt x="926522" y="75536"/>
                  <a:pt x="930259" y="81362"/>
                </a:cubicBezTo>
                <a:cubicBezTo>
                  <a:pt x="933996" y="87188"/>
                  <a:pt x="939044" y="90101"/>
                  <a:pt x="945404" y="90101"/>
                </a:cubicBezTo>
                <a:cubicBezTo>
                  <a:pt x="949953" y="90101"/>
                  <a:pt x="954038" y="88546"/>
                  <a:pt x="957658" y="85435"/>
                </a:cubicBezTo>
                <a:cubicBezTo>
                  <a:pt x="960211" y="83300"/>
                  <a:pt x="962695" y="79424"/>
                  <a:pt x="965109" y="73807"/>
                </a:cubicBezTo>
                <a:lnTo>
                  <a:pt x="967128" y="74782"/>
                </a:lnTo>
                <a:close/>
                <a:moveTo>
                  <a:pt x="986994" y="59324"/>
                </a:moveTo>
                <a:cubicBezTo>
                  <a:pt x="986948" y="68772"/>
                  <a:pt x="989245" y="76183"/>
                  <a:pt x="993887" y="81556"/>
                </a:cubicBezTo>
                <a:cubicBezTo>
                  <a:pt x="998529" y="86927"/>
                  <a:pt x="1003984" y="89613"/>
                  <a:pt x="1010250" y="89613"/>
                </a:cubicBezTo>
                <a:cubicBezTo>
                  <a:pt x="1014428" y="89613"/>
                  <a:pt x="1018060" y="88464"/>
                  <a:pt x="1021147" y="86167"/>
                </a:cubicBezTo>
                <a:cubicBezTo>
                  <a:pt x="1024234" y="83869"/>
                  <a:pt x="1026822" y="79935"/>
                  <a:pt x="1028911" y="74364"/>
                </a:cubicBezTo>
                <a:lnTo>
                  <a:pt x="1031069" y="75757"/>
                </a:lnTo>
                <a:cubicBezTo>
                  <a:pt x="1030095" y="82116"/>
                  <a:pt x="1027263" y="87907"/>
                  <a:pt x="1022575" y="93130"/>
                </a:cubicBezTo>
                <a:cubicBezTo>
                  <a:pt x="1017886" y="98352"/>
                  <a:pt x="1012014" y="100963"/>
                  <a:pt x="1004958" y="100963"/>
                </a:cubicBezTo>
                <a:cubicBezTo>
                  <a:pt x="997299" y="100963"/>
                  <a:pt x="990742" y="97987"/>
                  <a:pt x="985288" y="92035"/>
                </a:cubicBezTo>
                <a:cubicBezTo>
                  <a:pt x="979834" y="86082"/>
                  <a:pt x="977107" y="78079"/>
                  <a:pt x="977107" y="68026"/>
                </a:cubicBezTo>
                <a:cubicBezTo>
                  <a:pt x="977107" y="57140"/>
                  <a:pt x="979903" y="48652"/>
                  <a:pt x="985497" y="42561"/>
                </a:cubicBezTo>
                <a:cubicBezTo>
                  <a:pt x="991091" y="36468"/>
                  <a:pt x="998111" y="33422"/>
                  <a:pt x="1006560" y="33422"/>
                </a:cubicBezTo>
                <a:cubicBezTo>
                  <a:pt x="1013709" y="33422"/>
                  <a:pt x="1019581" y="35772"/>
                  <a:pt x="1024176" y="40472"/>
                </a:cubicBezTo>
                <a:cubicBezTo>
                  <a:pt x="1028772" y="45171"/>
                  <a:pt x="1031069" y="51455"/>
                  <a:pt x="1031069" y="59324"/>
                </a:cubicBezTo>
                <a:lnTo>
                  <a:pt x="986994" y="59324"/>
                </a:lnTo>
                <a:moveTo>
                  <a:pt x="986994" y="55286"/>
                </a:moveTo>
                <a:lnTo>
                  <a:pt x="1016517" y="55286"/>
                </a:lnTo>
                <a:cubicBezTo>
                  <a:pt x="1016285" y="51201"/>
                  <a:pt x="1015797" y="48323"/>
                  <a:pt x="1015055" y="46652"/>
                </a:cubicBezTo>
                <a:cubicBezTo>
                  <a:pt x="1013894" y="44052"/>
                  <a:pt x="1012165" y="42010"/>
                  <a:pt x="1009867" y="40524"/>
                </a:cubicBezTo>
                <a:cubicBezTo>
                  <a:pt x="1007569" y="39039"/>
                  <a:pt x="1005167" y="38296"/>
                  <a:pt x="1002661" y="38296"/>
                </a:cubicBezTo>
                <a:cubicBezTo>
                  <a:pt x="998808" y="38296"/>
                  <a:pt x="995361" y="39793"/>
                  <a:pt x="992321" y="42787"/>
                </a:cubicBezTo>
                <a:cubicBezTo>
                  <a:pt x="989280" y="45781"/>
                  <a:pt x="987505" y="49948"/>
                  <a:pt x="986994" y="55286"/>
                </a:cubicBezTo>
                <a:close/>
                <a:moveTo>
                  <a:pt x="1116458" y="33422"/>
                </a:moveTo>
                <a:lnTo>
                  <a:pt x="1116458" y="55007"/>
                </a:lnTo>
                <a:lnTo>
                  <a:pt x="1114160" y="55007"/>
                </a:lnTo>
                <a:cubicBezTo>
                  <a:pt x="1112396" y="48237"/>
                  <a:pt x="1110133" y="43632"/>
                  <a:pt x="1107371" y="41192"/>
                </a:cubicBezTo>
                <a:cubicBezTo>
                  <a:pt x="1104609" y="38751"/>
                  <a:pt x="1101093" y="37530"/>
                  <a:pt x="1096822" y="37530"/>
                </a:cubicBezTo>
                <a:cubicBezTo>
                  <a:pt x="1093573" y="37530"/>
                  <a:pt x="1090950" y="38388"/>
                  <a:pt x="1088954" y="40104"/>
                </a:cubicBezTo>
                <a:cubicBezTo>
                  <a:pt x="1086958" y="41819"/>
                  <a:pt x="1085960" y="43720"/>
                  <a:pt x="1085960" y="45808"/>
                </a:cubicBezTo>
                <a:cubicBezTo>
                  <a:pt x="1085960" y="48404"/>
                  <a:pt x="1086703" y="50629"/>
                  <a:pt x="1088188" y="52483"/>
                </a:cubicBezTo>
                <a:cubicBezTo>
                  <a:pt x="1089627" y="54385"/>
                  <a:pt x="1092552" y="56402"/>
                  <a:pt x="1096962" y="58535"/>
                </a:cubicBezTo>
                <a:lnTo>
                  <a:pt x="1107127" y="63474"/>
                </a:lnTo>
                <a:cubicBezTo>
                  <a:pt x="1116551" y="68064"/>
                  <a:pt x="1121262" y="74115"/>
                  <a:pt x="1121262" y="81628"/>
                </a:cubicBezTo>
                <a:cubicBezTo>
                  <a:pt x="1121262" y="87423"/>
                  <a:pt x="1119069" y="92094"/>
                  <a:pt x="1114682" y="95643"/>
                </a:cubicBezTo>
                <a:cubicBezTo>
                  <a:pt x="1110296" y="99189"/>
                  <a:pt x="1105387" y="100963"/>
                  <a:pt x="1099956" y="100963"/>
                </a:cubicBezTo>
                <a:cubicBezTo>
                  <a:pt x="1096056" y="100963"/>
                  <a:pt x="1091600" y="100267"/>
                  <a:pt x="1086587" y="98874"/>
                </a:cubicBezTo>
                <a:cubicBezTo>
                  <a:pt x="1085055" y="98410"/>
                  <a:pt x="1083802" y="98178"/>
                  <a:pt x="1082827" y="98178"/>
                </a:cubicBezTo>
                <a:cubicBezTo>
                  <a:pt x="1081759" y="98178"/>
                  <a:pt x="1080924" y="98781"/>
                  <a:pt x="1080320" y="99988"/>
                </a:cubicBezTo>
                <a:lnTo>
                  <a:pt x="1078022" y="99988"/>
                </a:lnTo>
                <a:lnTo>
                  <a:pt x="1078022" y="77150"/>
                </a:lnTo>
                <a:lnTo>
                  <a:pt x="1080320" y="77150"/>
                </a:lnTo>
                <a:cubicBezTo>
                  <a:pt x="1081620" y="83671"/>
                  <a:pt x="1084103" y="88586"/>
                  <a:pt x="1087770" y="91894"/>
                </a:cubicBezTo>
                <a:cubicBezTo>
                  <a:pt x="1091438" y="95201"/>
                  <a:pt x="1095546" y="96855"/>
                  <a:pt x="1100095" y="96855"/>
                </a:cubicBezTo>
                <a:cubicBezTo>
                  <a:pt x="1103298" y="96855"/>
                  <a:pt x="1105909" y="95916"/>
                  <a:pt x="1107928" y="94039"/>
                </a:cubicBezTo>
                <a:cubicBezTo>
                  <a:pt x="1109947" y="92160"/>
                  <a:pt x="1110957" y="89900"/>
                  <a:pt x="1110957" y="87257"/>
                </a:cubicBezTo>
                <a:cubicBezTo>
                  <a:pt x="1110957" y="84057"/>
                  <a:pt x="1109831" y="81367"/>
                  <a:pt x="1107580" y="79188"/>
                </a:cubicBezTo>
                <a:cubicBezTo>
                  <a:pt x="1105329" y="77010"/>
                  <a:pt x="1100838" y="74251"/>
                  <a:pt x="1094107" y="70913"/>
                </a:cubicBezTo>
                <a:cubicBezTo>
                  <a:pt x="1087376" y="67574"/>
                  <a:pt x="1082966" y="64560"/>
                  <a:pt x="1080877" y="61870"/>
                </a:cubicBezTo>
                <a:cubicBezTo>
                  <a:pt x="1078788" y="59227"/>
                  <a:pt x="1077744" y="55889"/>
                  <a:pt x="1077744" y="51854"/>
                </a:cubicBezTo>
                <a:cubicBezTo>
                  <a:pt x="1077744" y="46615"/>
                  <a:pt x="1079543" y="42233"/>
                  <a:pt x="1083140" y="38710"/>
                </a:cubicBezTo>
                <a:cubicBezTo>
                  <a:pt x="1086738" y="35185"/>
                  <a:pt x="1091391" y="33422"/>
                  <a:pt x="1097101" y="33422"/>
                </a:cubicBezTo>
                <a:cubicBezTo>
                  <a:pt x="1099607" y="33422"/>
                  <a:pt x="1102648" y="33956"/>
                  <a:pt x="1106222" y="35024"/>
                </a:cubicBezTo>
                <a:cubicBezTo>
                  <a:pt x="1108590" y="35720"/>
                  <a:pt x="1110168" y="36068"/>
                  <a:pt x="1110957" y="36068"/>
                </a:cubicBezTo>
                <a:cubicBezTo>
                  <a:pt x="1111700" y="36068"/>
                  <a:pt x="1112280" y="35906"/>
                  <a:pt x="1112698" y="35581"/>
                </a:cubicBezTo>
                <a:cubicBezTo>
                  <a:pt x="1113116" y="35256"/>
                  <a:pt x="1113603" y="34536"/>
                  <a:pt x="1114160" y="33422"/>
                </a:cubicBezTo>
                <a:lnTo>
                  <a:pt x="1116458" y="33422"/>
                </a:lnTo>
                <a:close/>
                <a:moveTo>
                  <a:pt x="1146932" y="0"/>
                </a:moveTo>
                <a:cubicBezTo>
                  <a:pt x="1148882" y="0"/>
                  <a:pt x="1150541" y="688"/>
                  <a:pt x="1151911" y="2065"/>
                </a:cubicBezTo>
                <a:cubicBezTo>
                  <a:pt x="1153280" y="3440"/>
                  <a:pt x="1153965" y="5108"/>
                  <a:pt x="1153965" y="7067"/>
                </a:cubicBezTo>
                <a:cubicBezTo>
                  <a:pt x="1153965" y="9027"/>
                  <a:pt x="1153280" y="10707"/>
                  <a:pt x="1151911" y="12107"/>
                </a:cubicBezTo>
                <a:cubicBezTo>
                  <a:pt x="1150541" y="13505"/>
                  <a:pt x="1148882" y="14204"/>
                  <a:pt x="1146932" y="14204"/>
                </a:cubicBezTo>
                <a:cubicBezTo>
                  <a:pt x="1144982" y="14204"/>
                  <a:pt x="1143311" y="13505"/>
                  <a:pt x="1141919" y="12107"/>
                </a:cubicBezTo>
                <a:cubicBezTo>
                  <a:pt x="1140526" y="10707"/>
                  <a:pt x="1139830" y="9027"/>
                  <a:pt x="1139830" y="7067"/>
                </a:cubicBezTo>
                <a:cubicBezTo>
                  <a:pt x="1139830" y="5108"/>
                  <a:pt x="1140514" y="3440"/>
                  <a:pt x="1141884" y="2065"/>
                </a:cubicBezTo>
                <a:cubicBezTo>
                  <a:pt x="1143253" y="688"/>
                  <a:pt x="1144936" y="0"/>
                  <a:pt x="1146932" y="0"/>
                </a:cubicBezTo>
                <a:moveTo>
                  <a:pt x="1152711" y="33422"/>
                </a:moveTo>
                <a:lnTo>
                  <a:pt x="1152711" y="84556"/>
                </a:lnTo>
                <a:cubicBezTo>
                  <a:pt x="1152711" y="88540"/>
                  <a:pt x="1153001" y="91191"/>
                  <a:pt x="1153582" y="92512"/>
                </a:cubicBezTo>
                <a:cubicBezTo>
                  <a:pt x="1154162" y="93832"/>
                  <a:pt x="1155021" y="94816"/>
                  <a:pt x="1156158" y="95464"/>
                </a:cubicBezTo>
                <a:cubicBezTo>
                  <a:pt x="1157295" y="96113"/>
                  <a:pt x="1159372" y="96437"/>
                  <a:pt x="1162390" y="96437"/>
                </a:cubicBezTo>
                <a:lnTo>
                  <a:pt x="1162390" y="99013"/>
                </a:lnTo>
                <a:lnTo>
                  <a:pt x="1131405" y="99013"/>
                </a:lnTo>
                <a:lnTo>
                  <a:pt x="1131405" y="96437"/>
                </a:lnTo>
                <a:cubicBezTo>
                  <a:pt x="1134515" y="96437"/>
                  <a:pt x="1136604" y="96136"/>
                  <a:pt x="1137671" y="95534"/>
                </a:cubicBezTo>
                <a:cubicBezTo>
                  <a:pt x="1138739" y="94932"/>
                  <a:pt x="1139586" y="93936"/>
                  <a:pt x="1140213" y="92546"/>
                </a:cubicBezTo>
                <a:cubicBezTo>
                  <a:pt x="1140839" y="91157"/>
                  <a:pt x="1141153" y="88493"/>
                  <a:pt x="1141153" y="84556"/>
                </a:cubicBezTo>
                <a:lnTo>
                  <a:pt x="1141153" y="60032"/>
                </a:lnTo>
                <a:cubicBezTo>
                  <a:pt x="1141153" y="53130"/>
                  <a:pt x="1140944" y="48660"/>
                  <a:pt x="1140526" y="46624"/>
                </a:cubicBezTo>
                <a:cubicBezTo>
                  <a:pt x="1140201" y="45141"/>
                  <a:pt x="1139691" y="44110"/>
                  <a:pt x="1138994" y="43532"/>
                </a:cubicBezTo>
                <a:cubicBezTo>
                  <a:pt x="1138298" y="42953"/>
                  <a:pt x="1137346" y="42663"/>
                  <a:pt x="1136139" y="42663"/>
                </a:cubicBezTo>
                <a:cubicBezTo>
                  <a:pt x="1134840" y="42663"/>
                  <a:pt x="1133261" y="43011"/>
                  <a:pt x="1131405" y="43706"/>
                </a:cubicBezTo>
                <a:lnTo>
                  <a:pt x="1130430" y="41203"/>
                </a:lnTo>
                <a:lnTo>
                  <a:pt x="1149648" y="33422"/>
                </a:lnTo>
                <a:lnTo>
                  <a:pt x="1152711" y="33422"/>
                </a:lnTo>
                <a:close/>
                <a:moveTo>
                  <a:pt x="1225777" y="79378"/>
                </a:moveTo>
                <a:lnTo>
                  <a:pt x="1225011" y="99013"/>
                </a:lnTo>
                <a:lnTo>
                  <a:pt x="1168751" y="99013"/>
                </a:lnTo>
                <a:lnTo>
                  <a:pt x="1168751" y="96507"/>
                </a:lnTo>
                <a:lnTo>
                  <a:pt x="1211085" y="40107"/>
                </a:lnTo>
                <a:lnTo>
                  <a:pt x="1190197" y="40107"/>
                </a:lnTo>
                <a:cubicBezTo>
                  <a:pt x="1185694" y="40107"/>
                  <a:pt x="1182746" y="40397"/>
                  <a:pt x="1181354" y="40977"/>
                </a:cubicBezTo>
                <a:cubicBezTo>
                  <a:pt x="1179961" y="41557"/>
                  <a:pt x="1178824" y="42660"/>
                  <a:pt x="1177942" y="44284"/>
                </a:cubicBezTo>
                <a:cubicBezTo>
                  <a:pt x="1176688" y="46605"/>
                  <a:pt x="1175969" y="49483"/>
                  <a:pt x="1175783" y="52918"/>
                </a:cubicBezTo>
                <a:lnTo>
                  <a:pt x="1172998" y="52918"/>
                </a:lnTo>
                <a:lnTo>
                  <a:pt x="1173416" y="35233"/>
                </a:lnTo>
                <a:lnTo>
                  <a:pt x="1226891" y="35233"/>
                </a:lnTo>
                <a:lnTo>
                  <a:pt x="1226891" y="37811"/>
                </a:lnTo>
                <a:lnTo>
                  <a:pt x="1184139" y="94418"/>
                </a:lnTo>
                <a:lnTo>
                  <a:pt x="1207395" y="94418"/>
                </a:lnTo>
                <a:cubicBezTo>
                  <a:pt x="1212269" y="94418"/>
                  <a:pt x="1215577" y="94008"/>
                  <a:pt x="1217317" y="93188"/>
                </a:cubicBezTo>
                <a:cubicBezTo>
                  <a:pt x="1219058" y="92369"/>
                  <a:pt x="1220462" y="90927"/>
                  <a:pt x="1221530" y="88865"/>
                </a:cubicBezTo>
                <a:cubicBezTo>
                  <a:pt x="1222273" y="87366"/>
                  <a:pt x="1222899" y="84204"/>
                  <a:pt x="1223410" y="79378"/>
                </a:cubicBezTo>
                <a:lnTo>
                  <a:pt x="1225777" y="79378"/>
                </a:lnTo>
                <a:close/>
                <a:moveTo>
                  <a:pt x="1244390" y="59324"/>
                </a:moveTo>
                <a:cubicBezTo>
                  <a:pt x="1244343" y="68772"/>
                  <a:pt x="1246641" y="76183"/>
                  <a:pt x="1251283" y="81556"/>
                </a:cubicBezTo>
                <a:cubicBezTo>
                  <a:pt x="1255925" y="86927"/>
                  <a:pt x="1261379" y="89613"/>
                  <a:pt x="1267646" y="89613"/>
                </a:cubicBezTo>
                <a:cubicBezTo>
                  <a:pt x="1271824" y="89613"/>
                  <a:pt x="1275456" y="88464"/>
                  <a:pt x="1278543" y="86167"/>
                </a:cubicBezTo>
                <a:cubicBezTo>
                  <a:pt x="1281630" y="83869"/>
                  <a:pt x="1284218" y="79935"/>
                  <a:pt x="1286307" y="74364"/>
                </a:cubicBezTo>
                <a:lnTo>
                  <a:pt x="1288465" y="75757"/>
                </a:lnTo>
                <a:cubicBezTo>
                  <a:pt x="1287490" y="82116"/>
                  <a:pt x="1284659" y="87907"/>
                  <a:pt x="1279970" y="93130"/>
                </a:cubicBezTo>
                <a:cubicBezTo>
                  <a:pt x="1275282" y="98352"/>
                  <a:pt x="1269410" y="100963"/>
                  <a:pt x="1262354" y="100963"/>
                </a:cubicBezTo>
                <a:cubicBezTo>
                  <a:pt x="1254695" y="100963"/>
                  <a:pt x="1248138" y="97987"/>
                  <a:pt x="1242684" y="92035"/>
                </a:cubicBezTo>
                <a:cubicBezTo>
                  <a:pt x="1237229" y="86082"/>
                  <a:pt x="1234502" y="78079"/>
                  <a:pt x="1234502" y="68026"/>
                </a:cubicBezTo>
                <a:cubicBezTo>
                  <a:pt x="1234502" y="57140"/>
                  <a:pt x="1237299" y="48652"/>
                  <a:pt x="1242893" y="42561"/>
                </a:cubicBezTo>
                <a:cubicBezTo>
                  <a:pt x="1248486" y="36468"/>
                  <a:pt x="1255507" y="33422"/>
                  <a:pt x="1263955" y="33422"/>
                </a:cubicBezTo>
                <a:cubicBezTo>
                  <a:pt x="1271104" y="33422"/>
                  <a:pt x="1276976" y="35772"/>
                  <a:pt x="1281572" y="40472"/>
                </a:cubicBezTo>
                <a:cubicBezTo>
                  <a:pt x="1286167" y="45171"/>
                  <a:pt x="1288465" y="51455"/>
                  <a:pt x="1288465" y="59324"/>
                </a:cubicBezTo>
                <a:lnTo>
                  <a:pt x="1244390" y="59324"/>
                </a:lnTo>
                <a:moveTo>
                  <a:pt x="1244390" y="55286"/>
                </a:moveTo>
                <a:lnTo>
                  <a:pt x="1273912" y="55286"/>
                </a:lnTo>
                <a:cubicBezTo>
                  <a:pt x="1273680" y="51201"/>
                  <a:pt x="1273193" y="48323"/>
                  <a:pt x="1272450" y="46652"/>
                </a:cubicBezTo>
                <a:cubicBezTo>
                  <a:pt x="1271290" y="44052"/>
                  <a:pt x="1269561" y="42010"/>
                  <a:pt x="1267263" y="40524"/>
                </a:cubicBezTo>
                <a:cubicBezTo>
                  <a:pt x="1264965" y="39039"/>
                  <a:pt x="1262563" y="38296"/>
                  <a:pt x="1260056" y="38296"/>
                </a:cubicBezTo>
                <a:cubicBezTo>
                  <a:pt x="1256203" y="38296"/>
                  <a:pt x="1252757" y="39793"/>
                  <a:pt x="1249716" y="42787"/>
                </a:cubicBezTo>
                <a:cubicBezTo>
                  <a:pt x="1246676" y="45781"/>
                  <a:pt x="1244900" y="49948"/>
                  <a:pt x="1244390" y="55286"/>
                </a:cubicBezTo>
                <a:close/>
              </a:path>
            </a:pathLst>
          </a:custGeom>
          <a:solidFill xmlns:a="http://schemas.openxmlformats.org/drawingml/2006/main">
            <a:srgbClr val="FF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EA14FA-D63C-483B-9AA7-CD5DD639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723" y="1296548"/>
            <a:ext cx="133689" cy="151514"/>
          </a:xfrm>
          <a:custGeom xmlns:a="http://schemas.openxmlformats.org/drawingml/2006/main">
            <a:pathLst>
              <a:path w="133689" h="151514">
                <a:moveTo>
                  <a:pt x="0" y="0"/>
                </a:moveTo>
                <a:lnTo>
                  <a:pt x="133689" y="0"/>
                </a:lnTo>
                <a:lnTo>
                  <a:pt x="133689" y="151514"/>
                </a:lnTo>
                <a:lnTo>
                  <a:pt x="0" y="15151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" name="Text --">
            <a:extLst xmlns:a="http://schemas.openxmlformats.org/drawingml/2006/main">
              <a:ext uri="{FF2B5EF4-FFF2-40B4-BE49-F238E27FC236}">
                <a16:creationId xmlns:a16="http://schemas.microsoft.com/office/drawing/2014/main" id="{358771D0-270B-4776-AE4B-4AACAAC22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0502" y="1384002"/>
            <a:ext cx="83484" cy="10514"/>
          </a:xfrm>
          <a:custGeom xmlns:a="http://schemas.openxmlformats.org/drawingml/2006/main">
            <a:pathLst>
              <a:path w="83484" h="10514">
                <a:moveTo>
                  <a:pt x="0" y="0"/>
                </a:moveTo>
                <a:lnTo>
                  <a:pt x="35998" y="0"/>
                </a:lnTo>
                <a:lnTo>
                  <a:pt x="35998" y="10514"/>
                </a:lnTo>
                <a:lnTo>
                  <a:pt x="0" y="10514"/>
                </a:lnTo>
                <a:lnTo>
                  <a:pt x="0" y="0"/>
                </a:lnTo>
                <a:close/>
                <a:moveTo>
                  <a:pt x="47486" y="0"/>
                </a:moveTo>
                <a:lnTo>
                  <a:pt x="83484" y="0"/>
                </a:lnTo>
                <a:lnTo>
                  <a:pt x="83484" y="10514"/>
                </a:lnTo>
                <a:lnTo>
                  <a:pt x="47486" y="10514"/>
                </a:lnTo>
                <a:lnTo>
                  <a:pt x="47486" y="0"/>
                </a:lnTo>
                <a:close/>
              </a:path>
            </a:pathLst>
          </a:custGeom>
          <a:solidFill xmlns:a="http://schemas.openxmlformats.org/drawingml/2006/main">
            <a:srgbClr val="FF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9ED9F4-C09D-4BEA-8A92-765395D2B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8412" y="1296548"/>
            <a:ext cx="1399275" cy="151514"/>
          </a:xfrm>
          <a:custGeom xmlns:a="http://schemas.openxmlformats.org/drawingml/2006/main">
            <a:pathLst>
              <a:path w="1399275" h="151514">
                <a:moveTo>
                  <a:pt x="0" y="0"/>
                </a:moveTo>
                <a:lnTo>
                  <a:pt x="1399275" y="0"/>
                </a:lnTo>
                <a:lnTo>
                  <a:pt x="1399275" y="151514"/>
                </a:lnTo>
                <a:lnTo>
                  <a:pt x="0" y="15151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" name="Text Removethelinenumber">
            <a:extLst xmlns:a="http://schemas.openxmlformats.org/drawingml/2006/main">
              <a:ext uri="{FF2B5EF4-FFF2-40B4-BE49-F238E27FC236}">
                <a16:creationId xmlns:a16="http://schemas.microsoft.com/office/drawing/2014/main" id="{A4E5794C-D93B-43F9-8B2D-ED392C513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785" y="1322311"/>
            <a:ext cx="1404518" cy="100963"/>
          </a:xfrm>
          <a:custGeom xmlns:a="http://schemas.openxmlformats.org/drawingml/2006/main">
            <a:pathLst>
              <a:path w="1404518" h="100963">
                <a:moveTo>
                  <a:pt x="93930" y="99013"/>
                </a:moveTo>
                <a:lnTo>
                  <a:pt x="68724" y="99013"/>
                </a:lnTo>
                <a:lnTo>
                  <a:pt x="36764" y="54729"/>
                </a:lnTo>
                <a:cubicBezTo>
                  <a:pt x="34397" y="54822"/>
                  <a:pt x="32471" y="54868"/>
                  <a:pt x="30985" y="54868"/>
                </a:cubicBezTo>
                <a:cubicBezTo>
                  <a:pt x="30382" y="54868"/>
                  <a:pt x="29732" y="54856"/>
                  <a:pt x="29036" y="54833"/>
                </a:cubicBezTo>
                <a:cubicBezTo>
                  <a:pt x="28339" y="54810"/>
                  <a:pt x="27620" y="54775"/>
                  <a:pt x="26877" y="54729"/>
                </a:cubicBezTo>
                <a:lnTo>
                  <a:pt x="26877" y="82254"/>
                </a:lnTo>
                <a:cubicBezTo>
                  <a:pt x="26877" y="88216"/>
                  <a:pt x="27527" y="91919"/>
                  <a:pt x="28827" y="93362"/>
                </a:cubicBezTo>
                <a:cubicBezTo>
                  <a:pt x="30591" y="95412"/>
                  <a:pt x="33236" y="96437"/>
                  <a:pt x="36764" y="96437"/>
                </a:cubicBezTo>
                <a:lnTo>
                  <a:pt x="40455" y="96437"/>
                </a:lnTo>
                <a:lnTo>
                  <a:pt x="40455" y="99013"/>
                </a:lnTo>
                <a:lnTo>
                  <a:pt x="0" y="99013"/>
                </a:lnTo>
                <a:lnTo>
                  <a:pt x="0" y="96437"/>
                </a:lnTo>
                <a:lnTo>
                  <a:pt x="3551" y="96437"/>
                </a:lnTo>
                <a:cubicBezTo>
                  <a:pt x="7543" y="96437"/>
                  <a:pt x="10398" y="95137"/>
                  <a:pt x="12116" y="92538"/>
                </a:cubicBezTo>
                <a:cubicBezTo>
                  <a:pt x="13090" y="91099"/>
                  <a:pt x="13578" y="87687"/>
                  <a:pt x="13578" y="82302"/>
                </a:cubicBezTo>
                <a:lnTo>
                  <a:pt x="13578" y="21307"/>
                </a:lnTo>
                <a:cubicBezTo>
                  <a:pt x="13578" y="15365"/>
                  <a:pt x="12928" y="11675"/>
                  <a:pt x="11628" y="10236"/>
                </a:cubicBezTo>
                <a:cubicBezTo>
                  <a:pt x="9818" y="8193"/>
                  <a:pt x="7125" y="7172"/>
                  <a:pt x="3551" y="7172"/>
                </a:cubicBezTo>
                <a:lnTo>
                  <a:pt x="0" y="7172"/>
                </a:lnTo>
                <a:lnTo>
                  <a:pt x="0" y="4596"/>
                </a:lnTo>
                <a:lnTo>
                  <a:pt x="34397" y="4596"/>
                </a:lnTo>
                <a:cubicBezTo>
                  <a:pt x="44424" y="4596"/>
                  <a:pt x="51816" y="5324"/>
                  <a:pt x="56574" y="6782"/>
                </a:cubicBezTo>
                <a:cubicBezTo>
                  <a:pt x="61332" y="8240"/>
                  <a:pt x="65371" y="10925"/>
                  <a:pt x="68690" y="14838"/>
                </a:cubicBezTo>
                <a:cubicBezTo>
                  <a:pt x="72009" y="18748"/>
                  <a:pt x="73668" y="23411"/>
                  <a:pt x="73668" y="28827"/>
                </a:cubicBezTo>
                <a:cubicBezTo>
                  <a:pt x="73668" y="34612"/>
                  <a:pt x="71776" y="39634"/>
                  <a:pt x="67993" y="43893"/>
                </a:cubicBezTo>
                <a:cubicBezTo>
                  <a:pt x="64210" y="48150"/>
                  <a:pt x="58350" y="51159"/>
                  <a:pt x="50412" y="52918"/>
                </a:cubicBezTo>
                <a:lnTo>
                  <a:pt x="69908" y="80091"/>
                </a:lnTo>
                <a:cubicBezTo>
                  <a:pt x="74364" y="86332"/>
                  <a:pt x="78194" y="90477"/>
                  <a:pt x="81397" y="92527"/>
                </a:cubicBezTo>
                <a:cubicBezTo>
                  <a:pt x="84600" y="94575"/>
                  <a:pt x="88778" y="95878"/>
                  <a:pt x="93930" y="96437"/>
                </a:cubicBezTo>
                <a:lnTo>
                  <a:pt x="93930" y="99013"/>
                </a:lnTo>
                <a:moveTo>
                  <a:pt x="26877" y="50481"/>
                </a:moveTo>
                <a:cubicBezTo>
                  <a:pt x="27759" y="50481"/>
                  <a:pt x="28525" y="50493"/>
                  <a:pt x="29175" y="50516"/>
                </a:cubicBezTo>
                <a:cubicBezTo>
                  <a:pt x="29825" y="50539"/>
                  <a:pt x="30358" y="50551"/>
                  <a:pt x="30776" y="50551"/>
                </a:cubicBezTo>
                <a:cubicBezTo>
                  <a:pt x="39782" y="50551"/>
                  <a:pt x="46571" y="48601"/>
                  <a:pt x="51143" y="44702"/>
                </a:cubicBezTo>
                <a:cubicBezTo>
                  <a:pt x="55715" y="40803"/>
                  <a:pt x="58001" y="35836"/>
                  <a:pt x="58001" y="29801"/>
                </a:cubicBezTo>
                <a:cubicBezTo>
                  <a:pt x="58001" y="23906"/>
                  <a:pt x="56156" y="19113"/>
                  <a:pt x="52466" y="15423"/>
                </a:cubicBezTo>
                <a:cubicBezTo>
                  <a:pt x="48775" y="11733"/>
                  <a:pt x="43890" y="9887"/>
                  <a:pt x="37809" y="9887"/>
                </a:cubicBezTo>
                <a:cubicBezTo>
                  <a:pt x="35116" y="9887"/>
                  <a:pt x="31473" y="10328"/>
                  <a:pt x="26877" y="11210"/>
                </a:cubicBezTo>
                <a:lnTo>
                  <a:pt x="26877" y="50481"/>
                </a:lnTo>
                <a:close/>
                <a:moveTo>
                  <a:pt x="107857" y="59324"/>
                </a:moveTo>
                <a:cubicBezTo>
                  <a:pt x="107811" y="68772"/>
                  <a:pt x="110109" y="76183"/>
                  <a:pt x="114751" y="81556"/>
                </a:cubicBezTo>
                <a:cubicBezTo>
                  <a:pt x="119393" y="86927"/>
                  <a:pt x="124847" y="89613"/>
                  <a:pt x="131113" y="89613"/>
                </a:cubicBezTo>
                <a:cubicBezTo>
                  <a:pt x="135291" y="89613"/>
                  <a:pt x="138924" y="88464"/>
                  <a:pt x="142011" y="86167"/>
                </a:cubicBezTo>
                <a:cubicBezTo>
                  <a:pt x="145097" y="83869"/>
                  <a:pt x="147685" y="79935"/>
                  <a:pt x="149774" y="74364"/>
                </a:cubicBezTo>
                <a:lnTo>
                  <a:pt x="151933" y="75757"/>
                </a:lnTo>
                <a:cubicBezTo>
                  <a:pt x="150958" y="82116"/>
                  <a:pt x="148126" y="87907"/>
                  <a:pt x="143438" y="93130"/>
                </a:cubicBezTo>
                <a:cubicBezTo>
                  <a:pt x="138750" y="98352"/>
                  <a:pt x="132877" y="100963"/>
                  <a:pt x="125822" y="100963"/>
                </a:cubicBezTo>
                <a:cubicBezTo>
                  <a:pt x="118162" y="100963"/>
                  <a:pt x="111606" y="97987"/>
                  <a:pt x="106151" y="92035"/>
                </a:cubicBezTo>
                <a:cubicBezTo>
                  <a:pt x="100697" y="86082"/>
                  <a:pt x="97970" y="78079"/>
                  <a:pt x="97970" y="68026"/>
                </a:cubicBezTo>
                <a:cubicBezTo>
                  <a:pt x="97970" y="57140"/>
                  <a:pt x="100767" y="48652"/>
                  <a:pt x="106360" y="42561"/>
                </a:cubicBezTo>
                <a:cubicBezTo>
                  <a:pt x="111954" y="36468"/>
                  <a:pt x="118975" y="33422"/>
                  <a:pt x="127423" y="33422"/>
                </a:cubicBezTo>
                <a:cubicBezTo>
                  <a:pt x="134572" y="33422"/>
                  <a:pt x="140444" y="35772"/>
                  <a:pt x="145039" y="40472"/>
                </a:cubicBezTo>
                <a:cubicBezTo>
                  <a:pt x="149635" y="45171"/>
                  <a:pt x="151933" y="51455"/>
                  <a:pt x="151933" y="59324"/>
                </a:cubicBezTo>
                <a:lnTo>
                  <a:pt x="107857" y="59324"/>
                </a:lnTo>
                <a:moveTo>
                  <a:pt x="107857" y="55286"/>
                </a:moveTo>
                <a:lnTo>
                  <a:pt x="137380" y="55286"/>
                </a:lnTo>
                <a:cubicBezTo>
                  <a:pt x="137148" y="51201"/>
                  <a:pt x="136661" y="48323"/>
                  <a:pt x="135918" y="46652"/>
                </a:cubicBezTo>
                <a:cubicBezTo>
                  <a:pt x="134757" y="44052"/>
                  <a:pt x="133028" y="42010"/>
                  <a:pt x="130731" y="40524"/>
                </a:cubicBezTo>
                <a:cubicBezTo>
                  <a:pt x="128433" y="39039"/>
                  <a:pt x="126031" y="38296"/>
                  <a:pt x="123524" y="38296"/>
                </a:cubicBezTo>
                <a:cubicBezTo>
                  <a:pt x="119671" y="38296"/>
                  <a:pt x="116224" y="39793"/>
                  <a:pt x="113184" y="42787"/>
                </a:cubicBezTo>
                <a:cubicBezTo>
                  <a:pt x="110143" y="45781"/>
                  <a:pt x="108368" y="49948"/>
                  <a:pt x="107857" y="55286"/>
                </a:cubicBezTo>
                <a:close/>
                <a:moveTo>
                  <a:pt x="179389" y="47000"/>
                </a:moveTo>
                <a:cubicBezTo>
                  <a:pt x="184031" y="42358"/>
                  <a:pt x="186769" y="39689"/>
                  <a:pt x="187605" y="38993"/>
                </a:cubicBezTo>
                <a:cubicBezTo>
                  <a:pt x="189694" y="37229"/>
                  <a:pt x="191945" y="35859"/>
                  <a:pt x="194359" y="34884"/>
                </a:cubicBezTo>
                <a:cubicBezTo>
                  <a:pt x="196773" y="33910"/>
                  <a:pt x="199163" y="33422"/>
                  <a:pt x="201531" y="33422"/>
                </a:cubicBezTo>
                <a:cubicBezTo>
                  <a:pt x="205523" y="33422"/>
                  <a:pt x="208958" y="34583"/>
                  <a:pt x="211836" y="36904"/>
                </a:cubicBezTo>
                <a:cubicBezTo>
                  <a:pt x="214714" y="39225"/>
                  <a:pt x="216640" y="42590"/>
                  <a:pt x="217615" y="47000"/>
                </a:cubicBezTo>
                <a:cubicBezTo>
                  <a:pt x="222396" y="41430"/>
                  <a:pt x="226435" y="37774"/>
                  <a:pt x="229731" y="36033"/>
                </a:cubicBezTo>
                <a:cubicBezTo>
                  <a:pt x="233027" y="34293"/>
                  <a:pt x="236415" y="33422"/>
                  <a:pt x="239897" y="33422"/>
                </a:cubicBezTo>
                <a:cubicBezTo>
                  <a:pt x="243285" y="33422"/>
                  <a:pt x="246291" y="34291"/>
                  <a:pt x="248914" y="36029"/>
                </a:cubicBezTo>
                <a:cubicBezTo>
                  <a:pt x="251536" y="37765"/>
                  <a:pt x="253614" y="40602"/>
                  <a:pt x="255146" y="44539"/>
                </a:cubicBezTo>
                <a:cubicBezTo>
                  <a:pt x="256167" y="47226"/>
                  <a:pt x="256677" y="51440"/>
                  <a:pt x="256677" y="57183"/>
                </a:cubicBezTo>
                <a:lnTo>
                  <a:pt x="256677" y="84556"/>
                </a:lnTo>
                <a:cubicBezTo>
                  <a:pt x="256677" y="88540"/>
                  <a:pt x="256979" y="91273"/>
                  <a:pt x="257583" y="92755"/>
                </a:cubicBezTo>
                <a:cubicBezTo>
                  <a:pt x="258047" y="93774"/>
                  <a:pt x="258906" y="94642"/>
                  <a:pt x="260159" y="95360"/>
                </a:cubicBezTo>
                <a:cubicBezTo>
                  <a:pt x="261412" y="96078"/>
                  <a:pt x="263455" y="96437"/>
                  <a:pt x="266286" y="96437"/>
                </a:cubicBezTo>
                <a:lnTo>
                  <a:pt x="266286" y="99013"/>
                </a:lnTo>
                <a:lnTo>
                  <a:pt x="234814" y="99013"/>
                </a:lnTo>
                <a:lnTo>
                  <a:pt x="234814" y="96437"/>
                </a:lnTo>
                <a:lnTo>
                  <a:pt x="236137" y="96437"/>
                </a:lnTo>
                <a:cubicBezTo>
                  <a:pt x="238875" y="96437"/>
                  <a:pt x="241011" y="95906"/>
                  <a:pt x="242543" y="94844"/>
                </a:cubicBezTo>
                <a:cubicBezTo>
                  <a:pt x="243610" y="94104"/>
                  <a:pt x="244376" y="92926"/>
                  <a:pt x="244840" y="91310"/>
                </a:cubicBezTo>
                <a:cubicBezTo>
                  <a:pt x="245026" y="90526"/>
                  <a:pt x="245119" y="88286"/>
                  <a:pt x="245119" y="84591"/>
                </a:cubicBezTo>
                <a:lnTo>
                  <a:pt x="245119" y="57296"/>
                </a:lnTo>
                <a:cubicBezTo>
                  <a:pt x="245119" y="52124"/>
                  <a:pt x="244492" y="48475"/>
                  <a:pt x="243239" y="46352"/>
                </a:cubicBezTo>
                <a:cubicBezTo>
                  <a:pt x="241428" y="43395"/>
                  <a:pt x="238527" y="41917"/>
                  <a:pt x="234535" y="41917"/>
                </a:cubicBezTo>
                <a:cubicBezTo>
                  <a:pt x="232075" y="41917"/>
                  <a:pt x="229603" y="42529"/>
                  <a:pt x="227120" y="43753"/>
                </a:cubicBezTo>
                <a:cubicBezTo>
                  <a:pt x="224636" y="44976"/>
                  <a:pt x="221630" y="47251"/>
                  <a:pt x="218103" y="50577"/>
                </a:cubicBezTo>
                <a:lnTo>
                  <a:pt x="217963" y="51339"/>
                </a:lnTo>
                <a:lnTo>
                  <a:pt x="218103" y="54318"/>
                </a:lnTo>
                <a:lnTo>
                  <a:pt x="218103" y="84591"/>
                </a:lnTo>
                <a:cubicBezTo>
                  <a:pt x="218103" y="88933"/>
                  <a:pt x="218346" y="91635"/>
                  <a:pt x="218834" y="92696"/>
                </a:cubicBezTo>
                <a:cubicBezTo>
                  <a:pt x="219321" y="93758"/>
                  <a:pt x="220238" y="94648"/>
                  <a:pt x="221584" y="95364"/>
                </a:cubicBezTo>
                <a:cubicBezTo>
                  <a:pt x="222930" y="96079"/>
                  <a:pt x="225228" y="96437"/>
                  <a:pt x="228477" y="96437"/>
                </a:cubicBezTo>
                <a:lnTo>
                  <a:pt x="228477" y="99013"/>
                </a:lnTo>
                <a:lnTo>
                  <a:pt x="196239" y="99013"/>
                </a:lnTo>
                <a:lnTo>
                  <a:pt x="196239" y="96437"/>
                </a:lnTo>
                <a:cubicBezTo>
                  <a:pt x="199767" y="96437"/>
                  <a:pt x="202192" y="96021"/>
                  <a:pt x="203515" y="95190"/>
                </a:cubicBezTo>
                <a:cubicBezTo>
                  <a:pt x="204838" y="94359"/>
                  <a:pt x="205755" y="93112"/>
                  <a:pt x="206266" y="91450"/>
                </a:cubicBezTo>
                <a:cubicBezTo>
                  <a:pt x="206498" y="90663"/>
                  <a:pt x="206614" y="88377"/>
                  <a:pt x="206614" y="84591"/>
                </a:cubicBezTo>
                <a:lnTo>
                  <a:pt x="206614" y="57296"/>
                </a:lnTo>
                <a:cubicBezTo>
                  <a:pt x="206614" y="52124"/>
                  <a:pt x="205848" y="48406"/>
                  <a:pt x="204316" y="46143"/>
                </a:cubicBezTo>
                <a:cubicBezTo>
                  <a:pt x="202273" y="43186"/>
                  <a:pt x="199419" y="41708"/>
                  <a:pt x="195752" y="41708"/>
                </a:cubicBezTo>
                <a:cubicBezTo>
                  <a:pt x="193245" y="41708"/>
                  <a:pt x="190761" y="42378"/>
                  <a:pt x="188301" y="43716"/>
                </a:cubicBezTo>
                <a:cubicBezTo>
                  <a:pt x="184448" y="45749"/>
                  <a:pt x="181477" y="48035"/>
                  <a:pt x="179389" y="50575"/>
                </a:cubicBezTo>
                <a:lnTo>
                  <a:pt x="179389" y="84591"/>
                </a:lnTo>
                <a:cubicBezTo>
                  <a:pt x="179389" y="88747"/>
                  <a:pt x="179679" y="91449"/>
                  <a:pt x="180259" y="92696"/>
                </a:cubicBezTo>
                <a:cubicBezTo>
                  <a:pt x="180839" y="93943"/>
                  <a:pt x="181698" y="94877"/>
                  <a:pt x="182835" y="95501"/>
                </a:cubicBezTo>
                <a:cubicBezTo>
                  <a:pt x="183973" y="96125"/>
                  <a:pt x="186282" y="96437"/>
                  <a:pt x="189763" y="96437"/>
                </a:cubicBezTo>
                <a:lnTo>
                  <a:pt x="189763" y="99013"/>
                </a:lnTo>
                <a:lnTo>
                  <a:pt x="158221" y="99013"/>
                </a:lnTo>
                <a:lnTo>
                  <a:pt x="158221" y="96437"/>
                </a:lnTo>
                <a:cubicBezTo>
                  <a:pt x="161146" y="96437"/>
                  <a:pt x="163188" y="96124"/>
                  <a:pt x="164349" y="95499"/>
                </a:cubicBezTo>
                <a:cubicBezTo>
                  <a:pt x="165509" y="94874"/>
                  <a:pt x="166391" y="93878"/>
                  <a:pt x="166995" y="92512"/>
                </a:cubicBezTo>
                <a:cubicBezTo>
                  <a:pt x="167598" y="91145"/>
                  <a:pt x="167900" y="88493"/>
                  <a:pt x="167900" y="84556"/>
                </a:cubicBezTo>
                <a:lnTo>
                  <a:pt x="167900" y="60240"/>
                </a:lnTo>
                <a:cubicBezTo>
                  <a:pt x="167900" y="53246"/>
                  <a:pt x="167691" y="48730"/>
                  <a:pt x="167273" y="46693"/>
                </a:cubicBezTo>
                <a:cubicBezTo>
                  <a:pt x="166948" y="45164"/>
                  <a:pt x="166437" y="44110"/>
                  <a:pt x="165741" y="43532"/>
                </a:cubicBezTo>
                <a:cubicBezTo>
                  <a:pt x="165045" y="42953"/>
                  <a:pt x="164093" y="42663"/>
                  <a:pt x="162886" y="42663"/>
                </a:cubicBezTo>
                <a:cubicBezTo>
                  <a:pt x="161587" y="42663"/>
                  <a:pt x="160032" y="43011"/>
                  <a:pt x="158221" y="43706"/>
                </a:cubicBezTo>
                <a:lnTo>
                  <a:pt x="157177" y="41203"/>
                </a:lnTo>
                <a:lnTo>
                  <a:pt x="176395" y="33422"/>
                </a:lnTo>
                <a:lnTo>
                  <a:pt x="179389" y="33422"/>
                </a:lnTo>
                <a:lnTo>
                  <a:pt x="179389" y="47000"/>
                </a:lnTo>
                <a:close/>
                <a:moveTo>
                  <a:pt x="302587" y="33422"/>
                </a:moveTo>
                <a:cubicBezTo>
                  <a:pt x="312243" y="33422"/>
                  <a:pt x="319995" y="37086"/>
                  <a:pt x="325844" y="44413"/>
                </a:cubicBezTo>
                <a:cubicBezTo>
                  <a:pt x="330810" y="50672"/>
                  <a:pt x="333294" y="57860"/>
                  <a:pt x="333294" y="65976"/>
                </a:cubicBezTo>
                <a:cubicBezTo>
                  <a:pt x="333294" y="71680"/>
                  <a:pt x="331924" y="77453"/>
                  <a:pt x="329186" y="83297"/>
                </a:cubicBezTo>
                <a:cubicBezTo>
                  <a:pt x="326447" y="89138"/>
                  <a:pt x="322675" y="93543"/>
                  <a:pt x="317871" y="96511"/>
                </a:cubicBezTo>
                <a:cubicBezTo>
                  <a:pt x="313066" y="99479"/>
                  <a:pt x="307717" y="100963"/>
                  <a:pt x="301821" y="100963"/>
                </a:cubicBezTo>
                <a:cubicBezTo>
                  <a:pt x="292212" y="100963"/>
                  <a:pt x="284576" y="97137"/>
                  <a:pt x="278913" y="89485"/>
                </a:cubicBezTo>
                <a:cubicBezTo>
                  <a:pt x="274132" y="83040"/>
                  <a:pt x="271741" y="75806"/>
                  <a:pt x="271741" y="67784"/>
                </a:cubicBezTo>
                <a:cubicBezTo>
                  <a:pt x="271741" y="61941"/>
                  <a:pt x="273192" y="56133"/>
                  <a:pt x="276093" y="50360"/>
                </a:cubicBezTo>
                <a:cubicBezTo>
                  <a:pt x="278994" y="44586"/>
                  <a:pt x="282812" y="40320"/>
                  <a:pt x="287547" y="37561"/>
                </a:cubicBezTo>
                <a:cubicBezTo>
                  <a:pt x="292282" y="34802"/>
                  <a:pt x="297295" y="33422"/>
                  <a:pt x="302587" y="33422"/>
                </a:cubicBezTo>
                <a:moveTo>
                  <a:pt x="300429" y="38018"/>
                </a:moveTo>
                <a:cubicBezTo>
                  <a:pt x="297968" y="38018"/>
                  <a:pt x="295497" y="38748"/>
                  <a:pt x="293013" y="40209"/>
                </a:cubicBezTo>
                <a:cubicBezTo>
                  <a:pt x="290530" y="41670"/>
                  <a:pt x="288522" y="44231"/>
                  <a:pt x="286990" y="47894"/>
                </a:cubicBezTo>
                <a:cubicBezTo>
                  <a:pt x="285458" y="51557"/>
                  <a:pt x="284692" y="56263"/>
                  <a:pt x="284692" y="62012"/>
                </a:cubicBezTo>
                <a:cubicBezTo>
                  <a:pt x="284692" y="71284"/>
                  <a:pt x="286538" y="79282"/>
                  <a:pt x="290228" y="86006"/>
                </a:cubicBezTo>
                <a:cubicBezTo>
                  <a:pt x="293918" y="92728"/>
                  <a:pt x="298781" y="96089"/>
                  <a:pt x="304815" y="96089"/>
                </a:cubicBezTo>
                <a:cubicBezTo>
                  <a:pt x="309318" y="96089"/>
                  <a:pt x="313032" y="94234"/>
                  <a:pt x="315956" y="90525"/>
                </a:cubicBezTo>
                <a:cubicBezTo>
                  <a:pt x="318881" y="86816"/>
                  <a:pt x="320343" y="80441"/>
                  <a:pt x="320343" y="71401"/>
                </a:cubicBezTo>
                <a:cubicBezTo>
                  <a:pt x="320343" y="60087"/>
                  <a:pt x="317906" y="51185"/>
                  <a:pt x="313032" y="44693"/>
                </a:cubicBezTo>
                <a:cubicBezTo>
                  <a:pt x="309736" y="40243"/>
                  <a:pt x="305535" y="38018"/>
                  <a:pt x="300429" y="38018"/>
                </a:cubicBezTo>
                <a:close/>
                <a:moveTo>
                  <a:pt x="339421" y="35233"/>
                </a:moveTo>
                <a:lnTo>
                  <a:pt x="369432" y="35233"/>
                </a:lnTo>
                <a:lnTo>
                  <a:pt x="369432" y="37809"/>
                </a:lnTo>
                <a:lnTo>
                  <a:pt x="367482" y="37809"/>
                </a:lnTo>
                <a:cubicBezTo>
                  <a:pt x="365672" y="37809"/>
                  <a:pt x="364291" y="38250"/>
                  <a:pt x="363339" y="39132"/>
                </a:cubicBezTo>
                <a:cubicBezTo>
                  <a:pt x="362387" y="40014"/>
                  <a:pt x="361912" y="41197"/>
                  <a:pt x="361912" y="42683"/>
                </a:cubicBezTo>
                <a:cubicBezTo>
                  <a:pt x="361912" y="44308"/>
                  <a:pt x="362399" y="46234"/>
                  <a:pt x="363374" y="48462"/>
                </a:cubicBezTo>
                <a:lnTo>
                  <a:pt x="378205" y="83695"/>
                </a:lnTo>
                <a:lnTo>
                  <a:pt x="393106" y="47139"/>
                </a:lnTo>
                <a:cubicBezTo>
                  <a:pt x="394173" y="44540"/>
                  <a:pt x="394707" y="42567"/>
                  <a:pt x="394707" y="41221"/>
                </a:cubicBezTo>
                <a:cubicBezTo>
                  <a:pt x="394707" y="40571"/>
                  <a:pt x="394521" y="40037"/>
                  <a:pt x="394150" y="39619"/>
                </a:cubicBezTo>
                <a:cubicBezTo>
                  <a:pt x="393639" y="38923"/>
                  <a:pt x="392990" y="38447"/>
                  <a:pt x="392200" y="38192"/>
                </a:cubicBezTo>
                <a:cubicBezTo>
                  <a:pt x="391411" y="37936"/>
                  <a:pt x="389810" y="37809"/>
                  <a:pt x="387396" y="37809"/>
                </a:cubicBezTo>
                <a:lnTo>
                  <a:pt x="387396" y="35233"/>
                </a:lnTo>
                <a:lnTo>
                  <a:pt x="408215" y="35233"/>
                </a:lnTo>
                <a:lnTo>
                  <a:pt x="408215" y="37809"/>
                </a:lnTo>
                <a:cubicBezTo>
                  <a:pt x="405801" y="37995"/>
                  <a:pt x="404130" y="38482"/>
                  <a:pt x="403202" y="39271"/>
                </a:cubicBezTo>
                <a:cubicBezTo>
                  <a:pt x="401577" y="40664"/>
                  <a:pt x="400115" y="42985"/>
                  <a:pt x="398815" y="46234"/>
                </a:cubicBezTo>
                <a:lnTo>
                  <a:pt x="376186" y="100963"/>
                </a:lnTo>
                <a:lnTo>
                  <a:pt x="373331" y="100963"/>
                </a:lnTo>
                <a:lnTo>
                  <a:pt x="350562" y="47139"/>
                </a:lnTo>
                <a:cubicBezTo>
                  <a:pt x="349541" y="44633"/>
                  <a:pt x="348566" y="42834"/>
                  <a:pt x="347638" y="41743"/>
                </a:cubicBezTo>
                <a:cubicBezTo>
                  <a:pt x="346709" y="40652"/>
                  <a:pt x="345525" y="39735"/>
                  <a:pt x="344086" y="38993"/>
                </a:cubicBezTo>
                <a:cubicBezTo>
                  <a:pt x="343297" y="38575"/>
                  <a:pt x="341742" y="38180"/>
                  <a:pt x="339421" y="37809"/>
                </a:cubicBezTo>
                <a:lnTo>
                  <a:pt x="339421" y="35233"/>
                </a:lnTo>
                <a:close/>
                <a:moveTo>
                  <a:pt x="424717" y="59324"/>
                </a:moveTo>
                <a:cubicBezTo>
                  <a:pt x="424671" y="68772"/>
                  <a:pt x="426969" y="76183"/>
                  <a:pt x="431611" y="81556"/>
                </a:cubicBezTo>
                <a:cubicBezTo>
                  <a:pt x="436253" y="86927"/>
                  <a:pt x="441707" y="89613"/>
                  <a:pt x="447974" y="89613"/>
                </a:cubicBezTo>
                <a:cubicBezTo>
                  <a:pt x="452151" y="89613"/>
                  <a:pt x="455784" y="88464"/>
                  <a:pt x="458871" y="86167"/>
                </a:cubicBezTo>
                <a:cubicBezTo>
                  <a:pt x="461958" y="83869"/>
                  <a:pt x="464546" y="79935"/>
                  <a:pt x="466634" y="74364"/>
                </a:cubicBezTo>
                <a:lnTo>
                  <a:pt x="468793" y="75757"/>
                </a:lnTo>
                <a:cubicBezTo>
                  <a:pt x="467818" y="82116"/>
                  <a:pt x="464986" y="87907"/>
                  <a:pt x="460298" y="93130"/>
                </a:cubicBezTo>
                <a:cubicBezTo>
                  <a:pt x="455610" y="98352"/>
                  <a:pt x="449738" y="100963"/>
                  <a:pt x="442682" y="100963"/>
                </a:cubicBezTo>
                <a:cubicBezTo>
                  <a:pt x="435023" y="100963"/>
                  <a:pt x="428466" y="97987"/>
                  <a:pt x="423011" y="92035"/>
                </a:cubicBezTo>
                <a:cubicBezTo>
                  <a:pt x="417557" y="86082"/>
                  <a:pt x="414830" y="78079"/>
                  <a:pt x="414830" y="68026"/>
                </a:cubicBezTo>
                <a:cubicBezTo>
                  <a:pt x="414830" y="57140"/>
                  <a:pt x="417627" y="48652"/>
                  <a:pt x="423220" y="42561"/>
                </a:cubicBezTo>
                <a:cubicBezTo>
                  <a:pt x="428814" y="36468"/>
                  <a:pt x="435835" y="33422"/>
                  <a:pt x="444283" y="33422"/>
                </a:cubicBezTo>
                <a:cubicBezTo>
                  <a:pt x="451432" y="33422"/>
                  <a:pt x="457304" y="35772"/>
                  <a:pt x="461900" y="40472"/>
                </a:cubicBezTo>
                <a:cubicBezTo>
                  <a:pt x="466495" y="45171"/>
                  <a:pt x="468793" y="51455"/>
                  <a:pt x="468793" y="59324"/>
                </a:cubicBezTo>
                <a:lnTo>
                  <a:pt x="424717" y="59324"/>
                </a:lnTo>
                <a:moveTo>
                  <a:pt x="424717" y="55286"/>
                </a:moveTo>
                <a:lnTo>
                  <a:pt x="454240" y="55286"/>
                </a:lnTo>
                <a:cubicBezTo>
                  <a:pt x="454008" y="51201"/>
                  <a:pt x="453521" y="48323"/>
                  <a:pt x="452778" y="46652"/>
                </a:cubicBezTo>
                <a:cubicBezTo>
                  <a:pt x="451618" y="44052"/>
                  <a:pt x="449888" y="42010"/>
                  <a:pt x="447591" y="40524"/>
                </a:cubicBezTo>
                <a:cubicBezTo>
                  <a:pt x="445293" y="39039"/>
                  <a:pt x="442891" y="38296"/>
                  <a:pt x="440384" y="38296"/>
                </a:cubicBezTo>
                <a:cubicBezTo>
                  <a:pt x="436531" y="38296"/>
                  <a:pt x="433085" y="39793"/>
                  <a:pt x="430044" y="42787"/>
                </a:cubicBezTo>
                <a:cubicBezTo>
                  <a:pt x="427004" y="45781"/>
                  <a:pt x="425228" y="49948"/>
                  <a:pt x="424717" y="55286"/>
                </a:cubicBezTo>
                <a:close/>
                <a:moveTo>
                  <a:pt x="531481" y="14204"/>
                </a:moveTo>
                <a:lnTo>
                  <a:pt x="531481" y="35233"/>
                </a:lnTo>
                <a:lnTo>
                  <a:pt x="546382" y="35233"/>
                </a:lnTo>
                <a:lnTo>
                  <a:pt x="546382" y="40107"/>
                </a:lnTo>
                <a:lnTo>
                  <a:pt x="531481" y="40107"/>
                </a:lnTo>
                <a:lnTo>
                  <a:pt x="531481" y="81410"/>
                </a:lnTo>
                <a:cubicBezTo>
                  <a:pt x="531481" y="85537"/>
                  <a:pt x="532073" y="88319"/>
                  <a:pt x="533257" y="89757"/>
                </a:cubicBezTo>
                <a:cubicBezTo>
                  <a:pt x="534440" y="91193"/>
                  <a:pt x="535961" y="91911"/>
                  <a:pt x="537817" y="91911"/>
                </a:cubicBezTo>
                <a:cubicBezTo>
                  <a:pt x="539349" y="91911"/>
                  <a:pt x="540835" y="91435"/>
                  <a:pt x="542274" y="90484"/>
                </a:cubicBezTo>
                <a:cubicBezTo>
                  <a:pt x="543713" y="89532"/>
                  <a:pt x="544827" y="88128"/>
                  <a:pt x="545616" y="86271"/>
                </a:cubicBezTo>
                <a:lnTo>
                  <a:pt x="548331" y="86271"/>
                </a:lnTo>
                <a:cubicBezTo>
                  <a:pt x="546707" y="90833"/>
                  <a:pt x="544409" y="94283"/>
                  <a:pt x="541438" y="96622"/>
                </a:cubicBezTo>
                <a:cubicBezTo>
                  <a:pt x="538467" y="98959"/>
                  <a:pt x="535404" y="100127"/>
                  <a:pt x="532247" y="100127"/>
                </a:cubicBezTo>
                <a:cubicBezTo>
                  <a:pt x="530112" y="100127"/>
                  <a:pt x="528023" y="99535"/>
                  <a:pt x="525980" y="98350"/>
                </a:cubicBezTo>
                <a:cubicBezTo>
                  <a:pt x="523938" y="97164"/>
                  <a:pt x="522429" y="95469"/>
                  <a:pt x="521454" y="93262"/>
                </a:cubicBezTo>
                <a:cubicBezTo>
                  <a:pt x="520480" y="91054"/>
                  <a:pt x="519992" y="87650"/>
                  <a:pt x="519992" y="83048"/>
                </a:cubicBezTo>
                <a:lnTo>
                  <a:pt x="519992" y="40107"/>
                </a:lnTo>
                <a:lnTo>
                  <a:pt x="509896" y="40107"/>
                </a:lnTo>
                <a:lnTo>
                  <a:pt x="509896" y="37809"/>
                </a:lnTo>
                <a:cubicBezTo>
                  <a:pt x="512449" y="36785"/>
                  <a:pt x="515060" y="35050"/>
                  <a:pt x="517729" y="32606"/>
                </a:cubicBezTo>
                <a:cubicBezTo>
                  <a:pt x="520398" y="30162"/>
                  <a:pt x="522777" y="27264"/>
                  <a:pt x="524866" y="23911"/>
                </a:cubicBezTo>
                <a:cubicBezTo>
                  <a:pt x="525934" y="22143"/>
                  <a:pt x="527419" y="18907"/>
                  <a:pt x="529323" y="14204"/>
                </a:cubicBezTo>
                <a:lnTo>
                  <a:pt x="531481" y="14204"/>
                </a:lnTo>
                <a:close/>
                <a:moveTo>
                  <a:pt x="571333" y="0"/>
                </a:moveTo>
                <a:lnTo>
                  <a:pt x="571333" y="46721"/>
                </a:lnTo>
                <a:cubicBezTo>
                  <a:pt x="576486" y="41058"/>
                  <a:pt x="580571" y="37426"/>
                  <a:pt x="583588" y="35824"/>
                </a:cubicBezTo>
                <a:cubicBezTo>
                  <a:pt x="586605" y="34223"/>
                  <a:pt x="589623" y="33422"/>
                  <a:pt x="592640" y="33422"/>
                </a:cubicBezTo>
                <a:cubicBezTo>
                  <a:pt x="596261" y="33422"/>
                  <a:pt x="599371" y="34418"/>
                  <a:pt x="601970" y="36410"/>
                </a:cubicBezTo>
                <a:cubicBezTo>
                  <a:pt x="604570" y="38401"/>
                  <a:pt x="606496" y="41527"/>
                  <a:pt x="607750" y="45788"/>
                </a:cubicBezTo>
                <a:cubicBezTo>
                  <a:pt x="608631" y="48753"/>
                  <a:pt x="609072" y="54173"/>
                  <a:pt x="609072" y="62046"/>
                </a:cubicBezTo>
                <a:lnTo>
                  <a:pt x="609072" y="84556"/>
                </a:lnTo>
                <a:cubicBezTo>
                  <a:pt x="609072" y="88586"/>
                  <a:pt x="609397" y="91342"/>
                  <a:pt x="610047" y="92825"/>
                </a:cubicBezTo>
                <a:cubicBezTo>
                  <a:pt x="610511" y="93936"/>
                  <a:pt x="611301" y="94816"/>
                  <a:pt x="612415" y="95464"/>
                </a:cubicBezTo>
                <a:cubicBezTo>
                  <a:pt x="613529" y="96113"/>
                  <a:pt x="615571" y="96437"/>
                  <a:pt x="618542" y="96437"/>
                </a:cubicBezTo>
                <a:lnTo>
                  <a:pt x="618542" y="99013"/>
                </a:lnTo>
                <a:lnTo>
                  <a:pt x="587209" y="99013"/>
                </a:lnTo>
                <a:lnTo>
                  <a:pt x="587209" y="96437"/>
                </a:lnTo>
                <a:lnTo>
                  <a:pt x="588671" y="96437"/>
                </a:lnTo>
                <a:cubicBezTo>
                  <a:pt x="591642" y="96437"/>
                  <a:pt x="593708" y="95984"/>
                  <a:pt x="594868" y="95079"/>
                </a:cubicBezTo>
                <a:cubicBezTo>
                  <a:pt x="596029" y="94174"/>
                  <a:pt x="596841" y="92839"/>
                  <a:pt x="597305" y="91075"/>
                </a:cubicBezTo>
                <a:cubicBezTo>
                  <a:pt x="597444" y="90333"/>
                  <a:pt x="597514" y="88151"/>
                  <a:pt x="597514" y="84530"/>
                </a:cubicBezTo>
                <a:lnTo>
                  <a:pt x="597514" y="61970"/>
                </a:lnTo>
                <a:cubicBezTo>
                  <a:pt x="597514" y="55007"/>
                  <a:pt x="597154" y="50435"/>
                  <a:pt x="596435" y="48253"/>
                </a:cubicBezTo>
                <a:cubicBezTo>
                  <a:pt x="595715" y="46072"/>
                  <a:pt x="594566" y="44435"/>
                  <a:pt x="592988" y="43344"/>
                </a:cubicBezTo>
                <a:cubicBezTo>
                  <a:pt x="591410" y="42254"/>
                  <a:pt x="589507" y="41708"/>
                  <a:pt x="587278" y="41708"/>
                </a:cubicBezTo>
                <a:cubicBezTo>
                  <a:pt x="585004" y="41708"/>
                  <a:pt x="582636" y="42312"/>
                  <a:pt x="580176" y="43518"/>
                </a:cubicBezTo>
                <a:cubicBezTo>
                  <a:pt x="577716" y="44725"/>
                  <a:pt x="574768" y="47162"/>
                  <a:pt x="571333" y="50830"/>
                </a:cubicBezTo>
                <a:lnTo>
                  <a:pt x="571333" y="84530"/>
                </a:lnTo>
                <a:cubicBezTo>
                  <a:pt x="571333" y="88894"/>
                  <a:pt x="571577" y="91609"/>
                  <a:pt x="572064" y="92677"/>
                </a:cubicBezTo>
                <a:cubicBezTo>
                  <a:pt x="572552" y="93745"/>
                  <a:pt x="573457" y="94638"/>
                  <a:pt x="574780" y="95358"/>
                </a:cubicBezTo>
                <a:cubicBezTo>
                  <a:pt x="576103" y="96077"/>
                  <a:pt x="578389" y="96437"/>
                  <a:pt x="581638" y="96437"/>
                </a:cubicBezTo>
                <a:lnTo>
                  <a:pt x="581638" y="99013"/>
                </a:lnTo>
                <a:lnTo>
                  <a:pt x="550027" y="99013"/>
                </a:lnTo>
                <a:lnTo>
                  <a:pt x="550027" y="96437"/>
                </a:lnTo>
                <a:cubicBezTo>
                  <a:pt x="552858" y="96437"/>
                  <a:pt x="555086" y="95996"/>
                  <a:pt x="556711" y="95114"/>
                </a:cubicBezTo>
                <a:cubicBezTo>
                  <a:pt x="557639" y="94651"/>
                  <a:pt x="558382" y="93771"/>
                  <a:pt x="558939" y="92472"/>
                </a:cubicBezTo>
                <a:cubicBezTo>
                  <a:pt x="559496" y="91173"/>
                  <a:pt x="559775" y="88528"/>
                  <a:pt x="559775" y="84539"/>
                </a:cubicBezTo>
                <a:lnTo>
                  <a:pt x="559775" y="26857"/>
                </a:lnTo>
                <a:cubicBezTo>
                  <a:pt x="559775" y="19575"/>
                  <a:pt x="559601" y="15099"/>
                  <a:pt x="559253" y="13430"/>
                </a:cubicBezTo>
                <a:cubicBezTo>
                  <a:pt x="558904" y="11759"/>
                  <a:pt x="558371" y="10622"/>
                  <a:pt x="557651" y="10020"/>
                </a:cubicBezTo>
                <a:cubicBezTo>
                  <a:pt x="556932" y="9417"/>
                  <a:pt x="555968" y="9115"/>
                  <a:pt x="554761" y="9115"/>
                </a:cubicBezTo>
                <a:cubicBezTo>
                  <a:pt x="553787" y="9115"/>
                  <a:pt x="552208" y="9486"/>
                  <a:pt x="550027" y="10229"/>
                </a:cubicBezTo>
                <a:lnTo>
                  <a:pt x="549052" y="7792"/>
                </a:lnTo>
                <a:lnTo>
                  <a:pt x="568130" y="0"/>
                </a:lnTo>
                <a:lnTo>
                  <a:pt x="571333" y="0"/>
                </a:lnTo>
                <a:close/>
                <a:moveTo>
                  <a:pt x="634627" y="59324"/>
                </a:moveTo>
                <a:cubicBezTo>
                  <a:pt x="634580" y="68772"/>
                  <a:pt x="636878" y="76183"/>
                  <a:pt x="641520" y="81556"/>
                </a:cubicBezTo>
                <a:cubicBezTo>
                  <a:pt x="646162" y="86927"/>
                  <a:pt x="651616" y="89613"/>
                  <a:pt x="657883" y="89613"/>
                </a:cubicBezTo>
                <a:cubicBezTo>
                  <a:pt x="662061" y="89613"/>
                  <a:pt x="665693" y="88464"/>
                  <a:pt x="668780" y="86167"/>
                </a:cubicBezTo>
                <a:cubicBezTo>
                  <a:pt x="671867" y="83869"/>
                  <a:pt x="674455" y="79935"/>
                  <a:pt x="676543" y="74364"/>
                </a:cubicBezTo>
                <a:lnTo>
                  <a:pt x="678702" y="75757"/>
                </a:lnTo>
                <a:cubicBezTo>
                  <a:pt x="677727" y="82116"/>
                  <a:pt x="674896" y="87907"/>
                  <a:pt x="670207" y="93130"/>
                </a:cubicBezTo>
                <a:cubicBezTo>
                  <a:pt x="665519" y="98352"/>
                  <a:pt x="659647" y="100963"/>
                  <a:pt x="652591" y="100963"/>
                </a:cubicBezTo>
                <a:cubicBezTo>
                  <a:pt x="644932" y="100963"/>
                  <a:pt x="638375" y="97987"/>
                  <a:pt x="632921" y="92035"/>
                </a:cubicBezTo>
                <a:cubicBezTo>
                  <a:pt x="627466" y="86082"/>
                  <a:pt x="624739" y="78079"/>
                  <a:pt x="624739" y="68026"/>
                </a:cubicBezTo>
                <a:cubicBezTo>
                  <a:pt x="624739" y="57140"/>
                  <a:pt x="627536" y="48652"/>
                  <a:pt x="633129" y="42561"/>
                </a:cubicBezTo>
                <a:cubicBezTo>
                  <a:pt x="638723" y="36468"/>
                  <a:pt x="645744" y="33422"/>
                  <a:pt x="654192" y="33422"/>
                </a:cubicBezTo>
                <a:cubicBezTo>
                  <a:pt x="661341" y="33422"/>
                  <a:pt x="667213" y="35772"/>
                  <a:pt x="671809" y="40472"/>
                </a:cubicBezTo>
                <a:cubicBezTo>
                  <a:pt x="676404" y="45171"/>
                  <a:pt x="678702" y="51455"/>
                  <a:pt x="678702" y="59324"/>
                </a:cubicBezTo>
                <a:lnTo>
                  <a:pt x="634627" y="59324"/>
                </a:lnTo>
                <a:moveTo>
                  <a:pt x="634627" y="55286"/>
                </a:moveTo>
                <a:lnTo>
                  <a:pt x="664149" y="55286"/>
                </a:lnTo>
                <a:cubicBezTo>
                  <a:pt x="663917" y="51201"/>
                  <a:pt x="663430" y="48323"/>
                  <a:pt x="662687" y="46652"/>
                </a:cubicBezTo>
                <a:cubicBezTo>
                  <a:pt x="661527" y="44052"/>
                  <a:pt x="659798" y="42010"/>
                  <a:pt x="657500" y="40524"/>
                </a:cubicBezTo>
                <a:cubicBezTo>
                  <a:pt x="655202" y="39039"/>
                  <a:pt x="652800" y="38296"/>
                  <a:pt x="650293" y="38296"/>
                </a:cubicBezTo>
                <a:cubicBezTo>
                  <a:pt x="646440" y="38296"/>
                  <a:pt x="642994" y="39793"/>
                  <a:pt x="639953" y="42787"/>
                </a:cubicBezTo>
                <a:cubicBezTo>
                  <a:pt x="636913" y="45781"/>
                  <a:pt x="635137" y="49948"/>
                  <a:pt x="634627" y="55286"/>
                </a:cubicBezTo>
                <a:close/>
                <a:moveTo>
                  <a:pt x="744803" y="0"/>
                </a:moveTo>
                <a:lnTo>
                  <a:pt x="744803" y="84539"/>
                </a:lnTo>
                <a:cubicBezTo>
                  <a:pt x="744803" y="88528"/>
                  <a:pt x="745093" y="91173"/>
                  <a:pt x="745673" y="92472"/>
                </a:cubicBezTo>
                <a:cubicBezTo>
                  <a:pt x="746253" y="93771"/>
                  <a:pt x="747147" y="94756"/>
                  <a:pt x="748354" y="95429"/>
                </a:cubicBezTo>
                <a:cubicBezTo>
                  <a:pt x="749561" y="96101"/>
                  <a:pt x="751812" y="96437"/>
                  <a:pt x="755108" y="96437"/>
                </a:cubicBezTo>
                <a:lnTo>
                  <a:pt x="755108" y="99013"/>
                </a:lnTo>
                <a:lnTo>
                  <a:pt x="723844" y="99013"/>
                </a:lnTo>
                <a:lnTo>
                  <a:pt x="723844" y="96437"/>
                </a:lnTo>
                <a:cubicBezTo>
                  <a:pt x="726769" y="96437"/>
                  <a:pt x="728765" y="96136"/>
                  <a:pt x="729832" y="95534"/>
                </a:cubicBezTo>
                <a:cubicBezTo>
                  <a:pt x="730900" y="94930"/>
                  <a:pt x="731736" y="93933"/>
                  <a:pt x="732339" y="92542"/>
                </a:cubicBezTo>
                <a:cubicBezTo>
                  <a:pt x="732942" y="91149"/>
                  <a:pt x="733244" y="88482"/>
                  <a:pt x="733244" y="84539"/>
                </a:cubicBezTo>
                <a:lnTo>
                  <a:pt x="733244" y="26649"/>
                </a:lnTo>
                <a:cubicBezTo>
                  <a:pt x="733244" y="19459"/>
                  <a:pt x="733082" y="15041"/>
                  <a:pt x="732757" y="13395"/>
                </a:cubicBezTo>
                <a:cubicBezTo>
                  <a:pt x="732432" y="11747"/>
                  <a:pt x="731910" y="10622"/>
                  <a:pt x="731190" y="10020"/>
                </a:cubicBezTo>
                <a:cubicBezTo>
                  <a:pt x="730471" y="9417"/>
                  <a:pt x="729554" y="9115"/>
                  <a:pt x="728440" y="9115"/>
                </a:cubicBezTo>
                <a:cubicBezTo>
                  <a:pt x="727233" y="9115"/>
                  <a:pt x="725701" y="9486"/>
                  <a:pt x="723844" y="10229"/>
                </a:cubicBezTo>
                <a:lnTo>
                  <a:pt x="722660" y="7792"/>
                </a:lnTo>
                <a:lnTo>
                  <a:pt x="741669" y="0"/>
                </a:lnTo>
                <a:lnTo>
                  <a:pt x="744803" y="0"/>
                </a:lnTo>
                <a:close/>
                <a:moveTo>
                  <a:pt x="778736" y="0"/>
                </a:moveTo>
                <a:cubicBezTo>
                  <a:pt x="780686" y="0"/>
                  <a:pt x="782345" y="688"/>
                  <a:pt x="783714" y="2065"/>
                </a:cubicBezTo>
                <a:cubicBezTo>
                  <a:pt x="785084" y="3440"/>
                  <a:pt x="785769" y="5108"/>
                  <a:pt x="785769" y="7067"/>
                </a:cubicBezTo>
                <a:cubicBezTo>
                  <a:pt x="785769" y="9027"/>
                  <a:pt x="785084" y="10707"/>
                  <a:pt x="783714" y="12107"/>
                </a:cubicBezTo>
                <a:cubicBezTo>
                  <a:pt x="782345" y="13505"/>
                  <a:pt x="780686" y="14204"/>
                  <a:pt x="778736" y="14204"/>
                </a:cubicBezTo>
                <a:cubicBezTo>
                  <a:pt x="776786" y="14204"/>
                  <a:pt x="775115" y="13505"/>
                  <a:pt x="773723" y="12107"/>
                </a:cubicBezTo>
                <a:cubicBezTo>
                  <a:pt x="772330" y="10707"/>
                  <a:pt x="771634" y="9027"/>
                  <a:pt x="771634" y="7067"/>
                </a:cubicBezTo>
                <a:cubicBezTo>
                  <a:pt x="771634" y="5108"/>
                  <a:pt x="772318" y="3440"/>
                  <a:pt x="773688" y="2065"/>
                </a:cubicBezTo>
                <a:cubicBezTo>
                  <a:pt x="775057" y="688"/>
                  <a:pt x="776740" y="0"/>
                  <a:pt x="778736" y="0"/>
                </a:cubicBezTo>
                <a:moveTo>
                  <a:pt x="784515" y="33422"/>
                </a:moveTo>
                <a:lnTo>
                  <a:pt x="784515" y="84556"/>
                </a:lnTo>
                <a:cubicBezTo>
                  <a:pt x="784515" y="88540"/>
                  <a:pt x="784805" y="91191"/>
                  <a:pt x="785386" y="92512"/>
                </a:cubicBezTo>
                <a:cubicBezTo>
                  <a:pt x="785966" y="93832"/>
                  <a:pt x="786825" y="94816"/>
                  <a:pt x="787962" y="95464"/>
                </a:cubicBezTo>
                <a:cubicBezTo>
                  <a:pt x="789099" y="96113"/>
                  <a:pt x="791176" y="96437"/>
                  <a:pt x="794194" y="96437"/>
                </a:cubicBezTo>
                <a:lnTo>
                  <a:pt x="794194" y="99013"/>
                </a:lnTo>
                <a:lnTo>
                  <a:pt x="763209" y="99013"/>
                </a:lnTo>
                <a:lnTo>
                  <a:pt x="763209" y="96437"/>
                </a:lnTo>
                <a:cubicBezTo>
                  <a:pt x="766319" y="96437"/>
                  <a:pt x="768408" y="96136"/>
                  <a:pt x="769475" y="95534"/>
                </a:cubicBezTo>
                <a:cubicBezTo>
                  <a:pt x="770543" y="94932"/>
                  <a:pt x="771390" y="93936"/>
                  <a:pt x="772017" y="92546"/>
                </a:cubicBezTo>
                <a:cubicBezTo>
                  <a:pt x="772643" y="91157"/>
                  <a:pt x="772957" y="88493"/>
                  <a:pt x="772957" y="84556"/>
                </a:cubicBezTo>
                <a:lnTo>
                  <a:pt x="772957" y="60032"/>
                </a:lnTo>
                <a:cubicBezTo>
                  <a:pt x="772957" y="53130"/>
                  <a:pt x="772748" y="48660"/>
                  <a:pt x="772330" y="46624"/>
                </a:cubicBezTo>
                <a:cubicBezTo>
                  <a:pt x="772005" y="45141"/>
                  <a:pt x="771495" y="44110"/>
                  <a:pt x="770798" y="43532"/>
                </a:cubicBezTo>
                <a:cubicBezTo>
                  <a:pt x="770102" y="42953"/>
                  <a:pt x="769150" y="42663"/>
                  <a:pt x="767943" y="42663"/>
                </a:cubicBezTo>
                <a:cubicBezTo>
                  <a:pt x="766644" y="42663"/>
                  <a:pt x="765065" y="43011"/>
                  <a:pt x="763209" y="43706"/>
                </a:cubicBezTo>
                <a:lnTo>
                  <a:pt x="762234" y="41203"/>
                </a:lnTo>
                <a:lnTo>
                  <a:pt x="781452" y="33422"/>
                </a:lnTo>
                <a:lnTo>
                  <a:pt x="784515" y="33422"/>
                </a:lnTo>
                <a:close/>
                <a:moveTo>
                  <a:pt x="820746" y="46930"/>
                </a:moveTo>
                <a:cubicBezTo>
                  <a:pt x="828220" y="37925"/>
                  <a:pt x="835345" y="33422"/>
                  <a:pt x="842122" y="33422"/>
                </a:cubicBezTo>
                <a:cubicBezTo>
                  <a:pt x="845604" y="33422"/>
                  <a:pt x="848598" y="34291"/>
                  <a:pt x="851105" y="36029"/>
                </a:cubicBezTo>
                <a:cubicBezTo>
                  <a:pt x="853611" y="37765"/>
                  <a:pt x="855607" y="40625"/>
                  <a:pt x="857093" y="44609"/>
                </a:cubicBezTo>
                <a:cubicBezTo>
                  <a:pt x="858114" y="47387"/>
                  <a:pt x="858625" y="51648"/>
                  <a:pt x="858625" y="57392"/>
                </a:cubicBezTo>
                <a:lnTo>
                  <a:pt x="858625" y="84556"/>
                </a:lnTo>
                <a:cubicBezTo>
                  <a:pt x="858625" y="88586"/>
                  <a:pt x="858949" y="91319"/>
                  <a:pt x="859599" y="92755"/>
                </a:cubicBezTo>
                <a:cubicBezTo>
                  <a:pt x="860110" y="93913"/>
                  <a:pt x="860934" y="94816"/>
                  <a:pt x="862071" y="95464"/>
                </a:cubicBezTo>
                <a:cubicBezTo>
                  <a:pt x="863208" y="96113"/>
                  <a:pt x="865309" y="96437"/>
                  <a:pt x="868373" y="96437"/>
                </a:cubicBezTo>
                <a:lnTo>
                  <a:pt x="868373" y="99013"/>
                </a:lnTo>
                <a:lnTo>
                  <a:pt x="836830" y="99013"/>
                </a:lnTo>
                <a:lnTo>
                  <a:pt x="836830" y="96437"/>
                </a:lnTo>
                <a:lnTo>
                  <a:pt x="838153" y="96437"/>
                </a:lnTo>
                <a:cubicBezTo>
                  <a:pt x="841124" y="96437"/>
                  <a:pt x="843202" y="95986"/>
                  <a:pt x="844385" y="95086"/>
                </a:cubicBezTo>
                <a:cubicBezTo>
                  <a:pt x="845569" y="94185"/>
                  <a:pt x="846393" y="92858"/>
                  <a:pt x="846857" y="91104"/>
                </a:cubicBezTo>
                <a:cubicBezTo>
                  <a:pt x="847043" y="90410"/>
                  <a:pt x="847136" y="88239"/>
                  <a:pt x="847136" y="84591"/>
                </a:cubicBezTo>
                <a:lnTo>
                  <a:pt x="847136" y="58613"/>
                </a:lnTo>
                <a:cubicBezTo>
                  <a:pt x="847136" y="52841"/>
                  <a:pt x="846381" y="48650"/>
                  <a:pt x="844873" y="46040"/>
                </a:cubicBezTo>
                <a:cubicBezTo>
                  <a:pt x="843364" y="43431"/>
                  <a:pt x="840823" y="42126"/>
                  <a:pt x="837248" y="42126"/>
                </a:cubicBezTo>
                <a:cubicBezTo>
                  <a:pt x="831724" y="42126"/>
                  <a:pt x="826224" y="45128"/>
                  <a:pt x="820746" y="51132"/>
                </a:cubicBezTo>
                <a:lnTo>
                  <a:pt x="820746" y="84591"/>
                </a:lnTo>
                <a:cubicBezTo>
                  <a:pt x="820746" y="88886"/>
                  <a:pt x="821001" y="91542"/>
                  <a:pt x="821512" y="92557"/>
                </a:cubicBezTo>
                <a:cubicBezTo>
                  <a:pt x="822162" y="93896"/>
                  <a:pt x="823055" y="94877"/>
                  <a:pt x="824193" y="95501"/>
                </a:cubicBezTo>
                <a:cubicBezTo>
                  <a:pt x="825330" y="96125"/>
                  <a:pt x="827639" y="96437"/>
                  <a:pt x="831121" y="96437"/>
                </a:cubicBezTo>
                <a:lnTo>
                  <a:pt x="831121" y="99013"/>
                </a:lnTo>
                <a:lnTo>
                  <a:pt x="799579" y="99013"/>
                </a:lnTo>
                <a:lnTo>
                  <a:pt x="799579" y="96437"/>
                </a:lnTo>
                <a:lnTo>
                  <a:pt x="800971" y="96437"/>
                </a:lnTo>
                <a:cubicBezTo>
                  <a:pt x="804221" y="96437"/>
                  <a:pt x="806414" y="95615"/>
                  <a:pt x="807551" y="93972"/>
                </a:cubicBezTo>
                <a:cubicBezTo>
                  <a:pt x="808689" y="92327"/>
                  <a:pt x="809257" y="89188"/>
                  <a:pt x="809257" y="84556"/>
                </a:cubicBezTo>
                <a:lnTo>
                  <a:pt x="809257" y="60935"/>
                </a:lnTo>
                <a:cubicBezTo>
                  <a:pt x="809257" y="53293"/>
                  <a:pt x="809083" y="48638"/>
                  <a:pt x="808735" y="46972"/>
                </a:cubicBezTo>
                <a:cubicBezTo>
                  <a:pt x="808387" y="45303"/>
                  <a:pt x="807853" y="44168"/>
                  <a:pt x="807133" y="43566"/>
                </a:cubicBezTo>
                <a:cubicBezTo>
                  <a:pt x="806414" y="42964"/>
                  <a:pt x="805451" y="42663"/>
                  <a:pt x="804244" y="42663"/>
                </a:cubicBezTo>
                <a:cubicBezTo>
                  <a:pt x="802944" y="42663"/>
                  <a:pt x="801389" y="43011"/>
                  <a:pt x="799579" y="43706"/>
                </a:cubicBezTo>
                <a:lnTo>
                  <a:pt x="798534" y="41203"/>
                </a:lnTo>
                <a:lnTo>
                  <a:pt x="817752" y="33422"/>
                </a:lnTo>
                <a:lnTo>
                  <a:pt x="820746" y="33422"/>
                </a:lnTo>
                <a:lnTo>
                  <a:pt x="820746" y="46930"/>
                </a:lnTo>
                <a:close/>
                <a:moveTo>
                  <a:pt x="884179" y="59324"/>
                </a:moveTo>
                <a:cubicBezTo>
                  <a:pt x="884132" y="68772"/>
                  <a:pt x="886430" y="76183"/>
                  <a:pt x="891072" y="81556"/>
                </a:cubicBezTo>
                <a:cubicBezTo>
                  <a:pt x="895714" y="86927"/>
                  <a:pt x="901168" y="89613"/>
                  <a:pt x="907435" y="89613"/>
                </a:cubicBezTo>
                <a:cubicBezTo>
                  <a:pt x="911613" y="89613"/>
                  <a:pt x="915245" y="88464"/>
                  <a:pt x="918332" y="86167"/>
                </a:cubicBezTo>
                <a:cubicBezTo>
                  <a:pt x="921419" y="83869"/>
                  <a:pt x="924007" y="79935"/>
                  <a:pt x="926096" y="74364"/>
                </a:cubicBezTo>
                <a:lnTo>
                  <a:pt x="928254" y="75757"/>
                </a:lnTo>
                <a:cubicBezTo>
                  <a:pt x="927279" y="82116"/>
                  <a:pt x="924448" y="87907"/>
                  <a:pt x="919759" y="93130"/>
                </a:cubicBezTo>
                <a:cubicBezTo>
                  <a:pt x="915071" y="98352"/>
                  <a:pt x="909199" y="100963"/>
                  <a:pt x="902143" y="100963"/>
                </a:cubicBezTo>
                <a:cubicBezTo>
                  <a:pt x="894484" y="100963"/>
                  <a:pt x="887927" y="97987"/>
                  <a:pt x="882473" y="92035"/>
                </a:cubicBezTo>
                <a:cubicBezTo>
                  <a:pt x="877018" y="86082"/>
                  <a:pt x="874291" y="78079"/>
                  <a:pt x="874291" y="68026"/>
                </a:cubicBezTo>
                <a:cubicBezTo>
                  <a:pt x="874291" y="57140"/>
                  <a:pt x="877088" y="48652"/>
                  <a:pt x="882682" y="42561"/>
                </a:cubicBezTo>
                <a:cubicBezTo>
                  <a:pt x="888275" y="36468"/>
                  <a:pt x="895296" y="33422"/>
                  <a:pt x="903744" y="33422"/>
                </a:cubicBezTo>
                <a:cubicBezTo>
                  <a:pt x="910893" y="33422"/>
                  <a:pt x="916765" y="35772"/>
                  <a:pt x="921361" y="40472"/>
                </a:cubicBezTo>
                <a:cubicBezTo>
                  <a:pt x="925956" y="45171"/>
                  <a:pt x="928254" y="51455"/>
                  <a:pt x="928254" y="59324"/>
                </a:cubicBezTo>
                <a:lnTo>
                  <a:pt x="884179" y="59324"/>
                </a:lnTo>
                <a:moveTo>
                  <a:pt x="884179" y="55286"/>
                </a:moveTo>
                <a:lnTo>
                  <a:pt x="913701" y="55286"/>
                </a:lnTo>
                <a:cubicBezTo>
                  <a:pt x="913469" y="51201"/>
                  <a:pt x="912982" y="48323"/>
                  <a:pt x="912239" y="46652"/>
                </a:cubicBezTo>
                <a:cubicBezTo>
                  <a:pt x="911079" y="44052"/>
                  <a:pt x="909350" y="42010"/>
                  <a:pt x="907052" y="40524"/>
                </a:cubicBezTo>
                <a:cubicBezTo>
                  <a:pt x="904754" y="39039"/>
                  <a:pt x="902352" y="38296"/>
                  <a:pt x="899845" y="38296"/>
                </a:cubicBezTo>
                <a:cubicBezTo>
                  <a:pt x="895992" y="38296"/>
                  <a:pt x="892546" y="39793"/>
                  <a:pt x="889505" y="42787"/>
                </a:cubicBezTo>
                <a:cubicBezTo>
                  <a:pt x="886465" y="45781"/>
                  <a:pt x="884689" y="49948"/>
                  <a:pt x="884179" y="55286"/>
                </a:cubicBezTo>
                <a:close/>
                <a:moveTo>
                  <a:pt x="991012" y="46930"/>
                </a:moveTo>
                <a:cubicBezTo>
                  <a:pt x="998485" y="37925"/>
                  <a:pt x="1005611" y="33422"/>
                  <a:pt x="1012388" y="33422"/>
                </a:cubicBezTo>
                <a:cubicBezTo>
                  <a:pt x="1015870" y="33422"/>
                  <a:pt x="1018864" y="34291"/>
                  <a:pt x="1021370" y="36029"/>
                </a:cubicBezTo>
                <a:cubicBezTo>
                  <a:pt x="1023877" y="37765"/>
                  <a:pt x="1025873" y="40625"/>
                  <a:pt x="1027359" y="44609"/>
                </a:cubicBezTo>
                <a:cubicBezTo>
                  <a:pt x="1028380" y="47387"/>
                  <a:pt x="1028890" y="51648"/>
                  <a:pt x="1028890" y="57392"/>
                </a:cubicBezTo>
                <a:lnTo>
                  <a:pt x="1028890" y="84556"/>
                </a:lnTo>
                <a:cubicBezTo>
                  <a:pt x="1028890" y="88586"/>
                  <a:pt x="1029215" y="91319"/>
                  <a:pt x="1029865" y="92755"/>
                </a:cubicBezTo>
                <a:cubicBezTo>
                  <a:pt x="1030376" y="93913"/>
                  <a:pt x="1031200" y="94816"/>
                  <a:pt x="1032337" y="95464"/>
                </a:cubicBezTo>
                <a:cubicBezTo>
                  <a:pt x="1033474" y="96113"/>
                  <a:pt x="1035575" y="96437"/>
                  <a:pt x="1038639" y="96437"/>
                </a:cubicBezTo>
                <a:lnTo>
                  <a:pt x="1038639" y="99013"/>
                </a:lnTo>
                <a:lnTo>
                  <a:pt x="1007096" y="99013"/>
                </a:lnTo>
                <a:lnTo>
                  <a:pt x="1007096" y="96437"/>
                </a:lnTo>
                <a:lnTo>
                  <a:pt x="1008419" y="96437"/>
                </a:lnTo>
                <a:cubicBezTo>
                  <a:pt x="1011390" y="96437"/>
                  <a:pt x="1013467" y="95986"/>
                  <a:pt x="1014651" y="95086"/>
                </a:cubicBezTo>
                <a:cubicBezTo>
                  <a:pt x="1015835" y="94185"/>
                  <a:pt x="1016659" y="92858"/>
                  <a:pt x="1017123" y="91104"/>
                </a:cubicBezTo>
                <a:cubicBezTo>
                  <a:pt x="1017309" y="90410"/>
                  <a:pt x="1017402" y="88239"/>
                  <a:pt x="1017402" y="84591"/>
                </a:cubicBezTo>
                <a:lnTo>
                  <a:pt x="1017402" y="58613"/>
                </a:lnTo>
                <a:cubicBezTo>
                  <a:pt x="1017402" y="52841"/>
                  <a:pt x="1016647" y="48650"/>
                  <a:pt x="1015139" y="46040"/>
                </a:cubicBezTo>
                <a:cubicBezTo>
                  <a:pt x="1013630" y="43431"/>
                  <a:pt x="1011088" y="42126"/>
                  <a:pt x="1007514" y="42126"/>
                </a:cubicBezTo>
                <a:cubicBezTo>
                  <a:pt x="1001990" y="42126"/>
                  <a:pt x="996489" y="45128"/>
                  <a:pt x="991012" y="51132"/>
                </a:cubicBezTo>
                <a:lnTo>
                  <a:pt x="991012" y="84591"/>
                </a:lnTo>
                <a:cubicBezTo>
                  <a:pt x="991012" y="88886"/>
                  <a:pt x="991267" y="91542"/>
                  <a:pt x="991778" y="92557"/>
                </a:cubicBezTo>
                <a:cubicBezTo>
                  <a:pt x="992428" y="93896"/>
                  <a:pt x="993321" y="94877"/>
                  <a:pt x="994459" y="95501"/>
                </a:cubicBezTo>
                <a:cubicBezTo>
                  <a:pt x="995596" y="96125"/>
                  <a:pt x="997905" y="96437"/>
                  <a:pt x="1001387" y="96437"/>
                </a:cubicBezTo>
                <a:lnTo>
                  <a:pt x="1001387" y="99013"/>
                </a:lnTo>
                <a:lnTo>
                  <a:pt x="969845" y="99013"/>
                </a:lnTo>
                <a:lnTo>
                  <a:pt x="969845" y="96437"/>
                </a:lnTo>
                <a:lnTo>
                  <a:pt x="971237" y="96437"/>
                </a:lnTo>
                <a:cubicBezTo>
                  <a:pt x="974487" y="96437"/>
                  <a:pt x="976680" y="95615"/>
                  <a:pt x="977817" y="93972"/>
                </a:cubicBezTo>
                <a:cubicBezTo>
                  <a:pt x="978954" y="92327"/>
                  <a:pt x="979523" y="89188"/>
                  <a:pt x="979523" y="84556"/>
                </a:cubicBezTo>
                <a:lnTo>
                  <a:pt x="979523" y="60935"/>
                </a:lnTo>
                <a:cubicBezTo>
                  <a:pt x="979523" y="53293"/>
                  <a:pt x="979349" y="48638"/>
                  <a:pt x="979001" y="46972"/>
                </a:cubicBezTo>
                <a:cubicBezTo>
                  <a:pt x="978653" y="45303"/>
                  <a:pt x="978119" y="44168"/>
                  <a:pt x="977399" y="43566"/>
                </a:cubicBezTo>
                <a:cubicBezTo>
                  <a:pt x="976680" y="42964"/>
                  <a:pt x="975717" y="42663"/>
                  <a:pt x="974510" y="42663"/>
                </a:cubicBezTo>
                <a:cubicBezTo>
                  <a:pt x="973210" y="42663"/>
                  <a:pt x="971655" y="43011"/>
                  <a:pt x="969845" y="43706"/>
                </a:cubicBezTo>
                <a:lnTo>
                  <a:pt x="968800" y="41203"/>
                </a:lnTo>
                <a:lnTo>
                  <a:pt x="988018" y="33422"/>
                </a:lnTo>
                <a:lnTo>
                  <a:pt x="991012" y="33422"/>
                </a:lnTo>
                <a:lnTo>
                  <a:pt x="991012" y="46930"/>
                </a:lnTo>
                <a:close/>
                <a:moveTo>
                  <a:pt x="1099634" y="35233"/>
                </a:moveTo>
                <a:lnTo>
                  <a:pt x="1099634" y="73877"/>
                </a:lnTo>
                <a:cubicBezTo>
                  <a:pt x="1099634" y="81258"/>
                  <a:pt x="1099808" y="85772"/>
                  <a:pt x="1100156" y="87420"/>
                </a:cubicBezTo>
                <a:cubicBezTo>
                  <a:pt x="1100504" y="89068"/>
                  <a:pt x="1101061" y="90217"/>
                  <a:pt x="1101827" y="90867"/>
                </a:cubicBezTo>
                <a:cubicBezTo>
                  <a:pt x="1102593" y="91516"/>
                  <a:pt x="1103487" y="91841"/>
                  <a:pt x="1104508" y="91841"/>
                </a:cubicBezTo>
                <a:cubicBezTo>
                  <a:pt x="1105947" y="91841"/>
                  <a:pt x="1107571" y="91447"/>
                  <a:pt x="1109382" y="90658"/>
                </a:cubicBezTo>
                <a:lnTo>
                  <a:pt x="1110357" y="93095"/>
                </a:lnTo>
                <a:lnTo>
                  <a:pt x="1091278" y="100963"/>
                </a:lnTo>
                <a:lnTo>
                  <a:pt x="1088145" y="100963"/>
                </a:lnTo>
                <a:lnTo>
                  <a:pt x="1088145" y="87455"/>
                </a:lnTo>
                <a:cubicBezTo>
                  <a:pt x="1082667" y="93396"/>
                  <a:pt x="1078490" y="97133"/>
                  <a:pt x="1075611" y="98665"/>
                </a:cubicBezTo>
                <a:cubicBezTo>
                  <a:pt x="1072733" y="100197"/>
                  <a:pt x="1069693" y="100963"/>
                  <a:pt x="1066490" y="100963"/>
                </a:cubicBezTo>
                <a:cubicBezTo>
                  <a:pt x="1062916" y="100963"/>
                  <a:pt x="1059817" y="99930"/>
                  <a:pt x="1057194" y="97864"/>
                </a:cubicBezTo>
                <a:cubicBezTo>
                  <a:pt x="1054572" y="95799"/>
                  <a:pt x="1052750" y="93141"/>
                  <a:pt x="1051729" y="89892"/>
                </a:cubicBezTo>
                <a:cubicBezTo>
                  <a:pt x="1050707" y="86642"/>
                  <a:pt x="1050197" y="82047"/>
                  <a:pt x="1050197" y="76105"/>
                </a:cubicBezTo>
                <a:lnTo>
                  <a:pt x="1050197" y="47627"/>
                </a:lnTo>
                <a:cubicBezTo>
                  <a:pt x="1050197" y="44609"/>
                  <a:pt x="1049872" y="42520"/>
                  <a:pt x="1049222" y="41360"/>
                </a:cubicBezTo>
                <a:cubicBezTo>
                  <a:pt x="1048572" y="40199"/>
                  <a:pt x="1047609" y="39306"/>
                  <a:pt x="1046332" y="38679"/>
                </a:cubicBezTo>
                <a:cubicBezTo>
                  <a:pt x="1045056" y="38053"/>
                  <a:pt x="1042746" y="37762"/>
                  <a:pt x="1039404" y="37809"/>
                </a:cubicBezTo>
                <a:lnTo>
                  <a:pt x="1039404" y="35233"/>
                </a:lnTo>
                <a:lnTo>
                  <a:pt x="1061755" y="35233"/>
                </a:lnTo>
                <a:lnTo>
                  <a:pt x="1061755" y="77811"/>
                </a:lnTo>
                <a:cubicBezTo>
                  <a:pt x="1061755" y="83738"/>
                  <a:pt x="1062788" y="87628"/>
                  <a:pt x="1064854" y="89480"/>
                </a:cubicBezTo>
                <a:cubicBezTo>
                  <a:pt x="1066919" y="91333"/>
                  <a:pt x="1069414" y="92259"/>
                  <a:pt x="1072339" y="92259"/>
                </a:cubicBezTo>
                <a:cubicBezTo>
                  <a:pt x="1074335" y="92259"/>
                  <a:pt x="1076598" y="91634"/>
                  <a:pt x="1079128" y="90383"/>
                </a:cubicBezTo>
                <a:cubicBezTo>
                  <a:pt x="1081658" y="89133"/>
                  <a:pt x="1084663" y="86749"/>
                  <a:pt x="1088145" y="83231"/>
                </a:cubicBezTo>
                <a:lnTo>
                  <a:pt x="1088145" y="47185"/>
                </a:lnTo>
                <a:cubicBezTo>
                  <a:pt x="1088145" y="43573"/>
                  <a:pt x="1087483" y="41131"/>
                  <a:pt x="1086160" y="39859"/>
                </a:cubicBezTo>
                <a:cubicBezTo>
                  <a:pt x="1084837" y="38585"/>
                  <a:pt x="1082087" y="37902"/>
                  <a:pt x="1077909" y="37809"/>
                </a:cubicBezTo>
                <a:lnTo>
                  <a:pt x="1077909" y="35233"/>
                </a:lnTo>
                <a:lnTo>
                  <a:pt x="1099634" y="35233"/>
                </a:lnTo>
                <a:close/>
                <a:moveTo>
                  <a:pt x="1133961" y="47000"/>
                </a:moveTo>
                <a:cubicBezTo>
                  <a:pt x="1138603" y="42358"/>
                  <a:pt x="1141342" y="39689"/>
                  <a:pt x="1142178" y="38993"/>
                </a:cubicBezTo>
                <a:cubicBezTo>
                  <a:pt x="1144266" y="37229"/>
                  <a:pt x="1146518" y="35859"/>
                  <a:pt x="1148932" y="34884"/>
                </a:cubicBezTo>
                <a:cubicBezTo>
                  <a:pt x="1151345" y="33910"/>
                  <a:pt x="1153736" y="33422"/>
                  <a:pt x="1156104" y="33422"/>
                </a:cubicBezTo>
                <a:cubicBezTo>
                  <a:pt x="1160096" y="33422"/>
                  <a:pt x="1163531" y="34583"/>
                  <a:pt x="1166409" y="36904"/>
                </a:cubicBezTo>
                <a:cubicBezTo>
                  <a:pt x="1169287" y="39225"/>
                  <a:pt x="1171213" y="42590"/>
                  <a:pt x="1172188" y="47000"/>
                </a:cubicBezTo>
                <a:cubicBezTo>
                  <a:pt x="1176969" y="41430"/>
                  <a:pt x="1181008" y="37774"/>
                  <a:pt x="1184303" y="36033"/>
                </a:cubicBezTo>
                <a:cubicBezTo>
                  <a:pt x="1187599" y="34293"/>
                  <a:pt x="1190988" y="33422"/>
                  <a:pt x="1194469" y="33422"/>
                </a:cubicBezTo>
                <a:cubicBezTo>
                  <a:pt x="1197858" y="33422"/>
                  <a:pt x="1200864" y="34291"/>
                  <a:pt x="1203486" y="36029"/>
                </a:cubicBezTo>
                <a:cubicBezTo>
                  <a:pt x="1206109" y="37765"/>
                  <a:pt x="1208186" y="40602"/>
                  <a:pt x="1209718" y="44539"/>
                </a:cubicBezTo>
                <a:cubicBezTo>
                  <a:pt x="1210739" y="47226"/>
                  <a:pt x="1211250" y="51440"/>
                  <a:pt x="1211250" y="57183"/>
                </a:cubicBezTo>
                <a:lnTo>
                  <a:pt x="1211250" y="84556"/>
                </a:lnTo>
                <a:cubicBezTo>
                  <a:pt x="1211250" y="88540"/>
                  <a:pt x="1211552" y="91273"/>
                  <a:pt x="1212155" y="92755"/>
                </a:cubicBezTo>
                <a:cubicBezTo>
                  <a:pt x="1212619" y="93774"/>
                  <a:pt x="1213478" y="94642"/>
                  <a:pt x="1214732" y="95360"/>
                </a:cubicBezTo>
                <a:cubicBezTo>
                  <a:pt x="1215985" y="96078"/>
                  <a:pt x="1218027" y="96437"/>
                  <a:pt x="1220859" y="96437"/>
                </a:cubicBezTo>
                <a:lnTo>
                  <a:pt x="1220859" y="99013"/>
                </a:lnTo>
                <a:lnTo>
                  <a:pt x="1189386" y="99013"/>
                </a:lnTo>
                <a:lnTo>
                  <a:pt x="1189386" y="96437"/>
                </a:lnTo>
                <a:lnTo>
                  <a:pt x="1190709" y="96437"/>
                </a:lnTo>
                <a:cubicBezTo>
                  <a:pt x="1193448" y="96437"/>
                  <a:pt x="1195583" y="95906"/>
                  <a:pt x="1197115" y="94844"/>
                </a:cubicBezTo>
                <a:cubicBezTo>
                  <a:pt x="1198183" y="94104"/>
                  <a:pt x="1198949" y="92926"/>
                  <a:pt x="1199413" y="91310"/>
                </a:cubicBezTo>
                <a:cubicBezTo>
                  <a:pt x="1199599" y="90526"/>
                  <a:pt x="1199692" y="88286"/>
                  <a:pt x="1199692" y="84591"/>
                </a:cubicBezTo>
                <a:lnTo>
                  <a:pt x="1199692" y="57296"/>
                </a:lnTo>
                <a:cubicBezTo>
                  <a:pt x="1199692" y="52124"/>
                  <a:pt x="1199065" y="48475"/>
                  <a:pt x="1197812" y="46352"/>
                </a:cubicBezTo>
                <a:cubicBezTo>
                  <a:pt x="1196001" y="43395"/>
                  <a:pt x="1193100" y="41917"/>
                  <a:pt x="1189108" y="41917"/>
                </a:cubicBezTo>
                <a:cubicBezTo>
                  <a:pt x="1186648" y="41917"/>
                  <a:pt x="1184176" y="42529"/>
                  <a:pt x="1181692" y="43753"/>
                </a:cubicBezTo>
                <a:cubicBezTo>
                  <a:pt x="1179209" y="44976"/>
                  <a:pt x="1176203" y="47251"/>
                  <a:pt x="1172675" y="50577"/>
                </a:cubicBezTo>
                <a:lnTo>
                  <a:pt x="1172536" y="51339"/>
                </a:lnTo>
                <a:lnTo>
                  <a:pt x="1172675" y="54318"/>
                </a:lnTo>
                <a:lnTo>
                  <a:pt x="1172675" y="84591"/>
                </a:lnTo>
                <a:cubicBezTo>
                  <a:pt x="1172675" y="88933"/>
                  <a:pt x="1172919" y="91635"/>
                  <a:pt x="1173406" y="92696"/>
                </a:cubicBezTo>
                <a:cubicBezTo>
                  <a:pt x="1173894" y="93758"/>
                  <a:pt x="1174811" y="94648"/>
                  <a:pt x="1176157" y="95364"/>
                </a:cubicBezTo>
                <a:cubicBezTo>
                  <a:pt x="1177503" y="96079"/>
                  <a:pt x="1179801" y="96437"/>
                  <a:pt x="1183050" y="96437"/>
                </a:cubicBezTo>
                <a:lnTo>
                  <a:pt x="1183050" y="99013"/>
                </a:lnTo>
                <a:lnTo>
                  <a:pt x="1150812" y="99013"/>
                </a:lnTo>
                <a:lnTo>
                  <a:pt x="1150812" y="96437"/>
                </a:lnTo>
                <a:cubicBezTo>
                  <a:pt x="1154340" y="96437"/>
                  <a:pt x="1156765" y="96021"/>
                  <a:pt x="1158088" y="95190"/>
                </a:cubicBezTo>
                <a:cubicBezTo>
                  <a:pt x="1159411" y="94359"/>
                  <a:pt x="1160328" y="93112"/>
                  <a:pt x="1160838" y="91450"/>
                </a:cubicBezTo>
                <a:cubicBezTo>
                  <a:pt x="1161070" y="90663"/>
                  <a:pt x="1161186" y="88377"/>
                  <a:pt x="1161186" y="84591"/>
                </a:cubicBezTo>
                <a:lnTo>
                  <a:pt x="1161186" y="57296"/>
                </a:lnTo>
                <a:cubicBezTo>
                  <a:pt x="1161186" y="52124"/>
                  <a:pt x="1160421" y="48406"/>
                  <a:pt x="1158889" y="46143"/>
                </a:cubicBezTo>
                <a:cubicBezTo>
                  <a:pt x="1156846" y="43186"/>
                  <a:pt x="1153991" y="41708"/>
                  <a:pt x="1150324" y="41708"/>
                </a:cubicBezTo>
                <a:cubicBezTo>
                  <a:pt x="1147818" y="41708"/>
                  <a:pt x="1145334" y="42378"/>
                  <a:pt x="1142874" y="43716"/>
                </a:cubicBezTo>
                <a:cubicBezTo>
                  <a:pt x="1139021" y="45749"/>
                  <a:pt x="1136050" y="48035"/>
                  <a:pt x="1133961" y="50575"/>
                </a:cubicBezTo>
                <a:lnTo>
                  <a:pt x="1133961" y="84591"/>
                </a:lnTo>
                <a:cubicBezTo>
                  <a:pt x="1133961" y="88747"/>
                  <a:pt x="1134251" y="91449"/>
                  <a:pt x="1134832" y="92696"/>
                </a:cubicBezTo>
                <a:cubicBezTo>
                  <a:pt x="1135412" y="93943"/>
                  <a:pt x="1136271" y="94877"/>
                  <a:pt x="1137408" y="95501"/>
                </a:cubicBezTo>
                <a:cubicBezTo>
                  <a:pt x="1138545" y="96125"/>
                  <a:pt x="1140855" y="96437"/>
                  <a:pt x="1144336" y="96437"/>
                </a:cubicBezTo>
                <a:lnTo>
                  <a:pt x="1144336" y="99013"/>
                </a:lnTo>
                <a:lnTo>
                  <a:pt x="1112794" y="99013"/>
                </a:lnTo>
                <a:lnTo>
                  <a:pt x="1112794" y="96437"/>
                </a:lnTo>
                <a:cubicBezTo>
                  <a:pt x="1115718" y="96437"/>
                  <a:pt x="1117761" y="96124"/>
                  <a:pt x="1118921" y="95499"/>
                </a:cubicBezTo>
                <a:cubicBezTo>
                  <a:pt x="1120082" y="94874"/>
                  <a:pt x="1120964" y="93878"/>
                  <a:pt x="1121567" y="92512"/>
                </a:cubicBezTo>
                <a:cubicBezTo>
                  <a:pt x="1122171" y="91145"/>
                  <a:pt x="1122472" y="88493"/>
                  <a:pt x="1122472" y="84556"/>
                </a:cubicBezTo>
                <a:lnTo>
                  <a:pt x="1122472" y="60240"/>
                </a:lnTo>
                <a:cubicBezTo>
                  <a:pt x="1122472" y="53246"/>
                  <a:pt x="1122264" y="48730"/>
                  <a:pt x="1121846" y="46693"/>
                </a:cubicBezTo>
                <a:cubicBezTo>
                  <a:pt x="1121521" y="45164"/>
                  <a:pt x="1121010" y="44110"/>
                  <a:pt x="1120314" y="43532"/>
                </a:cubicBezTo>
                <a:cubicBezTo>
                  <a:pt x="1119618" y="42953"/>
                  <a:pt x="1118666" y="42663"/>
                  <a:pt x="1117459" y="42663"/>
                </a:cubicBezTo>
                <a:cubicBezTo>
                  <a:pt x="1116159" y="42663"/>
                  <a:pt x="1114604" y="43011"/>
                  <a:pt x="1112794" y="43706"/>
                </a:cubicBezTo>
                <a:lnTo>
                  <a:pt x="1111749" y="41203"/>
                </a:lnTo>
                <a:lnTo>
                  <a:pt x="1130967" y="33422"/>
                </a:lnTo>
                <a:lnTo>
                  <a:pt x="1133961" y="33422"/>
                </a:lnTo>
                <a:lnTo>
                  <a:pt x="1133961" y="47000"/>
                </a:lnTo>
                <a:close/>
                <a:moveTo>
                  <a:pt x="1243444" y="46304"/>
                </a:moveTo>
                <a:cubicBezTo>
                  <a:pt x="1249617" y="37716"/>
                  <a:pt x="1256279" y="33422"/>
                  <a:pt x="1263427" y="33422"/>
                </a:cubicBezTo>
                <a:cubicBezTo>
                  <a:pt x="1269972" y="33422"/>
                  <a:pt x="1275682" y="36216"/>
                  <a:pt x="1280556" y="41804"/>
                </a:cubicBezTo>
                <a:cubicBezTo>
                  <a:pt x="1285430" y="47392"/>
                  <a:pt x="1287867" y="55031"/>
                  <a:pt x="1287867" y="64723"/>
                </a:cubicBezTo>
                <a:cubicBezTo>
                  <a:pt x="1287867" y="76038"/>
                  <a:pt x="1284107" y="85150"/>
                  <a:pt x="1276587" y="92059"/>
                </a:cubicBezTo>
                <a:cubicBezTo>
                  <a:pt x="1270135" y="97995"/>
                  <a:pt x="1262940" y="100963"/>
                  <a:pt x="1255002" y="100963"/>
                </a:cubicBezTo>
                <a:cubicBezTo>
                  <a:pt x="1251288" y="100963"/>
                  <a:pt x="1247517" y="100290"/>
                  <a:pt x="1243687" y="98944"/>
                </a:cubicBezTo>
                <a:cubicBezTo>
                  <a:pt x="1239858" y="97597"/>
                  <a:pt x="1235947" y="95578"/>
                  <a:pt x="1231955" y="92886"/>
                </a:cubicBezTo>
                <a:lnTo>
                  <a:pt x="1231955" y="26807"/>
                </a:lnTo>
                <a:cubicBezTo>
                  <a:pt x="1231955" y="19566"/>
                  <a:pt x="1231781" y="15110"/>
                  <a:pt x="1231432" y="13438"/>
                </a:cubicBezTo>
                <a:cubicBezTo>
                  <a:pt x="1231084" y="11767"/>
                  <a:pt x="1230539" y="10630"/>
                  <a:pt x="1229796" y="10027"/>
                </a:cubicBezTo>
                <a:cubicBezTo>
                  <a:pt x="1229053" y="9423"/>
                  <a:pt x="1228125" y="9121"/>
                  <a:pt x="1227011" y="9121"/>
                </a:cubicBezTo>
                <a:cubicBezTo>
                  <a:pt x="1225711" y="9121"/>
                  <a:pt x="1224087" y="9493"/>
                  <a:pt x="1222137" y="10236"/>
                </a:cubicBezTo>
                <a:lnTo>
                  <a:pt x="1221162" y="7799"/>
                </a:lnTo>
                <a:lnTo>
                  <a:pt x="1240310" y="0"/>
                </a:lnTo>
                <a:lnTo>
                  <a:pt x="1243444" y="0"/>
                </a:lnTo>
                <a:lnTo>
                  <a:pt x="1243444" y="46304"/>
                </a:lnTo>
                <a:moveTo>
                  <a:pt x="1243444" y="50740"/>
                </a:moveTo>
                <a:lnTo>
                  <a:pt x="1243444" y="88797"/>
                </a:lnTo>
                <a:cubicBezTo>
                  <a:pt x="1245811" y="91111"/>
                  <a:pt x="1248260" y="92858"/>
                  <a:pt x="1250789" y="94039"/>
                </a:cubicBezTo>
                <a:cubicBezTo>
                  <a:pt x="1253319" y="95220"/>
                  <a:pt x="1255907" y="95810"/>
                  <a:pt x="1258553" y="95810"/>
                </a:cubicBezTo>
                <a:cubicBezTo>
                  <a:pt x="1262777" y="95810"/>
                  <a:pt x="1266711" y="93496"/>
                  <a:pt x="1270355" y="88867"/>
                </a:cubicBezTo>
                <a:cubicBezTo>
                  <a:pt x="1273999" y="84237"/>
                  <a:pt x="1275821" y="77500"/>
                  <a:pt x="1275821" y="68657"/>
                </a:cubicBezTo>
                <a:cubicBezTo>
                  <a:pt x="1275821" y="60509"/>
                  <a:pt x="1273999" y="54247"/>
                  <a:pt x="1270355" y="49872"/>
                </a:cubicBezTo>
                <a:cubicBezTo>
                  <a:pt x="1266711" y="45497"/>
                  <a:pt x="1262568" y="43310"/>
                  <a:pt x="1257926" y="43310"/>
                </a:cubicBezTo>
                <a:cubicBezTo>
                  <a:pt x="1255466" y="43310"/>
                  <a:pt x="1253006" y="43935"/>
                  <a:pt x="1250546" y="45185"/>
                </a:cubicBezTo>
                <a:cubicBezTo>
                  <a:pt x="1248689" y="46111"/>
                  <a:pt x="1246322" y="47962"/>
                  <a:pt x="1243444" y="50740"/>
                </a:cubicBezTo>
                <a:close/>
                <a:moveTo>
                  <a:pt x="1307990" y="59324"/>
                </a:moveTo>
                <a:cubicBezTo>
                  <a:pt x="1307944" y="68772"/>
                  <a:pt x="1310241" y="76183"/>
                  <a:pt x="1314883" y="81556"/>
                </a:cubicBezTo>
                <a:cubicBezTo>
                  <a:pt x="1319525" y="86927"/>
                  <a:pt x="1324980" y="89613"/>
                  <a:pt x="1331246" y="89613"/>
                </a:cubicBezTo>
                <a:cubicBezTo>
                  <a:pt x="1335424" y="89613"/>
                  <a:pt x="1339056" y="88464"/>
                  <a:pt x="1342143" y="86167"/>
                </a:cubicBezTo>
                <a:cubicBezTo>
                  <a:pt x="1345230" y="83869"/>
                  <a:pt x="1347818" y="79935"/>
                  <a:pt x="1349907" y="74364"/>
                </a:cubicBezTo>
                <a:lnTo>
                  <a:pt x="1352066" y="75757"/>
                </a:lnTo>
                <a:cubicBezTo>
                  <a:pt x="1351091" y="82116"/>
                  <a:pt x="1348259" y="87907"/>
                  <a:pt x="1343571" y="93130"/>
                </a:cubicBezTo>
                <a:cubicBezTo>
                  <a:pt x="1338882" y="98352"/>
                  <a:pt x="1333010" y="100963"/>
                  <a:pt x="1325955" y="100963"/>
                </a:cubicBezTo>
                <a:cubicBezTo>
                  <a:pt x="1318295" y="100963"/>
                  <a:pt x="1311738" y="97987"/>
                  <a:pt x="1306284" y="92035"/>
                </a:cubicBezTo>
                <a:cubicBezTo>
                  <a:pt x="1300830" y="86082"/>
                  <a:pt x="1298103" y="78079"/>
                  <a:pt x="1298103" y="68026"/>
                </a:cubicBezTo>
                <a:cubicBezTo>
                  <a:pt x="1298103" y="57140"/>
                  <a:pt x="1300899" y="48652"/>
                  <a:pt x="1306493" y="42561"/>
                </a:cubicBezTo>
                <a:cubicBezTo>
                  <a:pt x="1312087" y="36468"/>
                  <a:pt x="1319108" y="33422"/>
                  <a:pt x="1327556" y="33422"/>
                </a:cubicBezTo>
                <a:cubicBezTo>
                  <a:pt x="1334705" y="33422"/>
                  <a:pt x="1340577" y="35772"/>
                  <a:pt x="1345172" y="40472"/>
                </a:cubicBezTo>
                <a:cubicBezTo>
                  <a:pt x="1349768" y="45171"/>
                  <a:pt x="1352066" y="51455"/>
                  <a:pt x="1352066" y="59324"/>
                </a:cubicBezTo>
                <a:lnTo>
                  <a:pt x="1307990" y="59324"/>
                </a:lnTo>
                <a:moveTo>
                  <a:pt x="1307990" y="55286"/>
                </a:moveTo>
                <a:lnTo>
                  <a:pt x="1337513" y="55286"/>
                </a:lnTo>
                <a:cubicBezTo>
                  <a:pt x="1337281" y="51201"/>
                  <a:pt x="1336794" y="48323"/>
                  <a:pt x="1336051" y="46652"/>
                </a:cubicBezTo>
                <a:cubicBezTo>
                  <a:pt x="1334890" y="44052"/>
                  <a:pt x="1333161" y="42010"/>
                  <a:pt x="1330863" y="40524"/>
                </a:cubicBezTo>
                <a:cubicBezTo>
                  <a:pt x="1328566" y="39039"/>
                  <a:pt x="1326163" y="38296"/>
                  <a:pt x="1323657" y="38296"/>
                </a:cubicBezTo>
                <a:cubicBezTo>
                  <a:pt x="1319804" y="38296"/>
                  <a:pt x="1316357" y="39793"/>
                  <a:pt x="1313317" y="42787"/>
                </a:cubicBezTo>
                <a:cubicBezTo>
                  <a:pt x="1310276" y="45781"/>
                  <a:pt x="1308501" y="49948"/>
                  <a:pt x="1307990" y="55286"/>
                </a:cubicBezTo>
                <a:close/>
                <a:moveTo>
                  <a:pt x="1379243" y="33422"/>
                </a:moveTo>
                <a:lnTo>
                  <a:pt x="1379243" y="47766"/>
                </a:lnTo>
                <a:cubicBezTo>
                  <a:pt x="1384581" y="38203"/>
                  <a:pt x="1390059" y="33422"/>
                  <a:pt x="1395675" y="33422"/>
                </a:cubicBezTo>
                <a:cubicBezTo>
                  <a:pt x="1398229" y="33422"/>
                  <a:pt x="1400341" y="34200"/>
                  <a:pt x="1402012" y="35755"/>
                </a:cubicBezTo>
                <a:cubicBezTo>
                  <a:pt x="1403683" y="37310"/>
                  <a:pt x="1404518" y="39109"/>
                  <a:pt x="1404518" y="41151"/>
                </a:cubicBezTo>
                <a:cubicBezTo>
                  <a:pt x="1404518" y="42961"/>
                  <a:pt x="1403915" y="44493"/>
                  <a:pt x="1402708" y="45747"/>
                </a:cubicBezTo>
                <a:cubicBezTo>
                  <a:pt x="1401501" y="47000"/>
                  <a:pt x="1400062" y="47627"/>
                  <a:pt x="1398391" y="47627"/>
                </a:cubicBezTo>
                <a:cubicBezTo>
                  <a:pt x="1396766" y="47627"/>
                  <a:pt x="1394944" y="46826"/>
                  <a:pt x="1392925" y="45224"/>
                </a:cubicBezTo>
                <a:cubicBezTo>
                  <a:pt x="1390906" y="43623"/>
                  <a:pt x="1389409" y="42822"/>
                  <a:pt x="1388434" y="42822"/>
                </a:cubicBezTo>
                <a:cubicBezTo>
                  <a:pt x="1387598" y="42822"/>
                  <a:pt x="1386693" y="43285"/>
                  <a:pt x="1385718" y="44210"/>
                </a:cubicBezTo>
                <a:cubicBezTo>
                  <a:pt x="1383630" y="46109"/>
                  <a:pt x="1381471" y="49235"/>
                  <a:pt x="1379243" y="53586"/>
                </a:cubicBezTo>
                <a:lnTo>
                  <a:pt x="1379243" y="84075"/>
                </a:lnTo>
                <a:cubicBezTo>
                  <a:pt x="1379243" y="87593"/>
                  <a:pt x="1379684" y="90255"/>
                  <a:pt x="1380566" y="92061"/>
                </a:cubicBezTo>
                <a:cubicBezTo>
                  <a:pt x="1381169" y="93312"/>
                  <a:pt x="1382237" y="94354"/>
                  <a:pt x="1383769" y="95188"/>
                </a:cubicBezTo>
                <a:cubicBezTo>
                  <a:pt x="1385301" y="96021"/>
                  <a:pt x="1387506" y="96437"/>
                  <a:pt x="1390384" y="96437"/>
                </a:cubicBezTo>
                <a:lnTo>
                  <a:pt x="1390384" y="99013"/>
                </a:lnTo>
                <a:lnTo>
                  <a:pt x="1357727" y="99013"/>
                </a:lnTo>
                <a:lnTo>
                  <a:pt x="1357727" y="96437"/>
                </a:lnTo>
                <a:cubicBezTo>
                  <a:pt x="1360977" y="96437"/>
                  <a:pt x="1363391" y="95928"/>
                  <a:pt x="1364969" y="94909"/>
                </a:cubicBezTo>
                <a:cubicBezTo>
                  <a:pt x="1366129" y="94168"/>
                  <a:pt x="1366942" y="92987"/>
                  <a:pt x="1367406" y="91365"/>
                </a:cubicBezTo>
                <a:cubicBezTo>
                  <a:pt x="1367638" y="90577"/>
                  <a:pt x="1367754" y="88331"/>
                  <a:pt x="1367754" y="84626"/>
                </a:cubicBezTo>
                <a:lnTo>
                  <a:pt x="1367754" y="59962"/>
                </a:lnTo>
                <a:cubicBezTo>
                  <a:pt x="1367754" y="52551"/>
                  <a:pt x="1367603" y="48139"/>
                  <a:pt x="1367301" y="46728"/>
                </a:cubicBezTo>
                <a:cubicBezTo>
                  <a:pt x="1367000" y="45315"/>
                  <a:pt x="1366443" y="44284"/>
                  <a:pt x="1365630" y="43636"/>
                </a:cubicBezTo>
                <a:cubicBezTo>
                  <a:pt x="1364818" y="42988"/>
                  <a:pt x="1363808" y="42663"/>
                  <a:pt x="1362601" y="42663"/>
                </a:cubicBezTo>
                <a:cubicBezTo>
                  <a:pt x="1361162" y="42663"/>
                  <a:pt x="1359538" y="43011"/>
                  <a:pt x="1357727" y="43706"/>
                </a:cubicBezTo>
                <a:lnTo>
                  <a:pt x="1357031" y="41203"/>
                </a:lnTo>
                <a:lnTo>
                  <a:pt x="1376318" y="33422"/>
                </a:lnTo>
                <a:lnTo>
                  <a:pt x="1379243" y="33422"/>
                </a:lnTo>
                <a:close/>
              </a:path>
            </a:pathLst>
          </a:custGeom>
          <a:solidFill xmlns:a="http://schemas.openxmlformats.org/drawingml/2006/main">
            <a:srgbClr val="FF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Text STR">
            <a:extLst xmlns:a="http://schemas.openxmlformats.org/drawingml/2006/main">
              <a:ext uri="{FF2B5EF4-FFF2-40B4-BE49-F238E27FC236}">
                <a16:creationId xmlns:a16="http://schemas.microsoft.com/office/drawing/2014/main" id="{43EC3E1A-9637-457F-97CC-39DF2D863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3636" y="1494156"/>
            <a:ext cx="253870" cy="98595"/>
          </a:xfrm>
          <a:custGeom xmlns:a="http://schemas.openxmlformats.org/drawingml/2006/main">
            <a:pathLst>
              <a:path w="253870" h="98595">
                <a:moveTo>
                  <a:pt x="56470" y="0"/>
                </a:moveTo>
                <a:lnTo>
                  <a:pt x="56470" y="32587"/>
                </a:lnTo>
                <a:lnTo>
                  <a:pt x="53893" y="32587"/>
                </a:lnTo>
                <a:cubicBezTo>
                  <a:pt x="53058" y="26320"/>
                  <a:pt x="51561" y="21330"/>
                  <a:pt x="49402" y="17616"/>
                </a:cubicBezTo>
                <a:cubicBezTo>
                  <a:pt x="47244" y="13903"/>
                  <a:pt x="44168" y="10955"/>
                  <a:pt x="40176" y="8773"/>
                </a:cubicBezTo>
                <a:cubicBezTo>
                  <a:pt x="36184" y="6592"/>
                  <a:pt x="32053" y="5501"/>
                  <a:pt x="27782" y="5501"/>
                </a:cubicBezTo>
                <a:cubicBezTo>
                  <a:pt x="22955" y="5501"/>
                  <a:pt x="18962" y="6974"/>
                  <a:pt x="15806" y="9920"/>
                </a:cubicBezTo>
                <a:cubicBezTo>
                  <a:pt x="12649" y="12865"/>
                  <a:pt x="11071" y="16216"/>
                  <a:pt x="11071" y="19973"/>
                </a:cubicBezTo>
                <a:cubicBezTo>
                  <a:pt x="11071" y="22849"/>
                  <a:pt x="12069" y="25470"/>
                  <a:pt x="14065" y="27834"/>
                </a:cubicBezTo>
                <a:cubicBezTo>
                  <a:pt x="16943" y="31314"/>
                  <a:pt x="23790" y="35953"/>
                  <a:pt x="34606" y="41752"/>
                </a:cubicBezTo>
                <a:cubicBezTo>
                  <a:pt x="43426" y="46482"/>
                  <a:pt x="49449" y="50112"/>
                  <a:pt x="52675" y="52640"/>
                </a:cubicBezTo>
                <a:cubicBezTo>
                  <a:pt x="55901" y="55167"/>
                  <a:pt x="58384" y="58147"/>
                  <a:pt x="60125" y="61581"/>
                </a:cubicBezTo>
                <a:cubicBezTo>
                  <a:pt x="61866" y="65013"/>
                  <a:pt x="62736" y="68608"/>
                  <a:pt x="62736" y="72365"/>
                </a:cubicBezTo>
                <a:cubicBezTo>
                  <a:pt x="62736" y="79507"/>
                  <a:pt x="59963" y="85665"/>
                  <a:pt x="54415" y="90838"/>
                </a:cubicBezTo>
                <a:cubicBezTo>
                  <a:pt x="48868" y="96010"/>
                  <a:pt x="41731" y="98595"/>
                  <a:pt x="33004" y="98595"/>
                </a:cubicBezTo>
                <a:cubicBezTo>
                  <a:pt x="30266" y="98595"/>
                  <a:pt x="27689" y="98389"/>
                  <a:pt x="25276" y="97977"/>
                </a:cubicBezTo>
                <a:cubicBezTo>
                  <a:pt x="23837" y="97748"/>
                  <a:pt x="20854" y="96912"/>
                  <a:pt x="16328" y="95469"/>
                </a:cubicBezTo>
                <a:cubicBezTo>
                  <a:pt x="11802" y="94025"/>
                  <a:pt x="8936" y="93304"/>
                  <a:pt x="7729" y="93304"/>
                </a:cubicBezTo>
                <a:cubicBezTo>
                  <a:pt x="6568" y="93304"/>
                  <a:pt x="5652" y="93647"/>
                  <a:pt x="4979" y="94335"/>
                </a:cubicBezTo>
                <a:cubicBezTo>
                  <a:pt x="4305" y="95023"/>
                  <a:pt x="3806" y="96443"/>
                  <a:pt x="3481" y="98595"/>
                </a:cubicBezTo>
                <a:lnTo>
                  <a:pt x="905" y="98595"/>
                </a:lnTo>
                <a:lnTo>
                  <a:pt x="905" y="66287"/>
                </a:lnTo>
                <a:lnTo>
                  <a:pt x="3481" y="66287"/>
                </a:lnTo>
                <a:cubicBezTo>
                  <a:pt x="4688" y="73065"/>
                  <a:pt x="6313" y="78136"/>
                  <a:pt x="8356" y="81501"/>
                </a:cubicBezTo>
                <a:cubicBezTo>
                  <a:pt x="10398" y="84867"/>
                  <a:pt x="13520" y="87664"/>
                  <a:pt x="17721" y="89892"/>
                </a:cubicBezTo>
                <a:cubicBezTo>
                  <a:pt x="21922" y="92120"/>
                  <a:pt x="26529" y="93234"/>
                  <a:pt x="31542" y="93234"/>
                </a:cubicBezTo>
                <a:cubicBezTo>
                  <a:pt x="37345" y="93234"/>
                  <a:pt x="41929" y="91704"/>
                  <a:pt x="45294" y="88643"/>
                </a:cubicBezTo>
                <a:cubicBezTo>
                  <a:pt x="48659" y="85580"/>
                  <a:pt x="50342" y="81962"/>
                  <a:pt x="50342" y="77787"/>
                </a:cubicBezTo>
                <a:cubicBezTo>
                  <a:pt x="50342" y="75468"/>
                  <a:pt x="49704" y="73126"/>
                  <a:pt x="48427" y="70761"/>
                </a:cubicBezTo>
                <a:cubicBezTo>
                  <a:pt x="47151" y="68395"/>
                  <a:pt x="45166" y="66192"/>
                  <a:pt x="42474" y="64151"/>
                </a:cubicBezTo>
                <a:cubicBezTo>
                  <a:pt x="40664" y="62759"/>
                  <a:pt x="35720" y="59802"/>
                  <a:pt x="27643" y="55279"/>
                </a:cubicBezTo>
                <a:cubicBezTo>
                  <a:pt x="19566" y="50756"/>
                  <a:pt x="13821" y="47150"/>
                  <a:pt x="10410" y="44461"/>
                </a:cubicBezTo>
                <a:cubicBezTo>
                  <a:pt x="6998" y="41770"/>
                  <a:pt x="4410" y="38801"/>
                  <a:pt x="2646" y="35555"/>
                </a:cubicBezTo>
                <a:cubicBezTo>
                  <a:pt x="882" y="32307"/>
                  <a:pt x="0" y="28735"/>
                  <a:pt x="0" y="24838"/>
                </a:cubicBezTo>
                <a:cubicBezTo>
                  <a:pt x="0" y="18067"/>
                  <a:pt x="2600" y="12234"/>
                  <a:pt x="7799" y="7342"/>
                </a:cubicBezTo>
                <a:cubicBezTo>
                  <a:pt x="12998" y="2447"/>
                  <a:pt x="19612" y="0"/>
                  <a:pt x="27643" y="0"/>
                </a:cubicBezTo>
                <a:cubicBezTo>
                  <a:pt x="32656" y="0"/>
                  <a:pt x="37971" y="1230"/>
                  <a:pt x="43588" y="3690"/>
                </a:cubicBezTo>
                <a:cubicBezTo>
                  <a:pt x="46188" y="4851"/>
                  <a:pt x="48021" y="5431"/>
                  <a:pt x="49089" y="5431"/>
                </a:cubicBezTo>
                <a:cubicBezTo>
                  <a:pt x="50296" y="5431"/>
                  <a:pt x="51282" y="5071"/>
                  <a:pt x="52048" y="4352"/>
                </a:cubicBezTo>
                <a:cubicBezTo>
                  <a:pt x="52814" y="3632"/>
                  <a:pt x="53429" y="2182"/>
                  <a:pt x="53893" y="0"/>
                </a:cubicBezTo>
                <a:lnTo>
                  <a:pt x="56470" y="0"/>
                </a:lnTo>
                <a:close/>
                <a:moveTo>
                  <a:pt x="152885" y="2089"/>
                </a:moveTo>
                <a:lnTo>
                  <a:pt x="153929" y="24231"/>
                </a:lnTo>
                <a:lnTo>
                  <a:pt x="151283" y="24231"/>
                </a:lnTo>
                <a:cubicBezTo>
                  <a:pt x="150773" y="20332"/>
                  <a:pt x="150076" y="17547"/>
                  <a:pt x="149194" y="15876"/>
                </a:cubicBezTo>
                <a:cubicBezTo>
                  <a:pt x="147755" y="13183"/>
                  <a:pt x="145840" y="11199"/>
                  <a:pt x="143450" y="9922"/>
                </a:cubicBezTo>
                <a:cubicBezTo>
                  <a:pt x="141059" y="8646"/>
                  <a:pt x="137914" y="8007"/>
                  <a:pt x="134015" y="8007"/>
                </a:cubicBezTo>
                <a:lnTo>
                  <a:pt x="120716" y="8007"/>
                </a:lnTo>
                <a:lnTo>
                  <a:pt x="120716" y="80144"/>
                </a:lnTo>
                <a:cubicBezTo>
                  <a:pt x="120716" y="85946"/>
                  <a:pt x="121342" y="89567"/>
                  <a:pt x="122596" y="91006"/>
                </a:cubicBezTo>
                <a:cubicBezTo>
                  <a:pt x="124360" y="92955"/>
                  <a:pt x="127075" y="93930"/>
                  <a:pt x="130742" y="93930"/>
                </a:cubicBezTo>
                <a:lnTo>
                  <a:pt x="134015" y="93930"/>
                </a:lnTo>
                <a:lnTo>
                  <a:pt x="134015" y="96507"/>
                </a:lnTo>
                <a:lnTo>
                  <a:pt x="93978" y="96507"/>
                </a:lnTo>
                <a:lnTo>
                  <a:pt x="93978" y="93930"/>
                </a:lnTo>
                <a:lnTo>
                  <a:pt x="97320" y="93930"/>
                </a:lnTo>
                <a:cubicBezTo>
                  <a:pt x="101312" y="93930"/>
                  <a:pt x="104144" y="92723"/>
                  <a:pt x="105815" y="90310"/>
                </a:cubicBezTo>
                <a:cubicBezTo>
                  <a:pt x="106836" y="88824"/>
                  <a:pt x="107347" y="85435"/>
                  <a:pt x="107347" y="80144"/>
                </a:cubicBezTo>
                <a:lnTo>
                  <a:pt x="107347" y="8007"/>
                </a:lnTo>
                <a:lnTo>
                  <a:pt x="95997" y="8007"/>
                </a:lnTo>
                <a:cubicBezTo>
                  <a:pt x="91587" y="8007"/>
                  <a:pt x="88454" y="8332"/>
                  <a:pt x="86597" y="8982"/>
                </a:cubicBezTo>
                <a:cubicBezTo>
                  <a:pt x="84183" y="9864"/>
                  <a:pt x="82118" y="11559"/>
                  <a:pt x="80400" y="14065"/>
                </a:cubicBezTo>
                <a:cubicBezTo>
                  <a:pt x="78683" y="16572"/>
                  <a:pt x="77662" y="19960"/>
                  <a:pt x="77337" y="24231"/>
                </a:cubicBezTo>
                <a:lnTo>
                  <a:pt x="74691" y="24231"/>
                </a:lnTo>
                <a:lnTo>
                  <a:pt x="75805" y="2089"/>
                </a:lnTo>
                <a:lnTo>
                  <a:pt x="152885" y="2089"/>
                </a:lnTo>
                <a:close/>
                <a:moveTo>
                  <a:pt x="253870" y="96507"/>
                </a:moveTo>
                <a:lnTo>
                  <a:pt x="228664" y="96507"/>
                </a:lnTo>
                <a:lnTo>
                  <a:pt x="196705" y="52222"/>
                </a:lnTo>
                <a:cubicBezTo>
                  <a:pt x="194337" y="52315"/>
                  <a:pt x="192411" y="52361"/>
                  <a:pt x="190925" y="52361"/>
                </a:cubicBezTo>
                <a:cubicBezTo>
                  <a:pt x="190322" y="52361"/>
                  <a:pt x="189672" y="52350"/>
                  <a:pt x="188976" y="52327"/>
                </a:cubicBezTo>
                <a:cubicBezTo>
                  <a:pt x="188279" y="52303"/>
                  <a:pt x="187560" y="52269"/>
                  <a:pt x="186817" y="52222"/>
                </a:cubicBezTo>
                <a:lnTo>
                  <a:pt x="186817" y="79748"/>
                </a:lnTo>
                <a:cubicBezTo>
                  <a:pt x="186817" y="85710"/>
                  <a:pt x="187467" y="89412"/>
                  <a:pt x="188767" y="90856"/>
                </a:cubicBezTo>
                <a:cubicBezTo>
                  <a:pt x="190531" y="92905"/>
                  <a:pt x="193177" y="93930"/>
                  <a:pt x="196705" y="93930"/>
                </a:cubicBezTo>
                <a:lnTo>
                  <a:pt x="200395" y="93930"/>
                </a:lnTo>
                <a:lnTo>
                  <a:pt x="200395" y="96507"/>
                </a:lnTo>
                <a:lnTo>
                  <a:pt x="159940" y="96507"/>
                </a:lnTo>
                <a:lnTo>
                  <a:pt x="159940" y="93930"/>
                </a:lnTo>
                <a:lnTo>
                  <a:pt x="163491" y="93930"/>
                </a:lnTo>
                <a:cubicBezTo>
                  <a:pt x="167483" y="93930"/>
                  <a:pt x="170338" y="92630"/>
                  <a:pt x="172056" y="90031"/>
                </a:cubicBezTo>
                <a:cubicBezTo>
                  <a:pt x="173030" y="88592"/>
                  <a:pt x="173518" y="85180"/>
                  <a:pt x="173518" y="79795"/>
                </a:cubicBezTo>
                <a:lnTo>
                  <a:pt x="173518" y="18800"/>
                </a:lnTo>
                <a:cubicBezTo>
                  <a:pt x="173518" y="12858"/>
                  <a:pt x="172868" y="9168"/>
                  <a:pt x="171568" y="7729"/>
                </a:cubicBezTo>
                <a:cubicBezTo>
                  <a:pt x="169758" y="5686"/>
                  <a:pt x="167066" y="4665"/>
                  <a:pt x="163491" y="4665"/>
                </a:cubicBezTo>
                <a:lnTo>
                  <a:pt x="159940" y="4665"/>
                </a:lnTo>
                <a:lnTo>
                  <a:pt x="159940" y="2089"/>
                </a:lnTo>
                <a:lnTo>
                  <a:pt x="194337" y="2089"/>
                </a:lnTo>
                <a:cubicBezTo>
                  <a:pt x="204364" y="2089"/>
                  <a:pt x="211756" y="2818"/>
                  <a:pt x="216514" y="4276"/>
                </a:cubicBezTo>
                <a:cubicBezTo>
                  <a:pt x="221272" y="5734"/>
                  <a:pt x="225311" y="8419"/>
                  <a:pt x="228630" y="12331"/>
                </a:cubicBezTo>
                <a:cubicBezTo>
                  <a:pt x="231949" y="16242"/>
                  <a:pt x="233608" y="20905"/>
                  <a:pt x="233608" y="26320"/>
                </a:cubicBezTo>
                <a:cubicBezTo>
                  <a:pt x="233608" y="32105"/>
                  <a:pt x="231717" y="37127"/>
                  <a:pt x="227933" y="41386"/>
                </a:cubicBezTo>
                <a:cubicBezTo>
                  <a:pt x="224150" y="45644"/>
                  <a:pt x="218290" y="48652"/>
                  <a:pt x="210352" y="50412"/>
                </a:cubicBezTo>
                <a:lnTo>
                  <a:pt x="229848" y="77585"/>
                </a:lnTo>
                <a:cubicBezTo>
                  <a:pt x="234304" y="83825"/>
                  <a:pt x="238134" y="87970"/>
                  <a:pt x="241337" y="90020"/>
                </a:cubicBezTo>
                <a:cubicBezTo>
                  <a:pt x="244540" y="92068"/>
                  <a:pt x="248718" y="93372"/>
                  <a:pt x="253870" y="93930"/>
                </a:cubicBezTo>
                <a:lnTo>
                  <a:pt x="253870" y="96507"/>
                </a:lnTo>
                <a:moveTo>
                  <a:pt x="186817" y="47975"/>
                </a:moveTo>
                <a:cubicBezTo>
                  <a:pt x="187699" y="47975"/>
                  <a:pt x="188465" y="47986"/>
                  <a:pt x="189115" y="48010"/>
                </a:cubicBezTo>
                <a:cubicBezTo>
                  <a:pt x="189765" y="48033"/>
                  <a:pt x="190299" y="48044"/>
                  <a:pt x="190716" y="48044"/>
                </a:cubicBezTo>
                <a:cubicBezTo>
                  <a:pt x="199722" y="48044"/>
                  <a:pt x="206511" y="46095"/>
                  <a:pt x="211083" y="42195"/>
                </a:cubicBezTo>
                <a:cubicBezTo>
                  <a:pt x="215655" y="38296"/>
                  <a:pt x="217942" y="33329"/>
                  <a:pt x="217942" y="27295"/>
                </a:cubicBezTo>
                <a:cubicBezTo>
                  <a:pt x="217942" y="21399"/>
                  <a:pt x="216096" y="16607"/>
                  <a:pt x="212406" y="12916"/>
                </a:cubicBezTo>
                <a:cubicBezTo>
                  <a:pt x="208716" y="9226"/>
                  <a:pt x="203830" y="7381"/>
                  <a:pt x="197749" y="7381"/>
                </a:cubicBezTo>
                <a:cubicBezTo>
                  <a:pt x="195057" y="7381"/>
                  <a:pt x="191413" y="7822"/>
                  <a:pt x="186817" y="8704"/>
                </a:cubicBezTo>
                <a:lnTo>
                  <a:pt x="186817" y="4797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" name="Text R8,[SP,#0x48+var_48]">
            <a:extLst xmlns:a="http://schemas.openxmlformats.org/drawingml/2006/main">
              <a:ext uri="{FF2B5EF4-FFF2-40B4-BE49-F238E27FC236}">
                <a16:creationId xmlns:a16="http://schemas.microsoft.com/office/drawing/2014/main" id="{EF48C238-849F-4E23-93F7-9265691B4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893" y="1494017"/>
            <a:ext cx="1330017" cy="127422"/>
          </a:xfrm>
          <a:custGeom xmlns:a="http://schemas.openxmlformats.org/drawingml/2006/main">
            <a:pathLst>
              <a:path w="1330017" h="127422">
                <a:moveTo>
                  <a:pt x="93930" y="96646"/>
                </a:moveTo>
                <a:lnTo>
                  <a:pt x="68724" y="96646"/>
                </a:lnTo>
                <a:lnTo>
                  <a:pt x="36764" y="52361"/>
                </a:lnTo>
                <a:cubicBezTo>
                  <a:pt x="34397" y="52454"/>
                  <a:pt x="32471" y="52501"/>
                  <a:pt x="30985" y="52501"/>
                </a:cubicBezTo>
                <a:cubicBezTo>
                  <a:pt x="30382" y="52501"/>
                  <a:pt x="29732" y="52489"/>
                  <a:pt x="29036" y="52466"/>
                </a:cubicBezTo>
                <a:cubicBezTo>
                  <a:pt x="28339" y="52443"/>
                  <a:pt x="27620" y="52408"/>
                  <a:pt x="26877" y="52361"/>
                </a:cubicBezTo>
                <a:lnTo>
                  <a:pt x="26877" y="79887"/>
                </a:lnTo>
                <a:cubicBezTo>
                  <a:pt x="26877" y="85849"/>
                  <a:pt x="27527" y="89552"/>
                  <a:pt x="28827" y="90995"/>
                </a:cubicBezTo>
                <a:cubicBezTo>
                  <a:pt x="30591" y="93045"/>
                  <a:pt x="33236" y="94070"/>
                  <a:pt x="36764" y="94070"/>
                </a:cubicBezTo>
                <a:lnTo>
                  <a:pt x="40455" y="94070"/>
                </a:lnTo>
                <a:lnTo>
                  <a:pt x="40455" y="96646"/>
                </a:lnTo>
                <a:lnTo>
                  <a:pt x="0" y="96646"/>
                </a:lnTo>
                <a:lnTo>
                  <a:pt x="0" y="94070"/>
                </a:lnTo>
                <a:lnTo>
                  <a:pt x="3551" y="94070"/>
                </a:lnTo>
                <a:cubicBezTo>
                  <a:pt x="7543" y="94070"/>
                  <a:pt x="10398" y="92770"/>
                  <a:pt x="12116" y="90170"/>
                </a:cubicBezTo>
                <a:cubicBezTo>
                  <a:pt x="13090" y="88731"/>
                  <a:pt x="13578" y="85319"/>
                  <a:pt x="13578" y="79935"/>
                </a:cubicBezTo>
                <a:lnTo>
                  <a:pt x="13578" y="18939"/>
                </a:lnTo>
                <a:cubicBezTo>
                  <a:pt x="13578" y="12998"/>
                  <a:pt x="12928" y="9307"/>
                  <a:pt x="11628" y="7868"/>
                </a:cubicBezTo>
                <a:cubicBezTo>
                  <a:pt x="9818" y="5826"/>
                  <a:pt x="7125" y="4804"/>
                  <a:pt x="3551" y="4804"/>
                </a:cubicBezTo>
                <a:lnTo>
                  <a:pt x="0" y="4804"/>
                </a:lnTo>
                <a:lnTo>
                  <a:pt x="0" y="2228"/>
                </a:lnTo>
                <a:lnTo>
                  <a:pt x="34397" y="2228"/>
                </a:lnTo>
                <a:cubicBezTo>
                  <a:pt x="44424" y="2228"/>
                  <a:pt x="51816" y="2957"/>
                  <a:pt x="56574" y="4415"/>
                </a:cubicBezTo>
                <a:cubicBezTo>
                  <a:pt x="61332" y="5873"/>
                  <a:pt x="65371" y="8558"/>
                  <a:pt x="68690" y="12470"/>
                </a:cubicBezTo>
                <a:cubicBezTo>
                  <a:pt x="72009" y="16381"/>
                  <a:pt x="73668" y="21044"/>
                  <a:pt x="73668" y="26459"/>
                </a:cubicBezTo>
                <a:cubicBezTo>
                  <a:pt x="73668" y="32244"/>
                  <a:pt x="71776" y="37266"/>
                  <a:pt x="67993" y="41525"/>
                </a:cubicBezTo>
                <a:cubicBezTo>
                  <a:pt x="64210" y="45783"/>
                  <a:pt x="58350" y="48791"/>
                  <a:pt x="50412" y="50551"/>
                </a:cubicBezTo>
                <a:lnTo>
                  <a:pt x="69908" y="77724"/>
                </a:lnTo>
                <a:cubicBezTo>
                  <a:pt x="74364" y="83965"/>
                  <a:pt x="78194" y="88110"/>
                  <a:pt x="81397" y="90159"/>
                </a:cubicBezTo>
                <a:cubicBezTo>
                  <a:pt x="84600" y="92208"/>
                  <a:pt x="88778" y="93511"/>
                  <a:pt x="93930" y="94070"/>
                </a:cubicBezTo>
                <a:lnTo>
                  <a:pt x="93930" y="96646"/>
                </a:lnTo>
                <a:moveTo>
                  <a:pt x="26877" y="48114"/>
                </a:moveTo>
                <a:cubicBezTo>
                  <a:pt x="27759" y="48114"/>
                  <a:pt x="28525" y="48126"/>
                  <a:pt x="29175" y="48149"/>
                </a:cubicBezTo>
                <a:cubicBezTo>
                  <a:pt x="29825" y="48172"/>
                  <a:pt x="30358" y="48184"/>
                  <a:pt x="30776" y="48184"/>
                </a:cubicBezTo>
                <a:cubicBezTo>
                  <a:pt x="39782" y="48184"/>
                  <a:pt x="46571" y="46234"/>
                  <a:pt x="51143" y="42335"/>
                </a:cubicBezTo>
                <a:cubicBezTo>
                  <a:pt x="55715" y="38436"/>
                  <a:pt x="58001" y="33469"/>
                  <a:pt x="58001" y="27434"/>
                </a:cubicBezTo>
                <a:cubicBezTo>
                  <a:pt x="58001" y="21539"/>
                  <a:pt x="56156" y="16746"/>
                  <a:pt x="52466" y="13056"/>
                </a:cubicBezTo>
                <a:cubicBezTo>
                  <a:pt x="48775" y="9365"/>
                  <a:pt x="43890" y="7520"/>
                  <a:pt x="37809" y="7520"/>
                </a:cubicBezTo>
                <a:cubicBezTo>
                  <a:pt x="35116" y="7520"/>
                  <a:pt x="31473" y="7961"/>
                  <a:pt x="26877" y="8843"/>
                </a:cubicBezTo>
                <a:lnTo>
                  <a:pt x="26877" y="48114"/>
                </a:lnTo>
                <a:close/>
                <a:moveTo>
                  <a:pt x="120042" y="49089"/>
                </a:moveTo>
                <a:cubicBezTo>
                  <a:pt x="112569" y="42961"/>
                  <a:pt x="107753" y="38041"/>
                  <a:pt x="105594" y="34327"/>
                </a:cubicBezTo>
                <a:cubicBezTo>
                  <a:pt x="103436" y="30614"/>
                  <a:pt x="102357" y="26761"/>
                  <a:pt x="102357" y="22769"/>
                </a:cubicBezTo>
                <a:cubicBezTo>
                  <a:pt x="102357" y="16641"/>
                  <a:pt x="104724" y="11361"/>
                  <a:pt x="109459" y="6928"/>
                </a:cubicBezTo>
                <a:cubicBezTo>
                  <a:pt x="114194" y="2495"/>
                  <a:pt x="120483" y="279"/>
                  <a:pt x="128328" y="279"/>
                </a:cubicBezTo>
                <a:cubicBezTo>
                  <a:pt x="135941" y="279"/>
                  <a:pt x="142069" y="2344"/>
                  <a:pt x="146711" y="6476"/>
                </a:cubicBezTo>
                <a:cubicBezTo>
                  <a:pt x="151352" y="10607"/>
                  <a:pt x="153673" y="15319"/>
                  <a:pt x="153673" y="20610"/>
                </a:cubicBezTo>
                <a:cubicBezTo>
                  <a:pt x="153673" y="24138"/>
                  <a:pt x="152420" y="27736"/>
                  <a:pt x="149913" y="31403"/>
                </a:cubicBezTo>
                <a:cubicBezTo>
                  <a:pt x="147407" y="35070"/>
                  <a:pt x="142185" y="39387"/>
                  <a:pt x="134247" y="44354"/>
                </a:cubicBezTo>
                <a:cubicBezTo>
                  <a:pt x="142417" y="50667"/>
                  <a:pt x="147825" y="55634"/>
                  <a:pt x="150471" y="59255"/>
                </a:cubicBezTo>
                <a:cubicBezTo>
                  <a:pt x="153998" y="63990"/>
                  <a:pt x="155762" y="68980"/>
                  <a:pt x="155762" y="74225"/>
                </a:cubicBezTo>
                <a:cubicBezTo>
                  <a:pt x="155762" y="80863"/>
                  <a:pt x="153232" y="86538"/>
                  <a:pt x="148173" y="91250"/>
                </a:cubicBezTo>
                <a:cubicBezTo>
                  <a:pt x="143113" y="95961"/>
                  <a:pt x="136475" y="98317"/>
                  <a:pt x="128259" y="98317"/>
                </a:cubicBezTo>
                <a:cubicBezTo>
                  <a:pt x="119300" y="98317"/>
                  <a:pt x="112314" y="95509"/>
                  <a:pt x="107300" y="89892"/>
                </a:cubicBezTo>
                <a:cubicBezTo>
                  <a:pt x="103308" y="85389"/>
                  <a:pt x="101312" y="80469"/>
                  <a:pt x="101312" y="75130"/>
                </a:cubicBezTo>
                <a:cubicBezTo>
                  <a:pt x="101312" y="70952"/>
                  <a:pt x="102716" y="66810"/>
                  <a:pt x="105525" y="62701"/>
                </a:cubicBezTo>
                <a:cubicBezTo>
                  <a:pt x="108333" y="58593"/>
                  <a:pt x="113172" y="54056"/>
                  <a:pt x="120042" y="49089"/>
                </a:cubicBezTo>
                <a:moveTo>
                  <a:pt x="130974" y="41638"/>
                </a:moveTo>
                <a:cubicBezTo>
                  <a:pt x="136545" y="36625"/>
                  <a:pt x="140073" y="32668"/>
                  <a:pt x="141558" y="29767"/>
                </a:cubicBezTo>
                <a:cubicBezTo>
                  <a:pt x="143043" y="26865"/>
                  <a:pt x="143786" y="23581"/>
                  <a:pt x="143786" y="19914"/>
                </a:cubicBezTo>
                <a:cubicBezTo>
                  <a:pt x="143786" y="15040"/>
                  <a:pt x="142417" y="11222"/>
                  <a:pt x="139678" y="8460"/>
                </a:cubicBezTo>
                <a:cubicBezTo>
                  <a:pt x="136939" y="5698"/>
                  <a:pt x="133202" y="4317"/>
                  <a:pt x="128468" y="4317"/>
                </a:cubicBezTo>
                <a:cubicBezTo>
                  <a:pt x="123733" y="4317"/>
                  <a:pt x="119880" y="5686"/>
                  <a:pt x="116909" y="8425"/>
                </a:cubicBezTo>
                <a:cubicBezTo>
                  <a:pt x="113938" y="11164"/>
                  <a:pt x="112453" y="14367"/>
                  <a:pt x="112453" y="18034"/>
                </a:cubicBezTo>
                <a:cubicBezTo>
                  <a:pt x="112453" y="20448"/>
                  <a:pt x="113068" y="22862"/>
                  <a:pt x="114298" y="25276"/>
                </a:cubicBezTo>
                <a:cubicBezTo>
                  <a:pt x="115528" y="27689"/>
                  <a:pt x="117280" y="29987"/>
                  <a:pt x="119555" y="32169"/>
                </a:cubicBezTo>
                <a:lnTo>
                  <a:pt x="130974" y="41638"/>
                </a:lnTo>
                <a:moveTo>
                  <a:pt x="123315" y="51735"/>
                </a:moveTo>
                <a:cubicBezTo>
                  <a:pt x="119462" y="54984"/>
                  <a:pt x="116607" y="58524"/>
                  <a:pt x="114751" y="62353"/>
                </a:cubicBezTo>
                <a:cubicBezTo>
                  <a:pt x="112894" y="66183"/>
                  <a:pt x="111965" y="70326"/>
                  <a:pt x="111965" y="74782"/>
                </a:cubicBezTo>
                <a:cubicBezTo>
                  <a:pt x="111965" y="80770"/>
                  <a:pt x="113602" y="85563"/>
                  <a:pt x="116874" y="89161"/>
                </a:cubicBezTo>
                <a:cubicBezTo>
                  <a:pt x="120147" y="92758"/>
                  <a:pt x="124313" y="94557"/>
                  <a:pt x="129373" y="94557"/>
                </a:cubicBezTo>
                <a:cubicBezTo>
                  <a:pt x="134386" y="94557"/>
                  <a:pt x="138401" y="93141"/>
                  <a:pt x="141419" y="90310"/>
                </a:cubicBezTo>
                <a:cubicBezTo>
                  <a:pt x="144436" y="87478"/>
                  <a:pt x="145945" y="84043"/>
                  <a:pt x="145945" y="80004"/>
                </a:cubicBezTo>
                <a:cubicBezTo>
                  <a:pt x="145945" y="76662"/>
                  <a:pt x="145063" y="73668"/>
                  <a:pt x="143299" y="71022"/>
                </a:cubicBezTo>
                <a:cubicBezTo>
                  <a:pt x="140003" y="66102"/>
                  <a:pt x="133342" y="59673"/>
                  <a:pt x="123315" y="51735"/>
                </a:cubicBezTo>
                <a:close/>
                <a:moveTo>
                  <a:pt x="171638" y="120459"/>
                </a:moveTo>
                <a:lnTo>
                  <a:pt x="171638" y="117395"/>
                </a:lnTo>
                <a:cubicBezTo>
                  <a:pt x="176419" y="115811"/>
                  <a:pt x="180121" y="113353"/>
                  <a:pt x="182744" y="110021"/>
                </a:cubicBezTo>
                <a:cubicBezTo>
                  <a:pt x="185366" y="106691"/>
                  <a:pt x="186678" y="103161"/>
                  <a:pt x="186678" y="99433"/>
                </a:cubicBezTo>
                <a:cubicBezTo>
                  <a:pt x="186678" y="98550"/>
                  <a:pt x="186469" y="97806"/>
                  <a:pt x="186051" y="97203"/>
                </a:cubicBezTo>
                <a:cubicBezTo>
                  <a:pt x="185726" y="96785"/>
                  <a:pt x="185401" y="96576"/>
                  <a:pt x="185076" y="96576"/>
                </a:cubicBezTo>
                <a:cubicBezTo>
                  <a:pt x="184566" y="96576"/>
                  <a:pt x="183452" y="97040"/>
                  <a:pt x="181734" y="97969"/>
                </a:cubicBezTo>
                <a:cubicBezTo>
                  <a:pt x="180899" y="98387"/>
                  <a:pt x="180017" y="98595"/>
                  <a:pt x="179088" y="98595"/>
                </a:cubicBezTo>
                <a:cubicBezTo>
                  <a:pt x="176814" y="98595"/>
                  <a:pt x="175003" y="97922"/>
                  <a:pt x="173657" y="96576"/>
                </a:cubicBezTo>
                <a:cubicBezTo>
                  <a:pt x="172311" y="95230"/>
                  <a:pt x="171638" y="93373"/>
                  <a:pt x="171638" y="91006"/>
                </a:cubicBezTo>
                <a:cubicBezTo>
                  <a:pt x="171638" y="88731"/>
                  <a:pt x="172508" y="86782"/>
                  <a:pt x="174249" y="85157"/>
                </a:cubicBezTo>
                <a:cubicBezTo>
                  <a:pt x="175990" y="83532"/>
                  <a:pt x="178113" y="82720"/>
                  <a:pt x="180620" y="82720"/>
                </a:cubicBezTo>
                <a:cubicBezTo>
                  <a:pt x="183684" y="82720"/>
                  <a:pt x="186411" y="84057"/>
                  <a:pt x="188802" y="86732"/>
                </a:cubicBezTo>
                <a:cubicBezTo>
                  <a:pt x="191192" y="89406"/>
                  <a:pt x="192387" y="92951"/>
                  <a:pt x="192387" y="97368"/>
                </a:cubicBezTo>
                <a:cubicBezTo>
                  <a:pt x="192387" y="102160"/>
                  <a:pt x="190728" y="106613"/>
                  <a:pt x="187409" y="110728"/>
                </a:cubicBezTo>
                <a:cubicBezTo>
                  <a:pt x="184090" y="114844"/>
                  <a:pt x="178833" y="118087"/>
                  <a:pt x="171638" y="120459"/>
                </a:cubicBezTo>
                <a:close/>
                <a:moveTo>
                  <a:pt x="277614" y="124915"/>
                </a:moveTo>
                <a:lnTo>
                  <a:pt x="246977" y="124915"/>
                </a:lnTo>
                <a:lnTo>
                  <a:pt x="246977" y="0"/>
                </a:lnTo>
                <a:lnTo>
                  <a:pt x="277614" y="0"/>
                </a:lnTo>
                <a:lnTo>
                  <a:pt x="277614" y="5501"/>
                </a:lnTo>
                <a:lnTo>
                  <a:pt x="257421" y="5501"/>
                </a:lnTo>
                <a:lnTo>
                  <a:pt x="257421" y="119554"/>
                </a:lnTo>
                <a:lnTo>
                  <a:pt x="277614" y="119554"/>
                </a:lnTo>
                <a:lnTo>
                  <a:pt x="277614" y="124915"/>
                </a:lnTo>
                <a:close/>
                <a:moveTo>
                  <a:pt x="348148" y="139"/>
                </a:moveTo>
                <a:lnTo>
                  <a:pt x="348148" y="32726"/>
                </a:lnTo>
                <a:lnTo>
                  <a:pt x="345571" y="32726"/>
                </a:lnTo>
                <a:cubicBezTo>
                  <a:pt x="344736" y="26459"/>
                  <a:pt x="343239" y="21469"/>
                  <a:pt x="341080" y="17756"/>
                </a:cubicBezTo>
                <a:cubicBezTo>
                  <a:pt x="338922" y="14042"/>
                  <a:pt x="335846" y="11094"/>
                  <a:pt x="331854" y="8913"/>
                </a:cubicBezTo>
                <a:cubicBezTo>
                  <a:pt x="327862" y="6731"/>
                  <a:pt x="323731" y="5640"/>
                  <a:pt x="319460" y="5640"/>
                </a:cubicBezTo>
                <a:cubicBezTo>
                  <a:pt x="314633" y="5640"/>
                  <a:pt x="310640" y="7113"/>
                  <a:pt x="307484" y="10059"/>
                </a:cubicBezTo>
                <a:cubicBezTo>
                  <a:pt x="304327" y="13004"/>
                  <a:pt x="302749" y="16355"/>
                  <a:pt x="302749" y="20112"/>
                </a:cubicBezTo>
                <a:cubicBezTo>
                  <a:pt x="302749" y="22989"/>
                  <a:pt x="303747" y="25609"/>
                  <a:pt x="305743" y="27974"/>
                </a:cubicBezTo>
                <a:cubicBezTo>
                  <a:pt x="308621" y="31454"/>
                  <a:pt x="315468" y="36093"/>
                  <a:pt x="326284" y="41891"/>
                </a:cubicBezTo>
                <a:cubicBezTo>
                  <a:pt x="335104" y="46621"/>
                  <a:pt x="341127" y="50251"/>
                  <a:pt x="344353" y="52779"/>
                </a:cubicBezTo>
                <a:cubicBezTo>
                  <a:pt x="347579" y="55306"/>
                  <a:pt x="350062" y="58286"/>
                  <a:pt x="351803" y="61720"/>
                </a:cubicBezTo>
                <a:cubicBezTo>
                  <a:pt x="353544" y="65152"/>
                  <a:pt x="354414" y="68747"/>
                  <a:pt x="354414" y="72504"/>
                </a:cubicBezTo>
                <a:cubicBezTo>
                  <a:pt x="354414" y="79647"/>
                  <a:pt x="351641" y="85805"/>
                  <a:pt x="346094" y="90978"/>
                </a:cubicBezTo>
                <a:cubicBezTo>
                  <a:pt x="340546" y="96149"/>
                  <a:pt x="333409" y="98735"/>
                  <a:pt x="324682" y="98735"/>
                </a:cubicBezTo>
                <a:cubicBezTo>
                  <a:pt x="321944" y="98735"/>
                  <a:pt x="319367" y="98529"/>
                  <a:pt x="316954" y="98117"/>
                </a:cubicBezTo>
                <a:cubicBezTo>
                  <a:pt x="315515" y="97888"/>
                  <a:pt x="312532" y="97051"/>
                  <a:pt x="308006" y="95608"/>
                </a:cubicBezTo>
                <a:cubicBezTo>
                  <a:pt x="303480" y="94165"/>
                  <a:pt x="300614" y="93443"/>
                  <a:pt x="299407" y="93443"/>
                </a:cubicBezTo>
                <a:cubicBezTo>
                  <a:pt x="298246" y="93443"/>
                  <a:pt x="297330" y="93787"/>
                  <a:pt x="296657" y="94474"/>
                </a:cubicBezTo>
                <a:cubicBezTo>
                  <a:pt x="295983" y="95162"/>
                  <a:pt x="295484" y="96582"/>
                  <a:pt x="295160" y="98735"/>
                </a:cubicBezTo>
                <a:lnTo>
                  <a:pt x="292583" y="98735"/>
                </a:lnTo>
                <a:lnTo>
                  <a:pt x="292583" y="66427"/>
                </a:lnTo>
                <a:lnTo>
                  <a:pt x="295160" y="66427"/>
                </a:lnTo>
                <a:cubicBezTo>
                  <a:pt x="296366" y="73204"/>
                  <a:pt x="297991" y="78275"/>
                  <a:pt x="300034" y="81641"/>
                </a:cubicBezTo>
                <a:cubicBezTo>
                  <a:pt x="302076" y="85006"/>
                  <a:pt x="305198" y="87803"/>
                  <a:pt x="309399" y="90031"/>
                </a:cubicBezTo>
                <a:cubicBezTo>
                  <a:pt x="313600" y="92259"/>
                  <a:pt x="318207" y="93373"/>
                  <a:pt x="323220" y="93373"/>
                </a:cubicBezTo>
                <a:cubicBezTo>
                  <a:pt x="329023" y="93373"/>
                  <a:pt x="333607" y="91843"/>
                  <a:pt x="336972" y="88782"/>
                </a:cubicBezTo>
                <a:cubicBezTo>
                  <a:pt x="340337" y="85720"/>
                  <a:pt x="342020" y="82101"/>
                  <a:pt x="342020" y="77926"/>
                </a:cubicBezTo>
                <a:cubicBezTo>
                  <a:pt x="342020" y="75607"/>
                  <a:pt x="341382" y="73265"/>
                  <a:pt x="340105" y="70900"/>
                </a:cubicBezTo>
                <a:cubicBezTo>
                  <a:pt x="338829" y="68534"/>
                  <a:pt x="336844" y="66331"/>
                  <a:pt x="334152" y="64290"/>
                </a:cubicBezTo>
                <a:cubicBezTo>
                  <a:pt x="332342" y="62899"/>
                  <a:pt x="327398" y="59942"/>
                  <a:pt x="319321" y="55419"/>
                </a:cubicBezTo>
                <a:cubicBezTo>
                  <a:pt x="311244" y="50896"/>
                  <a:pt x="305500" y="47289"/>
                  <a:pt x="302088" y="44600"/>
                </a:cubicBezTo>
                <a:cubicBezTo>
                  <a:pt x="298676" y="41909"/>
                  <a:pt x="296088" y="38940"/>
                  <a:pt x="294324" y="35694"/>
                </a:cubicBezTo>
                <a:cubicBezTo>
                  <a:pt x="292560" y="32446"/>
                  <a:pt x="291678" y="28874"/>
                  <a:pt x="291678" y="24977"/>
                </a:cubicBezTo>
                <a:cubicBezTo>
                  <a:pt x="291678" y="18206"/>
                  <a:pt x="294278" y="12374"/>
                  <a:pt x="299477" y="7481"/>
                </a:cubicBezTo>
                <a:cubicBezTo>
                  <a:pt x="304676" y="2586"/>
                  <a:pt x="311290" y="139"/>
                  <a:pt x="319321" y="139"/>
                </a:cubicBezTo>
                <a:cubicBezTo>
                  <a:pt x="324334" y="139"/>
                  <a:pt x="329649" y="1369"/>
                  <a:pt x="335266" y="3830"/>
                </a:cubicBezTo>
                <a:cubicBezTo>
                  <a:pt x="337866" y="4990"/>
                  <a:pt x="339699" y="5570"/>
                  <a:pt x="340767" y="5570"/>
                </a:cubicBezTo>
                <a:cubicBezTo>
                  <a:pt x="341974" y="5570"/>
                  <a:pt x="342960" y="5211"/>
                  <a:pt x="343726" y="4491"/>
                </a:cubicBezTo>
                <a:cubicBezTo>
                  <a:pt x="344492" y="3772"/>
                  <a:pt x="345107" y="2321"/>
                  <a:pt x="345571" y="139"/>
                </a:cubicBezTo>
                <a:lnTo>
                  <a:pt x="348148" y="139"/>
                </a:lnTo>
                <a:close/>
                <a:moveTo>
                  <a:pt x="391296" y="52361"/>
                </a:moveTo>
                <a:lnTo>
                  <a:pt x="391296" y="79911"/>
                </a:lnTo>
                <a:cubicBezTo>
                  <a:pt x="391296" y="85863"/>
                  <a:pt x="391946" y="89560"/>
                  <a:pt x="393246" y="91001"/>
                </a:cubicBezTo>
                <a:cubicBezTo>
                  <a:pt x="395010" y="93047"/>
                  <a:pt x="397679" y="94070"/>
                  <a:pt x="401253" y="94070"/>
                </a:cubicBezTo>
                <a:lnTo>
                  <a:pt x="404874" y="94070"/>
                </a:lnTo>
                <a:lnTo>
                  <a:pt x="404874" y="96646"/>
                </a:lnTo>
                <a:lnTo>
                  <a:pt x="364419" y="96646"/>
                </a:lnTo>
                <a:lnTo>
                  <a:pt x="364419" y="94070"/>
                </a:lnTo>
                <a:lnTo>
                  <a:pt x="367970" y="94070"/>
                </a:lnTo>
                <a:cubicBezTo>
                  <a:pt x="371962" y="94070"/>
                  <a:pt x="374817" y="92770"/>
                  <a:pt x="376535" y="90170"/>
                </a:cubicBezTo>
                <a:cubicBezTo>
                  <a:pt x="377463" y="88731"/>
                  <a:pt x="377927" y="85319"/>
                  <a:pt x="377927" y="79935"/>
                </a:cubicBezTo>
                <a:lnTo>
                  <a:pt x="377927" y="18939"/>
                </a:lnTo>
                <a:cubicBezTo>
                  <a:pt x="377927" y="12998"/>
                  <a:pt x="377301" y="9307"/>
                  <a:pt x="376047" y="7868"/>
                </a:cubicBezTo>
                <a:cubicBezTo>
                  <a:pt x="374237" y="5826"/>
                  <a:pt x="371544" y="4804"/>
                  <a:pt x="367970" y="4804"/>
                </a:cubicBezTo>
                <a:lnTo>
                  <a:pt x="364419" y="4804"/>
                </a:lnTo>
                <a:lnTo>
                  <a:pt x="364419" y="2228"/>
                </a:lnTo>
                <a:lnTo>
                  <a:pt x="399025" y="2228"/>
                </a:lnTo>
                <a:cubicBezTo>
                  <a:pt x="407473" y="2228"/>
                  <a:pt x="414135" y="3098"/>
                  <a:pt x="419009" y="4837"/>
                </a:cubicBezTo>
                <a:cubicBezTo>
                  <a:pt x="423883" y="6575"/>
                  <a:pt x="427991" y="9507"/>
                  <a:pt x="431333" y="13632"/>
                </a:cubicBezTo>
                <a:cubicBezTo>
                  <a:pt x="434675" y="17758"/>
                  <a:pt x="436346" y="22648"/>
                  <a:pt x="436346" y="28304"/>
                </a:cubicBezTo>
                <a:cubicBezTo>
                  <a:pt x="436346" y="36000"/>
                  <a:pt x="433805" y="42259"/>
                  <a:pt x="428722" y="47080"/>
                </a:cubicBezTo>
                <a:cubicBezTo>
                  <a:pt x="423639" y="51901"/>
                  <a:pt x="416456" y="54311"/>
                  <a:pt x="407172" y="54311"/>
                </a:cubicBezTo>
                <a:cubicBezTo>
                  <a:pt x="404897" y="54311"/>
                  <a:pt x="402437" y="54149"/>
                  <a:pt x="399791" y="53824"/>
                </a:cubicBezTo>
                <a:cubicBezTo>
                  <a:pt x="397145" y="53499"/>
                  <a:pt x="394313" y="53011"/>
                  <a:pt x="391296" y="52361"/>
                </a:cubicBezTo>
                <a:moveTo>
                  <a:pt x="391296" y="48323"/>
                </a:moveTo>
                <a:cubicBezTo>
                  <a:pt x="393756" y="48787"/>
                  <a:pt x="395938" y="49135"/>
                  <a:pt x="397841" y="49367"/>
                </a:cubicBezTo>
                <a:cubicBezTo>
                  <a:pt x="399744" y="49599"/>
                  <a:pt x="401369" y="49715"/>
                  <a:pt x="402715" y="49715"/>
                </a:cubicBezTo>
                <a:cubicBezTo>
                  <a:pt x="407543" y="49715"/>
                  <a:pt x="411709" y="47847"/>
                  <a:pt x="415214" y="44110"/>
                </a:cubicBezTo>
                <a:cubicBezTo>
                  <a:pt x="418718" y="40374"/>
                  <a:pt x="420471" y="35534"/>
                  <a:pt x="420471" y="29593"/>
                </a:cubicBezTo>
                <a:cubicBezTo>
                  <a:pt x="420471" y="25508"/>
                  <a:pt x="419635" y="21713"/>
                  <a:pt x="417964" y="18208"/>
                </a:cubicBezTo>
                <a:cubicBezTo>
                  <a:pt x="416293" y="14703"/>
                  <a:pt x="413926" y="12081"/>
                  <a:pt x="410862" y="10340"/>
                </a:cubicBezTo>
                <a:cubicBezTo>
                  <a:pt x="407798" y="8599"/>
                  <a:pt x="404317" y="7729"/>
                  <a:pt x="400418" y="7729"/>
                </a:cubicBezTo>
                <a:cubicBezTo>
                  <a:pt x="398050" y="7729"/>
                  <a:pt x="395010" y="8170"/>
                  <a:pt x="391296" y="9052"/>
                </a:cubicBezTo>
                <a:lnTo>
                  <a:pt x="391296" y="48323"/>
                </a:lnTo>
                <a:close/>
                <a:moveTo>
                  <a:pt x="433233" y="120459"/>
                </a:moveTo>
                <a:lnTo>
                  <a:pt x="433233" y="117395"/>
                </a:lnTo>
                <a:cubicBezTo>
                  <a:pt x="438014" y="115811"/>
                  <a:pt x="441716" y="113353"/>
                  <a:pt x="444339" y="110021"/>
                </a:cubicBezTo>
                <a:cubicBezTo>
                  <a:pt x="446961" y="106691"/>
                  <a:pt x="448273" y="103161"/>
                  <a:pt x="448273" y="99433"/>
                </a:cubicBezTo>
                <a:cubicBezTo>
                  <a:pt x="448273" y="98550"/>
                  <a:pt x="448064" y="97806"/>
                  <a:pt x="447646" y="97203"/>
                </a:cubicBezTo>
                <a:cubicBezTo>
                  <a:pt x="447321" y="96785"/>
                  <a:pt x="446996" y="96576"/>
                  <a:pt x="446671" y="96576"/>
                </a:cubicBezTo>
                <a:cubicBezTo>
                  <a:pt x="446161" y="96576"/>
                  <a:pt x="445047" y="97040"/>
                  <a:pt x="443329" y="97969"/>
                </a:cubicBezTo>
                <a:cubicBezTo>
                  <a:pt x="442494" y="98387"/>
                  <a:pt x="441612" y="98595"/>
                  <a:pt x="440683" y="98595"/>
                </a:cubicBezTo>
                <a:cubicBezTo>
                  <a:pt x="438409" y="98595"/>
                  <a:pt x="436598" y="97922"/>
                  <a:pt x="435252" y="96576"/>
                </a:cubicBezTo>
                <a:cubicBezTo>
                  <a:pt x="433906" y="95230"/>
                  <a:pt x="433233" y="93373"/>
                  <a:pt x="433233" y="91006"/>
                </a:cubicBezTo>
                <a:cubicBezTo>
                  <a:pt x="433233" y="88731"/>
                  <a:pt x="434103" y="86782"/>
                  <a:pt x="435844" y="85157"/>
                </a:cubicBezTo>
                <a:cubicBezTo>
                  <a:pt x="437585" y="83532"/>
                  <a:pt x="439708" y="82720"/>
                  <a:pt x="442215" y="82720"/>
                </a:cubicBezTo>
                <a:cubicBezTo>
                  <a:pt x="445279" y="82720"/>
                  <a:pt x="448006" y="84057"/>
                  <a:pt x="450397" y="86732"/>
                </a:cubicBezTo>
                <a:cubicBezTo>
                  <a:pt x="452787" y="89406"/>
                  <a:pt x="453982" y="92951"/>
                  <a:pt x="453982" y="97368"/>
                </a:cubicBezTo>
                <a:cubicBezTo>
                  <a:pt x="453982" y="102160"/>
                  <a:pt x="452323" y="106613"/>
                  <a:pt x="449004" y="110728"/>
                </a:cubicBezTo>
                <a:cubicBezTo>
                  <a:pt x="445685" y="114844"/>
                  <a:pt x="440428" y="118087"/>
                  <a:pt x="433233" y="120459"/>
                </a:cubicBezTo>
                <a:close/>
                <a:moveTo>
                  <a:pt x="469231" y="98735"/>
                </a:moveTo>
                <a:lnTo>
                  <a:pt x="475706" y="67053"/>
                </a:lnTo>
                <a:lnTo>
                  <a:pt x="463800" y="67053"/>
                </a:lnTo>
                <a:lnTo>
                  <a:pt x="463800" y="61274"/>
                </a:lnTo>
                <a:lnTo>
                  <a:pt x="476821" y="61274"/>
                </a:lnTo>
                <a:lnTo>
                  <a:pt x="481625" y="37461"/>
                </a:lnTo>
                <a:lnTo>
                  <a:pt x="463800" y="37461"/>
                </a:lnTo>
                <a:lnTo>
                  <a:pt x="463800" y="31890"/>
                </a:lnTo>
                <a:lnTo>
                  <a:pt x="482948" y="31890"/>
                </a:lnTo>
                <a:lnTo>
                  <a:pt x="489284" y="139"/>
                </a:lnTo>
                <a:lnTo>
                  <a:pt x="495063" y="139"/>
                </a:lnTo>
                <a:lnTo>
                  <a:pt x="488727" y="31890"/>
                </a:lnTo>
                <a:lnTo>
                  <a:pt x="512192" y="31890"/>
                </a:lnTo>
                <a:lnTo>
                  <a:pt x="518946" y="139"/>
                </a:lnTo>
                <a:lnTo>
                  <a:pt x="524726" y="139"/>
                </a:lnTo>
                <a:lnTo>
                  <a:pt x="518111" y="31890"/>
                </a:lnTo>
                <a:lnTo>
                  <a:pt x="529948" y="31890"/>
                </a:lnTo>
                <a:lnTo>
                  <a:pt x="529948" y="37461"/>
                </a:lnTo>
                <a:lnTo>
                  <a:pt x="517066" y="37461"/>
                </a:lnTo>
                <a:lnTo>
                  <a:pt x="512192" y="61274"/>
                </a:lnTo>
                <a:lnTo>
                  <a:pt x="529948" y="61274"/>
                </a:lnTo>
                <a:lnTo>
                  <a:pt x="529948" y="67053"/>
                </a:lnTo>
                <a:lnTo>
                  <a:pt x="511009" y="67053"/>
                </a:lnTo>
                <a:lnTo>
                  <a:pt x="504533" y="98735"/>
                </a:lnTo>
                <a:lnTo>
                  <a:pt x="498893" y="98735"/>
                </a:lnTo>
                <a:lnTo>
                  <a:pt x="505229" y="67053"/>
                </a:lnTo>
                <a:lnTo>
                  <a:pt x="481625" y="67053"/>
                </a:lnTo>
                <a:lnTo>
                  <a:pt x="475010" y="98735"/>
                </a:lnTo>
                <a:lnTo>
                  <a:pt x="469231" y="98735"/>
                </a:lnTo>
                <a:moveTo>
                  <a:pt x="482669" y="61274"/>
                </a:moveTo>
                <a:lnTo>
                  <a:pt x="506274" y="61274"/>
                </a:lnTo>
                <a:lnTo>
                  <a:pt x="511287" y="37461"/>
                </a:lnTo>
                <a:lnTo>
                  <a:pt x="487543" y="37461"/>
                </a:lnTo>
                <a:lnTo>
                  <a:pt x="482669" y="61274"/>
                </a:lnTo>
                <a:close/>
                <a:moveTo>
                  <a:pt x="537678" y="49994"/>
                </a:moveTo>
                <a:cubicBezTo>
                  <a:pt x="537678" y="39225"/>
                  <a:pt x="539302" y="29952"/>
                  <a:pt x="542552" y="22177"/>
                </a:cubicBezTo>
                <a:cubicBezTo>
                  <a:pt x="545801" y="14402"/>
                  <a:pt x="550118" y="8611"/>
                  <a:pt x="555503" y="4804"/>
                </a:cubicBezTo>
                <a:cubicBezTo>
                  <a:pt x="559680" y="1787"/>
                  <a:pt x="563998" y="279"/>
                  <a:pt x="568454" y="279"/>
                </a:cubicBezTo>
                <a:cubicBezTo>
                  <a:pt x="575695" y="279"/>
                  <a:pt x="582194" y="3969"/>
                  <a:pt x="587950" y="11350"/>
                </a:cubicBezTo>
                <a:cubicBezTo>
                  <a:pt x="595145" y="20494"/>
                  <a:pt x="598743" y="32888"/>
                  <a:pt x="598743" y="48532"/>
                </a:cubicBezTo>
                <a:cubicBezTo>
                  <a:pt x="598743" y="59487"/>
                  <a:pt x="597164" y="68794"/>
                  <a:pt x="594008" y="76453"/>
                </a:cubicBezTo>
                <a:cubicBezTo>
                  <a:pt x="590851" y="84112"/>
                  <a:pt x="586824" y="89671"/>
                  <a:pt x="581927" y="93130"/>
                </a:cubicBezTo>
                <a:cubicBezTo>
                  <a:pt x="577030" y="96588"/>
                  <a:pt x="572307" y="98317"/>
                  <a:pt x="567758" y="98317"/>
                </a:cubicBezTo>
                <a:cubicBezTo>
                  <a:pt x="558752" y="98317"/>
                  <a:pt x="551255" y="93002"/>
                  <a:pt x="545267" y="82372"/>
                </a:cubicBezTo>
                <a:cubicBezTo>
                  <a:pt x="540207" y="73413"/>
                  <a:pt x="537678" y="62620"/>
                  <a:pt x="537678" y="49994"/>
                </a:cubicBezTo>
                <a:moveTo>
                  <a:pt x="551325" y="51772"/>
                </a:moveTo>
                <a:cubicBezTo>
                  <a:pt x="551325" y="64779"/>
                  <a:pt x="552926" y="75394"/>
                  <a:pt x="556129" y="83616"/>
                </a:cubicBezTo>
                <a:cubicBezTo>
                  <a:pt x="558775" y="90539"/>
                  <a:pt x="562721" y="94000"/>
                  <a:pt x="567966" y="94000"/>
                </a:cubicBezTo>
                <a:cubicBezTo>
                  <a:pt x="570473" y="94000"/>
                  <a:pt x="573073" y="92873"/>
                  <a:pt x="575765" y="90621"/>
                </a:cubicBezTo>
                <a:cubicBezTo>
                  <a:pt x="578457" y="88368"/>
                  <a:pt x="580500" y="84593"/>
                  <a:pt x="581892" y="79297"/>
                </a:cubicBezTo>
                <a:cubicBezTo>
                  <a:pt x="584028" y="71306"/>
                  <a:pt x="585095" y="60040"/>
                  <a:pt x="585095" y="45501"/>
                </a:cubicBezTo>
                <a:cubicBezTo>
                  <a:pt x="585095" y="34723"/>
                  <a:pt x="583981" y="25733"/>
                  <a:pt x="581753" y="18532"/>
                </a:cubicBezTo>
                <a:cubicBezTo>
                  <a:pt x="580082" y="13190"/>
                  <a:pt x="577923" y="9404"/>
                  <a:pt x="575278" y="7174"/>
                </a:cubicBezTo>
                <a:cubicBezTo>
                  <a:pt x="573374" y="5641"/>
                  <a:pt x="571077" y="4874"/>
                  <a:pt x="568384" y="4874"/>
                </a:cubicBezTo>
                <a:cubicBezTo>
                  <a:pt x="565228" y="4874"/>
                  <a:pt x="562419" y="6291"/>
                  <a:pt x="559959" y="9126"/>
                </a:cubicBezTo>
                <a:cubicBezTo>
                  <a:pt x="556617" y="12982"/>
                  <a:pt x="554342" y="19044"/>
                  <a:pt x="553135" y="27314"/>
                </a:cubicBezTo>
                <a:cubicBezTo>
                  <a:pt x="551928" y="35583"/>
                  <a:pt x="551325" y="43735"/>
                  <a:pt x="551325" y="51772"/>
                </a:cubicBezTo>
                <a:close/>
                <a:moveTo>
                  <a:pt x="605706" y="32865"/>
                </a:moveTo>
                <a:lnTo>
                  <a:pt x="635716" y="32865"/>
                </a:lnTo>
                <a:lnTo>
                  <a:pt x="635716" y="35441"/>
                </a:lnTo>
                <a:cubicBezTo>
                  <a:pt x="633813" y="35441"/>
                  <a:pt x="632478" y="35766"/>
                  <a:pt x="631712" y="36416"/>
                </a:cubicBezTo>
                <a:cubicBezTo>
                  <a:pt x="630946" y="37066"/>
                  <a:pt x="630563" y="37925"/>
                  <a:pt x="630563" y="38993"/>
                </a:cubicBezTo>
                <a:cubicBezTo>
                  <a:pt x="630563" y="40107"/>
                  <a:pt x="631376" y="41824"/>
                  <a:pt x="633000" y="44145"/>
                </a:cubicBezTo>
                <a:cubicBezTo>
                  <a:pt x="633511" y="44888"/>
                  <a:pt x="634277" y="46048"/>
                  <a:pt x="635298" y="47627"/>
                </a:cubicBezTo>
                <a:lnTo>
                  <a:pt x="639824" y="54868"/>
                </a:lnTo>
                <a:lnTo>
                  <a:pt x="645046" y="47627"/>
                </a:lnTo>
                <a:cubicBezTo>
                  <a:pt x="648388" y="43031"/>
                  <a:pt x="650060" y="40130"/>
                  <a:pt x="650060" y="38923"/>
                </a:cubicBezTo>
                <a:cubicBezTo>
                  <a:pt x="650060" y="37948"/>
                  <a:pt x="649665" y="37124"/>
                  <a:pt x="648876" y="36451"/>
                </a:cubicBezTo>
                <a:cubicBezTo>
                  <a:pt x="648087" y="35778"/>
                  <a:pt x="646810" y="35441"/>
                  <a:pt x="645046" y="35441"/>
                </a:cubicBezTo>
                <a:lnTo>
                  <a:pt x="645046" y="32865"/>
                </a:lnTo>
                <a:lnTo>
                  <a:pt x="666631" y="32865"/>
                </a:lnTo>
                <a:lnTo>
                  <a:pt x="666631" y="35441"/>
                </a:lnTo>
                <a:cubicBezTo>
                  <a:pt x="664357" y="35581"/>
                  <a:pt x="662384" y="36207"/>
                  <a:pt x="660713" y="37321"/>
                </a:cubicBezTo>
                <a:cubicBezTo>
                  <a:pt x="658438" y="38900"/>
                  <a:pt x="655328" y="42335"/>
                  <a:pt x="651383" y="47627"/>
                </a:cubicBezTo>
                <a:lnTo>
                  <a:pt x="642679" y="59255"/>
                </a:lnTo>
                <a:lnTo>
                  <a:pt x="658554" y="82048"/>
                </a:lnTo>
                <a:cubicBezTo>
                  <a:pt x="662454" y="87653"/>
                  <a:pt x="665239" y="91023"/>
                  <a:pt x="666910" y="92159"/>
                </a:cubicBezTo>
                <a:cubicBezTo>
                  <a:pt x="668581" y="93293"/>
                  <a:pt x="670740" y="93930"/>
                  <a:pt x="673386" y="94070"/>
                </a:cubicBezTo>
                <a:lnTo>
                  <a:pt x="673386" y="96646"/>
                </a:lnTo>
                <a:lnTo>
                  <a:pt x="643306" y="96646"/>
                </a:lnTo>
                <a:lnTo>
                  <a:pt x="643306" y="94070"/>
                </a:lnTo>
                <a:cubicBezTo>
                  <a:pt x="645394" y="94070"/>
                  <a:pt x="647019" y="93607"/>
                  <a:pt x="648180" y="92681"/>
                </a:cubicBezTo>
                <a:cubicBezTo>
                  <a:pt x="649062" y="92033"/>
                  <a:pt x="649503" y="91176"/>
                  <a:pt x="649503" y="90111"/>
                </a:cubicBezTo>
                <a:cubicBezTo>
                  <a:pt x="649503" y="89047"/>
                  <a:pt x="648017" y="86362"/>
                  <a:pt x="645046" y="82056"/>
                </a:cubicBezTo>
                <a:lnTo>
                  <a:pt x="635716" y="68446"/>
                </a:lnTo>
                <a:lnTo>
                  <a:pt x="625480" y="82056"/>
                </a:lnTo>
                <a:cubicBezTo>
                  <a:pt x="622324" y="86269"/>
                  <a:pt x="620746" y="88769"/>
                  <a:pt x="620746" y="89557"/>
                </a:cubicBezTo>
                <a:cubicBezTo>
                  <a:pt x="620746" y="90668"/>
                  <a:pt x="621268" y="91675"/>
                  <a:pt x="622312" y="92577"/>
                </a:cubicBezTo>
                <a:cubicBezTo>
                  <a:pt x="623357" y="93479"/>
                  <a:pt x="624923" y="93977"/>
                  <a:pt x="627012" y="94070"/>
                </a:cubicBezTo>
                <a:lnTo>
                  <a:pt x="627012" y="96646"/>
                </a:lnTo>
                <a:lnTo>
                  <a:pt x="606193" y="96646"/>
                </a:lnTo>
                <a:lnTo>
                  <a:pt x="606193" y="94070"/>
                </a:lnTo>
                <a:cubicBezTo>
                  <a:pt x="607864" y="93837"/>
                  <a:pt x="609326" y="93259"/>
                  <a:pt x="610580" y="92333"/>
                </a:cubicBezTo>
                <a:cubicBezTo>
                  <a:pt x="612344" y="90990"/>
                  <a:pt x="615314" y="87563"/>
                  <a:pt x="619492" y="82052"/>
                </a:cubicBezTo>
                <a:lnTo>
                  <a:pt x="632861" y="64338"/>
                </a:lnTo>
                <a:lnTo>
                  <a:pt x="620746" y="46791"/>
                </a:lnTo>
                <a:cubicBezTo>
                  <a:pt x="617311" y="41778"/>
                  <a:pt x="614653" y="38633"/>
                  <a:pt x="612773" y="37356"/>
                </a:cubicBezTo>
                <a:cubicBezTo>
                  <a:pt x="610893" y="36080"/>
                  <a:pt x="608537" y="35441"/>
                  <a:pt x="605706" y="35441"/>
                </a:cubicBezTo>
                <a:lnTo>
                  <a:pt x="605706" y="32865"/>
                </a:lnTo>
                <a:close/>
                <a:moveTo>
                  <a:pt x="741483" y="61831"/>
                </a:moveTo>
                <a:lnTo>
                  <a:pt x="741483" y="71718"/>
                </a:lnTo>
                <a:lnTo>
                  <a:pt x="728810" y="71718"/>
                </a:lnTo>
                <a:lnTo>
                  <a:pt x="728810" y="96646"/>
                </a:lnTo>
                <a:lnTo>
                  <a:pt x="717321" y="96646"/>
                </a:lnTo>
                <a:lnTo>
                  <a:pt x="717321" y="71718"/>
                </a:lnTo>
                <a:lnTo>
                  <a:pt x="677354" y="71718"/>
                </a:lnTo>
                <a:lnTo>
                  <a:pt x="677354" y="62806"/>
                </a:lnTo>
                <a:lnTo>
                  <a:pt x="721151" y="279"/>
                </a:lnTo>
                <a:lnTo>
                  <a:pt x="728810" y="279"/>
                </a:lnTo>
                <a:lnTo>
                  <a:pt x="728810" y="61831"/>
                </a:lnTo>
                <a:lnTo>
                  <a:pt x="741483" y="61831"/>
                </a:lnTo>
                <a:moveTo>
                  <a:pt x="717321" y="61831"/>
                </a:moveTo>
                <a:lnTo>
                  <a:pt x="717321" y="14970"/>
                </a:lnTo>
                <a:lnTo>
                  <a:pt x="684178" y="61831"/>
                </a:lnTo>
                <a:lnTo>
                  <a:pt x="717321" y="61831"/>
                </a:lnTo>
                <a:close/>
                <a:moveTo>
                  <a:pt x="773791" y="49089"/>
                </a:moveTo>
                <a:cubicBezTo>
                  <a:pt x="766317" y="42961"/>
                  <a:pt x="761501" y="38041"/>
                  <a:pt x="759343" y="34327"/>
                </a:cubicBezTo>
                <a:cubicBezTo>
                  <a:pt x="757184" y="30614"/>
                  <a:pt x="756105" y="26761"/>
                  <a:pt x="756105" y="22769"/>
                </a:cubicBezTo>
                <a:cubicBezTo>
                  <a:pt x="756105" y="16641"/>
                  <a:pt x="758472" y="11361"/>
                  <a:pt x="763207" y="6928"/>
                </a:cubicBezTo>
                <a:cubicBezTo>
                  <a:pt x="767942" y="2495"/>
                  <a:pt x="774232" y="279"/>
                  <a:pt x="782077" y="279"/>
                </a:cubicBezTo>
                <a:cubicBezTo>
                  <a:pt x="789690" y="279"/>
                  <a:pt x="795817" y="2344"/>
                  <a:pt x="800459" y="6476"/>
                </a:cubicBezTo>
                <a:cubicBezTo>
                  <a:pt x="805101" y="10607"/>
                  <a:pt x="807422" y="15319"/>
                  <a:pt x="807422" y="20610"/>
                </a:cubicBezTo>
                <a:cubicBezTo>
                  <a:pt x="807422" y="24138"/>
                  <a:pt x="806169" y="27736"/>
                  <a:pt x="803662" y="31403"/>
                </a:cubicBezTo>
                <a:cubicBezTo>
                  <a:pt x="801155" y="35070"/>
                  <a:pt x="795933" y="39387"/>
                  <a:pt x="787995" y="44354"/>
                </a:cubicBezTo>
                <a:cubicBezTo>
                  <a:pt x="796165" y="50667"/>
                  <a:pt x="801573" y="55634"/>
                  <a:pt x="804219" y="59255"/>
                </a:cubicBezTo>
                <a:cubicBezTo>
                  <a:pt x="807747" y="63990"/>
                  <a:pt x="809511" y="68980"/>
                  <a:pt x="809511" y="74225"/>
                </a:cubicBezTo>
                <a:cubicBezTo>
                  <a:pt x="809511" y="80863"/>
                  <a:pt x="806981" y="86538"/>
                  <a:pt x="801921" y="91250"/>
                </a:cubicBezTo>
                <a:cubicBezTo>
                  <a:pt x="796862" y="95961"/>
                  <a:pt x="790224" y="98317"/>
                  <a:pt x="782007" y="98317"/>
                </a:cubicBezTo>
                <a:cubicBezTo>
                  <a:pt x="773048" y="98317"/>
                  <a:pt x="766062" y="95509"/>
                  <a:pt x="761049" y="89892"/>
                </a:cubicBezTo>
                <a:cubicBezTo>
                  <a:pt x="757057" y="85389"/>
                  <a:pt x="755061" y="80469"/>
                  <a:pt x="755061" y="75130"/>
                </a:cubicBezTo>
                <a:cubicBezTo>
                  <a:pt x="755061" y="70952"/>
                  <a:pt x="756465" y="66810"/>
                  <a:pt x="759273" y="62701"/>
                </a:cubicBezTo>
                <a:cubicBezTo>
                  <a:pt x="762082" y="58593"/>
                  <a:pt x="766921" y="54056"/>
                  <a:pt x="773791" y="49089"/>
                </a:cubicBezTo>
                <a:moveTo>
                  <a:pt x="784723" y="41638"/>
                </a:moveTo>
                <a:cubicBezTo>
                  <a:pt x="790293" y="36625"/>
                  <a:pt x="793821" y="32668"/>
                  <a:pt x="795306" y="29767"/>
                </a:cubicBezTo>
                <a:cubicBezTo>
                  <a:pt x="796792" y="26865"/>
                  <a:pt x="797535" y="23581"/>
                  <a:pt x="797535" y="19914"/>
                </a:cubicBezTo>
                <a:cubicBezTo>
                  <a:pt x="797535" y="15040"/>
                  <a:pt x="796165" y="11222"/>
                  <a:pt x="793426" y="8460"/>
                </a:cubicBezTo>
                <a:cubicBezTo>
                  <a:pt x="790688" y="5698"/>
                  <a:pt x="786951" y="4317"/>
                  <a:pt x="782216" y="4317"/>
                </a:cubicBezTo>
                <a:cubicBezTo>
                  <a:pt x="777481" y="4317"/>
                  <a:pt x="773628" y="5686"/>
                  <a:pt x="770658" y="8425"/>
                </a:cubicBezTo>
                <a:cubicBezTo>
                  <a:pt x="767687" y="11164"/>
                  <a:pt x="766201" y="14367"/>
                  <a:pt x="766201" y="18034"/>
                </a:cubicBezTo>
                <a:cubicBezTo>
                  <a:pt x="766201" y="20448"/>
                  <a:pt x="766816" y="22862"/>
                  <a:pt x="768047" y="25276"/>
                </a:cubicBezTo>
                <a:cubicBezTo>
                  <a:pt x="769277" y="27689"/>
                  <a:pt x="771029" y="29987"/>
                  <a:pt x="773304" y="32169"/>
                </a:cubicBezTo>
                <a:lnTo>
                  <a:pt x="784723" y="41638"/>
                </a:lnTo>
                <a:moveTo>
                  <a:pt x="777064" y="51735"/>
                </a:moveTo>
                <a:cubicBezTo>
                  <a:pt x="773211" y="54984"/>
                  <a:pt x="770356" y="58524"/>
                  <a:pt x="768499" y="62353"/>
                </a:cubicBezTo>
                <a:cubicBezTo>
                  <a:pt x="766642" y="66183"/>
                  <a:pt x="765714" y="70326"/>
                  <a:pt x="765714" y="74782"/>
                </a:cubicBezTo>
                <a:cubicBezTo>
                  <a:pt x="765714" y="80770"/>
                  <a:pt x="767350" y="85563"/>
                  <a:pt x="770623" y="89161"/>
                </a:cubicBezTo>
                <a:cubicBezTo>
                  <a:pt x="773895" y="92758"/>
                  <a:pt x="778062" y="94557"/>
                  <a:pt x="783121" y="94557"/>
                </a:cubicBezTo>
                <a:cubicBezTo>
                  <a:pt x="788135" y="94557"/>
                  <a:pt x="792150" y="93141"/>
                  <a:pt x="795167" y="90310"/>
                </a:cubicBezTo>
                <a:cubicBezTo>
                  <a:pt x="798185" y="87478"/>
                  <a:pt x="799693" y="84043"/>
                  <a:pt x="799693" y="80004"/>
                </a:cubicBezTo>
                <a:cubicBezTo>
                  <a:pt x="799693" y="76662"/>
                  <a:pt x="798811" y="73668"/>
                  <a:pt x="797047" y="71022"/>
                </a:cubicBezTo>
                <a:cubicBezTo>
                  <a:pt x="793751" y="66102"/>
                  <a:pt x="787090" y="59673"/>
                  <a:pt x="777064" y="51735"/>
                </a:cubicBezTo>
                <a:close/>
                <a:moveTo>
                  <a:pt x="854979" y="86898"/>
                </a:moveTo>
                <a:lnTo>
                  <a:pt x="854979" y="52153"/>
                </a:lnTo>
                <a:lnTo>
                  <a:pt x="820303" y="52153"/>
                </a:lnTo>
                <a:lnTo>
                  <a:pt x="820303" y="46373"/>
                </a:lnTo>
                <a:lnTo>
                  <a:pt x="854979" y="46373"/>
                </a:lnTo>
                <a:lnTo>
                  <a:pt x="854979" y="11767"/>
                </a:lnTo>
                <a:lnTo>
                  <a:pt x="860549" y="11767"/>
                </a:lnTo>
                <a:lnTo>
                  <a:pt x="860549" y="46373"/>
                </a:lnTo>
                <a:lnTo>
                  <a:pt x="895364" y="46373"/>
                </a:lnTo>
                <a:lnTo>
                  <a:pt x="895364" y="52153"/>
                </a:lnTo>
                <a:lnTo>
                  <a:pt x="860549" y="52153"/>
                </a:lnTo>
                <a:lnTo>
                  <a:pt x="860549" y="86898"/>
                </a:lnTo>
                <a:lnTo>
                  <a:pt x="854979" y="86898"/>
                </a:lnTo>
                <a:close/>
                <a:moveTo>
                  <a:pt x="899338" y="32865"/>
                </a:moveTo>
                <a:lnTo>
                  <a:pt x="929348" y="32865"/>
                </a:lnTo>
                <a:lnTo>
                  <a:pt x="929348" y="35441"/>
                </a:lnTo>
                <a:lnTo>
                  <a:pt x="927398" y="35441"/>
                </a:lnTo>
                <a:cubicBezTo>
                  <a:pt x="925588" y="35441"/>
                  <a:pt x="924207" y="35882"/>
                  <a:pt x="923255" y="36764"/>
                </a:cubicBezTo>
                <a:cubicBezTo>
                  <a:pt x="922304" y="37646"/>
                  <a:pt x="921828" y="38830"/>
                  <a:pt x="921828" y="40316"/>
                </a:cubicBezTo>
                <a:cubicBezTo>
                  <a:pt x="921828" y="41940"/>
                  <a:pt x="922315" y="43867"/>
                  <a:pt x="923290" y="46095"/>
                </a:cubicBezTo>
                <a:lnTo>
                  <a:pt x="938121" y="81327"/>
                </a:lnTo>
                <a:lnTo>
                  <a:pt x="953022" y="44772"/>
                </a:lnTo>
                <a:cubicBezTo>
                  <a:pt x="954090" y="42172"/>
                  <a:pt x="954623" y="40199"/>
                  <a:pt x="954623" y="38853"/>
                </a:cubicBezTo>
                <a:cubicBezTo>
                  <a:pt x="954623" y="38203"/>
                  <a:pt x="954438" y="37670"/>
                  <a:pt x="954066" y="37252"/>
                </a:cubicBezTo>
                <a:cubicBezTo>
                  <a:pt x="953556" y="36556"/>
                  <a:pt x="952906" y="36080"/>
                  <a:pt x="952117" y="35824"/>
                </a:cubicBezTo>
                <a:cubicBezTo>
                  <a:pt x="951328" y="35569"/>
                  <a:pt x="949726" y="35441"/>
                  <a:pt x="947312" y="35441"/>
                </a:cubicBezTo>
                <a:lnTo>
                  <a:pt x="947312" y="32865"/>
                </a:lnTo>
                <a:lnTo>
                  <a:pt x="968131" y="32865"/>
                </a:lnTo>
                <a:lnTo>
                  <a:pt x="968131" y="35441"/>
                </a:lnTo>
                <a:cubicBezTo>
                  <a:pt x="965718" y="35627"/>
                  <a:pt x="964047" y="36115"/>
                  <a:pt x="963118" y="36904"/>
                </a:cubicBezTo>
                <a:cubicBezTo>
                  <a:pt x="961493" y="38296"/>
                  <a:pt x="960031" y="40617"/>
                  <a:pt x="958732" y="43867"/>
                </a:cubicBezTo>
                <a:lnTo>
                  <a:pt x="936102" y="98595"/>
                </a:lnTo>
                <a:lnTo>
                  <a:pt x="933247" y="98595"/>
                </a:lnTo>
                <a:lnTo>
                  <a:pt x="910478" y="44772"/>
                </a:lnTo>
                <a:cubicBezTo>
                  <a:pt x="909457" y="42265"/>
                  <a:pt x="908482" y="40466"/>
                  <a:pt x="907554" y="39376"/>
                </a:cubicBezTo>
                <a:cubicBezTo>
                  <a:pt x="906625" y="38285"/>
                  <a:pt x="905442" y="37368"/>
                  <a:pt x="904003" y="36625"/>
                </a:cubicBezTo>
                <a:cubicBezTo>
                  <a:pt x="903214" y="36207"/>
                  <a:pt x="901658" y="35813"/>
                  <a:pt x="899338" y="35441"/>
                </a:cubicBezTo>
                <a:lnTo>
                  <a:pt x="899338" y="32865"/>
                </a:lnTo>
                <a:close/>
                <a:moveTo>
                  <a:pt x="1010049" y="87455"/>
                </a:moveTo>
                <a:cubicBezTo>
                  <a:pt x="1003504" y="92514"/>
                  <a:pt x="999396" y="95439"/>
                  <a:pt x="997725" y="96228"/>
                </a:cubicBezTo>
                <a:cubicBezTo>
                  <a:pt x="995218" y="97435"/>
                  <a:pt x="992549" y="98038"/>
                  <a:pt x="989717" y="98038"/>
                </a:cubicBezTo>
                <a:cubicBezTo>
                  <a:pt x="985307" y="98038"/>
                  <a:pt x="981675" y="96530"/>
                  <a:pt x="978820" y="93512"/>
                </a:cubicBezTo>
                <a:cubicBezTo>
                  <a:pt x="975965" y="90495"/>
                  <a:pt x="974538" y="86526"/>
                  <a:pt x="974538" y="81606"/>
                </a:cubicBezTo>
                <a:cubicBezTo>
                  <a:pt x="974538" y="78496"/>
                  <a:pt x="975234" y="75803"/>
                  <a:pt x="976627" y="73529"/>
                </a:cubicBezTo>
                <a:cubicBezTo>
                  <a:pt x="978530" y="70372"/>
                  <a:pt x="981837" y="67401"/>
                  <a:pt x="986549" y="64616"/>
                </a:cubicBezTo>
                <a:cubicBezTo>
                  <a:pt x="991261" y="61831"/>
                  <a:pt x="999094" y="58442"/>
                  <a:pt x="1010049" y="54450"/>
                </a:cubicBezTo>
                <a:lnTo>
                  <a:pt x="1010049" y="51944"/>
                </a:lnTo>
                <a:cubicBezTo>
                  <a:pt x="1010049" y="45584"/>
                  <a:pt x="1009039" y="41221"/>
                  <a:pt x="1007020" y="38853"/>
                </a:cubicBezTo>
                <a:cubicBezTo>
                  <a:pt x="1005001" y="36486"/>
                  <a:pt x="1002065" y="35302"/>
                  <a:pt x="998212" y="35302"/>
                </a:cubicBezTo>
                <a:cubicBezTo>
                  <a:pt x="995288" y="35302"/>
                  <a:pt x="992967" y="36088"/>
                  <a:pt x="991249" y="37661"/>
                </a:cubicBezTo>
                <a:cubicBezTo>
                  <a:pt x="989485" y="39233"/>
                  <a:pt x="988603" y="41037"/>
                  <a:pt x="988603" y="43072"/>
                </a:cubicBezTo>
                <a:lnTo>
                  <a:pt x="988742" y="47096"/>
                </a:lnTo>
                <a:cubicBezTo>
                  <a:pt x="988742" y="49222"/>
                  <a:pt x="988197" y="50864"/>
                  <a:pt x="987106" y="52020"/>
                </a:cubicBezTo>
                <a:cubicBezTo>
                  <a:pt x="986015" y="53176"/>
                  <a:pt x="984588" y="53754"/>
                  <a:pt x="982824" y="53754"/>
                </a:cubicBezTo>
                <a:cubicBezTo>
                  <a:pt x="981106" y="53754"/>
                  <a:pt x="979702" y="53153"/>
                  <a:pt x="978611" y="51950"/>
                </a:cubicBezTo>
                <a:cubicBezTo>
                  <a:pt x="977520" y="50746"/>
                  <a:pt x="976975" y="49103"/>
                  <a:pt x="976975" y="47020"/>
                </a:cubicBezTo>
                <a:cubicBezTo>
                  <a:pt x="976975" y="43040"/>
                  <a:pt x="979017" y="39385"/>
                  <a:pt x="983102" y="36053"/>
                </a:cubicBezTo>
                <a:cubicBezTo>
                  <a:pt x="987187" y="32721"/>
                  <a:pt x="992920" y="31055"/>
                  <a:pt x="1000301" y="31055"/>
                </a:cubicBezTo>
                <a:cubicBezTo>
                  <a:pt x="1005964" y="31055"/>
                  <a:pt x="1010606" y="32005"/>
                  <a:pt x="1014227" y="33905"/>
                </a:cubicBezTo>
                <a:cubicBezTo>
                  <a:pt x="1016966" y="35343"/>
                  <a:pt x="1018985" y="37592"/>
                  <a:pt x="1020285" y="40653"/>
                </a:cubicBezTo>
                <a:cubicBezTo>
                  <a:pt x="1021120" y="42646"/>
                  <a:pt x="1021538" y="46726"/>
                  <a:pt x="1021538" y="52892"/>
                </a:cubicBezTo>
                <a:lnTo>
                  <a:pt x="1021538" y="74521"/>
                </a:lnTo>
                <a:cubicBezTo>
                  <a:pt x="1021538" y="80595"/>
                  <a:pt x="1021654" y="84316"/>
                  <a:pt x="1021886" y="85683"/>
                </a:cubicBezTo>
                <a:cubicBezTo>
                  <a:pt x="1022118" y="87051"/>
                  <a:pt x="1022501" y="87967"/>
                  <a:pt x="1023035" y="88432"/>
                </a:cubicBezTo>
                <a:cubicBezTo>
                  <a:pt x="1023569" y="88894"/>
                  <a:pt x="1024184" y="89126"/>
                  <a:pt x="1024880" y="89126"/>
                </a:cubicBezTo>
                <a:cubicBezTo>
                  <a:pt x="1025623" y="89126"/>
                  <a:pt x="1026273" y="88963"/>
                  <a:pt x="1026830" y="88638"/>
                </a:cubicBezTo>
                <a:cubicBezTo>
                  <a:pt x="1027805" y="88035"/>
                  <a:pt x="1029685" y="86341"/>
                  <a:pt x="1032470" y="83555"/>
                </a:cubicBezTo>
                <a:lnTo>
                  <a:pt x="1032470" y="87455"/>
                </a:lnTo>
                <a:cubicBezTo>
                  <a:pt x="1027271" y="94418"/>
                  <a:pt x="1022304" y="97899"/>
                  <a:pt x="1017569" y="97899"/>
                </a:cubicBezTo>
                <a:cubicBezTo>
                  <a:pt x="1015294" y="97899"/>
                  <a:pt x="1013484" y="97110"/>
                  <a:pt x="1012138" y="95532"/>
                </a:cubicBezTo>
                <a:cubicBezTo>
                  <a:pt x="1010792" y="93953"/>
                  <a:pt x="1010095" y="91261"/>
                  <a:pt x="1010049" y="87455"/>
                </a:cubicBezTo>
                <a:moveTo>
                  <a:pt x="1010049" y="82890"/>
                </a:moveTo>
                <a:lnTo>
                  <a:pt x="1010049" y="58698"/>
                </a:lnTo>
                <a:cubicBezTo>
                  <a:pt x="1003040" y="61470"/>
                  <a:pt x="998514" y="63434"/>
                  <a:pt x="996471" y="64590"/>
                </a:cubicBezTo>
                <a:cubicBezTo>
                  <a:pt x="992804" y="66624"/>
                  <a:pt x="990181" y="68750"/>
                  <a:pt x="988603" y="70968"/>
                </a:cubicBezTo>
                <a:cubicBezTo>
                  <a:pt x="987025" y="73186"/>
                  <a:pt x="986236" y="75612"/>
                  <a:pt x="986236" y="78246"/>
                </a:cubicBezTo>
                <a:cubicBezTo>
                  <a:pt x="986236" y="81574"/>
                  <a:pt x="987234" y="84335"/>
                  <a:pt x="989230" y="86530"/>
                </a:cubicBezTo>
                <a:cubicBezTo>
                  <a:pt x="991226" y="88725"/>
                  <a:pt x="993524" y="89822"/>
                  <a:pt x="996123" y="89822"/>
                </a:cubicBezTo>
                <a:cubicBezTo>
                  <a:pt x="999651" y="89822"/>
                  <a:pt x="1004293" y="87511"/>
                  <a:pt x="1010049" y="82890"/>
                </a:cubicBezTo>
                <a:close/>
                <a:moveTo>
                  <a:pt x="1055887" y="31055"/>
                </a:moveTo>
                <a:lnTo>
                  <a:pt x="1055887" y="45398"/>
                </a:lnTo>
                <a:cubicBezTo>
                  <a:pt x="1061226" y="35836"/>
                  <a:pt x="1066703" y="31055"/>
                  <a:pt x="1072320" y="31055"/>
                </a:cubicBezTo>
                <a:cubicBezTo>
                  <a:pt x="1074873" y="31055"/>
                  <a:pt x="1076985" y="31832"/>
                  <a:pt x="1078656" y="33387"/>
                </a:cubicBezTo>
                <a:cubicBezTo>
                  <a:pt x="1080327" y="34942"/>
                  <a:pt x="1081163" y="36741"/>
                  <a:pt x="1081163" y="38784"/>
                </a:cubicBezTo>
                <a:cubicBezTo>
                  <a:pt x="1081163" y="40594"/>
                  <a:pt x="1080559" y="42126"/>
                  <a:pt x="1079353" y="43379"/>
                </a:cubicBezTo>
                <a:cubicBezTo>
                  <a:pt x="1078146" y="44633"/>
                  <a:pt x="1076707" y="45259"/>
                  <a:pt x="1075035" y="45259"/>
                </a:cubicBezTo>
                <a:cubicBezTo>
                  <a:pt x="1073411" y="45259"/>
                  <a:pt x="1071589" y="44458"/>
                  <a:pt x="1069570" y="42857"/>
                </a:cubicBezTo>
                <a:cubicBezTo>
                  <a:pt x="1067550" y="41256"/>
                  <a:pt x="1066053" y="40455"/>
                  <a:pt x="1065078" y="40455"/>
                </a:cubicBezTo>
                <a:cubicBezTo>
                  <a:pt x="1064243" y="40455"/>
                  <a:pt x="1063338" y="40918"/>
                  <a:pt x="1062363" y="41843"/>
                </a:cubicBezTo>
                <a:cubicBezTo>
                  <a:pt x="1060274" y="43742"/>
                  <a:pt x="1058116" y="46867"/>
                  <a:pt x="1055887" y="51219"/>
                </a:cubicBezTo>
                <a:lnTo>
                  <a:pt x="1055887" y="81708"/>
                </a:lnTo>
                <a:cubicBezTo>
                  <a:pt x="1055887" y="85226"/>
                  <a:pt x="1056328" y="87888"/>
                  <a:pt x="1057210" y="89694"/>
                </a:cubicBezTo>
                <a:cubicBezTo>
                  <a:pt x="1057814" y="90944"/>
                  <a:pt x="1058881" y="91986"/>
                  <a:pt x="1060413" y="92821"/>
                </a:cubicBezTo>
                <a:cubicBezTo>
                  <a:pt x="1061945" y="93653"/>
                  <a:pt x="1064150" y="94070"/>
                  <a:pt x="1067028" y="94070"/>
                </a:cubicBezTo>
                <a:lnTo>
                  <a:pt x="1067028" y="96646"/>
                </a:lnTo>
                <a:lnTo>
                  <a:pt x="1034372" y="96646"/>
                </a:lnTo>
                <a:lnTo>
                  <a:pt x="1034372" y="94070"/>
                </a:lnTo>
                <a:cubicBezTo>
                  <a:pt x="1037621" y="94070"/>
                  <a:pt x="1040035" y="93560"/>
                  <a:pt x="1041613" y="92542"/>
                </a:cubicBezTo>
                <a:cubicBezTo>
                  <a:pt x="1042774" y="91801"/>
                  <a:pt x="1043586" y="90619"/>
                  <a:pt x="1044050" y="88997"/>
                </a:cubicBezTo>
                <a:cubicBezTo>
                  <a:pt x="1044282" y="88210"/>
                  <a:pt x="1044398" y="85963"/>
                  <a:pt x="1044398" y="82259"/>
                </a:cubicBezTo>
                <a:lnTo>
                  <a:pt x="1044398" y="57595"/>
                </a:lnTo>
                <a:cubicBezTo>
                  <a:pt x="1044398" y="50183"/>
                  <a:pt x="1044248" y="45772"/>
                  <a:pt x="1043946" y="44361"/>
                </a:cubicBezTo>
                <a:cubicBezTo>
                  <a:pt x="1043644" y="42948"/>
                  <a:pt x="1043087" y="41917"/>
                  <a:pt x="1042275" y="41269"/>
                </a:cubicBezTo>
                <a:cubicBezTo>
                  <a:pt x="1041462" y="40620"/>
                  <a:pt x="1040453" y="40296"/>
                  <a:pt x="1039246" y="40296"/>
                </a:cubicBezTo>
                <a:cubicBezTo>
                  <a:pt x="1037807" y="40296"/>
                  <a:pt x="1036182" y="40643"/>
                  <a:pt x="1034372" y="41338"/>
                </a:cubicBezTo>
                <a:lnTo>
                  <a:pt x="1033676" y="38836"/>
                </a:lnTo>
                <a:lnTo>
                  <a:pt x="1052963" y="31055"/>
                </a:lnTo>
                <a:lnTo>
                  <a:pt x="1055887" y="31055"/>
                </a:lnTo>
                <a:close/>
                <a:moveTo>
                  <a:pt x="1152810" y="127422"/>
                </a:moveTo>
                <a:lnTo>
                  <a:pt x="1079073" y="127422"/>
                </a:lnTo>
                <a:lnTo>
                  <a:pt x="1079073" y="121643"/>
                </a:lnTo>
                <a:lnTo>
                  <a:pt x="1152810" y="121643"/>
                </a:lnTo>
                <a:lnTo>
                  <a:pt x="1152810" y="127422"/>
                </a:lnTo>
                <a:close/>
                <a:moveTo>
                  <a:pt x="1217914" y="61831"/>
                </a:moveTo>
                <a:lnTo>
                  <a:pt x="1217914" y="71718"/>
                </a:lnTo>
                <a:lnTo>
                  <a:pt x="1205241" y="71718"/>
                </a:lnTo>
                <a:lnTo>
                  <a:pt x="1205241" y="96646"/>
                </a:lnTo>
                <a:lnTo>
                  <a:pt x="1193752" y="96646"/>
                </a:lnTo>
                <a:lnTo>
                  <a:pt x="1193752" y="71718"/>
                </a:lnTo>
                <a:lnTo>
                  <a:pt x="1153785" y="71718"/>
                </a:lnTo>
                <a:lnTo>
                  <a:pt x="1153785" y="62806"/>
                </a:lnTo>
                <a:lnTo>
                  <a:pt x="1197582" y="279"/>
                </a:lnTo>
                <a:lnTo>
                  <a:pt x="1205241" y="279"/>
                </a:lnTo>
                <a:lnTo>
                  <a:pt x="1205241" y="61831"/>
                </a:lnTo>
                <a:lnTo>
                  <a:pt x="1217914" y="61831"/>
                </a:lnTo>
                <a:moveTo>
                  <a:pt x="1193752" y="61831"/>
                </a:moveTo>
                <a:lnTo>
                  <a:pt x="1193752" y="14970"/>
                </a:lnTo>
                <a:lnTo>
                  <a:pt x="1160609" y="61831"/>
                </a:lnTo>
                <a:lnTo>
                  <a:pt x="1193752" y="61831"/>
                </a:lnTo>
                <a:close/>
                <a:moveTo>
                  <a:pt x="1250222" y="49089"/>
                </a:moveTo>
                <a:cubicBezTo>
                  <a:pt x="1242748" y="42961"/>
                  <a:pt x="1237932" y="38041"/>
                  <a:pt x="1235774" y="34327"/>
                </a:cubicBezTo>
                <a:cubicBezTo>
                  <a:pt x="1233615" y="30614"/>
                  <a:pt x="1232536" y="26761"/>
                  <a:pt x="1232536" y="22769"/>
                </a:cubicBezTo>
                <a:cubicBezTo>
                  <a:pt x="1232536" y="16641"/>
                  <a:pt x="1234903" y="11361"/>
                  <a:pt x="1239638" y="6928"/>
                </a:cubicBezTo>
                <a:cubicBezTo>
                  <a:pt x="1244373" y="2495"/>
                  <a:pt x="1250663" y="279"/>
                  <a:pt x="1258508" y="279"/>
                </a:cubicBezTo>
                <a:cubicBezTo>
                  <a:pt x="1266120" y="279"/>
                  <a:pt x="1272248" y="2344"/>
                  <a:pt x="1276890" y="6476"/>
                </a:cubicBezTo>
                <a:cubicBezTo>
                  <a:pt x="1281532" y="10607"/>
                  <a:pt x="1283853" y="15319"/>
                  <a:pt x="1283853" y="20610"/>
                </a:cubicBezTo>
                <a:cubicBezTo>
                  <a:pt x="1283853" y="24138"/>
                  <a:pt x="1282599" y="27736"/>
                  <a:pt x="1280093" y="31403"/>
                </a:cubicBezTo>
                <a:cubicBezTo>
                  <a:pt x="1277586" y="35070"/>
                  <a:pt x="1272364" y="39387"/>
                  <a:pt x="1264426" y="44354"/>
                </a:cubicBezTo>
                <a:cubicBezTo>
                  <a:pt x="1272596" y="50667"/>
                  <a:pt x="1278004" y="55634"/>
                  <a:pt x="1280650" y="59255"/>
                </a:cubicBezTo>
                <a:cubicBezTo>
                  <a:pt x="1284178" y="63990"/>
                  <a:pt x="1285942" y="68980"/>
                  <a:pt x="1285942" y="74225"/>
                </a:cubicBezTo>
                <a:cubicBezTo>
                  <a:pt x="1285942" y="80863"/>
                  <a:pt x="1283412" y="86538"/>
                  <a:pt x="1278352" y="91250"/>
                </a:cubicBezTo>
                <a:cubicBezTo>
                  <a:pt x="1273292" y="95961"/>
                  <a:pt x="1266654" y="98317"/>
                  <a:pt x="1258438" y="98317"/>
                </a:cubicBezTo>
                <a:cubicBezTo>
                  <a:pt x="1249479" y="98317"/>
                  <a:pt x="1242493" y="95509"/>
                  <a:pt x="1237479" y="89892"/>
                </a:cubicBezTo>
                <a:cubicBezTo>
                  <a:pt x="1233487" y="85389"/>
                  <a:pt x="1231491" y="80469"/>
                  <a:pt x="1231491" y="75130"/>
                </a:cubicBezTo>
                <a:cubicBezTo>
                  <a:pt x="1231491" y="70952"/>
                  <a:pt x="1232896" y="66810"/>
                  <a:pt x="1235704" y="62701"/>
                </a:cubicBezTo>
                <a:cubicBezTo>
                  <a:pt x="1238512" y="58593"/>
                  <a:pt x="1243352" y="54056"/>
                  <a:pt x="1250222" y="49089"/>
                </a:cubicBezTo>
                <a:moveTo>
                  <a:pt x="1261153" y="41638"/>
                </a:moveTo>
                <a:cubicBezTo>
                  <a:pt x="1266724" y="36625"/>
                  <a:pt x="1270252" y="32668"/>
                  <a:pt x="1271737" y="29767"/>
                </a:cubicBezTo>
                <a:cubicBezTo>
                  <a:pt x="1273223" y="26865"/>
                  <a:pt x="1273965" y="23581"/>
                  <a:pt x="1273965" y="19914"/>
                </a:cubicBezTo>
                <a:cubicBezTo>
                  <a:pt x="1273965" y="15040"/>
                  <a:pt x="1272596" y="11222"/>
                  <a:pt x="1269857" y="8460"/>
                </a:cubicBezTo>
                <a:cubicBezTo>
                  <a:pt x="1267118" y="5698"/>
                  <a:pt x="1263382" y="4317"/>
                  <a:pt x="1258647" y="4317"/>
                </a:cubicBezTo>
                <a:cubicBezTo>
                  <a:pt x="1253912" y="4317"/>
                  <a:pt x="1250059" y="5686"/>
                  <a:pt x="1247088" y="8425"/>
                </a:cubicBezTo>
                <a:cubicBezTo>
                  <a:pt x="1244117" y="11164"/>
                  <a:pt x="1242632" y="14367"/>
                  <a:pt x="1242632" y="18034"/>
                </a:cubicBezTo>
                <a:cubicBezTo>
                  <a:pt x="1242632" y="20448"/>
                  <a:pt x="1243247" y="22862"/>
                  <a:pt x="1244477" y="25276"/>
                </a:cubicBezTo>
                <a:cubicBezTo>
                  <a:pt x="1245707" y="27689"/>
                  <a:pt x="1247460" y="29987"/>
                  <a:pt x="1249734" y="32169"/>
                </a:cubicBezTo>
                <a:lnTo>
                  <a:pt x="1261153" y="41638"/>
                </a:lnTo>
                <a:moveTo>
                  <a:pt x="1253494" y="51735"/>
                </a:moveTo>
                <a:cubicBezTo>
                  <a:pt x="1249641" y="54984"/>
                  <a:pt x="1246787" y="58524"/>
                  <a:pt x="1244930" y="62353"/>
                </a:cubicBezTo>
                <a:cubicBezTo>
                  <a:pt x="1243073" y="66183"/>
                  <a:pt x="1242145" y="70326"/>
                  <a:pt x="1242145" y="74782"/>
                </a:cubicBezTo>
                <a:cubicBezTo>
                  <a:pt x="1242145" y="80770"/>
                  <a:pt x="1243781" y="85563"/>
                  <a:pt x="1247054" y="89161"/>
                </a:cubicBezTo>
                <a:cubicBezTo>
                  <a:pt x="1250326" y="92758"/>
                  <a:pt x="1254492" y="94557"/>
                  <a:pt x="1259552" y="94557"/>
                </a:cubicBezTo>
                <a:cubicBezTo>
                  <a:pt x="1264565" y="94557"/>
                  <a:pt x="1268581" y="93141"/>
                  <a:pt x="1271598" y="90310"/>
                </a:cubicBezTo>
                <a:cubicBezTo>
                  <a:pt x="1274615" y="87478"/>
                  <a:pt x="1276124" y="84043"/>
                  <a:pt x="1276124" y="80004"/>
                </a:cubicBezTo>
                <a:cubicBezTo>
                  <a:pt x="1276124" y="76662"/>
                  <a:pt x="1275242" y="73668"/>
                  <a:pt x="1273478" y="71022"/>
                </a:cubicBezTo>
                <a:cubicBezTo>
                  <a:pt x="1270182" y="66102"/>
                  <a:pt x="1263521" y="59673"/>
                  <a:pt x="1253494" y="51735"/>
                </a:cubicBezTo>
                <a:close/>
                <a:moveTo>
                  <a:pt x="1299380" y="0"/>
                </a:moveTo>
                <a:lnTo>
                  <a:pt x="1330017" y="0"/>
                </a:lnTo>
                <a:lnTo>
                  <a:pt x="1330017" y="124915"/>
                </a:lnTo>
                <a:lnTo>
                  <a:pt x="1299380" y="124915"/>
                </a:lnTo>
                <a:lnTo>
                  <a:pt x="1299380" y="119415"/>
                </a:lnTo>
                <a:lnTo>
                  <a:pt x="1319572" y="119415"/>
                </a:lnTo>
                <a:lnTo>
                  <a:pt x="1319572" y="5501"/>
                </a:lnTo>
                <a:lnTo>
                  <a:pt x="1299380" y="5501"/>
                </a:lnTo>
                <a:lnTo>
                  <a:pt x="129938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Text MOV">
            <a:extLst xmlns:a="http://schemas.openxmlformats.org/drawingml/2006/main">
              <a:ext uri="{FF2B5EF4-FFF2-40B4-BE49-F238E27FC236}">
                <a16:creationId xmlns:a16="http://schemas.microsoft.com/office/drawing/2014/main" id="{A6B2628F-6329-4AE0-90C7-4A2361AE1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7090" y="1663495"/>
            <a:ext cx="328604" cy="98595"/>
          </a:xfrm>
          <a:custGeom xmlns:a="http://schemas.openxmlformats.org/drawingml/2006/main">
            <a:pathLst>
              <a:path w="328604" h="98595">
                <a:moveTo>
                  <a:pt x="55982" y="96507"/>
                </a:moveTo>
                <a:lnTo>
                  <a:pt x="19496" y="17059"/>
                </a:lnTo>
                <a:lnTo>
                  <a:pt x="19496" y="80144"/>
                </a:lnTo>
                <a:cubicBezTo>
                  <a:pt x="19496" y="85946"/>
                  <a:pt x="20123" y="89567"/>
                  <a:pt x="21376" y="91006"/>
                </a:cubicBezTo>
                <a:cubicBezTo>
                  <a:pt x="23094" y="92955"/>
                  <a:pt x="25809" y="93930"/>
                  <a:pt x="29523" y="93930"/>
                </a:cubicBezTo>
                <a:lnTo>
                  <a:pt x="32865" y="93930"/>
                </a:lnTo>
                <a:lnTo>
                  <a:pt x="32865" y="96507"/>
                </a:lnTo>
                <a:lnTo>
                  <a:pt x="0" y="96507"/>
                </a:lnTo>
                <a:lnTo>
                  <a:pt x="0" y="93930"/>
                </a:lnTo>
                <a:lnTo>
                  <a:pt x="3342" y="93930"/>
                </a:lnTo>
                <a:cubicBezTo>
                  <a:pt x="7334" y="93930"/>
                  <a:pt x="10166" y="92723"/>
                  <a:pt x="11837" y="90310"/>
                </a:cubicBezTo>
                <a:cubicBezTo>
                  <a:pt x="12858" y="88824"/>
                  <a:pt x="13369" y="85435"/>
                  <a:pt x="13369" y="80144"/>
                </a:cubicBezTo>
                <a:lnTo>
                  <a:pt x="13369" y="18452"/>
                </a:lnTo>
                <a:cubicBezTo>
                  <a:pt x="13369" y="14274"/>
                  <a:pt x="12905" y="11257"/>
                  <a:pt x="11976" y="9400"/>
                </a:cubicBezTo>
                <a:cubicBezTo>
                  <a:pt x="11326" y="8054"/>
                  <a:pt x="10131" y="6928"/>
                  <a:pt x="8390" y="6023"/>
                </a:cubicBezTo>
                <a:cubicBezTo>
                  <a:pt x="6650" y="5118"/>
                  <a:pt x="3853" y="4665"/>
                  <a:pt x="0" y="4665"/>
                </a:cubicBezTo>
                <a:lnTo>
                  <a:pt x="0" y="2089"/>
                </a:lnTo>
                <a:lnTo>
                  <a:pt x="26738" y="2089"/>
                </a:lnTo>
                <a:lnTo>
                  <a:pt x="60995" y="75966"/>
                </a:lnTo>
                <a:lnTo>
                  <a:pt x="94696" y="2089"/>
                </a:lnTo>
                <a:lnTo>
                  <a:pt x="121434" y="2089"/>
                </a:lnTo>
                <a:lnTo>
                  <a:pt x="121434" y="4665"/>
                </a:lnTo>
                <a:lnTo>
                  <a:pt x="118161" y="4665"/>
                </a:lnTo>
                <a:cubicBezTo>
                  <a:pt x="114123" y="4665"/>
                  <a:pt x="111268" y="5872"/>
                  <a:pt x="109597" y="8286"/>
                </a:cubicBezTo>
                <a:cubicBezTo>
                  <a:pt x="108576" y="9771"/>
                  <a:pt x="108065" y="13160"/>
                  <a:pt x="108065" y="18452"/>
                </a:cubicBezTo>
                <a:lnTo>
                  <a:pt x="108065" y="80144"/>
                </a:lnTo>
                <a:cubicBezTo>
                  <a:pt x="108065" y="85946"/>
                  <a:pt x="108715" y="89567"/>
                  <a:pt x="110015" y="91006"/>
                </a:cubicBezTo>
                <a:cubicBezTo>
                  <a:pt x="111732" y="92955"/>
                  <a:pt x="114448" y="93930"/>
                  <a:pt x="118161" y="93930"/>
                </a:cubicBezTo>
                <a:lnTo>
                  <a:pt x="121434" y="93930"/>
                </a:lnTo>
                <a:lnTo>
                  <a:pt x="121434" y="96507"/>
                </a:lnTo>
                <a:lnTo>
                  <a:pt x="81327" y="96507"/>
                </a:lnTo>
                <a:lnTo>
                  <a:pt x="81327" y="93930"/>
                </a:lnTo>
                <a:lnTo>
                  <a:pt x="84670" y="93930"/>
                </a:lnTo>
                <a:cubicBezTo>
                  <a:pt x="88708" y="93930"/>
                  <a:pt x="91540" y="92723"/>
                  <a:pt x="93164" y="90310"/>
                </a:cubicBezTo>
                <a:cubicBezTo>
                  <a:pt x="94186" y="88824"/>
                  <a:pt x="94696" y="85435"/>
                  <a:pt x="94696" y="80144"/>
                </a:cubicBezTo>
                <a:lnTo>
                  <a:pt x="94696" y="17059"/>
                </a:lnTo>
                <a:lnTo>
                  <a:pt x="58280" y="96507"/>
                </a:lnTo>
                <a:lnTo>
                  <a:pt x="55982" y="96507"/>
                </a:lnTo>
                <a:close/>
                <a:moveTo>
                  <a:pt x="176558" y="0"/>
                </a:moveTo>
                <a:cubicBezTo>
                  <a:pt x="188812" y="0"/>
                  <a:pt x="199431" y="4647"/>
                  <a:pt x="208413" y="13941"/>
                </a:cubicBezTo>
                <a:cubicBezTo>
                  <a:pt x="217395" y="23235"/>
                  <a:pt x="221886" y="34835"/>
                  <a:pt x="221886" y="48741"/>
                </a:cubicBezTo>
                <a:cubicBezTo>
                  <a:pt x="221886" y="63064"/>
                  <a:pt x="217360" y="74954"/>
                  <a:pt x="208309" y="84411"/>
                </a:cubicBezTo>
                <a:cubicBezTo>
                  <a:pt x="199257" y="93867"/>
                  <a:pt x="188302" y="98595"/>
                  <a:pt x="175443" y="98595"/>
                </a:cubicBezTo>
                <a:cubicBezTo>
                  <a:pt x="162446" y="98595"/>
                  <a:pt x="151526" y="93983"/>
                  <a:pt x="142683" y="84759"/>
                </a:cubicBezTo>
                <a:cubicBezTo>
                  <a:pt x="133840" y="75534"/>
                  <a:pt x="129418" y="63598"/>
                  <a:pt x="129418" y="48950"/>
                </a:cubicBezTo>
                <a:cubicBezTo>
                  <a:pt x="129418" y="33978"/>
                  <a:pt x="134525" y="21764"/>
                  <a:pt x="144737" y="12307"/>
                </a:cubicBezTo>
                <a:cubicBezTo>
                  <a:pt x="153603" y="4102"/>
                  <a:pt x="164210" y="0"/>
                  <a:pt x="176558" y="0"/>
                </a:cubicBezTo>
                <a:moveTo>
                  <a:pt x="175235" y="5153"/>
                </a:moveTo>
                <a:cubicBezTo>
                  <a:pt x="166786" y="5153"/>
                  <a:pt x="160009" y="8281"/>
                  <a:pt x="154903" y="14537"/>
                </a:cubicBezTo>
                <a:cubicBezTo>
                  <a:pt x="148543" y="22324"/>
                  <a:pt x="145364" y="33726"/>
                  <a:pt x="145364" y="48743"/>
                </a:cubicBezTo>
                <a:cubicBezTo>
                  <a:pt x="145364" y="64130"/>
                  <a:pt x="148659" y="75971"/>
                  <a:pt x="155251" y="84267"/>
                </a:cubicBezTo>
                <a:cubicBezTo>
                  <a:pt x="160311" y="90570"/>
                  <a:pt x="166995" y="93721"/>
                  <a:pt x="175304" y="93721"/>
                </a:cubicBezTo>
                <a:cubicBezTo>
                  <a:pt x="184170" y="93721"/>
                  <a:pt x="191493" y="90269"/>
                  <a:pt x="197272" y="83364"/>
                </a:cubicBezTo>
                <a:cubicBezTo>
                  <a:pt x="203052" y="76458"/>
                  <a:pt x="205941" y="65566"/>
                  <a:pt x="205941" y="50688"/>
                </a:cubicBezTo>
                <a:cubicBezTo>
                  <a:pt x="205941" y="34560"/>
                  <a:pt x="202761" y="22533"/>
                  <a:pt x="196402" y="14607"/>
                </a:cubicBezTo>
                <a:cubicBezTo>
                  <a:pt x="191296" y="8304"/>
                  <a:pt x="184240" y="5153"/>
                  <a:pt x="175235" y="5153"/>
                </a:cubicBezTo>
                <a:close/>
                <a:moveTo>
                  <a:pt x="328604" y="2089"/>
                </a:moveTo>
                <a:lnTo>
                  <a:pt x="328604" y="4665"/>
                </a:lnTo>
                <a:cubicBezTo>
                  <a:pt x="325262" y="5269"/>
                  <a:pt x="322732" y="6336"/>
                  <a:pt x="321015" y="7866"/>
                </a:cubicBezTo>
                <a:cubicBezTo>
                  <a:pt x="318554" y="10139"/>
                  <a:pt x="316373" y="13618"/>
                  <a:pt x="314470" y="18302"/>
                </a:cubicBezTo>
                <a:lnTo>
                  <a:pt x="281535" y="98595"/>
                </a:lnTo>
                <a:lnTo>
                  <a:pt x="278959" y="98595"/>
                </a:lnTo>
                <a:lnTo>
                  <a:pt x="243587" y="17259"/>
                </a:lnTo>
                <a:cubicBezTo>
                  <a:pt x="241776" y="13085"/>
                  <a:pt x="240500" y="10533"/>
                  <a:pt x="239757" y="9605"/>
                </a:cubicBezTo>
                <a:cubicBezTo>
                  <a:pt x="238597" y="8167"/>
                  <a:pt x="237169" y="7043"/>
                  <a:pt x="235475" y="6232"/>
                </a:cubicBezTo>
                <a:cubicBezTo>
                  <a:pt x="233781" y="5419"/>
                  <a:pt x="231494" y="4897"/>
                  <a:pt x="228616" y="4665"/>
                </a:cubicBezTo>
                <a:lnTo>
                  <a:pt x="228616" y="2089"/>
                </a:lnTo>
                <a:lnTo>
                  <a:pt x="267191" y="2089"/>
                </a:lnTo>
                <a:lnTo>
                  <a:pt x="267191" y="4665"/>
                </a:lnTo>
                <a:cubicBezTo>
                  <a:pt x="262828" y="5083"/>
                  <a:pt x="259996" y="5826"/>
                  <a:pt x="258696" y="6893"/>
                </a:cubicBezTo>
                <a:cubicBezTo>
                  <a:pt x="257397" y="7960"/>
                  <a:pt x="256747" y="9327"/>
                  <a:pt x="256747" y="10997"/>
                </a:cubicBezTo>
                <a:cubicBezTo>
                  <a:pt x="256747" y="13317"/>
                  <a:pt x="257814" y="16934"/>
                  <a:pt x="259950" y="21851"/>
                </a:cubicBezTo>
                <a:lnTo>
                  <a:pt x="283972" y="77165"/>
                </a:lnTo>
                <a:lnTo>
                  <a:pt x="306253" y="22547"/>
                </a:lnTo>
                <a:cubicBezTo>
                  <a:pt x="308435" y="17167"/>
                  <a:pt x="309526" y="13433"/>
                  <a:pt x="309526" y="11345"/>
                </a:cubicBezTo>
                <a:cubicBezTo>
                  <a:pt x="309526" y="9999"/>
                  <a:pt x="308853" y="8712"/>
                  <a:pt x="307507" y="7483"/>
                </a:cubicBezTo>
                <a:cubicBezTo>
                  <a:pt x="306160" y="6254"/>
                  <a:pt x="303886" y="5385"/>
                  <a:pt x="300683" y="4874"/>
                </a:cubicBezTo>
                <a:cubicBezTo>
                  <a:pt x="300451" y="4828"/>
                  <a:pt x="300056" y="4758"/>
                  <a:pt x="299499" y="4665"/>
                </a:cubicBezTo>
                <a:lnTo>
                  <a:pt x="299499" y="2089"/>
                </a:lnTo>
                <a:lnTo>
                  <a:pt x="328604" y="208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Text R3,R8">
            <a:extLst xmlns:a="http://schemas.openxmlformats.org/drawingml/2006/main">
              <a:ext uri="{FF2B5EF4-FFF2-40B4-BE49-F238E27FC236}">
                <a16:creationId xmlns:a16="http://schemas.microsoft.com/office/drawing/2014/main" id="{FF41C3F9-2017-44ED-8F3E-010C81156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1245" y="1663634"/>
            <a:ext cx="393479" cy="120181"/>
          </a:xfrm>
          <a:custGeom xmlns:a="http://schemas.openxmlformats.org/drawingml/2006/main">
            <a:pathLst>
              <a:path w="393479" h="120181">
                <a:moveTo>
                  <a:pt x="93930" y="96367"/>
                </a:moveTo>
                <a:lnTo>
                  <a:pt x="68724" y="96367"/>
                </a:lnTo>
                <a:lnTo>
                  <a:pt x="36764" y="52083"/>
                </a:lnTo>
                <a:cubicBezTo>
                  <a:pt x="34397" y="52176"/>
                  <a:pt x="32471" y="52222"/>
                  <a:pt x="30985" y="52222"/>
                </a:cubicBezTo>
                <a:cubicBezTo>
                  <a:pt x="30382" y="52222"/>
                  <a:pt x="29732" y="52211"/>
                  <a:pt x="29036" y="52187"/>
                </a:cubicBezTo>
                <a:cubicBezTo>
                  <a:pt x="28339" y="52164"/>
                  <a:pt x="27620" y="52129"/>
                  <a:pt x="26877" y="52083"/>
                </a:cubicBezTo>
                <a:lnTo>
                  <a:pt x="26877" y="79608"/>
                </a:lnTo>
                <a:cubicBezTo>
                  <a:pt x="26877" y="85570"/>
                  <a:pt x="27527" y="89273"/>
                  <a:pt x="28827" y="90716"/>
                </a:cubicBezTo>
                <a:cubicBezTo>
                  <a:pt x="30591" y="92766"/>
                  <a:pt x="33236" y="93791"/>
                  <a:pt x="36764" y="93791"/>
                </a:cubicBezTo>
                <a:lnTo>
                  <a:pt x="40455" y="93791"/>
                </a:lnTo>
                <a:lnTo>
                  <a:pt x="40455" y="96367"/>
                </a:lnTo>
                <a:lnTo>
                  <a:pt x="0" y="96367"/>
                </a:lnTo>
                <a:lnTo>
                  <a:pt x="0" y="93791"/>
                </a:lnTo>
                <a:lnTo>
                  <a:pt x="3551" y="93791"/>
                </a:lnTo>
                <a:cubicBezTo>
                  <a:pt x="7543" y="93791"/>
                  <a:pt x="10398" y="92491"/>
                  <a:pt x="12116" y="89892"/>
                </a:cubicBezTo>
                <a:cubicBezTo>
                  <a:pt x="13090" y="88453"/>
                  <a:pt x="13578" y="85041"/>
                  <a:pt x="13578" y="79656"/>
                </a:cubicBezTo>
                <a:lnTo>
                  <a:pt x="13578" y="18661"/>
                </a:lnTo>
                <a:cubicBezTo>
                  <a:pt x="13578" y="12719"/>
                  <a:pt x="12928" y="9029"/>
                  <a:pt x="11628" y="7590"/>
                </a:cubicBezTo>
                <a:cubicBezTo>
                  <a:pt x="9818" y="5547"/>
                  <a:pt x="7125" y="4526"/>
                  <a:pt x="3551" y="4526"/>
                </a:cubicBezTo>
                <a:lnTo>
                  <a:pt x="0" y="4526"/>
                </a:lnTo>
                <a:lnTo>
                  <a:pt x="0" y="1950"/>
                </a:lnTo>
                <a:lnTo>
                  <a:pt x="34397" y="1950"/>
                </a:lnTo>
                <a:cubicBezTo>
                  <a:pt x="44424" y="1950"/>
                  <a:pt x="51816" y="2679"/>
                  <a:pt x="56574" y="4136"/>
                </a:cubicBezTo>
                <a:cubicBezTo>
                  <a:pt x="61332" y="5594"/>
                  <a:pt x="65371" y="8279"/>
                  <a:pt x="68690" y="12192"/>
                </a:cubicBezTo>
                <a:cubicBezTo>
                  <a:pt x="72009" y="16103"/>
                  <a:pt x="73668" y="20766"/>
                  <a:pt x="73668" y="26181"/>
                </a:cubicBezTo>
                <a:cubicBezTo>
                  <a:pt x="73668" y="31966"/>
                  <a:pt x="71776" y="36988"/>
                  <a:pt x="67993" y="41247"/>
                </a:cubicBezTo>
                <a:cubicBezTo>
                  <a:pt x="64210" y="45504"/>
                  <a:pt x="58350" y="48513"/>
                  <a:pt x="50412" y="50273"/>
                </a:cubicBezTo>
                <a:lnTo>
                  <a:pt x="69908" y="77445"/>
                </a:lnTo>
                <a:cubicBezTo>
                  <a:pt x="74364" y="83686"/>
                  <a:pt x="78194" y="87831"/>
                  <a:pt x="81397" y="89881"/>
                </a:cubicBezTo>
                <a:cubicBezTo>
                  <a:pt x="84600" y="91929"/>
                  <a:pt x="88778" y="93232"/>
                  <a:pt x="93930" y="93791"/>
                </a:cubicBezTo>
                <a:lnTo>
                  <a:pt x="93930" y="96367"/>
                </a:lnTo>
                <a:moveTo>
                  <a:pt x="26877" y="47835"/>
                </a:moveTo>
                <a:cubicBezTo>
                  <a:pt x="27759" y="47835"/>
                  <a:pt x="28525" y="47847"/>
                  <a:pt x="29175" y="47870"/>
                </a:cubicBezTo>
                <a:cubicBezTo>
                  <a:pt x="29825" y="47894"/>
                  <a:pt x="30358" y="47905"/>
                  <a:pt x="30776" y="47905"/>
                </a:cubicBezTo>
                <a:cubicBezTo>
                  <a:pt x="39782" y="47905"/>
                  <a:pt x="46571" y="45955"/>
                  <a:pt x="51143" y="42056"/>
                </a:cubicBezTo>
                <a:cubicBezTo>
                  <a:pt x="55715" y="38157"/>
                  <a:pt x="58001" y="33190"/>
                  <a:pt x="58001" y="27156"/>
                </a:cubicBezTo>
                <a:cubicBezTo>
                  <a:pt x="58001" y="21260"/>
                  <a:pt x="56156" y="16467"/>
                  <a:pt x="52466" y="12777"/>
                </a:cubicBezTo>
                <a:cubicBezTo>
                  <a:pt x="48775" y="9087"/>
                  <a:pt x="43890" y="7241"/>
                  <a:pt x="37809" y="7241"/>
                </a:cubicBezTo>
                <a:cubicBezTo>
                  <a:pt x="35116" y="7241"/>
                  <a:pt x="31473" y="7682"/>
                  <a:pt x="26877" y="8564"/>
                </a:cubicBezTo>
                <a:lnTo>
                  <a:pt x="26877" y="47835"/>
                </a:lnTo>
                <a:close/>
                <a:moveTo>
                  <a:pt x="99919" y="19844"/>
                </a:moveTo>
                <a:cubicBezTo>
                  <a:pt x="102612" y="13485"/>
                  <a:pt x="106012" y="8588"/>
                  <a:pt x="110120" y="5153"/>
                </a:cubicBezTo>
                <a:cubicBezTo>
                  <a:pt x="114228" y="1718"/>
                  <a:pt x="119346" y="0"/>
                  <a:pt x="125474" y="0"/>
                </a:cubicBezTo>
                <a:cubicBezTo>
                  <a:pt x="133040" y="0"/>
                  <a:pt x="138842" y="2457"/>
                  <a:pt x="142881" y="7370"/>
                </a:cubicBezTo>
                <a:cubicBezTo>
                  <a:pt x="145945" y="11033"/>
                  <a:pt x="147476" y="14950"/>
                  <a:pt x="147476" y="19122"/>
                </a:cubicBezTo>
                <a:cubicBezTo>
                  <a:pt x="147476" y="25982"/>
                  <a:pt x="143159" y="33074"/>
                  <a:pt x="134525" y="40398"/>
                </a:cubicBezTo>
                <a:cubicBezTo>
                  <a:pt x="140328" y="42676"/>
                  <a:pt x="144714" y="45929"/>
                  <a:pt x="147685" y="50157"/>
                </a:cubicBezTo>
                <a:cubicBezTo>
                  <a:pt x="150656" y="54384"/>
                  <a:pt x="152142" y="59356"/>
                  <a:pt x="152142" y="65071"/>
                </a:cubicBezTo>
                <a:cubicBezTo>
                  <a:pt x="152142" y="73250"/>
                  <a:pt x="149542" y="80336"/>
                  <a:pt x="144343" y="86330"/>
                </a:cubicBezTo>
                <a:cubicBezTo>
                  <a:pt x="137566" y="94136"/>
                  <a:pt x="127748" y="98038"/>
                  <a:pt x="114890" y="98038"/>
                </a:cubicBezTo>
                <a:cubicBezTo>
                  <a:pt x="108530" y="98038"/>
                  <a:pt x="104202" y="97249"/>
                  <a:pt x="101904" y="95671"/>
                </a:cubicBezTo>
                <a:cubicBezTo>
                  <a:pt x="99606" y="94093"/>
                  <a:pt x="98457" y="92398"/>
                  <a:pt x="98457" y="90588"/>
                </a:cubicBezTo>
                <a:cubicBezTo>
                  <a:pt x="98457" y="89242"/>
                  <a:pt x="99003" y="88058"/>
                  <a:pt x="100094" y="87037"/>
                </a:cubicBezTo>
                <a:cubicBezTo>
                  <a:pt x="101184" y="86016"/>
                  <a:pt x="102496" y="85505"/>
                  <a:pt x="104028" y="85505"/>
                </a:cubicBezTo>
                <a:cubicBezTo>
                  <a:pt x="105188" y="85505"/>
                  <a:pt x="106372" y="85691"/>
                  <a:pt x="107579" y="86062"/>
                </a:cubicBezTo>
                <a:cubicBezTo>
                  <a:pt x="108368" y="86294"/>
                  <a:pt x="110155" y="87141"/>
                  <a:pt x="112940" y="88604"/>
                </a:cubicBezTo>
                <a:cubicBezTo>
                  <a:pt x="115725" y="90066"/>
                  <a:pt x="117652" y="90936"/>
                  <a:pt x="118719" y="91215"/>
                </a:cubicBezTo>
                <a:cubicBezTo>
                  <a:pt x="120437" y="91725"/>
                  <a:pt x="122271" y="91981"/>
                  <a:pt x="124220" y="91981"/>
                </a:cubicBezTo>
                <a:cubicBezTo>
                  <a:pt x="128955" y="91981"/>
                  <a:pt x="133075" y="90144"/>
                  <a:pt x="136579" y="86471"/>
                </a:cubicBezTo>
                <a:cubicBezTo>
                  <a:pt x="140084" y="82798"/>
                  <a:pt x="141836" y="78451"/>
                  <a:pt x="141836" y="73429"/>
                </a:cubicBezTo>
                <a:cubicBezTo>
                  <a:pt x="141836" y="69756"/>
                  <a:pt x="141024" y="66176"/>
                  <a:pt x="139399" y="62688"/>
                </a:cubicBezTo>
                <a:cubicBezTo>
                  <a:pt x="138193" y="60084"/>
                  <a:pt x="136870" y="58109"/>
                  <a:pt x="135431" y="56761"/>
                </a:cubicBezTo>
                <a:cubicBezTo>
                  <a:pt x="133434" y="54900"/>
                  <a:pt x="130696" y="53214"/>
                  <a:pt x="127214" y="51704"/>
                </a:cubicBezTo>
                <a:cubicBezTo>
                  <a:pt x="123733" y="50193"/>
                  <a:pt x="120182" y="49437"/>
                  <a:pt x="116561" y="49437"/>
                </a:cubicBezTo>
                <a:lnTo>
                  <a:pt x="114333" y="49437"/>
                </a:lnTo>
                <a:lnTo>
                  <a:pt x="114333" y="47348"/>
                </a:lnTo>
                <a:cubicBezTo>
                  <a:pt x="118000" y="46884"/>
                  <a:pt x="121679" y="45561"/>
                  <a:pt x="125369" y="43379"/>
                </a:cubicBezTo>
                <a:cubicBezTo>
                  <a:pt x="129059" y="41197"/>
                  <a:pt x="131740" y="38575"/>
                  <a:pt x="133411" y="35511"/>
                </a:cubicBezTo>
                <a:cubicBezTo>
                  <a:pt x="135082" y="32447"/>
                  <a:pt x="135918" y="29082"/>
                  <a:pt x="135918" y="25415"/>
                </a:cubicBezTo>
                <a:cubicBezTo>
                  <a:pt x="135918" y="20634"/>
                  <a:pt x="134421" y="16769"/>
                  <a:pt x="131427" y="13821"/>
                </a:cubicBezTo>
                <a:cubicBezTo>
                  <a:pt x="128433" y="10874"/>
                  <a:pt x="124708" y="9400"/>
                  <a:pt x="120251" y="9400"/>
                </a:cubicBezTo>
                <a:cubicBezTo>
                  <a:pt x="113056" y="9400"/>
                  <a:pt x="107045" y="13253"/>
                  <a:pt x="102217" y="20958"/>
                </a:cubicBezTo>
                <a:lnTo>
                  <a:pt x="99919" y="19844"/>
                </a:lnTo>
                <a:close/>
                <a:moveTo>
                  <a:pt x="171638" y="120181"/>
                </a:moveTo>
                <a:lnTo>
                  <a:pt x="171638" y="117117"/>
                </a:lnTo>
                <a:cubicBezTo>
                  <a:pt x="176419" y="115533"/>
                  <a:pt x="180121" y="113075"/>
                  <a:pt x="182744" y="109743"/>
                </a:cubicBezTo>
                <a:cubicBezTo>
                  <a:pt x="185366" y="106412"/>
                  <a:pt x="186678" y="102883"/>
                  <a:pt x="186678" y="99155"/>
                </a:cubicBezTo>
                <a:cubicBezTo>
                  <a:pt x="186678" y="98271"/>
                  <a:pt x="186469" y="97528"/>
                  <a:pt x="186051" y="96924"/>
                </a:cubicBezTo>
                <a:cubicBezTo>
                  <a:pt x="185726" y="96507"/>
                  <a:pt x="185401" y="96298"/>
                  <a:pt x="185076" y="96298"/>
                </a:cubicBezTo>
                <a:cubicBezTo>
                  <a:pt x="184566" y="96298"/>
                  <a:pt x="183452" y="96762"/>
                  <a:pt x="181734" y="97690"/>
                </a:cubicBezTo>
                <a:cubicBezTo>
                  <a:pt x="180899" y="98108"/>
                  <a:pt x="180017" y="98317"/>
                  <a:pt x="179088" y="98317"/>
                </a:cubicBezTo>
                <a:cubicBezTo>
                  <a:pt x="176814" y="98317"/>
                  <a:pt x="175003" y="97644"/>
                  <a:pt x="173657" y="96298"/>
                </a:cubicBezTo>
                <a:cubicBezTo>
                  <a:pt x="172311" y="94951"/>
                  <a:pt x="171638" y="93095"/>
                  <a:pt x="171638" y="90727"/>
                </a:cubicBezTo>
                <a:cubicBezTo>
                  <a:pt x="171638" y="88453"/>
                  <a:pt x="172508" y="86503"/>
                  <a:pt x="174249" y="84878"/>
                </a:cubicBezTo>
                <a:cubicBezTo>
                  <a:pt x="175990" y="83254"/>
                  <a:pt x="178113" y="82441"/>
                  <a:pt x="180620" y="82441"/>
                </a:cubicBezTo>
                <a:cubicBezTo>
                  <a:pt x="183684" y="82441"/>
                  <a:pt x="186411" y="83779"/>
                  <a:pt x="188802" y="86454"/>
                </a:cubicBezTo>
                <a:cubicBezTo>
                  <a:pt x="191192" y="89127"/>
                  <a:pt x="192387" y="92673"/>
                  <a:pt x="192387" y="97090"/>
                </a:cubicBezTo>
                <a:cubicBezTo>
                  <a:pt x="192387" y="101881"/>
                  <a:pt x="190728" y="106334"/>
                  <a:pt x="187409" y="110450"/>
                </a:cubicBezTo>
                <a:cubicBezTo>
                  <a:pt x="184090" y="114565"/>
                  <a:pt x="178833" y="117809"/>
                  <a:pt x="171638" y="120181"/>
                </a:cubicBezTo>
                <a:close/>
                <a:moveTo>
                  <a:pt x="331647" y="96367"/>
                </a:moveTo>
                <a:lnTo>
                  <a:pt x="306441" y="96367"/>
                </a:lnTo>
                <a:lnTo>
                  <a:pt x="274481" y="52083"/>
                </a:lnTo>
                <a:cubicBezTo>
                  <a:pt x="272113" y="52176"/>
                  <a:pt x="270187" y="52222"/>
                  <a:pt x="268701" y="52222"/>
                </a:cubicBezTo>
                <a:cubicBezTo>
                  <a:pt x="268098" y="52222"/>
                  <a:pt x="267448" y="52211"/>
                  <a:pt x="266752" y="52187"/>
                </a:cubicBezTo>
                <a:cubicBezTo>
                  <a:pt x="266056" y="52164"/>
                  <a:pt x="265336" y="52129"/>
                  <a:pt x="264593" y="52083"/>
                </a:cubicBezTo>
                <a:lnTo>
                  <a:pt x="264593" y="79608"/>
                </a:lnTo>
                <a:cubicBezTo>
                  <a:pt x="264593" y="85570"/>
                  <a:pt x="265243" y="89273"/>
                  <a:pt x="266543" y="90716"/>
                </a:cubicBezTo>
                <a:cubicBezTo>
                  <a:pt x="268307" y="92766"/>
                  <a:pt x="270953" y="93791"/>
                  <a:pt x="274481" y="93791"/>
                </a:cubicBezTo>
                <a:lnTo>
                  <a:pt x="278171" y="93791"/>
                </a:lnTo>
                <a:lnTo>
                  <a:pt x="278171" y="96367"/>
                </a:lnTo>
                <a:lnTo>
                  <a:pt x="237716" y="96367"/>
                </a:lnTo>
                <a:lnTo>
                  <a:pt x="237716" y="93791"/>
                </a:lnTo>
                <a:lnTo>
                  <a:pt x="241267" y="93791"/>
                </a:lnTo>
                <a:cubicBezTo>
                  <a:pt x="245259" y="93791"/>
                  <a:pt x="248114" y="92491"/>
                  <a:pt x="249832" y="89892"/>
                </a:cubicBezTo>
                <a:cubicBezTo>
                  <a:pt x="250807" y="88453"/>
                  <a:pt x="251294" y="85041"/>
                  <a:pt x="251294" y="79656"/>
                </a:cubicBezTo>
                <a:lnTo>
                  <a:pt x="251294" y="18661"/>
                </a:lnTo>
                <a:cubicBezTo>
                  <a:pt x="251294" y="12719"/>
                  <a:pt x="250644" y="9029"/>
                  <a:pt x="249344" y="7590"/>
                </a:cubicBezTo>
                <a:cubicBezTo>
                  <a:pt x="247534" y="5547"/>
                  <a:pt x="244842" y="4526"/>
                  <a:pt x="241267" y="4526"/>
                </a:cubicBezTo>
                <a:lnTo>
                  <a:pt x="237716" y="4526"/>
                </a:lnTo>
                <a:lnTo>
                  <a:pt x="237716" y="1950"/>
                </a:lnTo>
                <a:lnTo>
                  <a:pt x="272113" y="1950"/>
                </a:lnTo>
                <a:cubicBezTo>
                  <a:pt x="282140" y="1950"/>
                  <a:pt x="289532" y="2679"/>
                  <a:pt x="294290" y="4136"/>
                </a:cubicBezTo>
                <a:cubicBezTo>
                  <a:pt x="299048" y="5594"/>
                  <a:pt x="303087" y="8279"/>
                  <a:pt x="306406" y="12192"/>
                </a:cubicBezTo>
                <a:cubicBezTo>
                  <a:pt x="309725" y="16103"/>
                  <a:pt x="311384" y="20766"/>
                  <a:pt x="311384" y="26181"/>
                </a:cubicBezTo>
                <a:cubicBezTo>
                  <a:pt x="311384" y="31966"/>
                  <a:pt x="309493" y="36988"/>
                  <a:pt x="305710" y="41247"/>
                </a:cubicBezTo>
                <a:cubicBezTo>
                  <a:pt x="301926" y="45504"/>
                  <a:pt x="296066" y="48513"/>
                  <a:pt x="288128" y="50273"/>
                </a:cubicBezTo>
                <a:lnTo>
                  <a:pt x="307624" y="77445"/>
                </a:lnTo>
                <a:cubicBezTo>
                  <a:pt x="312081" y="83686"/>
                  <a:pt x="315910" y="87831"/>
                  <a:pt x="319113" y="89881"/>
                </a:cubicBezTo>
                <a:cubicBezTo>
                  <a:pt x="322316" y="91929"/>
                  <a:pt x="326494" y="93232"/>
                  <a:pt x="331647" y="93791"/>
                </a:cubicBezTo>
                <a:lnTo>
                  <a:pt x="331647" y="96367"/>
                </a:lnTo>
                <a:moveTo>
                  <a:pt x="264593" y="47835"/>
                </a:moveTo>
                <a:cubicBezTo>
                  <a:pt x="265475" y="47835"/>
                  <a:pt x="266241" y="47847"/>
                  <a:pt x="266891" y="47870"/>
                </a:cubicBezTo>
                <a:cubicBezTo>
                  <a:pt x="267541" y="47894"/>
                  <a:pt x="268075" y="47905"/>
                  <a:pt x="268493" y="47905"/>
                </a:cubicBezTo>
                <a:cubicBezTo>
                  <a:pt x="277498" y="47905"/>
                  <a:pt x="284287" y="45955"/>
                  <a:pt x="288859" y="42056"/>
                </a:cubicBezTo>
                <a:cubicBezTo>
                  <a:pt x="293432" y="38157"/>
                  <a:pt x="295718" y="33190"/>
                  <a:pt x="295718" y="27156"/>
                </a:cubicBezTo>
                <a:cubicBezTo>
                  <a:pt x="295718" y="21260"/>
                  <a:pt x="293873" y="16467"/>
                  <a:pt x="290182" y="12777"/>
                </a:cubicBezTo>
                <a:cubicBezTo>
                  <a:pt x="286492" y="9087"/>
                  <a:pt x="281606" y="7241"/>
                  <a:pt x="275525" y="7241"/>
                </a:cubicBezTo>
                <a:cubicBezTo>
                  <a:pt x="272833" y="7241"/>
                  <a:pt x="269189" y="7682"/>
                  <a:pt x="264593" y="8564"/>
                </a:cubicBezTo>
                <a:lnTo>
                  <a:pt x="264593" y="47835"/>
                </a:lnTo>
                <a:close/>
                <a:moveTo>
                  <a:pt x="357759" y="48810"/>
                </a:moveTo>
                <a:cubicBezTo>
                  <a:pt x="350285" y="42683"/>
                  <a:pt x="345469" y="37762"/>
                  <a:pt x="343311" y="34049"/>
                </a:cubicBezTo>
                <a:cubicBezTo>
                  <a:pt x="341152" y="30335"/>
                  <a:pt x="340073" y="26482"/>
                  <a:pt x="340073" y="22490"/>
                </a:cubicBezTo>
                <a:cubicBezTo>
                  <a:pt x="340073" y="16363"/>
                  <a:pt x="342440" y="11083"/>
                  <a:pt x="347175" y="6650"/>
                </a:cubicBezTo>
                <a:cubicBezTo>
                  <a:pt x="351910" y="2217"/>
                  <a:pt x="358200" y="0"/>
                  <a:pt x="366045" y="0"/>
                </a:cubicBezTo>
                <a:cubicBezTo>
                  <a:pt x="373658" y="0"/>
                  <a:pt x="379785" y="2066"/>
                  <a:pt x="384427" y="6197"/>
                </a:cubicBezTo>
                <a:cubicBezTo>
                  <a:pt x="389069" y="10328"/>
                  <a:pt x="391390" y="15040"/>
                  <a:pt x="391390" y="20332"/>
                </a:cubicBezTo>
                <a:cubicBezTo>
                  <a:pt x="391390" y="23860"/>
                  <a:pt x="390137" y="27457"/>
                  <a:pt x="387630" y="31124"/>
                </a:cubicBezTo>
                <a:cubicBezTo>
                  <a:pt x="385123" y="34792"/>
                  <a:pt x="379901" y="39109"/>
                  <a:pt x="371963" y="44075"/>
                </a:cubicBezTo>
                <a:cubicBezTo>
                  <a:pt x="380133" y="50389"/>
                  <a:pt x="385541" y="55355"/>
                  <a:pt x="388187" y="58976"/>
                </a:cubicBezTo>
                <a:cubicBezTo>
                  <a:pt x="391715" y="63711"/>
                  <a:pt x="393479" y="68701"/>
                  <a:pt x="393479" y="73947"/>
                </a:cubicBezTo>
                <a:cubicBezTo>
                  <a:pt x="393479" y="80585"/>
                  <a:pt x="390949" y="86259"/>
                  <a:pt x="385889" y="90971"/>
                </a:cubicBezTo>
                <a:cubicBezTo>
                  <a:pt x="380830" y="95683"/>
                  <a:pt x="374192" y="98038"/>
                  <a:pt x="365975" y="98038"/>
                </a:cubicBezTo>
                <a:cubicBezTo>
                  <a:pt x="357016" y="98038"/>
                  <a:pt x="350030" y="95230"/>
                  <a:pt x="345017" y="89613"/>
                </a:cubicBezTo>
                <a:cubicBezTo>
                  <a:pt x="341025" y="85110"/>
                  <a:pt x="339029" y="80190"/>
                  <a:pt x="339029" y="74852"/>
                </a:cubicBezTo>
                <a:cubicBezTo>
                  <a:pt x="339029" y="70674"/>
                  <a:pt x="340433" y="66531"/>
                  <a:pt x="343241" y="62423"/>
                </a:cubicBezTo>
                <a:cubicBezTo>
                  <a:pt x="346050" y="58315"/>
                  <a:pt x="350889" y="53777"/>
                  <a:pt x="357759" y="48810"/>
                </a:cubicBezTo>
                <a:moveTo>
                  <a:pt x="368691" y="41360"/>
                </a:moveTo>
                <a:cubicBezTo>
                  <a:pt x="374261" y="36347"/>
                  <a:pt x="377789" y="32389"/>
                  <a:pt x="379274" y="29488"/>
                </a:cubicBezTo>
                <a:cubicBezTo>
                  <a:pt x="380760" y="26587"/>
                  <a:pt x="381503" y="23303"/>
                  <a:pt x="381503" y="19636"/>
                </a:cubicBezTo>
                <a:cubicBezTo>
                  <a:pt x="381503" y="14761"/>
                  <a:pt x="380133" y="10943"/>
                  <a:pt x="377394" y="8181"/>
                </a:cubicBezTo>
                <a:cubicBezTo>
                  <a:pt x="374656" y="5420"/>
                  <a:pt x="370919" y="4039"/>
                  <a:pt x="366184" y="4039"/>
                </a:cubicBezTo>
                <a:cubicBezTo>
                  <a:pt x="361449" y="4039"/>
                  <a:pt x="357597" y="5408"/>
                  <a:pt x="354626" y="8147"/>
                </a:cubicBezTo>
                <a:cubicBezTo>
                  <a:pt x="351655" y="10885"/>
                  <a:pt x="350169" y="14088"/>
                  <a:pt x="350169" y="17756"/>
                </a:cubicBezTo>
                <a:cubicBezTo>
                  <a:pt x="350169" y="20169"/>
                  <a:pt x="350784" y="22583"/>
                  <a:pt x="352015" y="24997"/>
                </a:cubicBezTo>
                <a:cubicBezTo>
                  <a:pt x="353245" y="27411"/>
                  <a:pt x="354997" y="29709"/>
                  <a:pt x="357272" y="31890"/>
                </a:cubicBezTo>
                <a:lnTo>
                  <a:pt x="368691" y="41360"/>
                </a:lnTo>
                <a:moveTo>
                  <a:pt x="361032" y="51456"/>
                </a:moveTo>
                <a:cubicBezTo>
                  <a:pt x="357179" y="54706"/>
                  <a:pt x="354324" y="58245"/>
                  <a:pt x="352467" y="62075"/>
                </a:cubicBezTo>
                <a:cubicBezTo>
                  <a:pt x="350610" y="65904"/>
                  <a:pt x="349682" y="70047"/>
                  <a:pt x="349682" y="74504"/>
                </a:cubicBezTo>
                <a:cubicBezTo>
                  <a:pt x="349682" y="80492"/>
                  <a:pt x="351318" y="85285"/>
                  <a:pt x="354591" y="88882"/>
                </a:cubicBezTo>
                <a:cubicBezTo>
                  <a:pt x="357863" y="92480"/>
                  <a:pt x="362030" y="94278"/>
                  <a:pt x="367089" y="94278"/>
                </a:cubicBezTo>
                <a:cubicBezTo>
                  <a:pt x="372103" y="94278"/>
                  <a:pt x="376118" y="92863"/>
                  <a:pt x="379135" y="90031"/>
                </a:cubicBezTo>
                <a:cubicBezTo>
                  <a:pt x="382153" y="87199"/>
                  <a:pt x="383661" y="83764"/>
                  <a:pt x="383661" y="79726"/>
                </a:cubicBezTo>
                <a:cubicBezTo>
                  <a:pt x="383661" y="76384"/>
                  <a:pt x="382779" y="73390"/>
                  <a:pt x="381015" y="70744"/>
                </a:cubicBezTo>
                <a:cubicBezTo>
                  <a:pt x="377719" y="65823"/>
                  <a:pt x="371058" y="59394"/>
                  <a:pt x="361032" y="5145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" name="Text ...">
            <a:extLst xmlns:a="http://schemas.openxmlformats.org/drawingml/2006/main">
              <a:ext uri="{FF2B5EF4-FFF2-40B4-BE49-F238E27FC236}">
                <a16:creationId xmlns:a16="http://schemas.microsoft.com/office/drawing/2014/main" id="{95B1E97A-8C3F-47D0-ABF8-74FD5C761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819" y="1915833"/>
            <a:ext cx="86758" cy="15458"/>
          </a:xfrm>
          <a:custGeom xmlns:a="http://schemas.openxmlformats.org/drawingml/2006/main">
            <a:pathLst>
              <a:path w="86758" h="15458">
                <a:moveTo>
                  <a:pt x="7729" y="0"/>
                </a:moveTo>
                <a:cubicBezTo>
                  <a:pt x="9911" y="0"/>
                  <a:pt x="11744" y="754"/>
                  <a:pt x="13230" y="2263"/>
                </a:cubicBezTo>
                <a:cubicBezTo>
                  <a:pt x="14715" y="3772"/>
                  <a:pt x="15458" y="5594"/>
                  <a:pt x="15458" y="7729"/>
                </a:cubicBezTo>
                <a:cubicBezTo>
                  <a:pt x="15458" y="9864"/>
                  <a:pt x="14703" y="11686"/>
                  <a:pt x="13195" y="13195"/>
                </a:cubicBezTo>
                <a:cubicBezTo>
                  <a:pt x="11686" y="14703"/>
                  <a:pt x="9864" y="15458"/>
                  <a:pt x="7729" y="15458"/>
                </a:cubicBezTo>
                <a:cubicBezTo>
                  <a:pt x="5594" y="15458"/>
                  <a:pt x="3772" y="14703"/>
                  <a:pt x="2263" y="13195"/>
                </a:cubicBezTo>
                <a:cubicBezTo>
                  <a:pt x="754" y="11686"/>
                  <a:pt x="0" y="9864"/>
                  <a:pt x="0" y="7729"/>
                </a:cubicBezTo>
                <a:cubicBezTo>
                  <a:pt x="0" y="5547"/>
                  <a:pt x="754" y="3714"/>
                  <a:pt x="2263" y="2228"/>
                </a:cubicBezTo>
                <a:cubicBezTo>
                  <a:pt x="3772" y="743"/>
                  <a:pt x="5594" y="0"/>
                  <a:pt x="7729" y="0"/>
                </a:cubicBezTo>
                <a:close/>
                <a:moveTo>
                  <a:pt x="43379" y="0"/>
                </a:moveTo>
                <a:cubicBezTo>
                  <a:pt x="45561" y="0"/>
                  <a:pt x="47394" y="754"/>
                  <a:pt x="48880" y="2263"/>
                </a:cubicBezTo>
                <a:cubicBezTo>
                  <a:pt x="50365" y="3772"/>
                  <a:pt x="51108" y="5594"/>
                  <a:pt x="51108" y="7729"/>
                </a:cubicBezTo>
                <a:cubicBezTo>
                  <a:pt x="51108" y="9864"/>
                  <a:pt x="50354" y="11686"/>
                  <a:pt x="48845" y="13195"/>
                </a:cubicBezTo>
                <a:cubicBezTo>
                  <a:pt x="47336" y="14703"/>
                  <a:pt x="45514" y="15458"/>
                  <a:pt x="43379" y="15458"/>
                </a:cubicBezTo>
                <a:cubicBezTo>
                  <a:pt x="41244" y="15458"/>
                  <a:pt x="39422" y="14703"/>
                  <a:pt x="37913" y="13195"/>
                </a:cubicBezTo>
                <a:cubicBezTo>
                  <a:pt x="36404" y="11686"/>
                  <a:pt x="35650" y="9864"/>
                  <a:pt x="35650" y="7729"/>
                </a:cubicBezTo>
                <a:cubicBezTo>
                  <a:pt x="35650" y="5547"/>
                  <a:pt x="36404" y="3714"/>
                  <a:pt x="37913" y="2228"/>
                </a:cubicBezTo>
                <a:cubicBezTo>
                  <a:pt x="39422" y="743"/>
                  <a:pt x="41244" y="0"/>
                  <a:pt x="43379" y="0"/>
                </a:cubicBezTo>
                <a:close/>
                <a:moveTo>
                  <a:pt x="79030" y="0"/>
                </a:moveTo>
                <a:cubicBezTo>
                  <a:pt x="81211" y="0"/>
                  <a:pt x="83045" y="754"/>
                  <a:pt x="84530" y="2263"/>
                </a:cubicBezTo>
                <a:cubicBezTo>
                  <a:pt x="86016" y="3772"/>
                  <a:pt x="86758" y="5594"/>
                  <a:pt x="86758" y="7729"/>
                </a:cubicBezTo>
                <a:cubicBezTo>
                  <a:pt x="86758" y="9864"/>
                  <a:pt x="86004" y="11686"/>
                  <a:pt x="84495" y="13195"/>
                </a:cubicBezTo>
                <a:cubicBezTo>
                  <a:pt x="82987" y="14703"/>
                  <a:pt x="81165" y="15458"/>
                  <a:pt x="79030" y="15458"/>
                </a:cubicBezTo>
                <a:cubicBezTo>
                  <a:pt x="76894" y="15458"/>
                  <a:pt x="75072" y="14703"/>
                  <a:pt x="73564" y="13195"/>
                </a:cubicBezTo>
                <a:cubicBezTo>
                  <a:pt x="72055" y="11686"/>
                  <a:pt x="71301" y="9864"/>
                  <a:pt x="71301" y="7729"/>
                </a:cubicBezTo>
                <a:cubicBezTo>
                  <a:pt x="71301" y="5547"/>
                  <a:pt x="72055" y="3714"/>
                  <a:pt x="73564" y="2228"/>
                </a:cubicBezTo>
                <a:cubicBezTo>
                  <a:pt x="75072" y="743"/>
                  <a:pt x="76894" y="0"/>
                  <a:pt x="79030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" name="Text BL">
            <a:extLst xmlns:a="http://schemas.openxmlformats.org/drawingml/2006/main">
              <a:ext uri="{FF2B5EF4-FFF2-40B4-BE49-F238E27FC236}">
                <a16:creationId xmlns:a16="http://schemas.microsoft.com/office/drawing/2014/main" id="{BB2F5820-1B22-4023-B967-D31D5D41A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7090" y="2004262"/>
            <a:ext cx="176790" cy="94418"/>
          </a:xfrm>
          <a:custGeom xmlns:a="http://schemas.openxmlformats.org/drawingml/2006/main">
            <a:pathLst>
              <a:path w="176790" h="94418">
                <a:moveTo>
                  <a:pt x="63502" y="46275"/>
                </a:moveTo>
                <a:cubicBezTo>
                  <a:pt x="70047" y="47666"/>
                  <a:pt x="74945" y="49892"/>
                  <a:pt x="78194" y="52953"/>
                </a:cubicBezTo>
                <a:cubicBezTo>
                  <a:pt x="82697" y="57221"/>
                  <a:pt x="84948" y="62439"/>
                  <a:pt x="84948" y="68607"/>
                </a:cubicBezTo>
                <a:cubicBezTo>
                  <a:pt x="84948" y="73291"/>
                  <a:pt x="83463" y="77778"/>
                  <a:pt x="80492" y="82069"/>
                </a:cubicBezTo>
                <a:cubicBezTo>
                  <a:pt x="77521" y="86359"/>
                  <a:pt x="73448" y="89489"/>
                  <a:pt x="68272" y="91461"/>
                </a:cubicBezTo>
                <a:cubicBezTo>
                  <a:pt x="63096" y="93432"/>
                  <a:pt x="55193" y="94418"/>
                  <a:pt x="44563" y="94418"/>
                </a:cubicBezTo>
                <a:lnTo>
                  <a:pt x="0" y="94418"/>
                </a:lnTo>
                <a:lnTo>
                  <a:pt x="0" y="91841"/>
                </a:lnTo>
                <a:lnTo>
                  <a:pt x="3551" y="91841"/>
                </a:lnTo>
                <a:cubicBezTo>
                  <a:pt x="7497" y="91841"/>
                  <a:pt x="10328" y="90588"/>
                  <a:pt x="12046" y="88081"/>
                </a:cubicBezTo>
                <a:cubicBezTo>
                  <a:pt x="13114" y="86457"/>
                  <a:pt x="13647" y="82998"/>
                  <a:pt x="13647" y="77707"/>
                </a:cubicBezTo>
                <a:lnTo>
                  <a:pt x="13647" y="16711"/>
                </a:lnTo>
                <a:cubicBezTo>
                  <a:pt x="13647" y="10862"/>
                  <a:pt x="12974" y="7172"/>
                  <a:pt x="11628" y="5640"/>
                </a:cubicBezTo>
                <a:cubicBezTo>
                  <a:pt x="9818" y="3598"/>
                  <a:pt x="7125" y="2576"/>
                  <a:pt x="3551" y="2576"/>
                </a:cubicBezTo>
                <a:lnTo>
                  <a:pt x="0" y="2576"/>
                </a:lnTo>
                <a:lnTo>
                  <a:pt x="0" y="0"/>
                </a:lnTo>
                <a:lnTo>
                  <a:pt x="40803" y="0"/>
                </a:lnTo>
                <a:cubicBezTo>
                  <a:pt x="48416" y="0"/>
                  <a:pt x="54520" y="558"/>
                  <a:pt x="59115" y="1673"/>
                </a:cubicBezTo>
                <a:cubicBezTo>
                  <a:pt x="66078" y="3346"/>
                  <a:pt x="71393" y="6308"/>
                  <a:pt x="75061" y="10560"/>
                </a:cubicBezTo>
                <a:cubicBezTo>
                  <a:pt x="78728" y="14810"/>
                  <a:pt x="80561" y="19699"/>
                  <a:pt x="80561" y="25228"/>
                </a:cubicBezTo>
                <a:cubicBezTo>
                  <a:pt x="80561" y="29967"/>
                  <a:pt x="79122" y="34207"/>
                  <a:pt x="76244" y="37948"/>
                </a:cubicBezTo>
                <a:cubicBezTo>
                  <a:pt x="73366" y="41688"/>
                  <a:pt x="69119" y="44464"/>
                  <a:pt x="63502" y="46275"/>
                </a:cubicBezTo>
                <a:moveTo>
                  <a:pt x="27016" y="42474"/>
                </a:moveTo>
                <a:cubicBezTo>
                  <a:pt x="28734" y="42799"/>
                  <a:pt x="30695" y="43043"/>
                  <a:pt x="32900" y="43205"/>
                </a:cubicBezTo>
                <a:cubicBezTo>
                  <a:pt x="35105" y="43368"/>
                  <a:pt x="37530" y="43449"/>
                  <a:pt x="40176" y="43449"/>
                </a:cubicBezTo>
                <a:cubicBezTo>
                  <a:pt x="46954" y="43449"/>
                  <a:pt x="52048" y="42716"/>
                  <a:pt x="55460" y="41251"/>
                </a:cubicBezTo>
                <a:cubicBezTo>
                  <a:pt x="58872" y="39786"/>
                  <a:pt x="61483" y="37543"/>
                  <a:pt x="63293" y="34521"/>
                </a:cubicBezTo>
                <a:cubicBezTo>
                  <a:pt x="65104" y="31498"/>
                  <a:pt x="66009" y="28196"/>
                  <a:pt x="66009" y="24614"/>
                </a:cubicBezTo>
                <a:cubicBezTo>
                  <a:pt x="66009" y="19081"/>
                  <a:pt x="63757" y="14362"/>
                  <a:pt x="59255" y="10455"/>
                </a:cubicBezTo>
                <a:cubicBezTo>
                  <a:pt x="54752" y="6549"/>
                  <a:pt x="48184" y="4596"/>
                  <a:pt x="39550" y="4596"/>
                </a:cubicBezTo>
                <a:cubicBezTo>
                  <a:pt x="34908" y="4596"/>
                  <a:pt x="30730" y="5129"/>
                  <a:pt x="27016" y="6197"/>
                </a:cubicBezTo>
                <a:lnTo>
                  <a:pt x="27016" y="42474"/>
                </a:lnTo>
                <a:moveTo>
                  <a:pt x="27016" y="87664"/>
                </a:moveTo>
                <a:cubicBezTo>
                  <a:pt x="32401" y="88917"/>
                  <a:pt x="37716" y="89544"/>
                  <a:pt x="42961" y="89544"/>
                </a:cubicBezTo>
                <a:cubicBezTo>
                  <a:pt x="51363" y="89544"/>
                  <a:pt x="57769" y="87652"/>
                  <a:pt x="62179" y="83869"/>
                </a:cubicBezTo>
                <a:cubicBezTo>
                  <a:pt x="66589" y="80086"/>
                  <a:pt x="68794" y="75409"/>
                  <a:pt x="68794" y="69838"/>
                </a:cubicBezTo>
                <a:cubicBezTo>
                  <a:pt x="68794" y="66171"/>
                  <a:pt x="67796" y="62643"/>
                  <a:pt x="65800" y="59255"/>
                </a:cubicBezTo>
                <a:cubicBezTo>
                  <a:pt x="63804" y="55866"/>
                  <a:pt x="60554" y="53197"/>
                  <a:pt x="56052" y="51247"/>
                </a:cubicBezTo>
                <a:cubicBezTo>
                  <a:pt x="51549" y="49298"/>
                  <a:pt x="45979" y="48323"/>
                  <a:pt x="39341" y="48323"/>
                </a:cubicBezTo>
                <a:cubicBezTo>
                  <a:pt x="36463" y="48323"/>
                  <a:pt x="34002" y="48369"/>
                  <a:pt x="31960" y="48462"/>
                </a:cubicBezTo>
                <a:cubicBezTo>
                  <a:pt x="29917" y="48555"/>
                  <a:pt x="28270" y="48717"/>
                  <a:pt x="27016" y="48950"/>
                </a:cubicBezTo>
                <a:lnTo>
                  <a:pt x="27016" y="87664"/>
                </a:lnTo>
                <a:close/>
                <a:moveTo>
                  <a:pt x="174493" y="68237"/>
                </a:moveTo>
                <a:lnTo>
                  <a:pt x="176790" y="68727"/>
                </a:lnTo>
                <a:lnTo>
                  <a:pt x="168713" y="94418"/>
                </a:lnTo>
                <a:lnTo>
                  <a:pt x="95602" y="94418"/>
                </a:lnTo>
                <a:lnTo>
                  <a:pt x="95602" y="91841"/>
                </a:lnTo>
                <a:lnTo>
                  <a:pt x="99154" y="91841"/>
                </a:lnTo>
                <a:cubicBezTo>
                  <a:pt x="103146" y="91841"/>
                  <a:pt x="106000" y="90542"/>
                  <a:pt x="107718" y="87942"/>
                </a:cubicBezTo>
                <a:cubicBezTo>
                  <a:pt x="108693" y="86457"/>
                  <a:pt x="109180" y="83022"/>
                  <a:pt x="109180" y="77637"/>
                </a:cubicBezTo>
                <a:lnTo>
                  <a:pt x="109180" y="16711"/>
                </a:lnTo>
                <a:cubicBezTo>
                  <a:pt x="109180" y="10816"/>
                  <a:pt x="108530" y="7125"/>
                  <a:pt x="107231" y="5640"/>
                </a:cubicBezTo>
                <a:cubicBezTo>
                  <a:pt x="105420" y="3598"/>
                  <a:pt x="102728" y="2576"/>
                  <a:pt x="99154" y="2576"/>
                </a:cubicBezTo>
                <a:lnTo>
                  <a:pt x="95602" y="2576"/>
                </a:lnTo>
                <a:lnTo>
                  <a:pt x="95602" y="0"/>
                </a:lnTo>
                <a:lnTo>
                  <a:pt x="138355" y="0"/>
                </a:lnTo>
                <a:lnTo>
                  <a:pt x="138355" y="2576"/>
                </a:lnTo>
                <a:cubicBezTo>
                  <a:pt x="133342" y="2530"/>
                  <a:pt x="129825" y="2995"/>
                  <a:pt x="127806" y="3971"/>
                </a:cubicBezTo>
                <a:cubicBezTo>
                  <a:pt x="125787" y="4946"/>
                  <a:pt x="124406" y="6177"/>
                  <a:pt x="123663" y="7664"/>
                </a:cubicBezTo>
                <a:cubicBezTo>
                  <a:pt x="122920" y="9150"/>
                  <a:pt x="122549" y="12704"/>
                  <a:pt x="122549" y="18326"/>
                </a:cubicBezTo>
                <a:lnTo>
                  <a:pt x="122549" y="77698"/>
                </a:lnTo>
                <a:cubicBezTo>
                  <a:pt x="122549" y="81554"/>
                  <a:pt x="122920" y="84202"/>
                  <a:pt x="123663" y="85642"/>
                </a:cubicBezTo>
                <a:cubicBezTo>
                  <a:pt x="124220" y="86617"/>
                  <a:pt x="125079" y="87337"/>
                  <a:pt x="126239" y="87803"/>
                </a:cubicBezTo>
                <a:cubicBezTo>
                  <a:pt x="127400" y="88267"/>
                  <a:pt x="131021" y="88499"/>
                  <a:pt x="137102" y="88499"/>
                </a:cubicBezTo>
                <a:lnTo>
                  <a:pt x="143995" y="88499"/>
                </a:lnTo>
                <a:cubicBezTo>
                  <a:pt x="151236" y="88499"/>
                  <a:pt x="156319" y="87962"/>
                  <a:pt x="159244" y="86887"/>
                </a:cubicBezTo>
                <a:cubicBezTo>
                  <a:pt x="162168" y="85812"/>
                  <a:pt x="164837" y="83907"/>
                  <a:pt x="167251" y="81173"/>
                </a:cubicBezTo>
                <a:cubicBezTo>
                  <a:pt x="169665" y="78438"/>
                  <a:pt x="172079" y="74126"/>
                  <a:pt x="174493" y="6823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" name="Text ERR_put_error">
            <a:extLst xmlns:a="http://schemas.openxmlformats.org/drawingml/2006/main">
              <a:ext uri="{FF2B5EF4-FFF2-40B4-BE49-F238E27FC236}">
                <a16:creationId xmlns:a16="http://schemas.microsoft.com/office/drawing/2014/main" id="{38A9D000-F31D-414C-A289-D387B2574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1079" y="2004262"/>
            <a:ext cx="877261" cy="125194"/>
          </a:xfrm>
          <a:custGeom xmlns:a="http://schemas.openxmlformats.org/drawingml/2006/main">
            <a:pathLst>
              <a:path w="877261" h="125194">
                <a:moveTo>
                  <a:pt x="53922" y="5160"/>
                </a:moveTo>
                <a:lnTo>
                  <a:pt x="54471" y="5169"/>
                </a:lnTo>
                <a:lnTo>
                  <a:pt x="55005" y="5181"/>
                </a:lnTo>
                <a:lnTo>
                  <a:pt x="55525" y="5198"/>
                </a:lnTo>
                <a:lnTo>
                  <a:pt x="56030" y="5218"/>
                </a:lnTo>
                <a:lnTo>
                  <a:pt x="56520" y="5241"/>
                </a:lnTo>
                <a:lnTo>
                  <a:pt x="56996" y="5268"/>
                </a:lnTo>
                <a:lnTo>
                  <a:pt x="57456" y="5299"/>
                </a:lnTo>
                <a:lnTo>
                  <a:pt x="57902" y="5333"/>
                </a:lnTo>
                <a:lnTo>
                  <a:pt x="58333" y="5371"/>
                </a:lnTo>
                <a:lnTo>
                  <a:pt x="58750" y="5413"/>
                </a:lnTo>
                <a:lnTo>
                  <a:pt x="59152" y="5458"/>
                </a:lnTo>
                <a:lnTo>
                  <a:pt x="59539" y="5507"/>
                </a:lnTo>
                <a:lnTo>
                  <a:pt x="59911" y="5559"/>
                </a:lnTo>
                <a:lnTo>
                  <a:pt x="60268" y="5615"/>
                </a:lnTo>
                <a:lnTo>
                  <a:pt x="60611" y="5674"/>
                </a:lnTo>
                <a:lnTo>
                  <a:pt x="60939" y="5738"/>
                </a:lnTo>
                <a:lnTo>
                  <a:pt x="61252" y="5804"/>
                </a:lnTo>
                <a:lnTo>
                  <a:pt x="61551" y="5875"/>
                </a:lnTo>
                <a:lnTo>
                  <a:pt x="61834" y="5949"/>
                </a:lnTo>
                <a:lnTo>
                  <a:pt x="62103" y="6027"/>
                </a:lnTo>
                <a:lnTo>
                  <a:pt x="62357" y="6108"/>
                </a:lnTo>
                <a:lnTo>
                  <a:pt x="62597" y="6193"/>
                </a:lnTo>
                <a:lnTo>
                  <a:pt x="62884" y="6316"/>
                </a:lnTo>
                <a:lnTo>
                  <a:pt x="63165" y="6444"/>
                </a:lnTo>
                <a:lnTo>
                  <a:pt x="63441" y="6577"/>
                </a:lnTo>
                <a:lnTo>
                  <a:pt x="63710" y="6714"/>
                </a:lnTo>
                <a:lnTo>
                  <a:pt x="63974" y="6856"/>
                </a:lnTo>
                <a:lnTo>
                  <a:pt x="64231" y="7003"/>
                </a:lnTo>
                <a:lnTo>
                  <a:pt x="64483" y="7154"/>
                </a:lnTo>
                <a:lnTo>
                  <a:pt x="64728" y="7309"/>
                </a:lnTo>
                <a:lnTo>
                  <a:pt x="64968" y="7470"/>
                </a:lnTo>
                <a:lnTo>
                  <a:pt x="65202" y="7634"/>
                </a:lnTo>
                <a:lnTo>
                  <a:pt x="65430" y="7804"/>
                </a:lnTo>
                <a:lnTo>
                  <a:pt x="65652" y="7977"/>
                </a:lnTo>
                <a:lnTo>
                  <a:pt x="65868" y="8156"/>
                </a:lnTo>
                <a:lnTo>
                  <a:pt x="66078" y="8339"/>
                </a:lnTo>
                <a:lnTo>
                  <a:pt x="66282" y="8527"/>
                </a:lnTo>
                <a:lnTo>
                  <a:pt x="66481" y="8719"/>
                </a:lnTo>
                <a:lnTo>
                  <a:pt x="66673" y="8915"/>
                </a:lnTo>
                <a:lnTo>
                  <a:pt x="66860" y="9117"/>
                </a:lnTo>
                <a:lnTo>
                  <a:pt x="67040" y="9323"/>
                </a:lnTo>
                <a:lnTo>
                  <a:pt x="67215" y="9533"/>
                </a:lnTo>
                <a:lnTo>
                  <a:pt x="67383" y="9748"/>
                </a:lnTo>
                <a:lnTo>
                  <a:pt x="67546" y="9968"/>
                </a:lnTo>
                <a:lnTo>
                  <a:pt x="67703" y="10192"/>
                </a:lnTo>
                <a:lnTo>
                  <a:pt x="67854" y="10420"/>
                </a:lnTo>
                <a:lnTo>
                  <a:pt x="68001" y="10660"/>
                </a:lnTo>
                <a:lnTo>
                  <a:pt x="68148" y="10915"/>
                </a:lnTo>
                <a:lnTo>
                  <a:pt x="68293" y="11186"/>
                </a:lnTo>
                <a:lnTo>
                  <a:pt x="68437" y="11474"/>
                </a:lnTo>
                <a:lnTo>
                  <a:pt x="68580" y="11777"/>
                </a:lnTo>
                <a:lnTo>
                  <a:pt x="68722" y="12097"/>
                </a:lnTo>
                <a:lnTo>
                  <a:pt x="68863" y="12433"/>
                </a:lnTo>
                <a:lnTo>
                  <a:pt x="69003" y="12785"/>
                </a:lnTo>
                <a:lnTo>
                  <a:pt x="69142" y="13153"/>
                </a:lnTo>
                <a:lnTo>
                  <a:pt x="69279" y="13537"/>
                </a:lnTo>
                <a:lnTo>
                  <a:pt x="69416" y="13938"/>
                </a:lnTo>
                <a:lnTo>
                  <a:pt x="69551" y="14354"/>
                </a:lnTo>
                <a:lnTo>
                  <a:pt x="69686" y="14787"/>
                </a:lnTo>
                <a:lnTo>
                  <a:pt x="69819" y="15235"/>
                </a:lnTo>
                <a:lnTo>
                  <a:pt x="69951" y="15700"/>
                </a:lnTo>
                <a:lnTo>
                  <a:pt x="70082" y="16181"/>
                </a:lnTo>
                <a:lnTo>
                  <a:pt x="70212" y="16679"/>
                </a:lnTo>
                <a:lnTo>
                  <a:pt x="70341" y="17192"/>
                </a:lnTo>
                <a:lnTo>
                  <a:pt x="70469" y="17721"/>
                </a:lnTo>
                <a:lnTo>
                  <a:pt x="70596" y="18267"/>
                </a:lnTo>
                <a:lnTo>
                  <a:pt x="70721" y="18829"/>
                </a:lnTo>
                <a:lnTo>
                  <a:pt x="70846" y="19406"/>
                </a:lnTo>
                <a:lnTo>
                  <a:pt x="70969" y="20000"/>
                </a:lnTo>
                <a:lnTo>
                  <a:pt x="71092" y="20610"/>
                </a:lnTo>
                <a:lnTo>
                  <a:pt x="73807" y="20610"/>
                </a:lnTo>
                <a:lnTo>
                  <a:pt x="72763" y="0"/>
                </a:lnTo>
                <a:lnTo>
                  <a:pt x="0" y="0"/>
                </a:lnTo>
                <a:lnTo>
                  <a:pt x="0" y="2576"/>
                </a:lnTo>
                <a:lnTo>
                  <a:pt x="3342" y="2576"/>
                </a:lnTo>
                <a:lnTo>
                  <a:pt x="3824" y="2581"/>
                </a:lnTo>
                <a:lnTo>
                  <a:pt x="4294" y="2596"/>
                </a:lnTo>
                <a:lnTo>
                  <a:pt x="4752" y="2620"/>
                </a:lnTo>
                <a:lnTo>
                  <a:pt x="5199" y="2654"/>
                </a:lnTo>
                <a:lnTo>
                  <a:pt x="5634" y="2697"/>
                </a:lnTo>
                <a:lnTo>
                  <a:pt x="6058" y="2750"/>
                </a:lnTo>
                <a:lnTo>
                  <a:pt x="6470" y="2813"/>
                </a:lnTo>
                <a:lnTo>
                  <a:pt x="6870" y="2886"/>
                </a:lnTo>
                <a:lnTo>
                  <a:pt x="7259" y="2968"/>
                </a:lnTo>
                <a:lnTo>
                  <a:pt x="7636" y="3060"/>
                </a:lnTo>
                <a:lnTo>
                  <a:pt x="8002" y="3161"/>
                </a:lnTo>
                <a:lnTo>
                  <a:pt x="8356" y="3273"/>
                </a:lnTo>
                <a:lnTo>
                  <a:pt x="8698" y="3393"/>
                </a:lnTo>
                <a:lnTo>
                  <a:pt x="9029" y="3524"/>
                </a:lnTo>
                <a:lnTo>
                  <a:pt x="9348" y="3664"/>
                </a:lnTo>
                <a:lnTo>
                  <a:pt x="9655" y="3814"/>
                </a:lnTo>
                <a:lnTo>
                  <a:pt x="9951" y="3974"/>
                </a:lnTo>
                <a:lnTo>
                  <a:pt x="10236" y="4143"/>
                </a:lnTo>
                <a:lnTo>
                  <a:pt x="10508" y="4322"/>
                </a:lnTo>
                <a:lnTo>
                  <a:pt x="10769" y="4510"/>
                </a:lnTo>
                <a:lnTo>
                  <a:pt x="11019" y="4709"/>
                </a:lnTo>
                <a:lnTo>
                  <a:pt x="11257" y="4917"/>
                </a:lnTo>
                <a:lnTo>
                  <a:pt x="11483" y="5134"/>
                </a:lnTo>
                <a:lnTo>
                  <a:pt x="11698" y="5361"/>
                </a:lnTo>
                <a:lnTo>
                  <a:pt x="11845" y="5548"/>
                </a:lnTo>
                <a:lnTo>
                  <a:pt x="11987" y="5757"/>
                </a:lnTo>
                <a:lnTo>
                  <a:pt x="12122" y="5991"/>
                </a:lnTo>
                <a:lnTo>
                  <a:pt x="12251" y="6249"/>
                </a:lnTo>
                <a:lnTo>
                  <a:pt x="12374" y="6531"/>
                </a:lnTo>
                <a:lnTo>
                  <a:pt x="12490" y="6837"/>
                </a:lnTo>
                <a:lnTo>
                  <a:pt x="12600" y="7166"/>
                </a:lnTo>
                <a:lnTo>
                  <a:pt x="12704" y="7520"/>
                </a:lnTo>
                <a:lnTo>
                  <a:pt x="12801" y="7898"/>
                </a:lnTo>
                <a:lnTo>
                  <a:pt x="12892" y="8299"/>
                </a:lnTo>
                <a:lnTo>
                  <a:pt x="12977" y="8724"/>
                </a:lnTo>
                <a:lnTo>
                  <a:pt x="13056" y="9174"/>
                </a:lnTo>
                <a:lnTo>
                  <a:pt x="13128" y="9647"/>
                </a:lnTo>
                <a:lnTo>
                  <a:pt x="13194" y="10144"/>
                </a:lnTo>
                <a:lnTo>
                  <a:pt x="13254" y="10665"/>
                </a:lnTo>
                <a:lnTo>
                  <a:pt x="13307" y="11210"/>
                </a:lnTo>
                <a:lnTo>
                  <a:pt x="13354" y="11779"/>
                </a:lnTo>
                <a:lnTo>
                  <a:pt x="13395" y="12372"/>
                </a:lnTo>
                <a:lnTo>
                  <a:pt x="13430" y="12989"/>
                </a:lnTo>
                <a:lnTo>
                  <a:pt x="13458" y="13630"/>
                </a:lnTo>
                <a:lnTo>
                  <a:pt x="13480" y="14295"/>
                </a:lnTo>
                <a:lnTo>
                  <a:pt x="13496" y="14983"/>
                </a:lnTo>
                <a:lnTo>
                  <a:pt x="13505" y="15696"/>
                </a:lnTo>
                <a:lnTo>
                  <a:pt x="13508" y="16433"/>
                </a:lnTo>
                <a:lnTo>
                  <a:pt x="13508" y="77776"/>
                </a:lnTo>
                <a:lnTo>
                  <a:pt x="13507" y="78343"/>
                </a:lnTo>
                <a:lnTo>
                  <a:pt x="13503" y="78893"/>
                </a:lnTo>
                <a:lnTo>
                  <a:pt x="13496" y="79427"/>
                </a:lnTo>
                <a:lnTo>
                  <a:pt x="13486" y="79944"/>
                </a:lnTo>
                <a:lnTo>
                  <a:pt x="13473" y="80446"/>
                </a:lnTo>
                <a:lnTo>
                  <a:pt x="13458" y="80931"/>
                </a:lnTo>
                <a:lnTo>
                  <a:pt x="13440" y="81400"/>
                </a:lnTo>
                <a:lnTo>
                  <a:pt x="13419" y="81853"/>
                </a:lnTo>
                <a:lnTo>
                  <a:pt x="13396" y="82290"/>
                </a:lnTo>
                <a:lnTo>
                  <a:pt x="13369" y="82711"/>
                </a:lnTo>
                <a:lnTo>
                  <a:pt x="13340" y="83115"/>
                </a:lnTo>
                <a:lnTo>
                  <a:pt x="13308" y="83503"/>
                </a:lnTo>
                <a:lnTo>
                  <a:pt x="13273" y="83875"/>
                </a:lnTo>
                <a:lnTo>
                  <a:pt x="13236" y="84231"/>
                </a:lnTo>
                <a:lnTo>
                  <a:pt x="13195" y="84571"/>
                </a:lnTo>
                <a:lnTo>
                  <a:pt x="13152" y="84894"/>
                </a:lnTo>
                <a:lnTo>
                  <a:pt x="13106" y="85201"/>
                </a:lnTo>
                <a:lnTo>
                  <a:pt x="13058" y="85492"/>
                </a:lnTo>
                <a:lnTo>
                  <a:pt x="13006" y="85767"/>
                </a:lnTo>
                <a:lnTo>
                  <a:pt x="12952" y="86025"/>
                </a:lnTo>
                <a:lnTo>
                  <a:pt x="12895" y="86268"/>
                </a:lnTo>
                <a:lnTo>
                  <a:pt x="12835" y="86494"/>
                </a:lnTo>
                <a:lnTo>
                  <a:pt x="12773" y="86704"/>
                </a:lnTo>
                <a:lnTo>
                  <a:pt x="12707" y="86898"/>
                </a:lnTo>
                <a:lnTo>
                  <a:pt x="12638" y="87081"/>
                </a:lnTo>
                <a:lnTo>
                  <a:pt x="12564" y="87261"/>
                </a:lnTo>
                <a:lnTo>
                  <a:pt x="12485" y="87437"/>
                </a:lnTo>
                <a:lnTo>
                  <a:pt x="12401" y="87609"/>
                </a:lnTo>
                <a:lnTo>
                  <a:pt x="12312" y="87778"/>
                </a:lnTo>
                <a:lnTo>
                  <a:pt x="12218" y="87942"/>
                </a:lnTo>
                <a:lnTo>
                  <a:pt x="12119" y="88103"/>
                </a:lnTo>
                <a:lnTo>
                  <a:pt x="12015" y="88259"/>
                </a:lnTo>
                <a:lnTo>
                  <a:pt x="11906" y="88412"/>
                </a:lnTo>
                <a:lnTo>
                  <a:pt x="11792" y="88561"/>
                </a:lnTo>
                <a:lnTo>
                  <a:pt x="11674" y="88706"/>
                </a:lnTo>
                <a:lnTo>
                  <a:pt x="11550" y="88847"/>
                </a:lnTo>
                <a:lnTo>
                  <a:pt x="11421" y="88985"/>
                </a:lnTo>
                <a:lnTo>
                  <a:pt x="11287" y="89118"/>
                </a:lnTo>
                <a:lnTo>
                  <a:pt x="11149" y="89248"/>
                </a:lnTo>
                <a:lnTo>
                  <a:pt x="11005" y="89373"/>
                </a:lnTo>
                <a:lnTo>
                  <a:pt x="10857" y="89495"/>
                </a:lnTo>
                <a:lnTo>
                  <a:pt x="10703" y="89613"/>
                </a:lnTo>
                <a:lnTo>
                  <a:pt x="10545" y="89727"/>
                </a:lnTo>
                <a:lnTo>
                  <a:pt x="10382" y="89838"/>
                </a:lnTo>
                <a:lnTo>
                  <a:pt x="10213" y="89944"/>
                </a:lnTo>
                <a:lnTo>
                  <a:pt x="10040" y="90046"/>
                </a:lnTo>
                <a:lnTo>
                  <a:pt x="9862" y="90145"/>
                </a:lnTo>
                <a:lnTo>
                  <a:pt x="9679" y="90240"/>
                </a:lnTo>
                <a:lnTo>
                  <a:pt x="9428" y="90371"/>
                </a:lnTo>
                <a:lnTo>
                  <a:pt x="9177" y="90496"/>
                </a:lnTo>
                <a:lnTo>
                  <a:pt x="8925" y="90615"/>
                </a:lnTo>
                <a:lnTo>
                  <a:pt x="8671" y="90729"/>
                </a:lnTo>
                <a:lnTo>
                  <a:pt x="8416" y="90838"/>
                </a:lnTo>
                <a:lnTo>
                  <a:pt x="8160" y="90941"/>
                </a:lnTo>
                <a:lnTo>
                  <a:pt x="7902" y="91038"/>
                </a:lnTo>
                <a:lnTo>
                  <a:pt x="7644" y="91130"/>
                </a:lnTo>
                <a:lnTo>
                  <a:pt x="7384" y="91216"/>
                </a:lnTo>
                <a:lnTo>
                  <a:pt x="7123" y="91296"/>
                </a:lnTo>
                <a:lnTo>
                  <a:pt x="6861" y="91371"/>
                </a:lnTo>
                <a:lnTo>
                  <a:pt x="6597" y="91441"/>
                </a:lnTo>
                <a:lnTo>
                  <a:pt x="6333" y="91505"/>
                </a:lnTo>
                <a:lnTo>
                  <a:pt x="6067" y="91563"/>
                </a:lnTo>
                <a:lnTo>
                  <a:pt x="5800" y="91616"/>
                </a:lnTo>
                <a:lnTo>
                  <a:pt x="5532" y="91663"/>
                </a:lnTo>
                <a:lnTo>
                  <a:pt x="5262" y="91705"/>
                </a:lnTo>
                <a:lnTo>
                  <a:pt x="4992" y="91741"/>
                </a:lnTo>
                <a:lnTo>
                  <a:pt x="4720" y="91772"/>
                </a:lnTo>
                <a:lnTo>
                  <a:pt x="4447" y="91797"/>
                </a:lnTo>
                <a:lnTo>
                  <a:pt x="4172" y="91816"/>
                </a:lnTo>
                <a:lnTo>
                  <a:pt x="3897" y="91830"/>
                </a:lnTo>
                <a:lnTo>
                  <a:pt x="3620" y="91839"/>
                </a:lnTo>
                <a:lnTo>
                  <a:pt x="3342" y="91841"/>
                </a:lnTo>
                <a:lnTo>
                  <a:pt x="0" y="91841"/>
                </a:lnTo>
                <a:lnTo>
                  <a:pt x="0" y="94418"/>
                </a:lnTo>
                <a:lnTo>
                  <a:pt x="72763" y="94418"/>
                </a:lnTo>
                <a:lnTo>
                  <a:pt x="80910" y="70744"/>
                </a:lnTo>
                <a:lnTo>
                  <a:pt x="78124" y="70744"/>
                </a:lnTo>
                <a:lnTo>
                  <a:pt x="77748" y="71461"/>
                </a:lnTo>
                <a:lnTo>
                  <a:pt x="77371" y="72164"/>
                </a:lnTo>
                <a:lnTo>
                  <a:pt x="76996" y="72851"/>
                </a:lnTo>
                <a:lnTo>
                  <a:pt x="76621" y="73523"/>
                </a:lnTo>
                <a:lnTo>
                  <a:pt x="76248" y="74180"/>
                </a:lnTo>
                <a:lnTo>
                  <a:pt x="75874" y="74821"/>
                </a:lnTo>
                <a:lnTo>
                  <a:pt x="75502" y="75448"/>
                </a:lnTo>
                <a:lnTo>
                  <a:pt x="75130" y="76059"/>
                </a:lnTo>
                <a:lnTo>
                  <a:pt x="74759" y="76655"/>
                </a:lnTo>
                <a:lnTo>
                  <a:pt x="74389" y="77235"/>
                </a:lnTo>
                <a:lnTo>
                  <a:pt x="74019" y="77800"/>
                </a:lnTo>
                <a:lnTo>
                  <a:pt x="73651" y="78351"/>
                </a:lnTo>
                <a:lnTo>
                  <a:pt x="73283" y="78886"/>
                </a:lnTo>
                <a:lnTo>
                  <a:pt x="72915" y="79405"/>
                </a:lnTo>
                <a:lnTo>
                  <a:pt x="72549" y="79910"/>
                </a:lnTo>
                <a:lnTo>
                  <a:pt x="72183" y="80399"/>
                </a:lnTo>
                <a:lnTo>
                  <a:pt x="71817" y="80873"/>
                </a:lnTo>
                <a:lnTo>
                  <a:pt x="71453" y="81332"/>
                </a:lnTo>
                <a:lnTo>
                  <a:pt x="71089" y="81775"/>
                </a:lnTo>
                <a:lnTo>
                  <a:pt x="70726" y="82203"/>
                </a:lnTo>
                <a:lnTo>
                  <a:pt x="70364" y="82617"/>
                </a:lnTo>
                <a:lnTo>
                  <a:pt x="70002" y="83014"/>
                </a:lnTo>
                <a:lnTo>
                  <a:pt x="69642" y="83397"/>
                </a:lnTo>
                <a:lnTo>
                  <a:pt x="69281" y="83764"/>
                </a:lnTo>
                <a:lnTo>
                  <a:pt x="69002" y="84033"/>
                </a:lnTo>
                <a:lnTo>
                  <a:pt x="68722" y="84295"/>
                </a:lnTo>
                <a:lnTo>
                  <a:pt x="68441" y="84549"/>
                </a:lnTo>
                <a:lnTo>
                  <a:pt x="68160" y="84795"/>
                </a:lnTo>
                <a:lnTo>
                  <a:pt x="67877" y="85034"/>
                </a:lnTo>
                <a:lnTo>
                  <a:pt x="67593" y="85266"/>
                </a:lnTo>
                <a:lnTo>
                  <a:pt x="67308" y="85490"/>
                </a:lnTo>
                <a:lnTo>
                  <a:pt x="67022" y="85706"/>
                </a:lnTo>
                <a:lnTo>
                  <a:pt x="66736" y="85915"/>
                </a:lnTo>
                <a:lnTo>
                  <a:pt x="66448" y="86117"/>
                </a:lnTo>
                <a:lnTo>
                  <a:pt x="66159" y="86311"/>
                </a:lnTo>
                <a:lnTo>
                  <a:pt x="65870" y="86497"/>
                </a:lnTo>
                <a:lnTo>
                  <a:pt x="65579" y="86676"/>
                </a:lnTo>
                <a:lnTo>
                  <a:pt x="65287" y="86848"/>
                </a:lnTo>
                <a:lnTo>
                  <a:pt x="64995" y="87012"/>
                </a:lnTo>
                <a:lnTo>
                  <a:pt x="64701" y="87168"/>
                </a:lnTo>
                <a:lnTo>
                  <a:pt x="64407" y="87317"/>
                </a:lnTo>
                <a:lnTo>
                  <a:pt x="64111" y="87459"/>
                </a:lnTo>
                <a:lnTo>
                  <a:pt x="63815" y="87593"/>
                </a:lnTo>
                <a:lnTo>
                  <a:pt x="63518" y="87720"/>
                </a:lnTo>
                <a:lnTo>
                  <a:pt x="63219" y="87839"/>
                </a:lnTo>
                <a:lnTo>
                  <a:pt x="62920" y="87950"/>
                </a:lnTo>
                <a:lnTo>
                  <a:pt x="62620" y="88054"/>
                </a:lnTo>
                <a:lnTo>
                  <a:pt x="62318" y="88151"/>
                </a:lnTo>
                <a:lnTo>
                  <a:pt x="62009" y="88242"/>
                </a:lnTo>
                <a:lnTo>
                  <a:pt x="61685" y="88329"/>
                </a:lnTo>
                <a:lnTo>
                  <a:pt x="61345" y="88412"/>
                </a:lnTo>
                <a:lnTo>
                  <a:pt x="60990" y="88491"/>
                </a:lnTo>
                <a:lnTo>
                  <a:pt x="60619" y="88567"/>
                </a:lnTo>
                <a:lnTo>
                  <a:pt x="60234" y="88638"/>
                </a:lnTo>
                <a:lnTo>
                  <a:pt x="59833" y="88706"/>
                </a:lnTo>
                <a:lnTo>
                  <a:pt x="59417" y="88770"/>
                </a:lnTo>
                <a:lnTo>
                  <a:pt x="58986" y="88830"/>
                </a:lnTo>
                <a:lnTo>
                  <a:pt x="58540" y="88886"/>
                </a:lnTo>
                <a:lnTo>
                  <a:pt x="58078" y="88938"/>
                </a:lnTo>
                <a:lnTo>
                  <a:pt x="57601" y="88987"/>
                </a:lnTo>
                <a:lnTo>
                  <a:pt x="57109" y="89031"/>
                </a:lnTo>
                <a:lnTo>
                  <a:pt x="56602" y="89072"/>
                </a:lnTo>
                <a:lnTo>
                  <a:pt x="56079" y="89108"/>
                </a:lnTo>
                <a:lnTo>
                  <a:pt x="55541" y="89141"/>
                </a:lnTo>
                <a:lnTo>
                  <a:pt x="54988" y="89170"/>
                </a:lnTo>
                <a:lnTo>
                  <a:pt x="54420" y="89195"/>
                </a:lnTo>
                <a:lnTo>
                  <a:pt x="53836" y="89217"/>
                </a:lnTo>
                <a:lnTo>
                  <a:pt x="53238" y="89234"/>
                </a:lnTo>
                <a:lnTo>
                  <a:pt x="52624" y="89248"/>
                </a:lnTo>
                <a:lnTo>
                  <a:pt x="51994" y="89257"/>
                </a:lnTo>
                <a:lnTo>
                  <a:pt x="51350" y="89263"/>
                </a:lnTo>
                <a:lnTo>
                  <a:pt x="50690" y="89265"/>
                </a:lnTo>
                <a:lnTo>
                  <a:pt x="34676" y="89265"/>
                </a:lnTo>
                <a:lnTo>
                  <a:pt x="34355" y="89264"/>
                </a:lnTo>
                <a:lnTo>
                  <a:pt x="34043" y="89260"/>
                </a:lnTo>
                <a:lnTo>
                  <a:pt x="33740" y="89253"/>
                </a:lnTo>
                <a:lnTo>
                  <a:pt x="33445" y="89243"/>
                </a:lnTo>
                <a:lnTo>
                  <a:pt x="33160" y="89230"/>
                </a:lnTo>
                <a:lnTo>
                  <a:pt x="32883" y="89215"/>
                </a:lnTo>
                <a:lnTo>
                  <a:pt x="32614" y="89197"/>
                </a:lnTo>
                <a:lnTo>
                  <a:pt x="32355" y="89176"/>
                </a:lnTo>
                <a:lnTo>
                  <a:pt x="32104" y="89153"/>
                </a:lnTo>
                <a:lnTo>
                  <a:pt x="31861" y="89126"/>
                </a:lnTo>
                <a:lnTo>
                  <a:pt x="31628" y="89097"/>
                </a:lnTo>
                <a:lnTo>
                  <a:pt x="31403" y="89065"/>
                </a:lnTo>
                <a:lnTo>
                  <a:pt x="31187" y="89031"/>
                </a:lnTo>
                <a:lnTo>
                  <a:pt x="30979" y="88993"/>
                </a:lnTo>
                <a:lnTo>
                  <a:pt x="30781" y="88953"/>
                </a:lnTo>
                <a:lnTo>
                  <a:pt x="30591" y="88910"/>
                </a:lnTo>
                <a:lnTo>
                  <a:pt x="30409" y="88864"/>
                </a:lnTo>
                <a:lnTo>
                  <a:pt x="30237" y="88816"/>
                </a:lnTo>
                <a:lnTo>
                  <a:pt x="30073" y="88765"/>
                </a:lnTo>
                <a:lnTo>
                  <a:pt x="29917" y="88711"/>
                </a:lnTo>
                <a:lnTo>
                  <a:pt x="29771" y="88654"/>
                </a:lnTo>
                <a:lnTo>
                  <a:pt x="29633" y="88594"/>
                </a:lnTo>
                <a:lnTo>
                  <a:pt x="29504" y="88532"/>
                </a:lnTo>
                <a:lnTo>
                  <a:pt x="29384" y="88466"/>
                </a:lnTo>
                <a:lnTo>
                  <a:pt x="29269" y="88399"/>
                </a:lnTo>
                <a:lnTo>
                  <a:pt x="29157" y="88329"/>
                </a:lnTo>
                <a:lnTo>
                  <a:pt x="29049" y="88258"/>
                </a:lnTo>
                <a:lnTo>
                  <a:pt x="28943" y="88184"/>
                </a:lnTo>
                <a:lnTo>
                  <a:pt x="28840" y="88109"/>
                </a:lnTo>
                <a:lnTo>
                  <a:pt x="28740" y="88031"/>
                </a:lnTo>
                <a:lnTo>
                  <a:pt x="28642" y="87952"/>
                </a:lnTo>
                <a:lnTo>
                  <a:pt x="28548" y="87871"/>
                </a:lnTo>
                <a:lnTo>
                  <a:pt x="28457" y="87788"/>
                </a:lnTo>
                <a:lnTo>
                  <a:pt x="28368" y="87703"/>
                </a:lnTo>
                <a:lnTo>
                  <a:pt x="28283" y="87616"/>
                </a:lnTo>
                <a:lnTo>
                  <a:pt x="28200" y="87527"/>
                </a:lnTo>
                <a:lnTo>
                  <a:pt x="28120" y="87436"/>
                </a:lnTo>
                <a:lnTo>
                  <a:pt x="28043" y="87343"/>
                </a:lnTo>
                <a:lnTo>
                  <a:pt x="27969" y="87249"/>
                </a:lnTo>
                <a:lnTo>
                  <a:pt x="27898" y="87152"/>
                </a:lnTo>
                <a:lnTo>
                  <a:pt x="27830" y="87054"/>
                </a:lnTo>
                <a:lnTo>
                  <a:pt x="27765" y="86953"/>
                </a:lnTo>
                <a:lnTo>
                  <a:pt x="27702" y="86851"/>
                </a:lnTo>
                <a:lnTo>
                  <a:pt x="27643" y="86747"/>
                </a:lnTo>
                <a:lnTo>
                  <a:pt x="27586" y="86640"/>
                </a:lnTo>
                <a:lnTo>
                  <a:pt x="27533" y="86532"/>
                </a:lnTo>
                <a:lnTo>
                  <a:pt x="27482" y="86422"/>
                </a:lnTo>
                <a:lnTo>
                  <a:pt x="27434" y="86310"/>
                </a:lnTo>
                <a:lnTo>
                  <a:pt x="27389" y="86189"/>
                </a:lnTo>
                <a:lnTo>
                  <a:pt x="27345" y="86050"/>
                </a:lnTo>
                <a:lnTo>
                  <a:pt x="27303" y="85895"/>
                </a:lnTo>
                <a:lnTo>
                  <a:pt x="27264" y="85722"/>
                </a:lnTo>
                <a:lnTo>
                  <a:pt x="27226" y="85533"/>
                </a:lnTo>
                <a:lnTo>
                  <a:pt x="27190" y="85326"/>
                </a:lnTo>
                <a:lnTo>
                  <a:pt x="27156" y="85103"/>
                </a:lnTo>
                <a:lnTo>
                  <a:pt x="27125" y="84862"/>
                </a:lnTo>
                <a:lnTo>
                  <a:pt x="27095" y="84604"/>
                </a:lnTo>
                <a:lnTo>
                  <a:pt x="27067" y="84330"/>
                </a:lnTo>
                <a:lnTo>
                  <a:pt x="27040" y="84038"/>
                </a:lnTo>
                <a:lnTo>
                  <a:pt x="27016" y="83730"/>
                </a:lnTo>
                <a:lnTo>
                  <a:pt x="26994" y="83404"/>
                </a:lnTo>
                <a:lnTo>
                  <a:pt x="26974" y="83061"/>
                </a:lnTo>
                <a:lnTo>
                  <a:pt x="26955" y="82702"/>
                </a:lnTo>
                <a:lnTo>
                  <a:pt x="26939" y="82325"/>
                </a:lnTo>
                <a:lnTo>
                  <a:pt x="26924" y="81931"/>
                </a:lnTo>
                <a:lnTo>
                  <a:pt x="26912" y="81520"/>
                </a:lnTo>
                <a:lnTo>
                  <a:pt x="26901" y="81093"/>
                </a:lnTo>
                <a:lnTo>
                  <a:pt x="26892" y="80648"/>
                </a:lnTo>
                <a:lnTo>
                  <a:pt x="26886" y="80186"/>
                </a:lnTo>
                <a:lnTo>
                  <a:pt x="26881" y="79707"/>
                </a:lnTo>
                <a:lnTo>
                  <a:pt x="26878" y="79212"/>
                </a:lnTo>
                <a:lnTo>
                  <a:pt x="26877" y="78699"/>
                </a:lnTo>
                <a:lnTo>
                  <a:pt x="26877" y="47627"/>
                </a:lnTo>
                <a:lnTo>
                  <a:pt x="47627" y="47627"/>
                </a:lnTo>
                <a:lnTo>
                  <a:pt x="48114" y="47629"/>
                </a:lnTo>
                <a:lnTo>
                  <a:pt x="48592" y="47636"/>
                </a:lnTo>
                <a:lnTo>
                  <a:pt x="49058" y="47648"/>
                </a:lnTo>
                <a:lnTo>
                  <a:pt x="49514" y="47665"/>
                </a:lnTo>
                <a:lnTo>
                  <a:pt x="49960" y="47686"/>
                </a:lnTo>
                <a:lnTo>
                  <a:pt x="50394" y="47713"/>
                </a:lnTo>
                <a:lnTo>
                  <a:pt x="50818" y="47744"/>
                </a:lnTo>
                <a:lnTo>
                  <a:pt x="51232" y="47780"/>
                </a:lnTo>
                <a:lnTo>
                  <a:pt x="51635" y="47821"/>
                </a:lnTo>
                <a:lnTo>
                  <a:pt x="52027" y="47866"/>
                </a:lnTo>
                <a:lnTo>
                  <a:pt x="52408" y="47916"/>
                </a:lnTo>
                <a:lnTo>
                  <a:pt x="52779" y="47971"/>
                </a:lnTo>
                <a:lnTo>
                  <a:pt x="53139" y="48031"/>
                </a:lnTo>
                <a:lnTo>
                  <a:pt x="53489" y="48096"/>
                </a:lnTo>
                <a:lnTo>
                  <a:pt x="53828" y="48165"/>
                </a:lnTo>
                <a:lnTo>
                  <a:pt x="54156" y="48240"/>
                </a:lnTo>
                <a:lnTo>
                  <a:pt x="54474" y="48319"/>
                </a:lnTo>
                <a:lnTo>
                  <a:pt x="54781" y="48403"/>
                </a:lnTo>
                <a:lnTo>
                  <a:pt x="55077" y="48491"/>
                </a:lnTo>
                <a:lnTo>
                  <a:pt x="55363" y="48585"/>
                </a:lnTo>
                <a:lnTo>
                  <a:pt x="55638" y="48683"/>
                </a:lnTo>
                <a:lnTo>
                  <a:pt x="55903" y="48786"/>
                </a:lnTo>
                <a:lnTo>
                  <a:pt x="56157" y="48894"/>
                </a:lnTo>
                <a:lnTo>
                  <a:pt x="56400" y="49006"/>
                </a:lnTo>
                <a:lnTo>
                  <a:pt x="56635" y="49123"/>
                </a:lnTo>
                <a:lnTo>
                  <a:pt x="56865" y="49243"/>
                </a:lnTo>
                <a:lnTo>
                  <a:pt x="57089" y="49367"/>
                </a:lnTo>
                <a:lnTo>
                  <a:pt x="57307" y="49494"/>
                </a:lnTo>
                <a:lnTo>
                  <a:pt x="57520" y="49625"/>
                </a:lnTo>
                <a:lnTo>
                  <a:pt x="57727" y="49760"/>
                </a:lnTo>
                <a:lnTo>
                  <a:pt x="57929" y="49898"/>
                </a:lnTo>
                <a:lnTo>
                  <a:pt x="58125" y="50039"/>
                </a:lnTo>
                <a:lnTo>
                  <a:pt x="58316" y="50185"/>
                </a:lnTo>
                <a:lnTo>
                  <a:pt x="58501" y="50334"/>
                </a:lnTo>
                <a:lnTo>
                  <a:pt x="58680" y="50486"/>
                </a:lnTo>
                <a:lnTo>
                  <a:pt x="58854" y="50642"/>
                </a:lnTo>
                <a:lnTo>
                  <a:pt x="59023" y="50802"/>
                </a:lnTo>
                <a:lnTo>
                  <a:pt x="59186" y="50965"/>
                </a:lnTo>
                <a:lnTo>
                  <a:pt x="59343" y="51132"/>
                </a:lnTo>
                <a:lnTo>
                  <a:pt x="59495" y="51303"/>
                </a:lnTo>
                <a:lnTo>
                  <a:pt x="59641" y="51477"/>
                </a:lnTo>
                <a:lnTo>
                  <a:pt x="59781" y="51655"/>
                </a:lnTo>
                <a:lnTo>
                  <a:pt x="59916" y="51836"/>
                </a:lnTo>
                <a:lnTo>
                  <a:pt x="60046" y="52021"/>
                </a:lnTo>
                <a:lnTo>
                  <a:pt x="60170" y="52210"/>
                </a:lnTo>
                <a:lnTo>
                  <a:pt x="60288" y="52402"/>
                </a:lnTo>
                <a:lnTo>
                  <a:pt x="60401" y="52597"/>
                </a:lnTo>
                <a:lnTo>
                  <a:pt x="60508" y="52797"/>
                </a:lnTo>
                <a:lnTo>
                  <a:pt x="60589" y="52966"/>
                </a:lnTo>
                <a:lnTo>
                  <a:pt x="60671" y="53152"/>
                </a:lnTo>
                <a:lnTo>
                  <a:pt x="60752" y="53356"/>
                </a:lnTo>
                <a:lnTo>
                  <a:pt x="60833" y="53576"/>
                </a:lnTo>
                <a:lnTo>
                  <a:pt x="60914" y="53813"/>
                </a:lnTo>
                <a:lnTo>
                  <a:pt x="60995" y="54068"/>
                </a:lnTo>
                <a:lnTo>
                  <a:pt x="61077" y="54339"/>
                </a:lnTo>
                <a:lnTo>
                  <a:pt x="61158" y="54627"/>
                </a:lnTo>
                <a:lnTo>
                  <a:pt x="61239" y="54933"/>
                </a:lnTo>
                <a:lnTo>
                  <a:pt x="61320" y="55255"/>
                </a:lnTo>
                <a:lnTo>
                  <a:pt x="61402" y="55594"/>
                </a:lnTo>
                <a:lnTo>
                  <a:pt x="61483" y="55951"/>
                </a:lnTo>
                <a:lnTo>
                  <a:pt x="61564" y="56324"/>
                </a:lnTo>
                <a:lnTo>
                  <a:pt x="61645" y="56714"/>
                </a:lnTo>
                <a:lnTo>
                  <a:pt x="61727" y="57122"/>
                </a:lnTo>
                <a:lnTo>
                  <a:pt x="61808" y="57546"/>
                </a:lnTo>
                <a:lnTo>
                  <a:pt x="61889" y="57987"/>
                </a:lnTo>
                <a:lnTo>
                  <a:pt x="61970" y="58446"/>
                </a:lnTo>
                <a:lnTo>
                  <a:pt x="62052" y="58921"/>
                </a:lnTo>
                <a:lnTo>
                  <a:pt x="62133" y="59413"/>
                </a:lnTo>
                <a:lnTo>
                  <a:pt x="62214" y="59923"/>
                </a:lnTo>
                <a:lnTo>
                  <a:pt x="62295" y="60449"/>
                </a:lnTo>
                <a:lnTo>
                  <a:pt x="62376" y="60992"/>
                </a:lnTo>
                <a:lnTo>
                  <a:pt x="62458" y="61553"/>
                </a:lnTo>
                <a:lnTo>
                  <a:pt x="65034" y="61553"/>
                </a:lnTo>
                <a:lnTo>
                  <a:pt x="65034" y="28687"/>
                </a:lnTo>
                <a:lnTo>
                  <a:pt x="62458" y="28687"/>
                </a:lnTo>
                <a:lnTo>
                  <a:pt x="62417" y="29355"/>
                </a:lnTo>
                <a:lnTo>
                  <a:pt x="62366" y="30006"/>
                </a:lnTo>
                <a:lnTo>
                  <a:pt x="62303" y="30640"/>
                </a:lnTo>
                <a:lnTo>
                  <a:pt x="62229" y="31257"/>
                </a:lnTo>
                <a:lnTo>
                  <a:pt x="62145" y="31857"/>
                </a:lnTo>
                <a:lnTo>
                  <a:pt x="62049" y="32440"/>
                </a:lnTo>
                <a:lnTo>
                  <a:pt x="61942" y="33006"/>
                </a:lnTo>
                <a:lnTo>
                  <a:pt x="61823" y="33555"/>
                </a:lnTo>
                <a:lnTo>
                  <a:pt x="61694" y="34087"/>
                </a:lnTo>
                <a:lnTo>
                  <a:pt x="61553" y="34602"/>
                </a:lnTo>
                <a:lnTo>
                  <a:pt x="61402" y="35100"/>
                </a:lnTo>
                <a:lnTo>
                  <a:pt x="61239" y="35581"/>
                </a:lnTo>
                <a:lnTo>
                  <a:pt x="61065" y="36045"/>
                </a:lnTo>
                <a:lnTo>
                  <a:pt x="60880" y="36491"/>
                </a:lnTo>
                <a:lnTo>
                  <a:pt x="60684" y="36921"/>
                </a:lnTo>
                <a:lnTo>
                  <a:pt x="60477" y="37334"/>
                </a:lnTo>
                <a:lnTo>
                  <a:pt x="60259" y="37730"/>
                </a:lnTo>
                <a:lnTo>
                  <a:pt x="60029" y="38109"/>
                </a:lnTo>
                <a:lnTo>
                  <a:pt x="59789" y="38470"/>
                </a:lnTo>
                <a:lnTo>
                  <a:pt x="59537" y="38815"/>
                </a:lnTo>
                <a:lnTo>
                  <a:pt x="59274" y="39143"/>
                </a:lnTo>
                <a:lnTo>
                  <a:pt x="59000" y="39454"/>
                </a:lnTo>
                <a:lnTo>
                  <a:pt x="58715" y="39747"/>
                </a:lnTo>
                <a:lnTo>
                  <a:pt x="58419" y="40024"/>
                </a:lnTo>
                <a:lnTo>
                  <a:pt x="58184" y="40224"/>
                </a:lnTo>
                <a:lnTo>
                  <a:pt x="57929" y="40415"/>
                </a:lnTo>
                <a:lnTo>
                  <a:pt x="57657" y="40598"/>
                </a:lnTo>
                <a:lnTo>
                  <a:pt x="57365" y="40773"/>
                </a:lnTo>
                <a:lnTo>
                  <a:pt x="57055" y="40938"/>
                </a:lnTo>
                <a:lnTo>
                  <a:pt x="56726" y="41096"/>
                </a:lnTo>
                <a:lnTo>
                  <a:pt x="56379" y="41245"/>
                </a:lnTo>
                <a:lnTo>
                  <a:pt x="56013" y="41385"/>
                </a:lnTo>
                <a:lnTo>
                  <a:pt x="55629" y="41517"/>
                </a:lnTo>
                <a:lnTo>
                  <a:pt x="55225" y="41640"/>
                </a:lnTo>
                <a:lnTo>
                  <a:pt x="54804" y="41755"/>
                </a:lnTo>
                <a:lnTo>
                  <a:pt x="54363" y="41861"/>
                </a:lnTo>
                <a:lnTo>
                  <a:pt x="53904" y="41959"/>
                </a:lnTo>
                <a:lnTo>
                  <a:pt x="53427" y="42049"/>
                </a:lnTo>
                <a:lnTo>
                  <a:pt x="52930" y="42129"/>
                </a:lnTo>
                <a:lnTo>
                  <a:pt x="52416" y="42202"/>
                </a:lnTo>
                <a:lnTo>
                  <a:pt x="51882" y="42266"/>
                </a:lnTo>
                <a:lnTo>
                  <a:pt x="51330" y="42321"/>
                </a:lnTo>
                <a:lnTo>
                  <a:pt x="50759" y="42368"/>
                </a:lnTo>
                <a:lnTo>
                  <a:pt x="50170" y="42406"/>
                </a:lnTo>
                <a:lnTo>
                  <a:pt x="49562" y="42436"/>
                </a:lnTo>
                <a:lnTo>
                  <a:pt x="48936" y="42457"/>
                </a:lnTo>
                <a:lnTo>
                  <a:pt x="48290" y="42470"/>
                </a:lnTo>
                <a:lnTo>
                  <a:pt x="47627" y="42474"/>
                </a:lnTo>
                <a:lnTo>
                  <a:pt x="26877" y="42474"/>
                </a:lnTo>
                <a:lnTo>
                  <a:pt x="26877" y="5153"/>
                </a:lnTo>
                <a:lnTo>
                  <a:pt x="52779" y="5153"/>
                </a:lnTo>
                <a:lnTo>
                  <a:pt x="53358" y="5154"/>
                </a:lnTo>
                <a:lnTo>
                  <a:pt x="53922" y="5160"/>
                </a:lnTo>
                <a:close/>
                <a:moveTo>
                  <a:pt x="178686" y="91597"/>
                </a:moveTo>
                <a:lnTo>
                  <a:pt x="178077" y="91500"/>
                </a:lnTo>
                <a:lnTo>
                  <a:pt x="177479" y="91395"/>
                </a:lnTo>
                <a:lnTo>
                  <a:pt x="176891" y="91283"/>
                </a:lnTo>
                <a:lnTo>
                  <a:pt x="176313" y="91163"/>
                </a:lnTo>
                <a:lnTo>
                  <a:pt x="175745" y="91035"/>
                </a:lnTo>
                <a:lnTo>
                  <a:pt x="175187" y="90899"/>
                </a:lnTo>
                <a:lnTo>
                  <a:pt x="174639" y="90755"/>
                </a:lnTo>
                <a:lnTo>
                  <a:pt x="174102" y="90604"/>
                </a:lnTo>
                <a:lnTo>
                  <a:pt x="173575" y="90445"/>
                </a:lnTo>
                <a:lnTo>
                  <a:pt x="173057" y="90278"/>
                </a:lnTo>
                <a:lnTo>
                  <a:pt x="172550" y="90104"/>
                </a:lnTo>
                <a:lnTo>
                  <a:pt x="172054" y="89921"/>
                </a:lnTo>
                <a:lnTo>
                  <a:pt x="171567" y="89731"/>
                </a:lnTo>
                <a:lnTo>
                  <a:pt x="171090" y="89533"/>
                </a:lnTo>
                <a:lnTo>
                  <a:pt x="170624" y="89328"/>
                </a:lnTo>
                <a:lnTo>
                  <a:pt x="170168" y="89114"/>
                </a:lnTo>
                <a:lnTo>
                  <a:pt x="169722" y="88893"/>
                </a:lnTo>
                <a:lnTo>
                  <a:pt x="169286" y="88664"/>
                </a:lnTo>
                <a:lnTo>
                  <a:pt x="168860" y="88428"/>
                </a:lnTo>
                <a:lnTo>
                  <a:pt x="168444" y="88183"/>
                </a:lnTo>
                <a:lnTo>
                  <a:pt x="168039" y="87931"/>
                </a:lnTo>
                <a:lnTo>
                  <a:pt x="167635" y="87664"/>
                </a:lnTo>
                <a:lnTo>
                  <a:pt x="167225" y="87375"/>
                </a:lnTo>
                <a:lnTo>
                  <a:pt x="166808" y="87064"/>
                </a:lnTo>
                <a:lnTo>
                  <a:pt x="166385" y="86732"/>
                </a:lnTo>
                <a:lnTo>
                  <a:pt x="165956" y="86377"/>
                </a:lnTo>
                <a:lnTo>
                  <a:pt x="165519" y="86001"/>
                </a:lnTo>
                <a:lnTo>
                  <a:pt x="165076" y="85603"/>
                </a:lnTo>
                <a:lnTo>
                  <a:pt x="164627" y="85183"/>
                </a:lnTo>
                <a:lnTo>
                  <a:pt x="164171" y="84741"/>
                </a:lnTo>
                <a:lnTo>
                  <a:pt x="163709" y="84278"/>
                </a:lnTo>
                <a:lnTo>
                  <a:pt x="163240" y="83792"/>
                </a:lnTo>
                <a:lnTo>
                  <a:pt x="162765" y="83285"/>
                </a:lnTo>
                <a:lnTo>
                  <a:pt x="162283" y="82756"/>
                </a:lnTo>
                <a:lnTo>
                  <a:pt x="161794" y="82205"/>
                </a:lnTo>
                <a:lnTo>
                  <a:pt x="161299" y="81632"/>
                </a:lnTo>
                <a:lnTo>
                  <a:pt x="160798" y="81038"/>
                </a:lnTo>
                <a:lnTo>
                  <a:pt x="160289" y="80422"/>
                </a:lnTo>
                <a:lnTo>
                  <a:pt x="159775" y="79783"/>
                </a:lnTo>
                <a:lnTo>
                  <a:pt x="159254" y="79123"/>
                </a:lnTo>
                <a:lnTo>
                  <a:pt x="158726" y="78441"/>
                </a:lnTo>
                <a:lnTo>
                  <a:pt x="158192" y="77738"/>
                </a:lnTo>
                <a:lnTo>
                  <a:pt x="157651" y="77012"/>
                </a:lnTo>
                <a:lnTo>
                  <a:pt x="157104" y="76265"/>
                </a:lnTo>
                <a:lnTo>
                  <a:pt x="156550" y="75496"/>
                </a:lnTo>
                <a:lnTo>
                  <a:pt x="137054" y="48323"/>
                </a:lnTo>
                <a:lnTo>
                  <a:pt x="138035" y="48096"/>
                </a:lnTo>
                <a:lnTo>
                  <a:pt x="138995" y="47857"/>
                </a:lnTo>
                <a:lnTo>
                  <a:pt x="139933" y="47605"/>
                </a:lnTo>
                <a:lnTo>
                  <a:pt x="140850" y="47339"/>
                </a:lnTo>
                <a:lnTo>
                  <a:pt x="141744" y="47061"/>
                </a:lnTo>
                <a:lnTo>
                  <a:pt x="142618" y="46769"/>
                </a:lnTo>
                <a:lnTo>
                  <a:pt x="143469" y="46465"/>
                </a:lnTo>
                <a:lnTo>
                  <a:pt x="144299" y="46147"/>
                </a:lnTo>
                <a:lnTo>
                  <a:pt x="145107" y="45816"/>
                </a:lnTo>
                <a:lnTo>
                  <a:pt x="145894" y="45473"/>
                </a:lnTo>
                <a:lnTo>
                  <a:pt x="146659" y="45116"/>
                </a:lnTo>
                <a:lnTo>
                  <a:pt x="147403" y="44747"/>
                </a:lnTo>
                <a:lnTo>
                  <a:pt x="148124" y="44364"/>
                </a:lnTo>
                <a:lnTo>
                  <a:pt x="148824" y="43969"/>
                </a:lnTo>
                <a:lnTo>
                  <a:pt x="149503" y="43560"/>
                </a:lnTo>
                <a:lnTo>
                  <a:pt x="150160" y="43138"/>
                </a:lnTo>
                <a:lnTo>
                  <a:pt x="150795" y="42704"/>
                </a:lnTo>
                <a:lnTo>
                  <a:pt x="151408" y="42256"/>
                </a:lnTo>
                <a:lnTo>
                  <a:pt x="152000" y="41796"/>
                </a:lnTo>
                <a:lnTo>
                  <a:pt x="152571" y="41322"/>
                </a:lnTo>
                <a:lnTo>
                  <a:pt x="153119" y="40835"/>
                </a:lnTo>
                <a:lnTo>
                  <a:pt x="153646" y="40336"/>
                </a:lnTo>
                <a:lnTo>
                  <a:pt x="154152" y="39823"/>
                </a:lnTo>
                <a:lnTo>
                  <a:pt x="154635" y="39297"/>
                </a:lnTo>
                <a:lnTo>
                  <a:pt x="155098" y="38761"/>
                </a:lnTo>
                <a:lnTo>
                  <a:pt x="155542" y="38217"/>
                </a:lnTo>
                <a:lnTo>
                  <a:pt x="155965" y="37664"/>
                </a:lnTo>
                <a:lnTo>
                  <a:pt x="156369" y="37104"/>
                </a:lnTo>
                <a:lnTo>
                  <a:pt x="156753" y="36536"/>
                </a:lnTo>
                <a:lnTo>
                  <a:pt x="157118" y="35960"/>
                </a:lnTo>
                <a:lnTo>
                  <a:pt x="157463" y="35376"/>
                </a:lnTo>
                <a:lnTo>
                  <a:pt x="157788" y="34784"/>
                </a:lnTo>
                <a:lnTo>
                  <a:pt x="158093" y="34184"/>
                </a:lnTo>
                <a:lnTo>
                  <a:pt x="158379" y="33576"/>
                </a:lnTo>
                <a:lnTo>
                  <a:pt x="158645" y="32960"/>
                </a:lnTo>
                <a:lnTo>
                  <a:pt x="158891" y="32336"/>
                </a:lnTo>
                <a:lnTo>
                  <a:pt x="159118" y="31705"/>
                </a:lnTo>
                <a:lnTo>
                  <a:pt x="159325" y="31065"/>
                </a:lnTo>
                <a:lnTo>
                  <a:pt x="159512" y="30417"/>
                </a:lnTo>
                <a:lnTo>
                  <a:pt x="159680" y="29762"/>
                </a:lnTo>
                <a:lnTo>
                  <a:pt x="159827" y="29098"/>
                </a:lnTo>
                <a:lnTo>
                  <a:pt x="159955" y="28427"/>
                </a:lnTo>
                <a:lnTo>
                  <a:pt x="160064" y="27747"/>
                </a:lnTo>
                <a:lnTo>
                  <a:pt x="160152" y="27060"/>
                </a:lnTo>
                <a:lnTo>
                  <a:pt x="160221" y="26365"/>
                </a:lnTo>
                <a:lnTo>
                  <a:pt x="160271" y="25661"/>
                </a:lnTo>
                <a:lnTo>
                  <a:pt x="160300" y="24950"/>
                </a:lnTo>
                <a:lnTo>
                  <a:pt x="160310" y="24231"/>
                </a:lnTo>
                <a:lnTo>
                  <a:pt x="160301" y="23558"/>
                </a:lnTo>
                <a:lnTo>
                  <a:pt x="160276" y="22893"/>
                </a:lnTo>
                <a:lnTo>
                  <a:pt x="160232" y="22236"/>
                </a:lnTo>
                <a:lnTo>
                  <a:pt x="160172" y="21586"/>
                </a:lnTo>
                <a:lnTo>
                  <a:pt x="160094" y="20945"/>
                </a:lnTo>
                <a:lnTo>
                  <a:pt x="159999" y="20311"/>
                </a:lnTo>
                <a:lnTo>
                  <a:pt x="159887" y="19685"/>
                </a:lnTo>
                <a:lnTo>
                  <a:pt x="159757" y="19067"/>
                </a:lnTo>
                <a:lnTo>
                  <a:pt x="159610" y="18456"/>
                </a:lnTo>
                <a:lnTo>
                  <a:pt x="159446" y="17854"/>
                </a:lnTo>
                <a:lnTo>
                  <a:pt x="159264" y="17259"/>
                </a:lnTo>
                <a:lnTo>
                  <a:pt x="159065" y="16672"/>
                </a:lnTo>
                <a:lnTo>
                  <a:pt x="158849" y="16094"/>
                </a:lnTo>
                <a:lnTo>
                  <a:pt x="158616" y="15522"/>
                </a:lnTo>
                <a:lnTo>
                  <a:pt x="158365" y="14959"/>
                </a:lnTo>
                <a:lnTo>
                  <a:pt x="158097" y="14404"/>
                </a:lnTo>
                <a:lnTo>
                  <a:pt x="157812" y="13856"/>
                </a:lnTo>
                <a:lnTo>
                  <a:pt x="157510" y="13316"/>
                </a:lnTo>
                <a:lnTo>
                  <a:pt x="157190" y="12784"/>
                </a:lnTo>
                <a:lnTo>
                  <a:pt x="156853" y="12260"/>
                </a:lnTo>
                <a:lnTo>
                  <a:pt x="156498" y="11744"/>
                </a:lnTo>
                <a:lnTo>
                  <a:pt x="156127" y="11235"/>
                </a:lnTo>
                <a:lnTo>
                  <a:pt x="155738" y="10735"/>
                </a:lnTo>
                <a:lnTo>
                  <a:pt x="155332" y="10242"/>
                </a:lnTo>
                <a:lnTo>
                  <a:pt x="154913" y="9759"/>
                </a:lnTo>
                <a:lnTo>
                  <a:pt x="154487" y="9290"/>
                </a:lnTo>
                <a:lnTo>
                  <a:pt x="154053" y="8832"/>
                </a:lnTo>
                <a:lnTo>
                  <a:pt x="153612" y="8388"/>
                </a:lnTo>
                <a:lnTo>
                  <a:pt x="153164" y="7957"/>
                </a:lnTo>
                <a:lnTo>
                  <a:pt x="152707" y="7538"/>
                </a:lnTo>
                <a:lnTo>
                  <a:pt x="152244" y="7132"/>
                </a:lnTo>
                <a:lnTo>
                  <a:pt x="151773" y="6739"/>
                </a:lnTo>
                <a:lnTo>
                  <a:pt x="151294" y="6358"/>
                </a:lnTo>
                <a:lnTo>
                  <a:pt x="150808" y="5991"/>
                </a:lnTo>
                <a:lnTo>
                  <a:pt x="150315" y="5636"/>
                </a:lnTo>
                <a:lnTo>
                  <a:pt x="149813" y="5294"/>
                </a:lnTo>
                <a:lnTo>
                  <a:pt x="149305" y="4965"/>
                </a:lnTo>
                <a:lnTo>
                  <a:pt x="148789" y="4648"/>
                </a:lnTo>
                <a:lnTo>
                  <a:pt x="148265" y="4345"/>
                </a:lnTo>
                <a:lnTo>
                  <a:pt x="147734" y="4054"/>
                </a:lnTo>
                <a:lnTo>
                  <a:pt x="147196" y="3776"/>
                </a:lnTo>
                <a:lnTo>
                  <a:pt x="146650" y="3510"/>
                </a:lnTo>
                <a:lnTo>
                  <a:pt x="146096" y="3258"/>
                </a:lnTo>
                <a:lnTo>
                  <a:pt x="145535" y="3018"/>
                </a:lnTo>
                <a:lnTo>
                  <a:pt x="144967" y="2791"/>
                </a:lnTo>
                <a:lnTo>
                  <a:pt x="144391" y="2577"/>
                </a:lnTo>
                <a:lnTo>
                  <a:pt x="143807" y="2375"/>
                </a:lnTo>
                <a:lnTo>
                  <a:pt x="143216" y="2187"/>
                </a:lnTo>
                <a:lnTo>
                  <a:pt x="142608" y="2008"/>
                </a:lnTo>
                <a:lnTo>
                  <a:pt x="141972" y="1838"/>
                </a:lnTo>
                <a:lnTo>
                  <a:pt x="141308" y="1674"/>
                </a:lnTo>
                <a:lnTo>
                  <a:pt x="140618" y="1519"/>
                </a:lnTo>
                <a:lnTo>
                  <a:pt x="139899" y="1371"/>
                </a:lnTo>
                <a:lnTo>
                  <a:pt x="139154" y="1230"/>
                </a:lnTo>
                <a:lnTo>
                  <a:pt x="138380" y="1097"/>
                </a:lnTo>
                <a:lnTo>
                  <a:pt x="137580" y="972"/>
                </a:lnTo>
                <a:lnTo>
                  <a:pt x="136752" y="854"/>
                </a:lnTo>
                <a:lnTo>
                  <a:pt x="135896" y="744"/>
                </a:lnTo>
                <a:lnTo>
                  <a:pt x="135014" y="642"/>
                </a:lnTo>
                <a:lnTo>
                  <a:pt x="134103" y="547"/>
                </a:lnTo>
                <a:lnTo>
                  <a:pt x="133166" y="459"/>
                </a:lnTo>
                <a:lnTo>
                  <a:pt x="132200" y="380"/>
                </a:lnTo>
                <a:lnTo>
                  <a:pt x="131208" y="308"/>
                </a:lnTo>
                <a:lnTo>
                  <a:pt x="130188" y="243"/>
                </a:lnTo>
                <a:lnTo>
                  <a:pt x="129140" y="186"/>
                </a:lnTo>
                <a:lnTo>
                  <a:pt x="128065" y="137"/>
                </a:lnTo>
                <a:lnTo>
                  <a:pt x="126963" y="95"/>
                </a:lnTo>
                <a:lnTo>
                  <a:pt x="125833" y="61"/>
                </a:lnTo>
                <a:lnTo>
                  <a:pt x="124676" y="34"/>
                </a:lnTo>
                <a:lnTo>
                  <a:pt x="123491" y="15"/>
                </a:lnTo>
                <a:lnTo>
                  <a:pt x="122279" y="4"/>
                </a:lnTo>
                <a:lnTo>
                  <a:pt x="121039" y="0"/>
                </a:lnTo>
                <a:lnTo>
                  <a:pt x="86642" y="0"/>
                </a:lnTo>
                <a:lnTo>
                  <a:pt x="86642" y="2576"/>
                </a:lnTo>
                <a:lnTo>
                  <a:pt x="90193" y="2576"/>
                </a:lnTo>
                <a:lnTo>
                  <a:pt x="90635" y="2582"/>
                </a:lnTo>
                <a:lnTo>
                  <a:pt x="91068" y="2598"/>
                </a:lnTo>
                <a:lnTo>
                  <a:pt x="91492" y="2624"/>
                </a:lnTo>
                <a:lnTo>
                  <a:pt x="91907" y="2661"/>
                </a:lnTo>
                <a:lnTo>
                  <a:pt x="92312" y="2709"/>
                </a:lnTo>
                <a:lnTo>
                  <a:pt x="92709" y="2768"/>
                </a:lnTo>
                <a:lnTo>
                  <a:pt x="93096" y="2837"/>
                </a:lnTo>
                <a:lnTo>
                  <a:pt x="93473" y="2917"/>
                </a:lnTo>
                <a:lnTo>
                  <a:pt x="93842" y="3007"/>
                </a:lnTo>
                <a:lnTo>
                  <a:pt x="94202" y="3108"/>
                </a:lnTo>
                <a:lnTo>
                  <a:pt x="94552" y="3220"/>
                </a:lnTo>
                <a:lnTo>
                  <a:pt x="94893" y="3342"/>
                </a:lnTo>
                <a:lnTo>
                  <a:pt x="95225" y="3475"/>
                </a:lnTo>
                <a:lnTo>
                  <a:pt x="95548" y="3619"/>
                </a:lnTo>
                <a:lnTo>
                  <a:pt x="95861" y="3773"/>
                </a:lnTo>
                <a:lnTo>
                  <a:pt x="96166" y="3938"/>
                </a:lnTo>
                <a:lnTo>
                  <a:pt x="96461" y="4113"/>
                </a:lnTo>
                <a:lnTo>
                  <a:pt x="96747" y="4300"/>
                </a:lnTo>
                <a:lnTo>
                  <a:pt x="97024" y="4496"/>
                </a:lnTo>
                <a:lnTo>
                  <a:pt x="97292" y="4704"/>
                </a:lnTo>
                <a:lnTo>
                  <a:pt x="97550" y="4922"/>
                </a:lnTo>
                <a:lnTo>
                  <a:pt x="97799" y="5151"/>
                </a:lnTo>
                <a:lnTo>
                  <a:pt x="98039" y="5390"/>
                </a:lnTo>
                <a:lnTo>
                  <a:pt x="98270" y="5640"/>
                </a:lnTo>
                <a:lnTo>
                  <a:pt x="98429" y="5832"/>
                </a:lnTo>
                <a:lnTo>
                  <a:pt x="98582" y="6047"/>
                </a:lnTo>
                <a:lnTo>
                  <a:pt x="98727" y="6285"/>
                </a:lnTo>
                <a:lnTo>
                  <a:pt x="98866" y="6547"/>
                </a:lnTo>
                <a:lnTo>
                  <a:pt x="98998" y="6833"/>
                </a:lnTo>
                <a:lnTo>
                  <a:pt x="99123" y="7141"/>
                </a:lnTo>
                <a:lnTo>
                  <a:pt x="99242" y="7474"/>
                </a:lnTo>
                <a:lnTo>
                  <a:pt x="99353" y="7829"/>
                </a:lnTo>
                <a:lnTo>
                  <a:pt x="99458" y="8209"/>
                </a:lnTo>
                <a:lnTo>
                  <a:pt x="99556" y="8611"/>
                </a:lnTo>
                <a:lnTo>
                  <a:pt x="99648" y="9037"/>
                </a:lnTo>
                <a:lnTo>
                  <a:pt x="99732" y="9487"/>
                </a:lnTo>
                <a:lnTo>
                  <a:pt x="99810" y="9960"/>
                </a:lnTo>
                <a:lnTo>
                  <a:pt x="99881" y="10457"/>
                </a:lnTo>
                <a:lnTo>
                  <a:pt x="99946" y="10976"/>
                </a:lnTo>
                <a:lnTo>
                  <a:pt x="100003" y="11520"/>
                </a:lnTo>
                <a:lnTo>
                  <a:pt x="100054" y="12087"/>
                </a:lnTo>
                <a:lnTo>
                  <a:pt x="100098" y="12677"/>
                </a:lnTo>
                <a:lnTo>
                  <a:pt x="100135" y="13291"/>
                </a:lnTo>
                <a:lnTo>
                  <a:pt x="100166" y="13928"/>
                </a:lnTo>
                <a:lnTo>
                  <a:pt x="100189" y="14588"/>
                </a:lnTo>
                <a:lnTo>
                  <a:pt x="100206" y="15273"/>
                </a:lnTo>
                <a:lnTo>
                  <a:pt x="100216" y="15980"/>
                </a:lnTo>
                <a:lnTo>
                  <a:pt x="100220" y="16711"/>
                </a:lnTo>
                <a:lnTo>
                  <a:pt x="100220" y="77707"/>
                </a:lnTo>
                <a:lnTo>
                  <a:pt x="100217" y="78369"/>
                </a:lnTo>
                <a:lnTo>
                  <a:pt x="100210" y="79012"/>
                </a:lnTo>
                <a:lnTo>
                  <a:pt x="100197" y="79633"/>
                </a:lnTo>
                <a:lnTo>
                  <a:pt x="100179" y="80234"/>
                </a:lnTo>
                <a:lnTo>
                  <a:pt x="100156" y="80815"/>
                </a:lnTo>
                <a:lnTo>
                  <a:pt x="100128" y="81375"/>
                </a:lnTo>
                <a:lnTo>
                  <a:pt x="100095" y="81915"/>
                </a:lnTo>
                <a:lnTo>
                  <a:pt x="100057" y="82434"/>
                </a:lnTo>
                <a:lnTo>
                  <a:pt x="100014" y="82932"/>
                </a:lnTo>
                <a:lnTo>
                  <a:pt x="99966" y="83410"/>
                </a:lnTo>
                <a:lnTo>
                  <a:pt x="99913" y="83867"/>
                </a:lnTo>
                <a:lnTo>
                  <a:pt x="99854" y="84304"/>
                </a:lnTo>
                <a:lnTo>
                  <a:pt x="99791" y="84720"/>
                </a:lnTo>
                <a:lnTo>
                  <a:pt x="99722" y="85116"/>
                </a:lnTo>
                <a:lnTo>
                  <a:pt x="99649" y="85491"/>
                </a:lnTo>
                <a:lnTo>
                  <a:pt x="99570" y="85845"/>
                </a:lnTo>
                <a:lnTo>
                  <a:pt x="99486" y="86179"/>
                </a:lnTo>
                <a:lnTo>
                  <a:pt x="99397" y="86493"/>
                </a:lnTo>
                <a:lnTo>
                  <a:pt x="99303" y="86786"/>
                </a:lnTo>
                <a:lnTo>
                  <a:pt x="99204" y="87058"/>
                </a:lnTo>
                <a:lnTo>
                  <a:pt x="99100" y="87310"/>
                </a:lnTo>
                <a:lnTo>
                  <a:pt x="98991" y="87541"/>
                </a:lnTo>
                <a:lnTo>
                  <a:pt x="98877" y="87752"/>
                </a:lnTo>
                <a:lnTo>
                  <a:pt x="98758" y="87942"/>
                </a:lnTo>
                <a:lnTo>
                  <a:pt x="98537" y="88260"/>
                </a:lnTo>
                <a:lnTo>
                  <a:pt x="98305" y="88565"/>
                </a:lnTo>
                <a:lnTo>
                  <a:pt x="98060" y="88856"/>
                </a:lnTo>
                <a:lnTo>
                  <a:pt x="97804" y="89134"/>
                </a:lnTo>
                <a:lnTo>
                  <a:pt x="97536" y="89398"/>
                </a:lnTo>
                <a:lnTo>
                  <a:pt x="97256" y="89648"/>
                </a:lnTo>
                <a:lnTo>
                  <a:pt x="96965" y="89885"/>
                </a:lnTo>
                <a:lnTo>
                  <a:pt x="96661" y="90108"/>
                </a:lnTo>
                <a:lnTo>
                  <a:pt x="96346" y="90318"/>
                </a:lnTo>
                <a:lnTo>
                  <a:pt x="96018" y="90515"/>
                </a:lnTo>
                <a:lnTo>
                  <a:pt x="95679" y="90697"/>
                </a:lnTo>
                <a:lnTo>
                  <a:pt x="95328" y="90867"/>
                </a:lnTo>
                <a:lnTo>
                  <a:pt x="94966" y="91022"/>
                </a:lnTo>
                <a:lnTo>
                  <a:pt x="94591" y="91164"/>
                </a:lnTo>
                <a:lnTo>
                  <a:pt x="94204" y="91293"/>
                </a:lnTo>
                <a:lnTo>
                  <a:pt x="93806" y="91408"/>
                </a:lnTo>
                <a:lnTo>
                  <a:pt x="93396" y="91510"/>
                </a:lnTo>
                <a:lnTo>
                  <a:pt x="92974" y="91598"/>
                </a:lnTo>
                <a:lnTo>
                  <a:pt x="92540" y="91672"/>
                </a:lnTo>
                <a:lnTo>
                  <a:pt x="92094" y="91733"/>
                </a:lnTo>
                <a:lnTo>
                  <a:pt x="91637" y="91780"/>
                </a:lnTo>
                <a:lnTo>
                  <a:pt x="91167" y="91814"/>
                </a:lnTo>
                <a:lnTo>
                  <a:pt x="90686" y="91835"/>
                </a:lnTo>
                <a:lnTo>
                  <a:pt x="90193" y="91841"/>
                </a:lnTo>
                <a:lnTo>
                  <a:pt x="86642" y="91841"/>
                </a:lnTo>
                <a:lnTo>
                  <a:pt x="86642" y="94418"/>
                </a:lnTo>
                <a:lnTo>
                  <a:pt x="127097" y="94418"/>
                </a:lnTo>
                <a:lnTo>
                  <a:pt x="127097" y="91841"/>
                </a:lnTo>
                <a:lnTo>
                  <a:pt x="123406" y="91841"/>
                </a:lnTo>
                <a:lnTo>
                  <a:pt x="122970" y="91836"/>
                </a:lnTo>
                <a:lnTo>
                  <a:pt x="122543" y="91820"/>
                </a:lnTo>
                <a:lnTo>
                  <a:pt x="122125" y="91793"/>
                </a:lnTo>
                <a:lnTo>
                  <a:pt x="121716" y="91756"/>
                </a:lnTo>
                <a:lnTo>
                  <a:pt x="121316" y="91708"/>
                </a:lnTo>
                <a:lnTo>
                  <a:pt x="120926" y="91649"/>
                </a:lnTo>
                <a:lnTo>
                  <a:pt x="120545" y="91580"/>
                </a:lnTo>
                <a:lnTo>
                  <a:pt x="120173" y="91500"/>
                </a:lnTo>
                <a:lnTo>
                  <a:pt x="119810" y="91409"/>
                </a:lnTo>
                <a:lnTo>
                  <a:pt x="119456" y="91308"/>
                </a:lnTo>
                <a:lnTo>
                  <a:pt x="119111" y="91195"/>
                </a:lnTo>
                <a:lnTo>
                  <a:pt x="118776" y="91073"/>
                </a:lnTo>
                <a:lnTo>
                  <a:pt x="118450" y="90939"/>
                </a:lnTo>
                <a:lnTo>
                  <a:pt x="118133" y="90795"/>
                </a:lnTo>
                <a:lnTo>
                  <a:pt x="117825" y="90640"/>
                </a:lnTo>
                <a:lnTo>
                  <a:pt x="117527" y="90475"/>
                </a:lnTo>
                <a:lnTo>
                  <a:pt x="117237" y="90299"/>
                </a:lnTo>
                <a:lnTo>
                  <a:pt x="116957" y="90112"/>
                </a:lnTo>
                <a:lnTo>
                  <a:pt x="116686" y="89914"/>
                </a:lnTo>
                <a:lnTo>
                  <a:pt x="116424" y="89706"/>
                </a:lnTo>
                <a:lnTo>
                  <a:pt x="116172" y="89487"/>
                </a:lnTo>
                <a:lnTo>
                  <a:pt x="115928" y="89258"/>
                </a:lnTo>
                <a:lnTo>
                  <a:pt x="115694" y="89018"/>
                </a:lnTo>
                <a:lnTo>
                  <a:pt x="115469" y="88767"/>
                </a:lnTo>
                <a:lnTo>
                  <a:pt x="115310" y="88575"/>
                </a:lnTo>
                <a:lnTo>
                  <a:pt x="115157" y="88359"/>
                </a:lnTo>
                <a:lnTo>
                  <a:pt x="115012" y="88120"/>
                </a:lnTo>
                <a:lnTo>
                  <a:pt x="114873" y="87857"/>
                </a:lnTo>
                <a:lnTo>
                  <a:pt x="114741" y="87570"/>
                </a:lnTo>
                <a:lnTo>
                  <a:pt x="114616" y="87261"/>
                </a:lnTo>
                <a:lnTo>
                  <a:pt x="114497" y="86927"/>
                </a:lnTo>
                <a:lnTo>
                  <a:pt x="114386" y="86570"/>
                </a:lnTo>
                <a:lnTo>
                  <a:pt x="114281" y="86190"/>
                </a:lnTo>
                <a:lnTo>
                  <a:pt x="114182" y="85786"/>
                </a:lnTo>
                <a:lnTo>
                  <a:pt x="114091" y="85358"/>
                </a:lnTo>
                <a:lnTo>
                  <a:pt x="114006" y="84907"/>
                </a:lnTo>
                <a:lnTo>
                  <a:pt x="113929" y="84433"/>
                </a:lnTo>
                <a:lnTo>
                  <a:pt x="113858" y="83934"/>
                </a:lnTo>
                <a:lnTo>
                  <a:pt x="113793" y="83413"/>
                </a:lnTo>
                <a:lnTo>
                  <a:pt x="113736" y="82868"/>
                </a:lnTo>
                <a:lnTo>
                  <a:pt x="113685" y="82299"/>
                </a:lnTo>
                <a:lnTo>
                  <a:pt x="113641" y="81707"/>
                </a:lnTo>
                <a:lnTo>
                  <a:pt x="113604" y="81091"/>
                </a:lnTo>
                <a:lnTo>
                  <a:pt x="113573" y="80451"/>
                </a:lnTo>
                <a:lnTo>
                  <a:pt x="113550" y="79789"/>
                </a:lnTo>
                <a:lnTo>
                  <a:pt x="113533" y="79102"/>
                </a:lnTo>
                <a:lnTo>
                  <a:pt x="113522" y="78392"/>
                </a:lnTo>
                <a:lnTo>
                  <a:pt x="113519" y="77659"/>
                </a:lnTo>
                <a:lnTo>
                  <a:pt x="113519" y="50133"/>
                </a:lnTo>
                <a:lnTo>
                  <a:pt x="113612" y="50139"/>
                </a:lnTo>
                <a:lnTo>
                  <a:pt x="113704" y="50145"/>
                </a:lnTo>
                <a:lnTo>
                  <a:pt x="113796" y="50150"/>
                </a:lnTo>
                <a:lnTo>
                  <a:pt x="113888" y="50156"/>
                </a:lnTo>
                <a:lnTo>
                  <a:pt x="113980" y="50161"/>
                </a:lnTo>
                <a:lnTo>
                  <a:pt x="114072" y="50166"/>
                </a:lnTo>
                <a:lnTo>
                  <a:pt x="114163" y="50171"/>
                </a:lnTo>
                <a:lnTo>
                  <a:pt x="114254" y="50176"/>
                </a:lnTo>
                <a:lnTo>
                  <a:pt x="114345" y="50181"/>
                </a:lnTo>
                <a:lnTo>
                  <a:pt x="114435" y="50185"/>
                </a:lnTo>
                <a:lnTo>
                  <a:pt x="114526" y="50190"/>
                </a:lnTo>
                <a:lnTo>
                  <a:pt x="114616" y="50194"/>
                </a:lnTo>
                <a:lnTo>
                  <a:pt x="114706" y="50198"/>
                </a:lnTo>
                <a:lnTo>
                  <a:pt x="114795" y="50203"/>
                </a:lnTo>
                <a:lnTo>
                  <a:pt x="114884" y="50207"/>
                </a:lnTo>
                <a:lnTo>
                  <a:pt x="114974" y="50211"/>
                </a:lnTo>
                <a:lnTo>
                  <a:pt x="115062" y="50214"/>
                </a:lnTo>
                <a:lnTo>
                  <a:pt x="115151" y="50218"/>
                </a:lnTo>
                <a:lnTo>
                  <a:pt x="115239" y="50222"/>
                </a:lnTo>
                <a:lnTo>
                  <a:pt x="115327" y="50225"/>
                </a:lnTo>
                <a:lnTo>
                  <a:pt x="115415" y="50228"/>
                </a:lnTo>
                <a:lnTo>
                  <a:pt x="115503" y="50232"/>
                </a:lnTo>
                <a:lnTo>
                  <a:pt x="115590" y="50235"/>
                </a:lnTo>
                <a:lnTo>
                  <a:pt x="115678" y="50238"/>
                </a:lnTo>
                <a:lnTo>
                  <a:pt x="115764" y="50241"/>
                </a:lnTo>
                <a:lnTo>
                  <a:pt x="115851" y="50243"/>
                </a:lnTo>
                <a:lnTo>
                  <a:pt x="115937" y="50246"/>
                </a:lnTo>
                <a:lnTo>
                  <a:pt x="116022" y="50248"/>
                </a:lnTo>
                <a:lnTo>
                  <a:pt x="116107" y="50251"/>
                </a:lnTo>
                <a:lnTo>
                  <a:pt x="116191" y="50253"/>
                </a:lnTo>
                <a:lnTo>
                  <a:pt x="116275" y="50255"/>
                </a:lnTo>
                <a:lnTo>
                  <a:pt x="116358" y="50257"/>
                </a:lnTo>
                <a:lnTo>
                  <a:pt x="116441" y="50259"/>
                </a:lnTo>
                <a:lnTo>
                  <a:pt x="116524" y="50261"/>
                </a:lnTo>
                <a:lnTo>
                  <a:pt x="116606" y="50262"/>
                </a:lnTo>
                <a:lnTo>
                  <a:pt x="116687" y="50264"/>
                </a:lnTo>
                <a:lnTo>
                  <a:pt x="116768" y="50265"/>
                </a:lnTo>
                <a:lnTo>
                  <a:pt x="116849" y="50266"/>
                </a:lnTo>
                <a:lnTo>
                  <a:pt x="116929" y="50268"/>
                </a:lnTo>
                <a:lnTo>
                  <a:pt x="117008" y="50269"/>
                </a:lnTo>
                <a:lnTo>
                  <a:pt x="117087" y="50270"/>
                </a:lnTo>
                <a:lnTo>
                  <a:pt x="117166" y="50270"/>
                </a:lnTo>
                <a:lnTo>
                  <a:pt x="117244" y="50271"/>
                </a:lnTo>
                <a:lnTo>
                  <a:pt x="117322" y="50272"/>
                </a:lnTo>
                <a:lnTo>
                  <a:pt x="117399" y="50272"/>
                </a:lnTo>
                <a:lnTo>
                  <a:pt x="117475" y="50272"/>
                </a:lnTo>
                <a:lnTo>
                  <a:pt x="117552" y="50272"/>
                </a:lnTo>
                <a:lnTo>
                  <a:pt x="117627" y="50273"/>
                </a:lnTo>
                <a:lnTo>
                  <a:pt x="117815" y="50272"/>
                </a:lnTo>
                <a:lnTo>
                  <a:pt x="118008" y="50272"/>
                </a:lnTo>
                <a:lnTo>
                  <a:pt x="118205" y="50270"/>
                </a:lnTo>
                <a:lnTo>
                  <a:pt x="118407" y="50269"/>
                </a:lnTo>
                <a:lnTo>
                  <a:pt x="118613" y="50266"/>
                </a:lnTo>
                <a:lnTo>
                  <a:pt x="118824" y="50264"/>
                </a:lnTo>
                <a:lnTo>
                  <a:pt x="119039" y="50261"/>
                </a:lnTo>
                <a:lnTo>
                  <a:pt x="119260" y="50257"/>
                </a:lnTo>
                <a:lnTo>
                  <a:pt x="119484" y="50253"/>
                </a:lnTo>
                <a:lnTo>
                  <a:pt x="119714" y="50248"/>
                </a:lnTo>
                <a:lnTo>
                  <a:pt x="119948" y="50243"/>
                </a:lnTo>
                <a:lnTo>
                  <a:pt x="120186" y="50238"/>
                </a:lnTo>
                <a:lnTo>
                  <a:pt x="120429" y="50232"/>
                </a:lnTo>
                <a:lnTo>
                  <a:pt x="120677" y="50225"/>
                </a:lnTo>
                <a:lnTo>
                  <a:pt x="120929" y="50218"/>
                </a:lnTo>
                <a:lnTo>
                  <a:pt x="121186" y="50211"/>
                </a:lnTo>
                <a:lnTo>
                  <a:pt x="121448" y="50203"/>
                </a:lnTo>
                <a:lnTo>
                  <a:pt x="121714" y="50194"/>
                </a:lnTo>
                <a:lnTo>
                  <a:pt x="121984" y="50185"/>
                </a:lnTo>
                <a:lnTo>
                  <a:pt x="122259" y="50176"/>
                </a:lnTo>
                <a:lnTo>
                  <a:pt x="122539" y="50166"/>
                </a:lnTo>
                <a:lnTo>
                  <a:pt x="122824" y="50156"/>
                </a:lnTo>
                <a:lnTo>
                  <a:pt x="123113" y="50145"/>
                </a:lnTo>
                <a:lnTo>
                  <a:pt x="123406" y="50133"/>
                </a:lnTo>
                <a:lnTo>
                  <a:pt x="155366" y="94418"/>
                </a:lnTo>
                <a:lnTo>
                  <a:pt x="180572" y="94418"/>
                </a:lnTo>
                <a:lnTo>
                  <a:pt x="180572" y="91841"/>
                </a:lnTo>
                <a:lnTo>
                  <a:pt x="179933" y="91768"/>
                </a:lnTo>
                <a:lnTo>
                  <a:pt x="179304" y="91686"/>
                </a:lnTo>
                <a:lnTo>
                  <a:pt x="178686" y="91597"/>
                </a:lnTo>
                <a:close/>
                <a:moveTo>
                  <a:pt x="115198" y="6305"/>
                </a:moveTo>
                <a:lnTo>
                  <a:pt x="115738" y="6211"/>
                </a:lnTo>
                <a:lnTo>
                  <a:pt x="116267" y="6121"/>
                </a:lnTo>
                <a:lnTo>
                  <a:pt x="116787" y="6036"/>
                </a:lnTo>
                <a:lnTo>
                  <a:pt x="117297" y="5956"/>
                </a:lnTo>
                <a:lnTo>
                  <a:pt x="117797" y="5880"/>
                </a:lnTo>
                <a:lnTo>
                  <a:pt x="118288" y="5809"/>
                </a:lnTo>
                <a:lnTo>
                  <a:pt x="118768" y="5742"/>
                </a:lnTo>
                <a:lnTo>
                  <a:pt x="119238" y="5680"/>
                </a:lnTo>
                <a:lnTo>
                  <a:pt x="119699" y="5623"/>
                </a:lnTo>
                <a:lnTo>
                  <a:pt x="120149" y="5570"/>
                </a:lnTo>
                <a:lnTo>
                  <a:pt x="120590" y="5522"/>
                </a:lnTo>
                <a:lnTo>
                  <a:pt x="121021" y="5478"/>
                </a:lnTo>
                <a:lnTo>
                  <a:pt x="121441" y="5439"/>
                </a:lnTo>
                <a:lnTo>
                  <a:pt x="121852" y="5404"/>
                </a:lnTo>
                <a:lnTo>
                  <a:pt x="122253" y="5375"/>
                </a:lnTo>
                <a:lnTo>
                  <a:pt x="122644" y="5349"/>
                </a:lnTo>
                <a:lnTo>
                  <a:pt x="123025" y="5329"/>
                </a:lnTo>
                <a:lnTo>
                  <a:pt x="123397" y="5313"/>
                </a:lnTo>
                <a:lnTo>
                  <a:pt x="123758" y="5301"/>
                </a:lnTo>
                <a:lnTo>
                  <a:pt x="124109" y="5294"/>
                </a:lnTo>
                <a:lnTo>
                  <a:pt x="124451" y="5292"/>
                </a:lnTo>
                <a:lnTo>
                  <a:pt x="125205" y="5301"/>
                </a:lnTo>
                <a:lnTo>
                  <a:pt x="125946" y="5330"/>
                </a:lnTo>
                <a:lnTo>
                  <a:pt x="126675" y="5378"/>
                </a:lnTo>
                <a:lnTo>
                  <a:pt x="127392" y="5446"/>
                </a:lnTo>
                <a:lnTo>
                  <a:pt x="128096" y="5532"/>
                </a:lnTo>
                <a:lnTo>
                  <a:pt x="128788" y="5638"/>
                </a:lnTo>
                <a:lnTo>
                  <a:pt x="129467" y="5763"/>
                </a:lnTo>
                <a:lnTo>
                  <a:pt x="130133" y="5907"/>
                </a:lnTo>
                <a:lnTo>
                  <a:pt x="130788" y="6070"/>
                </a:lnTo>
                <a:lnTo>
                  <a:pt x="131430" y="6253"/>
                </a:lnTo>
                <a:lnTo>
                  <a:pt x="132059" y="6455"/>
                </a:lnTo>
                <a:lnTo>
                  <a:pt x="132676" y="6676"/>
                </a:lnTo>
                <a:lnTo>
                  <a:pt x="133280" y="6916"/>
                </a:lnTo>
                <a:lnTo>
                  <a:pt x="133872" y="7175"/>
                </a:lnTo>
                <a:lnTo>
                  <a:pt x="134452" y="7454"/>
                </a:lnTo>
                <a:lnTo>
                  <a:pt x="135019" y="7752"/>
                </a:lnTo>
                <a:lnTo>
                  <a:pt x="135574" y="8069"/>
                </a:lnTo>
                <a:lnTo>
                  <a:pt x="136116" y="8406"/>
                </a:lnTo>
                <a:lnTo>
                  <a:pt x="136646" y="8761"/>
                </a:lnTo>
                <a:lnTo>
                  <a:pt x="137163" y="9136"/>
                </a:lnTo>
                <a:lnTo>
                  <a:pt x="137668" y="9530"/>
                </a:lnTo>
                <a:lnTo>
                  <a:pt x="138160" y="9943"/>
                </a:lnTo>
                <a:lnTo>
                  <a:pt x="138640" y="10376"/>
                </a:lnTo>
                <a:lnTo>
                  <a:pt x="139108" y="10827"/>
                </a:lnTo>
                <a:lnTo>
                  <a:pt x="139560" y="11294"/>
                </a:lnTo>
                <a:lnTo>
                  <a:pt x="139992" y="11773"/>
                </a:lnTo>
                <a:lnTo>
                  <a:pt x="140405" y="12263"/>
                </a:lnTo>
                <a:lnTo>
                  <a:pt x="140799" y="12764"/>
                </a:lnTo>
                <a:lnTo>
                  <a:pt x="141174" y="13277"/>
                </a:lnTo>
                <a:lnTo>
                  <a:pt x="141530" y="13802"/>
                </a:lnTo>
                <a:lnTo>
                  <a:pt x="141866" y="14338"/>
                </a:lnTo>
                <a:lnTo>
                  <a:pt x="142183" y="14885"/>
                </a:lnTo>
                <a:lnTo>
                  <a:pt x="142481" y="15444"/>
                </a:lnTo>
                <a:lnTo>
                  <a:pt x="142760" y="16015"/>
                </a:lnTo>
                <a:lnTo>
                  <a:pt x="143019" y="16596"/>
                </a:lnTo>
                <a:lnTo>
                  <a:pt x="143260" y="17190"/>
                </a:lnTo>
                <a:lnTo>
                  <a:pt x="143481" y="17795"/>
                </a:lnTo>
                <a:lnTo>
                  <a:pt x="143682" y="18411"/>
                </a:lnTo>
                <a:lnTo>
                  <a:pt x="143865" y="19039"/>
                </a:lnTo>
                <a:lnTo>
                  <a:pt x="144028" y="19678"/>
                </a:lnTo>
                <a:lnTo>
                  <a:pt x="144173" y="20329"/>
                </a:lnTo>
                <a:lnTo>
                  <a:pt x="144297" y="20991"/>
                </a:lnTo>
                <a:lnTo>
                  <a:pt x="144403" y="21665"/>
                </a:lnTo>
                <a:lnTo>
                  <a:pt x="144490" y="22350"/>
                </a:lnTo>
                <a:lnTo>
                  <a:pt x="144557" y="23047"/>
                </a:lnTo>
                <a:lnTo>
                  <a:pt x="144605" y="23755"/>
                </a:lnTo>
                <a:lnTo>
                  <a:pt x="144634" y="24475"/>
                </a:lnTo>
                <a:lnTo>
                  <a:pt x="144643" y="25206"/>
                </a:lnTo>
                <a:lnTo>
                  <a:pt x="144632" y="25955"/>
                </a:lnTo>
                <a:lnTo>
                  <a:pt x="144596" y="26692"/>
                </a:lnTo>
                <a:lnTo>
                  <a:pt x="144536" y="27419"/>
                </a:lnTo>
                <a:lnTo>
                  <a:pt x="144453" y="28134"/>
                </a:lnTo>
                <a:lnTo>
                  <a:pt x="144346" y="28838"/>
                </a:lnTo>
                <a:lnTo>
                  <a:pt x="144215" y="29532"/>
                </a:lnTo>
                <a:lnTo>
                  <a:pt x="144060" y="30214"/>
                </a:lnTo>
                <a:lnTo>
                  <a:pt x="143881" y="30885"/>
                </a:lnTo>
                <a:lnTo>
                  <a:pt x="143679" y="31544"/>
                </a:lnTo>
                <a:lnTo>
                  <a:pt x="143453" y="32193"/>
                </a:lnTo>
                <a:lnTo>
                  <a:pt x="143203" y="32831"/>
                </a:lnTo>
                <a:lnTo>
                  <a:pt x="142929" y="33457"/>
                </a:lnTo>
                <a:lnTo>
                  <a:pt x="142631" y="34072"/>
                </a:lnTo>
                <a:lnTo>
                  <a:pt x="142310" y="34676"/>
                </a:lnTo>
                <a:lnTo>
                  <a:pt x="141964" y="35270"/>
                </a:lnTo>
                <a:lnTo>
                  <a:pt x="141595" y="35851"/>
                </a:lnTo>
                <a:lnTo>
                  <a:pt x="141202" y="36422"/>
                </a:lnTo>
                <a:lnTo>
                  <a:pt x="140786" y="36982"/>
                </a:lnTo>
                <a:lnTo>
                  <a:pt x="140345" y="37531"/>
                </a:lnTo>
                <a:lnTo>
                  <a:pt x="139881" y="38068"/>
                </a:lnTo>
                <a:lnTo>
                  <a:pt x="139392" y="38594"/>
                </a:lnTo>
                <a:lnTo>
                  <a:pt x="138880" y="39110"/>
                </a:lnTo>
                <a:lnTo>
                  <a:pt x="138345" y="39614"/>
                </a:lnTo>
                <a:lnTo>
                  <a:pt x="137785" y="40107"/>
                </a:lnTo>
                <a:lnTo>
                  <a:pt x="137202" y="40584"/>
                </a:lnTo>
                <a:lnTo>
                  <a:pt x="136596" y="41041"/>
                </a:lnTo>
                <a:lnTo>
                  <a:pt x="135966" y="41477"/>
                </a:lnTo>
                <a:lnTo>
                  <a:pt x="135314" y="41894"/>
                </a:lnTo>
                <a:lnTo>
                  <a:pt x="134639" y="42290"/>
                </a:lnTo>
                <a:lnTo>
                  <a:pt x="133940" y="42665"/>
                </a:lnTo>
                <a:lnTo>
                  <a:pt x="133218" y="43021"/>
                </a:lnTo>
                <a:lnTo>
                  <a:pt x="132474" y="43356"/>
                </a:lnTo>
                <a:lnTo>
                  <a:pt x="131706" y="43671"/>
                </a:lnTo>
                <a:lnTo>
                  <a:pt x="130915" y="43965"/>
                </a:lnTo>
                <a:lnTo>
                  <a:pt x="130101" y="44239"/>
                </a:lnTo>
                <a:lnTo>
                  <a:pt x="129264" y="44493"/>
                </a:lnTo>
                <a:lnTo>
                  <a:pt x="128404" y="44727"/>
                </a:lnTo>
                <a:lnTo>
                  <a:pt x="127521" y="44940"/>
                </a:lnTo>
                <a:lnTo>
                  <a:pt x="126614" y="45133"/>
                </a:lnTo>
                <a:lnTo>
                  <a:pt x="125685" y="45306"/>
                </a:lnTo>
                <a:lnTo>
                  <a:pt x="124732" y="45458"/>
                </a:lnTo>
                <a:lnTo>
                  <a:pt x="123757" y="45590"/>
                </a:lnTo>
                <a:lnTo>
                  <a:pt x="122758" y="45702"/>
                </a:lnTo>
                <a:lnTo>
                  <a:pt x="121736" y="45793"/>
                </a:lnTo>
                <a:lnTo>
                  <a:pt x="120691" y="45864"/>
                </a:lnTo>
                <a:lnTo>
                  <a:pt x="119623" y="45915"/>
                </a:lnTo>
                <a:lnTo>
                  <a:pt x="118532" y="45945"/>
                </a:lnTo>
                <a:lnTo>
                  <a:pt x="117418" y="45955"/>
                </a:lnTo>
                <a:lnTo>
                  <a:pt x="117365" y="45955"/>
                </a:lnTo>
                <a:lnTo>
                  <a:pt x="117311" y="45955"/>
                </a:lnTo>
                <a:lnTo>
                  <a:pt x="117256" y="45955"/>
                </a:lnTo>
                <a:lnTo>
                  <a:pt x="117200" y="45955"/>
                </a:lnTo>
                <a:lnTo>
                  <a:pt x="117142" y="45954"/>
                </a:lnTo>
                <a:lnTo>
                  <a:pt x="117083" y="45953"/>
                </a:lnTo>
                <a:lnTo>
                  <a:pt x="117023" y="45953"/>
                </a:lnTo>
                <a:lnTo>
                  <a:pt x="116962" y="45952"/>
                </a:lnTo>
                <a:lnTo>
                  <a:pt x="116899" y="45951"/>
                </a:lnTo>
                <a:lnTo>
                  <a:pt x="116836" y="45949"/>
                </a:lnTo>
                <a:lnTo>
                  <a:pt x="116771" y="45948"/>
                </a:lnTo>
                <a:lnTo>
                  <a:pt x="116705" y="45947"/>
                </a:lnTo>
                <a:lnTo>
                  <a:pt x="116637" y="45945"/>
                </a:lnTo>
                <a:lnTo>
                  <a:pt x="116569" y="45944"/>
                </a:lnTo>
                <a:lnTo>
                  <a:pt x="116499" y="45942"/>
                </a:lnTo>
                <a:lnTo>
                  <a:pt x="116428" y="45940"/>
                </a:lnTo>
                <a:lnTo>
                  <a:pt x="116356" y="45938"/>
                </a:lnTo>
                <a:lnTo>
                  <a:pt x="116282" y="45936"/>
                </a:lnTo>
                <a:lnTo>
                  <a:pt x="116208" y="45934"/>
                </a:lnTo>
                <a:lnTo>
                  <a:pt x="116132" y="45931"/>
                </a:lnTo>
                <a:lnTo>
                  <a:pt x="116055" y="45929"/>
                </a:lnTo>
                <a:lnTo>
                  <a:pt x="115977" y="45926"/>
                </a:lnTo>
                <a:lnTo>
                  <a:pt x="115897" y="45924"/>
                </a:lnTo>
                <a:lnTo>
                  <a:pt x="115817" y="45921"/>
                </a:lnTo>
                <a:lnTo>
                  <a:pt x="115735" y="45918"/>
                </a:lnTo>
                <a:lnTo>
                  <a:pt x="115652" y="45915"/>
                </a:lnTo>
                <a:lnTo>
                  <a:pt x="115568" y="45913"/>
                </a:lnTo>
                <a:lnTo>
                  <a:pt x="115482" y="45910"/>
                </a:lnTo>
                <a:lnTo>
                  <a:pt x="115396" y="45908"/>
                </a:lnTo>
                <a:lnTo>
                  <a:pt x="115308" y="45905"/>
                </a:lnTo>
                <a:lnTo>
                  <a:pt x="115219" y="45903"/>
                </a:lnTo>
                <a:lnTo>
                  <a:pt x="115128" y="45901"/>
                </a:lnTo>
                <a:lnTo>
                  <a:pt x="115037" y="45899"/>
                </a:lnTo>
                <a:lnTo>
                  <a:pt x="114944" y="45898"/>
                </a:lnTo>
                <a:lnTo>
                  <a:pt x="114850" y="45896"/>
                </a:lnTo>
                <a:lnTo>
                  <a:pt x="114755" y="45895"/>
                </a:lnTo>
                <a:lnTo>
                  <a:pt x="114659" y="45893"/>
                </a:lnTo>
                <a:lnTo>
                  <a:pt x="114561" y="45892"/>
                </a:lnTo>
                <a:lnTo>
                  <a:pt x="114462" y="45891"/>
                </a:lnTo>
                <a:lnTo>
                  <a:pt x="114362" y="45890"/>
                </a:lnTo>
                <a:lnTo>
                  <a:pt x="114261" y="45889"/>
                </a:lnTo>
                <a:lnTo>
                  <a:pt x="114159" y="45888"/>
                </a:lnTo>
                <a:lnTo>
                  <a:pt x="114055" y="45887"/>
                </a:lnTo>
                <a:lnTo>
                  <a:pt x="113950" y="45887"/>
                </a:lnTo>
                <a:lnTo>
                  <a:pt x="113844" y="45886"/>
                </a:lnTo>
                <a:lnTo>
                  <a:pt x="113737" y="45886"/>
                </a:lnTo>
                <a:lnTo>
                  <a:pt x="113629" y="45886"/>
                </a:lnTo>
                <a:lnTo>
                  <a:pt x="113519" y="45886"/>
                </a:lnTo>
                <a:lnTo>
                  <a:pt x="113519" y="6615"/>
                </a:lnTo>
                <a:lnTo>
                  <a:pt x="114089" y="6507"/>
                </a:lnTo>
                <a:lnTo>
                  <a:pt x="114648" y="6403"/>
                </a:lnTo>
                <a:lnTo>
                  <a:pt x="115198" y="6305"/>
                </a:lnTo>
                <a:close/>
                <a:moveTo>
                  <a:pt x="273801" y="91597"/>
                </a:moveTo>
                <a:lnTo>
                  <a:pt x="273192" y="91500"/>
                </a:lnTo>
                <a:lnTo>
                  <a:pt x="272594" y="91395"/>
                </a:lnTo>
                <a:lnTo>
                  <a:pt x="272005" y="91283"/>
                </a:lnTo>
                <a:lnTo>
                  <a:pt x="271427" y="91163"/>
                </a:lnTo>
                <a:lnTo>
                  <a:pt x="270859" y="91035"/>
                </a:lnTo>
                <a:lnTo>
                  <a:pt x="270302" y="90899"/>
                </a:lnTo>
                <a:lnTo>
                  <a:pt x="269754" y="90755"/>
                </a:lnTo>
                <a:lnTo>
                  <a:pt x="269217" y="90604"/>
                </a:lnTo>
                <a:lnTo>
                  <a:pt x="268689" y="90445"/>
                </a:lnTo>
                <a:lnTo>
                  <a:pt x="268172" y="90278"/>
                </a:lnTo>
                <a:lnTo>
                  <a:pt x="267665" y="90104"/>
                </a:lnTo>
                <a:lnTo>
                  <a:pt x="267168" y="89921"/>
                </a:lnTo>
                <a:lnTo>
                  <a:pt x="266682" y="89731"/>
                </a:lnTo>
                <a:lnTo>
                  <a:pt x="266205" y="89533"/>
                </a:lnTo>
                <a:lnTo>
                  <a:pt x="265739" y="89328"/>
                </a:lnTo>
                <a:lnTo>
                  <a:pt x="265282" y="89114"/>
                </a:lnTo>
                <a:lnTo>
                  <a:pt x="264836" y="88893"/>
                </a:lnTo>
                <a:lnTo>
                  <a:pt x="264401" y="88664"/>
                </a:lnTo>
                <a:lnTo>
                  <a:pt x="263975" y="88428"/>
                </a:lnTo>
                <a:lnTo>
                  <a:pt x="263559" y="88183"/>
                </a:lnTo>
                <a:lnTo>
                  <a:pt x="263154" y="87931"/>
                </a:lnTo>
                <a:lnTo>
                  <a:pt x="262750" y="87664"/>
                </a:lnTo>
                <a:lnTo>
                  <a:pt x="262340" y="87375"/>
                </a:lnTo>
                <a:lnTo>
                  <a:pt x="261923" y="87064"/>
                </a:lnTo>
                <a:lnTo>
                  <a:pt x="261500" y="86732"/>
                </a:lnTo>
                <a:lnTo>
                  <a:pt x="261070" y="86377"/>
                </a:lnTo>
                <a:lnTo>
                  <a:pt x="260634" y="86001"/>
                </a:lnTo>
                <a:lnTo>
                  <a:pt x="260191" y="85603"/>
                </a:lnTo>
                <a:lnTo>
                  <a:pt x="259742" y="85183"/>
                </a:lnTo>
                <a:lnTo>
                  <a:pt x="259286" y="84741"/>
                </a:lnTo>
                <a:lnTo>
                  <a:pt x="258824" y="84278"/>
                </a:lnTo>
                <a:lnTo>
                  <a:pt x="258355" y="83792"/>
                </a:lnTo>
                <a:lnTo>
                  <a:pt x="257879" y="83285"/>
                </a:lnTo>
                <a:lnTo>
                  <a:pt x="257397" y="82756"/>
                </a:lnTo>
                <a:lnTo>
                  <a:pt x="256909" y="82205"/>
                </a:lnTo>
                <a:lnTo>
                  <a:pt x="256414" y="81632"/>
                </a:lnTo>
                <a:lnTo>
                  <a:pt x="255912" y="81038"/>
                </a:lnTo>
                <a:lnTo>
                  <a:pt x="255404" y="80422"/>
                </a:lnTo>
                <a:lnTo>
                  <a:pt x="254890" y="79783"/>
                </a:lnTo>
                <a:lnTo>
                  <a:pt x="254368" y="79123"/>
                </a:lnTo>
                <a:lnTo>
                  <a:pt x="253841" y="78441"/>
                </a:lnTo>
                <a:lnTo>
                  <a:pt x="253307" y="77738"/>
                </a:lnTo>
                <a:lnTo>
                  <a:pt x="252766" y="77012"/>
                </a:lnTo>
                <a:lnTo>
                  <a:pt x="252219" y="76265"/>
                </a:lnTo>
                <a:lnTo>
                  <a:pt x="251665" y="75496"/>
                </a:lnTo>
                <a:lnTo>
                  <a:pt x="232169" y="48323"/>
                </a:lnTo>
                <a:lnTo>
                  <a:pt x="233150" y="48096"/>
                </a:lnTo>
                <a:lnTo>
                  <a:pt x="234110" y="47857"/>
                </a:lnTo>
                <a:lnTo>
                  <a:pt x="235048" y="47605"/>
                </a:lnTo>
                <a:lnTo>
                  <a:pt x="235964" y="47339"/>
                </a:lnTo>
                <a:lnTo>
                  <a:pt x="236859" y="47061"/>
                </a:lnTo>
                <a:lnTo>
                  <a:pt x="237732" y="46769"/>
                </a:lnTo>
                <a:lnTo>
                  <a:pt x="238584" y="46465"/>
                </a:lnTo>
                <a:lnTo>
                  <a:pt x="239414" y="46147"/>
                </a:lnTo>
                <a:lnTo>
                  <a:pt x="240222" y="45816"/>
                </a:lnTo>
                <a:lnTo>
                  <a:pt x="241009" y="45473"/>
                </a:lnTo>
                <a:lnTo>
                  <a:pt x="241774" y="45116"/>
                </a:lnTo>
                <a:lnTo>
                  <a:pt x="242517" y="44747"/>
                </a:lnTo>
                <a:lnTo>
                  <a:pt x="243239" y="44364"/>
                </a:lnTo>
                <a:lnTo>
                  <a:pt x="243939" y="43969"/>
                </a:lnTo>
                <a:lnTo>
                  <a:pt x="244618" y="43560"/>
                </a:lnTo>
                <a:lnTo>
                  <a:pt x="245274" y="43138"/>
                </a:lnTo>
                <a:lnTo>
                  <a:pt x="245910" y="42704"/>
                </a:lnTo>
                <a:lnTo>
                  <a:pt x="246523" y="42256"/>
                </a:lnTo>
                <a:lnTo>
                  <a:pt x="247115" y="41796"/>
                </a:lnTo>
                <a:lnTo>
                  <a:pt x="247685" y="41322"/>
                </a:lnTo>
                <a:lnTo>
                  <a:pt x="248234" y="40835"/>
                </a:lnTo>
                <a:lnTo>
                  <a:pt x="248761" y="40336"/>
                </a:lnTo>
                <a:lnTo>
                  <a:pt x="249266" y="39823"/>
                </a:lnTo>
                <a:lnTo>
                  <a:pt x="249750" y="39297"/>
                </a:lnTo>
                <a:lnTo>
                  <a:pt x="250213" y="38761"/>
                </a:lnTo>
                <a:lnTo>
                  <a:pt x="250656" y="38217"/>
                </a:lnTo>
                <a:lnTo>
                  <a:pt x="251080" y="37664"/>
                </a:lnTo>
                <a:lnTo>
                  <a:pt x="251484" y="37104"/>
                </a:lnTo>
                <a:lnTo>
                  <a:pt x="251868" y="36536"/>
                </a:lnTo>
                <a:lnTo>
                  <a:pt x="252233" y="35960"/>
                </a:lnTo>
                <a:lnTo>
                  <a:pt x="252578" y="35376"/>
                </a:lnTo>
                <a:lnTo>
                  <a:pt x="252903" y="34784"/>
                </a:lnTo>
                <a:lnTo>
                  <a:pt x="253208" y="34184"/>
                </a:lnTo>
                <a:lnTo>
                  <a:pt x="253494" y="33576"/>
                </a:lnTo>
                <a:lnTo>
                  <a:pt x="253760" y="32960"/>
                </a:lnTo>
                <a:lnTo>
                  <a:pt x="254006" y="32336"/>
                </a:lnTo>
                <a:lnTo>
                  <a:pt x="254233" y="31705"/>
                </a:lnTo>
                <a:lnTo>
                  <a:pt x="254440" y="31065"/>
                </a:lnTo>
                <a:lnTo>
                  <a:pt x="254627" y="30417"/>
                </a:lnTo>
                <a:lnTo>
                  <a:pt x="254794" y="29762"/>
                </a:lnTo>
                <a:lnTo>
                  <a:pt x="254942" y="29098"/>
                </a:lnTo>
                <a:lnTo>
                  <a:pt x="255070" y="28427"/>
                </a:lnTo>
                <a:lnTo>
                  <a:pt x="255179" y="27747"/>
                </a:lnTo>
                <a:lnTo>
                  <a:pt x="255267" y="27060"/>
                </a:lnTo>
                <a:lnTo>
                  <a:pt x="255336" y="26365"/>
                </a:lnTo>
                <a:lnTo>
                  <a:pt x="255385" y="25661"/>
                </a:lnTo>
                <a:lnTo>
                  <a:pt x="255415" y="24950"/>
                </a:lnTo>
                <a:lnTo>
                  <a:pt x="255425" y="24231"/>
                </a:lnTo>
                <a:lnTo>
                  <a:pt x="255416" y="23558"/>
                </a:lnTo>
                <a:lnTo>
                  <a:pt x="255390" y="22893"/>
                </a:lnTo>
                <a:lnTo>
                  <a:pt x="255347" y="22236"/>
                </a:lnTo>
                <a:lnTo>
                  <a:pt x="255287" y="21586"/>
                </a:lnTo>
                <a:lnTo>
                  <a:pt x="255209" y="20945"/>
                </a:lnTo>
                <a:lnTo>
                  <a:pt x="255114" y="20311"/>
                </a:lnTo>
                <a:lnTo>
                  <a:pt x="255001" y="19685"/>
                </a:lnTo>
                <a:lnTo>
                  <a:pt x="254872" y="19067"/>
                </a:lnTo>
                <a:lnTo>
                  <a:pt x="254725" y="18456"/>
                </a:lnTo>
                <a:lnTo>
                  <a:pt x="254561" y="17854"/>
                </a:lnTo>
                <a:lnTo>
                  <a:pt x="254379" y="17259"/>
                </a:lnTo>
                <a:lnTo>
                  <a:pt x="254180" y="16672"/>
                </a:lnTo>
                <a:lnTo>
                  <a:pt x="253964" y="16094"/>
                </a:lnTo>
                <a:lnTo>
                  <a:pt x="253731" y="15522"/>
                </a:lnTo>
                <a:lnTo>
                  <a:pt x="253480" y="14959"/>
                </a:lnTo>
                <a:lnTo>
                  <a:pt x="253212" y="14404"/>
                </a:lnTo>
                <a:lnTo>
                  <a:pt x="252927" y="13856"/>
                </a:lnTo>
                <a:lnTo>
                  <a:pt x="252624" y="13316"/>
                </a:lnTo>
                <a:lnTo>
                  <a:pt x="252305" y="12784"/>
                </a:lnTo>
                <a:lnTo>
                  <a:pt x="251968" y="12260"/>
                </a:lnTo>
                <a:lnTo>
                  <a:pt x="251613" y="11744"/>
                </a:lnTo>
                <a:lnTo>
                  <a:pt x="251242" y="11235"/>
                </a:lnTo>
                <a:lnTo>
                  <a:pt x="250853" y="10735"/>
                </a:lnTo>
                <a:lnTo>
                  <a:pt x="250446" y="10242"/>
                </a:lnTo>
                <a:lnTo>
                  <a:pt x="250028" y="9759"/>
                </a:lnTo>
                <a:lnTo>
                  <a:pt x="249602" y="9290"/>
                </a:lnTo>
                <a:lnTo>
                  <a:pt x="249168" y="8832"/>
                </a:lnTo>
                <a:lnTo>
                  <a:pt x="248727" y="8388"/>
                </a:lnTo>
                <a:lnTo>
                  <a:pt x="248278" y="7957"/>
                </a:lnTo>
                <a:lnTo>
                  <a:pt x="247822" y="7538"/>
                </a:lnTo>
                <a:lnTo>
                  <a:pt x="247359" y="7132"/>
                </a:lnTo>
                <a:lnTo>
                  <a:pt x="246887" y="6739"/>
                </a:lnTo>
                <a:lnTo>
                  <a:pt x="246409" y="6358"/>
                </a:lnTo>
                <a:lnTo>
                  <a:pt x="245923" y="5991"/>
                </a:lnTo>
                <a:lnTo>
                  <a:pt x="245429" y="5636"/>
                </a:lnTo>
                <a:lnTo>
                  <a:pt x="244928" y="5294"/>
                </a:lnTo>
                <a:lnTo>
                  <a:pt x="244420" y="4965"/>
                </a:lnTo>
                <a:lnTo>
                  <a:pt x="243904" y="4648"/>
                </a:lnTo>
                <a:lnTo>
                  <a:pt x="243380" y="4345"/>
                </a:lnTo>
                <a:lnTo>
                  <a:pt x="242849" y="4054"/>
                </a:lnTo>
                <a:lnTo>
                  <a:pt x="242310" y="3776"/>
                </a:lnTo>
                <a:lnTo>
                  <a:pt x="241764" y="3510"/>
                </a:lnTo>
                <a:lnTo>
                  <a:pt x="241211" y="3258"/>
                </a:lnTo>
                <a:lnTo>
                  <a:pt x="240650" y="3018"/>
                </a:lnTo>
                <a:lnTo>
                  <a:pt x="240081" y="2791"/>
                </a:lnTo>
                <a:lnTo>
                  <a:pt x="239505" y="2577"/>
                </a:lnTo>
                <a:lnTo>
                  <a:pt x="238922" y="2375"/>
                </a:lnTo>
                <a:lnTo>
                  <a:pt x="238331" y="2187"/>
                </a:lnTo>
                <a:lnTo>
                  <a:pt x="237722" y="2008"/>
                </a:lnTo>
                <a:lnTo>
                  <a:pt x="237086" y="1838"/>
                </a:lnTo>
                <a:lnTo>
                  <a:pt x="236423" y="1674"/>
                </a:lnTo>
                <a:lnTo>
                  <a:pt x="235732" y="1519"/>
                </a:lnTo>
                <a:lnTo>
                  <a:pt x="235014" y="1371"/>
                </a:lnTo>
                <a:lnTo>
                  <a:pt x="234268" y="1230"/>
                </a:lnTo>
                <a:lnTo>
                  <a:pt x="233495" y="1097"/>
                </a:lnTo>
                <a:lnTo>
                  <a:pt x="232695" y="972"/>
                </a:lnTo>
                <a:lnTo>
                  <a:pt x="231867" y="854"/>
                </a:lnTo>
                <a:lnTo>
                  <a:pt x="231011" y="744"/>
                </a:lnTo>
                <a:lnTo>
                  <a:pt x="230128" y="642"/>
                </a:lnTo>
                <a:lnTo>
                  <a:pt x="229218" y="547"/>
                </a:lnTo>
                <a:lnTo>
                  <a:pt x="228280" y="459"/>
                </a:lnTo>
                <a:lnTo>
                  <a:pt x="227315" y="380"/>
                </a:lnTo>
                <a:lnTo>
                  <a:pt x="226322" y="308"/>
                </a:lnTo>
                <a:lnTo>
                  <a:pt x="225302" y="243"/>
                </a:lnTo>
                <a:lnTo>
                  <a:pt x="224255" y="186"/>
                </a:lnTo>
                <a:lnTo>
                  <a:pt x="223180" y="137"/>
                </a:lnTo>
                <a:lnTo>
                  <a:pt x="222077" y="95"/>
                </a:lnTo>
                <a:lnTo>
                  <a:pt x="220948" y="61"/>
                </a:lnTo>
                <a:lnTo>
                  <a:pt x="219790" y="34"/>
                </a:lnTo>
                <a:lnTo>
                  <a:pt x="218606" y="15"/>
                </a:lnTo>
                <a:lnTo>
                  <a:pt x="217393" y="4"/>
                </a:lnTo>
                <a:lnTo>
                  <a:pt x="216154" y="0"/>
                </a:lnTo>
                <a:lnTo>
                  <a:pt x="181757" y="0"/>
                </a:lnTo>
                <a:lnTo>
                  <a:pt x="181757" y="2576"/>
                </a:lnTo>
                <a:lnTo>
                  <a:pt x="185308" y="2576"/>
                </a:lnTo>
                <a:lnTo>
                  <a:pt x="185750" y="2582"/>
                </a:lnTo>
                <a:lnTo>
                  <a:pt x="186183" y="2598"/>
                </a:lnTo>
                <a:lnTo>
                  <a:pt x="186607" y="2624"/>
                </a:lnTo>
                <a:lnTo>
                  <a:pt x="187022" y="2661"/>
                </a:lnTo>
                <a:lnTo>
                  <a:pt x="187427" y="2709"/>
                </a:lnTo>
                <a:lnTo>
                  <a:pt x="187823" y="2768"/>
                </a:lnTo>
                <a:lnTo>
                  <a:pt x="188210" y="2837"/>
                </a:lnTo>
                <a:lnTo>
                  <a:pt x="188588" y="2917"/>
                </a:lnTo>
                <a:lnTo>
                  <a:pt x="188957" y="3007"/>
                </a:lnTo>
                <a:lnTo>
                  <a:pt x="189316" y="3108"/>
                </a:lnTo>
                <a:lnTo>
                  <a:pt x="189667" y="3220"/>
                </a:lnTo>
                <a:lnTo>
                  <a:pt x="190008" y="3342"/>
                </a:lnTo>
                <a:lnTo>
                  <a:pt x="190340" y="3475"/>
                </a:lnTo>
                <a:lnTo>
                  <a:pt x="190663" y="3619"/>
                </a:lnTo>
                <a:lnTo>
                  <a:pt x="190976" y="3773"/>
                </a:lnTo>
                <a:lnTo>
                  <a:pt x="191281" y="3938"/>
                </a:lnTo>
                <a:lnTo>
                  <a:pt x="191576" y="4113"/>
                </a:lnTo>
                <a:lnTo>
                  <a:pt x="191862" y="4300"/>
                </a:lnTo>
                <a:lnTo>
                  <a:pt x="192139" y="4496"/>
                </a:lnTo>
                <a:lnTo>
                  <a:pt x="192406" y="4704"/>
                </a:lnTo>
                <a:lnTo>
                  <a:pt x="192665" y="4922"/>
                </a:lnTo>
                <a:lnTo>
                  <a:pt x="192914" y="5151"/>
                </a:lnTo>
                <a:lnTo>
                  <a:pt x="193154" y="5390"/>
                </a:lnTo>
                <a:lnTo>
                  <a:pt x="193385" y="5640"/>
                </a:lnTo>
                <a:lnTo>
                  <a:pt x="193544" y="5832"/>
                </a:lnTo>
                <a:lnTo>
                  <a:pt x="193696" y="6047"/>
                </a:lnTo>
                <a:lnTo>
                  <a:pt x="193842" y="6285"/>
                </a:lnTo>
                <a:lnTo>
                  <a:pt x="193981" y="6547"/>
                </a:lnTo>
                <a:lnTo>
                  <a:pt x="194113" y="6833"/>
                </a:lnTo>
                <a:lnTo>
                  <a:pt x="194238" y="7141"/>
                </a:lnTo>
                <a:lnTo>
                  <a:pt x="194356" y="7474"/>
                </a:lnTo>
                <a:lnTo>
                  <a:pt x="194468" y="7829"/>
                </a:lnTo>
                <a:lnTo>
                  <a:pt x="194573" y="8209"/>
                </a:lnTo>
                <a:lnTo>
                  <a:pt x="194671" y="8611"/>
                </a:lnTo>
                <a:lnTo>
                  <a:pt x="194763" y="9037"/>
                </a:lnTo>
                <a:lnTo>
                  <a:pt x="194847" y="9487"/>
                </a:lnTo>
                <a:lnTo>
                  <a:pt x="194925" y="9960"/>
                </a:lnTo>
                <a:lnTo>
                  <a:pt x="194996" y="10457"/>
                </a:lnTo>
                <a:lnTo>
                  <a:pt x="195060" y="10976"/>
                </a:lnTo>
                <a:lnTo>
                  <a:pt x="195118" y="11520"/>
                </a:lnTo>
                <a:lnTo>
                  <a:pt x="195169" y="12087"/>
                </a:lnTo>
                <a:lnTo>
                  <a:pt x="195213" y="12677"/>
                </a:lnTo>
                <a:lnTo>
                  <a:pt x="195250" y="13291"/>
                </a:lnTo>
                <a:lnTo>
                  <a:pt x="195280" y="13928"/>
                </a:lnTo>
                <a:lnTo>
                  <a:pt x="195304" y="14588"/>
                </a:lnTo>
                <a:lnTo>
                  <a:pt x="195321" y="15273"/>
                </a:lnTo>
                <a:lnTo>
                  <a:pt x="195331" y="15980"/>
                </a:lnTo>
                <a:lnTo>
                  <a:pt x="195335" y="16711"/>
                </a:lnTo>
                <a:lnTo>
                  <a:pt x="195335" y="77707"/>
                </a:lnTo>
                <a:lnTo>
                  <a:pt x="195332" y="78369"/>
                </a:lnTo>
                <a:lnTo>
                  <a:pt x="195324" y="79012"/>
                </a:lnTo>
                <a:lnTo>
                  <a:pt x="195312" y="79633"/>
                </a:lnTo>
                <a:lnTo>
                  <a:pt x="195294" y="80234"/>
                </a:lnTo>
                <a:lnTo>
                  <a:pt x="195271" y="80815"/>
                </a:lnTo>
                <a:lnTo>
                  <a:pt x="195243" y="81375"/>
                </a:lnTo>
                <a:lnTo>
                  <a:pt x="195210" y="81915"/>
                </a:lnTo>
                <a:lnTo>
                  <a:pt x="195172" y="82434"/>
                </a:lnTo>
                <a:lnTo>
                  <a:pt x="195129" y="82932"/>
                </a:lnTo>
                <a:lnTo>
                  <a:pt x="195081" y="83410"/>
                </a:lnTo>
                <a:lnTo>
                  <a:pt x="195027" y="83867"/>
                </a:lnTo>
                <a:lnTo>
                  <a:pt x="194969" y="84304"/>
                </a:lnTo>
                <a:lnTo>
                  <a:pt x="194906" y="84720"/>
                </a:lnTo>
                <a:lnTo>
                  <a:pt x="194837" y="85116"/>
                </a:lnTo>
                <a:lnTo>
                  <a:pt x="194763" y="85491"/>
                </a:lnTo>
                <a:lnTo>
                  <a:pt x="194685" y="85845"/>
                </a:lnTo>
                <a:lnTo>
                  <a:pt x="194601" y="86179"/>
                </a:lnTo>
                <a:lnTo>
                  <a:pt x="194512" y="86493"/>
                </a:lnTo>
                <a:lnTo>
                  <a:pt x="194418" y="86786"/>
                </a:lnTo>
                <a:lnTo>
                  <a:pt x="194319" y="87058"/>
                </a:lnTo>
                <a:lnTo>
                  <a:pt x="194215" y="87310"/>
                </a:lnTo>
                <a:lnTo>
                  <a:pt x="194106" y="87541"/>
                </a:lnTo>
                <a:lnTo>
                  <a:pt x="193992" y="87752"/>
                </a:lnTo>
                <a:lnTo>
                  <a:pt x="193872" y="87942"/>
                </a:lnTo>
                <a:lnTo>
                  <a:pt x="193652" y="88260"/>
                </a:lnTo>
                <a:lnTo>
                  <a:pt x="193419" y="88565"/>
                </a:lnTo>
                <a:lnTo>
                  <a:pt x="193175" y="88856"/>
                </a:lnTo>
                <a:lnTo>
                  <a:pt x="192919" y="89134"/>
                </a:lnTo>
                <a:lnTo>
                  <a:pt x="192651" y="89398"/>
                </a:lnTo>
                <a:lnTo>
                  <a:pt x="192371" y="89648"/>
                </a:lnTo>
                <a:lnTo>
                  <a:pt x="192079" y="89885"/>
                </a:lnTo>
                <a:lnTo>
                  <a:pt x="191776" y="90108"/>
                </a:lnTo>
                <a:lnTo>
                  <a:pt x="191460" y="90318"/>
                </a:lnTo>
                <a:lnTo>
                  <a:pt x="191133" y="90515"/>
                </a:lnTo>
                <a:lnTo>
                  <a:pt x="190794" y="90697"/>
                </a:lnTo>
                <a:lnTo>
                  <a:pt x="190443" y="90867"/>
                </a:lnTo>
                <a:lnTo>
                  <a:pt x="190080" y="91022"/>
                </a:lnTo>
                <a:lnTo>
                  <a:pt x="189706" y="91164"/>
                </a:lnTo>
                <a:lnTo>
                  <a:pt x="189319" y="91293"/>
                </a:lnTo>
                <a:lnTo>
                  <a:pt x="188921" y="91408"/>
                </a:lnTo>
                <a:lnTo>
                  <a:pt x="188511" y="91510"/>
                </a:lnTo>
                <a:lnTo>
                  <a:pt x="188089" y="91598"/>
                </a:lnTo>
                <a:lnTo>
                  <a:pt x="187655" y="91672"/>
                </a:lnTo>
                <a:lnTo>
                  <a:pt x="187209" y="91733"/>
                </a:lnTo>
                <a:lnTo>
                  <a:pt x="186752" y="91780"/>
                </a:lnTo>
                <a:lnTo>
                  <a:pt x="186282" y="91814"/>
                </a:lnTo>
                <a:lnTo>
                  <a:pt x="185801" y="91835"/>
                </a:lnTo>
                <a:lnTo>
                  <a:pt x="185308" y="91841"/>
                </a:lnTo>
                <a:lnTo>
                  <a:pt x="181757" y="91841"/>
                </a:lnTo>
                <a:lnTo>
                  <a:pt x="181757" y="94418"/>
                </a:lnTo>
                <a:lnTo>
                  <a:pt x="222212" y="94418"/>
                </a:lnTo>
                <a:lnTo>
                  <a:pt x="222212" y="91841"/>
                </a:lnTo>
                <a:lnTo>
                  <a:pt x="218521" y="91841"/>
                </a:lnTo>
                <a:lnTo>
                  <a:pt x="218085" y="91836"/>
                </a:lnTo>
                <a:lnTo>
                  <a:pt x="217658" y="91820"/>
                </a:lnTo>
                <a:lnTo>
                  <a:pt x="217240" y="91793"/>
                </a:lnTo>
                <a:lnTo>
                  <a:pt x="216831" y="91756"/>
                </a:lnTo>
                <a:lnTo>
                  <a:pt x="216431" y="91708"/>
                </a:lnTo>
                <a:lnTo>
                  <a:pt x="216041" y="91649"/>
                </a:lnTo>
                <a:lnTo>
                  <a:pt x="215659" y="91580"/>
                </a:lnTo>
                <a:lnTo>
                  <a:pt x="215287" y="91500"/>
                </a:lnTo>
                <a:lnTo>
                  <a:pt x="214924" y="91409"/>
                </a:lnTo>
                <a:lnTo>
                  <a:pt x="214571" y="91308"/>
                </a:lnTo>
                <a:lnTo>
                  <a:pt x="214226" y="91195"/>
                </a:lnTo>
                <a:lnTo>
                  <a:pt x="213891" y="91073"/>
                </a:lnTo>
                <a:lnTo>
                  <a:pt x="213565" y="90939"/>
                </a:lnTo>
                <a:lnTo>
                  <a:pt x="213248" y="90795"/>
                </a:lnTo>
                <a:lnTo>
                  <a:pt x="212940" y="90640"/>
                </a:lnTo>
                <a:lnTo>
                  <a:pt x="212641" y="90475"/>
                </a:lnTo>
                <a:lnTo>
                  <a:pt x="212352" y="90299"/>
                </a:lnTo>
                <a:lnTo>
                  <a:pt x="212072" y="90112"/>
                </a:lnTo>
                <a:lnTo>
                  <a:pt x="211801" y="89914"/>
                </a:lnTo>
                <a:lnTo>
                  <a:pt x="211539" y="89706"/>
                </a:lnTo>
                <a:lnTo>
                  <a:pt x="211286" y="89487"/>
                </a:lnTo>
                <a:lnTo>
                  <a:pt x="211043" y="89258"/>
                </a:lnTo>
                <a:lnTo>
                  <a:pt x="210809" y="89018"/>
                </a:lnTo>
                <a:lnTo>
                  <a:pt x="210583" y="88767"/>
                </a:lnTo>
                <a:lnTo>
                  <a:pt x="210424" y="88575"/>
                </a:lnTo>
                <a:lnTo>
                  <a:pt x="210272" y="88359"/>
                </a:lnTo>
                <a:lnTo>
                  <a:pt x="210126" y="88120"/>
                </a:lnTo>
                <a:lnTo>
                  <a:pt x="209988" y="87857"/>
                </a:lnTo>
                <a:lnTo>
                  <a:pt x="209856" y="87570"/>
                </a:lnTo>
                <a:lnTo>
                  <a:pt x="209730" y="87261"/>
                </a:lnTo>
                <a:lnTo>
                  <a:pt x="209612" y="86927"/>
                </a:lnTo>
                <a:lnTo>
                  <a:pt x="209500" y="86570"/>
                </a:lnTo>
                <a:lnTo>
                  <a:pt x="209395" y="86190"/>
                </a:lnTo>
                <a:lnTo>
                  <a:pt x="209297" y="85786"/>
                </a:lnTo>
                <a:lnTo>
                  <a:pt x="209206" y="85358"/>
                </a:lnTo>
                <a:lnTo>
                  <a:pt x="209121" y="84907"/>
                </a:lnTo>
                <a:lnTo>
                  <a:pt x="209043" y="84433"/>
                </a:lnTo>
                <a:lnTo>
                  <a:pt x="208972" y="83934"/>
                </a:lnTo>
                <a:lnTo>
                  <a:pt x="208908" y="83413"/>
                </a:lnTo>
                <a:lnTo>
                  <a:pt x="208850" y="82868"/>
                </a:lnTo>
                <a:lnTo>
                  <a:pt x="208800" y="82299"/>
                </a:lnTo>
                <a:lnTo>
                  <a:pt x="208756" y="81707"/>
                </a:lnTo>
                <a:lnTo>
                  <a:pt x="208718" y="81091"/>
                </a:lnTo>
                <a:lnTo>
                  <a:pt x="208688" y="80451"/>
                </a:lnTo>
                <a:lnTo>
                  <a:pt x="208664" y="79789"/>
                </a:lnTo>
                <a:lnTo>
                  <a:pt x="208647" y="79102"/>
                </a:lnTo>
                <a:lnTo>
                  <a:pt x="208637" y="78392"/>
                </a:lnTo>
                <a:lnTo>
                  <a:pt x="208634" y="77659"/>
                </a:lnTo>
                <a:lnTo>
                  <a:pt x="208634" y="50133"/>
                </a:lnTo>
                <a:lnTo>
                  <a:pt x="208727" y="50139"/>
                </a:lnTo>
                <a:lnTo>
                  <a:pt x="208819" y="50145"/>
                </a:lnTo>
                <a:lnTo>
                  <a:pt x="208911" y="50150"/>
                </a:lnTo>
                <a:lnTo>
                  <a:pt x="209003" y="50156"/>
                </a:lnTo>
                <a:lnTo>
                  <a:pt x="209095" y="50161"/>
                </a:lnTo>
                <a:lnTo>
                  <a:pt x="209186" y="50166"/>
                </a:lnTo>
                <a:lnTo>
                  <a:pt x="209278" y="50171"/>
                </a:lnTo>
                <a:lnTo>
                  <a:pt x="209369" y="50176"/>
                </a:lnTo>
                <a:lnTo>
                  <a:pt x="209460" y="50181"/>
                </a:lnTo>
                <a:lnTo>
                  <a:pt x="209550" y="50185"/>
                </a:lnTo>
                <a:lnTo>
                  <a:pt x="209640" y="50190"/>
                </a:lnTo>
                <a:lnTo>
                  <a:pt x="209730" y="50194"/>
                </a:lnTo>
                <a:lnTo>
                  <a:pt x="209820" y="50198"/>
                </a:lnTo>
                <a:lnTo>
                  <a:pt x="209910" y="50203"/>
                </a:lnTo>
                <a:lnTo>
                  <a:pt x="209999" y="50207"/>
                </a:lnTo>
                <a:lnTo>
                  <a:pt x="210088" y="50211"/>
                </a:lnTo>
                <a:lnTo>
                  <a:pt x="210177" y="50214"/>
                </a:lnTo>
                <a:lnTo>
                  <a:pt x="210266" y="50218"/>
                </a:lnTo>
                <a:lnTo>
                  <a:pt x="210354" y="50222"/>
                </a:lnTo>
                <a:lnTo>
                  <a:pt x="210442" y="50225"/>
                </a:lnTo>
                <a:lnTo>
                  <a:pt x="210530" y="50228"/>
                </a:lnTo>
                <a:lnTo>
                  <a:pt x="210618" y="50232"/>
                </a:lnTo>
                <a:lnTo>
                  <a:pt x="210705" y="50235"/>
                </a:lnTo>
                <a:lnTo>
                  <a:pt x="210792" y="50238"/>
                </a:lnTo>
                <a:lnTo>
                  <a:pt x="210879" y="50241"/>
                </a:lnTo>
                <a:lnTo>
                  <a:pt x="210965" y="50243"/>
                </a:lnTo>
                <a:lnTo>
                  <a:pt x="211051" y="50246"/>
                </a:lnTo>
                <a:lnTo>
                  <a:pt x="211137" y="50248"/>
                </a:lnTo>
                <a:lnTo>
                  <a:pt x="211221" y="50251"/>
                </a:lnTo>
                <a:lnTo>
                  <a:pt x="211306" y="50253"/>
                </a:lnTo>
                <a:lnTo>
                  <a:pt x="211390" y="50255"/>
                </a:lnTo>
                <a:lnTo>
                  <a:pt x="211473" y="50257"/>
                </a:lnTo>
                <a:lnTo>
                  <a:pt x="211556" y="50259"/>
                </a:lnTo>
                <a:lnTo>
                  <a:pt x="211639" y="50261"/>
                </a:lnTo>
                <a:lnTo>
                  <a:pt x="211720" y="50262"/>
                </a:lnTo>
                <a:lnTo>
                  <a:pt x="211802" y="50264"/>
                </a:lnTo>
                <a:lnTo>
                  <a:pt x="211883" y="50265"/>
                </a:lnTo>
                <a:lnTo>
                  <a:pt x="211963" y="50266"/>
                </a:lnTo>
                <a:lnTo>
                  <a:pt x="212043" y="50268"/>
                </a:lnTo>
                <a:lnTo>
                  <a:pt x="212123" y="50269"/>
                </a:lnTo>
                <a:lnTo>
                  <a:pt x="212202" y="50270"/>
                </a:lnTo>
                <a:lnTo>
                  <a:pt x="212281" y="50270"/>
                </a:lnTo>
                <a:lnTo>
                  <a:pt x="212359" y="50271"/>
                </a:lnTo>
                <a:lnTo>
                  <a:pt x="212436" y="50272"/>
                </a:lnTo>
                <a:lnTo>
                  <a:pt x="212513" y="50272"/>
                </a:lnTo>
                <a:lnTo>
                  <a:pt x="212590" y="50272"/>
                </a:lnTo>
                <a:lnTo>
                  <a:pt x="212666" y="50272"/>
                </a:lnTo>
                <a:lnTo>
                  <a:pt x="212742" y="50273"/>
                </a:lnTo>
                <a:lnTo>
                  <a:pt x="212930" y="50272"/>
                </a:lnTo>
                <a:lnTo>
                  <a:pt x="213122" y="50272"/>
                </a:lnTo>
                <a:lnTo>
                  <a:pt x="213320" y="50270"/>
                </a:lnTo>
                <a:lnTo>
                  <a:pt x="213521" y="50269"/>
                </a:lnTo>
                <a:lnTo>
                  <a:pt x="213728" y="50266"/>
                </a:lnTo>
                <a:lnTo>
                  <a:pt x="213939" y="50264"/>
                </a:lnTo>
                <a:lnTo>
                  <a:pt x="214154" y="50261"/>
                </a:lnTo>
                <a:lnTo>
                  <a:pt x="214374" y="50257"/>
                </a:lnTo>
                <a:lnTo>
                  <a:pt x="214599" y="50253"/>
                </a:lnTo>
                <a:lnTo>
                  <a:pt x="214828" y="50248"/>
                </a:lnTo>
                <a:lnTo>
                  <a:pt x="215062" y="50243"/>
                </a:lnTo>
                <a:lnTo>
                  <a:pt x="215301" y="50238"/>
                </a:lnTo>
                <a:lnTo>
                  <a:pt x="215544" y="50232"/>
                </a:lnTo>
                <a:lnTo>
                  <a:pt x="215792" y="50225"/>
                </a:lnTo>
                <a:lnTo>
                  <a:pt x="216044" y="50218"/>
                </a:lnTo>
                <a:lnTo>
                  <a:pt x="216301" y="50211"/>
                </a:lnTo>
                <a:lnTo>
                  <a:pt x="216562" y="50203"/>
                </a:lnTo>
                <a:lnTo>
                  <a:pt x="216828" y="50194"/>
                </a:lnTo>
                <a:lnTo>
                  <a:pt x="217099" y="50185"/>
                </a:lnTo>
                <a:lnTo>
                  <a:pt x="217374" y="50176"/>
                </a:lnTo>
                <a:lnTo>
                  <a:pt x="217654" y="50166"/>
                </a:lnTo>
                <a:lnTo>
                  <a:pt x="217939" y="50156"/>
                </a:lnTo>
                <a:lnTo>
                  <a:pt x="218228" y="50145"/>
                </a:lnTo>
                <a:lnTo>
                  <a:pt x="218521" y="50133"/>
                </a:lnTo>
                <a:lnTo>
                  <a:pt x="250481" y="94418"/>
                </a:lnTo>
                <a:lnTo>
                  <a:pt x="275687" y="94418"/>
                </a:lnTo>
                <a:lnTo>
                  <a:pt x="275687" y="91841"/>
                </a:lnTo>
                <a:lnTo>
                  <a:pt x="275048" y="91768"/>
                </a:lnTo>
                <a:lnTo>
                  <a:pt x="274419" y="91686"/>
                </a:lnTo>
                <a:lnTo>
                  <a:pt x="273801" y="91597"/>
                </a:lnTo>
                <a:close/>
                <a:moveTo>
                  <a:pt x="210313" y="6305"/>
                </a:moveTo>
                <a:lnTo>
                  <a:pt x="210852" y="6211"/>
                </a:lnTo>
                <a:lnTo>
                  <a:pt x="211382" y="6121"/>
                </a:lnTo>
                <a:lnTo>
                  <a:pt x="211902" y="6036"/>
                </a:lnTo>
                <a:lnTo>
                  <a:pt x="212412" y="5956"/>
                </a:lnTo>
                <a:lnTo>
                  <a:pt x="212912" y="5880"/>
                </a:lnTo>
                <a:lnTo>
                  <a:pt x="213402" y="5809"/>
                </a:lnTo>
                <a:lnTo>
                  <a:pt x="213883" y="5742"/>
                </a:lnTo>
                <a:lnTo>
                  <a:pt x="214353" y="5680"/>
                </a:lnTo>
                <a:lnTo>
                  <a:pt x="214813" y="5623"/>
                </a:lnTo>
                <a:lnTo>
                  <a:pt x="215264" y="5570"/>
                </a:lnTo>
                <a:lnTo>
                  <a:pt x="215705" y="5522"/>
                </a:lnTo>
                <a:lnTo>
                  <a:pt x="216135" y="5478"/>
                </a:lnTo>
                <a:lnTo>
                  <a:pt x="216556" y="5439"/>
                </a:lnTo>
                <a:lnTo>
                  <a:pt x="216967" y="5404"/>
                </a:lnTo>
                <a:lnTo>
                  <a:pt x="217368" y="5375"/>
                </a:lnTo>
                <a:lnTo>
                  <a:pt x="217759" y="5349"/>
                </a:lnTo>
                <a:lnTo>
                  <a:pt x="218140" y="5329"/>
                </a:lnTo>
                <a:lnTo>
                  <a:pt x="218511" y="5313"/>
                </a:lnTo>
                <a:lnTo>
                  <a:pt x="218873" y="5301"/>
                </a:lnTo>
                <a:lnTo>
                  <a:pt x="219224" y="5294"/>
                </a:lnTo>
                <a:lnTo>
                  <a:pt x="219566" y="5292"/>
                </a:lnTo>
                <a:lnTo>
                  <a:pt x="220320" y="5301"/>
                </a:lnTo>
                <a:lnTo>
                  <a:pt x="221061" y="5330"/>
                </a:lnTo>
                <a:lnTo>
                  <a:pt x="221790" y="5378"/>
                </a:lnTo>
                <a:lnTo>
                  <a:pt x="222507" y="5446"/>
                </a:lnTo>
                <a:lnTo>
                  <a:pt x="223211" y="5532"/>
                </a:lnTo>
                <a:lnTo>
                  <a:pt x="223902" y="5638"/>
                </a:lnTo>
                <a:lnTo>
                  <a:pt x="224581" y="5763"/>
                </a:lnTo>
                <a:lnTo>
                  <a:pt x="225248" y="5907"/>
                </a:lnTo>
                <a:lnTo>
                  <a:pt x="225902" y="6070"/>
                </a:lnTo>
                <a:lnTo>
                  <a:pt x="226544" y="6253"/>
                </a:lnTo>
                <a:lnTo>
                  <a:pt x="227174" y="6455"/>
                </a:lnTo>
                <a:lnTo>
                  <a:pt x="227791" y="6676"/>
                </a:lnTo>
                <a:lnTo>
                  <a:pt x="228395" y="6916"/>
                </a:lnTo>
                <a:lnTo>
                  <a:pt x="228987" y="7175"/>
                </a:lnTo>
                <a:lnTo>
                  <a:pt x="229567" y="7454"/>
                </a:lnTo>
                <a:lnTo>
                  <a:pt x="230134" y="7752"/>
                </a:lnTo>
                <a:lnTo>
                  <a:pt x="230689" y="8069"/>
                </a:lnTo>
                <a:lnTo>
                  <a:pt x="231231" y="8406"/>
                </a:lnTo>
                <a:lnTo>
                  <a:pt x="231761" y="8761"/>
                </a:lnTo>
                <a:lnTo>
                  <a:pt x="232278" y="9136"/>
                </a:lnTo>
                <a:lnTo>
                  <a:pt x="232783" y="9530"/>
                </a:lnTo>
                <a:lnTo>
                  <a:pt x="233275" y="9943"/>
                </a:lnTo>
                <a:lnTo>
                  <a:pt x="233755" y="10376"/>
                </a:lnTo>
                <a:lnTo>
                  <a:pt x="234223" y="10827"/>
                </a:lnTo>
                <a:lnTo>
                  <a:pt x="234674" y="11294"/>
                </a:lnTo>
                <a:lnTo>
                  <a:pt x="235107" y="11773"/>
                </a:lnTo>
                <a:lnTo>
                  <a:pt x="235520" y="12263"/>
                </a:lnTo>
                <a:lnTo>
                  <a:pt x="235914" y="12764"/>
                </a:lnTo>
                <a:lnTo>
                  <a:pt x="236289" y="13277"/>
                </a:lnTo>
                <a:lnTo>
                  <a:pt x="236644" y="13802"/>
                </a:lnTo>
                <a:lnTo>
                  <a:pt x="236981" y="14338"/>
                </a:lnTo>
                <a:lnTo>
                  <a:pt x="237298" y="14885"/>
                </a:lnTo>
                <a:lnTo>
                  <a:pt x="237596" y="15444"/>
                </a:lnTo>
                <a:lnTo>
                  <a:pt x="237875" y="16015"/>
                </a:lnTo>
                <a:lnTo>
                  <a:pt x="238134" y="16596"/>
                </a:lnTo>
                <a:lnTo>
                  <a:pt x="238374" y="17190"/>
                </a:lnTo>
                <a:lnTo>
                  <a:pt x="238595" y="17795"/>
                </a:lnTo>
                <a:lnTo>
                  <a:pt x="238797" y="18411"/>
                </a:lnTo>
                <a:lnTo>
                  <a:pt x="238980" y="19039"/>
                </a:lnTo>
                <a:lnTo>
                  <a:pt x="239143" y="19678"/>
                </a:lnTo>
                <a:lnTo>
                  <a:pt x="239287" y="20329"/>
                </a:lnTo>
                <a:lnTo>
                  <a:pt x="239412" y="20991"/>
                </a:lnTo>
                <a:lnTo>
                  <a:pt x="239518" y="21665"/>
                </a:lnTo>
                <a:lnTo>
                  <a:pt x="239604" y="22350"/>
                </a:lnTo>
                <a:lnTo>
                  <a:pt x="239672" y="23047"/>
                </a:lnTo>
                <a:lnTo>
                  <a:pt x="239720" y="23755"/>
                </a:lnTo>
                <a:lnTo>
                  <a:pt x="239749" y="24475"/>
                </a:lnTo>
                <a:lnTo>
                  <a:pt x="239758" y="25206"/>
                </a:lnTo>
                <a:lnTo>
                  <a:pt x="239746" y="25955"/>
                </a:lnTo>
                <a:lnTo>
                  <a:pt x="239711" y="26692"/>
                </a:lnTo>
                <a:lnTo>
                  <a:pt x="239651" y="27419"/>
                </a:lnTo>
                <a:lnTo>
                  <a:pt x="239568" y="28134"/>
                </a:lnTo>
                <a:lnTo>
                  <a:pt x="239461" y="28838"/>
                </a:lnTo>
                <a:lnTo>
                  <a:pt x="239330" y="29532"/>
                </a:lnTo>
                <a:lnTo>
                  <a:pt x="239175" y="30214"/>
                </a:lnTo>
                <a:lnTo>
                  <a:pt x="238996" y="30885"/>
                </a:lnTo>
                <a:lnTo>
                  <a:pt x="238794" y="31544"/>
                </a:lnTo>
                <a:lnTo>
                  <a:pt x="238567" y="32193"/>
                </a:lnTo>
                <a:lnTo>
                  <a:pt x="238317" y="32831"/>
                </a:lnTo>
                <a:lnTo>
                  <a:pt x="238044" y="33457"/>
                </a:lnTo>
                <a:lnTo>
                  <a:pt x="237746" y="34072"/>
                </a:lnTo>
                <a:lnTo>
                  <a:pt x="237424" y="34676"/>
                </a:lnTo>
                <a:lnTo>
                  <a:pt x="237079" y="35270"/>
                </a:lnTo>
                <a:lnTo>
                  <a:pt x="236710" y="35851"/>
                </a:lnTo>
                <a:lnTo>
                  <a:pt x="236317" y="36422"/>
                </a:lnTo>
                <a:lnTo>
                  <a:pt x="235900" y="36982"/>
                </a:lnTo>
                <a:lnTo>
                  <a:pt x="235460" y="37531"/>
                </a:lnTo>
                <a:lnTo>
                  <a:pt x="234995" y="38068"/>
                </a:lnTo>
                <a:lnTo>
                  <a:pt x="234507" y="38594"/>
                </a:lnTo>
                <a:lnTo>
                  <a:pt x="233995" y="39110"/>
                </a:lnTo>
                <a:lnTo>
                  <a:pt x="233459" y="39614"/>
                </a:lnTo>
                <a:lnTo>
                  <a:pt x="232900" y="40107"/>
                </a:lnTo>
                <a:lnTo>
                  <a:pt x="232317" y="40584"/>
                </a:lnTo>
                <a:lnTo>
                  <a:pt x="231710" y="41041"/>
                </a:lnTo>
                <a:lnTo>
                  <a:pt x="231081" y="41477"/>
                </a:lnTo>
                <a:lnTo>
                  <a:pt x="230429" y="41894"/>
                </a:lnTo>
                <a:lnTo>
                  <a:pt x="229753" y="42290"/>
                </a:lnTo>
                <a:lnTo>
                  <a:pt x="229055" y="42665"/>
                </a:lnTo>
                <a:lnTo>
                  <a:pt x="228333" y="43021"/>
                </a:lnTo>
                <a:lnTo>
                  <a:pt x="227589" y="43356"/>
                </a:lnTo>
                <a:lnTo>
                  <a:pt x="226821" y="43671"/>
                </a:lnTo>
                <a:lnTo>
                  <a:pt x="226030" y="43965"/>
                </a:lnTo>
                <a:lnTo>
                  <a:pt x="225216" y="44239"/>
                </a:lnTo>
                <a:lnTo>
                  <a:pt x="224379" y="44493"/>
                </a:lnTo>
                <a:lnTo>
                  <a:pt x="223519" y="44727"/>
                </a:lnTo>
                <a:lnTo>
                  <a:pt x="222635" y="44940"/>
                </a:lnTo>
                <a:lnTo>
                  <a:pt x="221729" y="45133"/>
                </a:lnTo>
                <a:lnTo>
                  <a:pt x="220800" y="45306"/>
                </a:lnTo>
                <a:lnTo>
                  <a:pt x="219847" y="45458"/>
                </a:lnTo>
                <a:lnTo>
                  <a:pt x="218872" y="45590"/>
                </a:lnTo>
                <a:lnTo>
                  <a:pt x="217873" y="45702"/>
                </a:lnTo>
                <a:lnTo>
                  <a:pt x="216851" y="45793"/>
                </a:lnTo>
                <a:lnTo>
                  <a:pt x="215806" y="45864"/>
                </a:lnTo>
                <a:lnTo>
                  <a:pt x="214738" y="45915"/>
                </a:lnTo>
                <a:lnTo>
                  <a:pt x="213647" y="45945"/>
                </a:lnTo>
                <a:lnTo>
                  <a:pt x="212533" y="45955"/>
                </a:lnTo>
                <a:lnTo>
                  <a:pt x="212480" y="45955"/>
                </a:lnTo>
                <a:lnTo>
                  <a:pt x="212426" y="45955"/>
                </a:lnTo>
                <a:lnTo>
                  <a:pt x="212371" y="45955"/>
                </a:lnTo>
                <a:lnTo>
                  <a:pt x="212314" y="45955"/>
                </a:lnTo>
                <a:lnTo>
                  <a:pt x="212257" y="45954"/>
                </a:lnTo>
                <a:lnTo>
                  <a:pt x="212198" y="45953"/>
                </a:lnTo>
                <a:lnTo>
                  <a:pt x="212138" y="45953"/>
                </a:lnTo>
                <a:lnTo>
                  <a:pt x="212077" y="45952"/>
                </a:lnTo>
                <a:lnTo>
                  <a:pt x="212014" y="45951"/>
                </a:lnTo>
                <a:lnTo>
                  <a:pt x="211950" y="45949"/>
                </a:lnTo>
                <a:lnTo>
                  <a:pt x="211885" y="45948"/>
                </a:lnTo>
                <a:lnTo>
                  <a:pt x="211819" y="45947"/>
                </a:lnTo>
                <a:lnTo>
                  <a:pt x="211752" y="45945"/>
                </a:lnTo>
                <a:lnTo>
                  <a:pt x="211683" y="45944"/>
                </a:lnTo>
                <a:lnTo>
                  <a:pt x="211614" y="45942"/>
                </a:lnTo>
                <a:lnTo>
                  <a:pt x="211543" y="45940"/>
                </a:lnTo>
                <a:lnTo>
                  <a:pt x="211471" y="45938"/>
                </a:lnTo>
                <a:lnTo>
                  <a:pt x="211397" y="45936"/>
                </a:lnTo>
                <a:lnTo>
                  <a:pt x="211323" y="45934"/>
                </a:lnTo>
                <a:lnTo>
                  <a:pt x="211247" y="45931"/>
                </a:lnTo>
                <a:lnTo>
                  <a:pt x="211170" y="45929"/>
                </a:lnTo>
                <a:lnTo>
                  <a:pt x="211092" y="45926"/>
                </a:lnTo>
                <a:lnTo>
                  <a:pt x="211012" y="45924"/>
                </a:lnTo>
                <a:lnTo>
                  <a:pt x="210932" y="45921"/>
                </a:lnTo>
                <a:lnTo>
                  <a:pt x="210850" y="45918"/>
                </a:lnTo>
                <a:lnTo>
                  <a:pt x="210767" y="45915"/>
                </a:lnTo>
                <a:lnTo>
                  <a:pt x="210682" y="45913"/>
                </a:lnTo>
                <a:lnTo>
                  <a:pt x="210597" y="45910"/>
                </a:lnTo>
                <a:lnTo>
                  <a:pt x="210510" y="45908"/>
                </a:lnTo>
                <a:lnTo>
                  <a:pt x="210422" y="45905"/>
                </a:lnTo>
                <a:lnTo>
                  <a:pt x="210333" y="45903"/>
                </a:lnTo>
                <a:lnTo>
                  <a:pt x="210243" y="45901"/>
                </a:lnTo>
                <a:lnTo>
                  <a:pt x="210152" y="45899"/>
                </a:lnTo>
                <a:lnTo>
                  <a:pt x="210059" y="45898"/>
                </a:lnTo>
                <a:lnTo>
                  <a:pt x="209965" y="45896"/>
                </a:lnTo>
                <a:lnTo>
                  <a:pt x="209870" y="45895"/>
                </a:lnTo>
                <a:lnTo>
                  <a:pt x="209773" y="45893"/>
                </a:lnTo>
                <a:lnTo>
                  <a:pt x="209676" y="45892"/>
                </a:lnTo>
                <a:lnTo>
                  <a:pt x="209577" y="45891"/>
                </a:lnTo>
                <a:lnTo>
                  <a:pt x="209477" y="45890"/>
                </a:lnTo>
                <a:lnTo>
                  <a:pt x="209376" y="45889"/>
                </a:lnTo>
                <a:lnTo>
                  <a:pt x="209274" y="45888"/>
                </a:lnTo>
                <a:lnTo>
                  <a:pt x="209170" y="45887"/>
                </a:lnTo>
                <a:lnTo>
                  <a:pt x="209065" y="45887"/>
                </a:lnTo>
                <a:lnTo>
                  <a:pt x="208959" y="45886"/>
                </a:lnTo>
                <a:lnTo>
                  <a:pt x="208852" y="45886"/>
                </a:lnTo>
                <a:lnTo>
                  <a:pt x="208743" y="45886"/>
                </a:lnTo>
                <a:lnTo>
                  <a:pt x="208634" y="45886"/>
                </a:lnTo>
                <a:lnTo>
                  <a:pt x="208634" y="6615"/>
                </a:lnTo>
                <a:lnTo>
                  <a:pt x="209203" y="6507"/>
                </a:lnTo>
                <a:lnTo>
                  <a:pt x="209763" y="6403"/>
                </a:lnTo>
                <a:lnTo>
                  <a:pt x="210313" y="6305"/>
                </a:lnTo>
                <a:close/>
                <a:moveTo>
                  <a:pt x="508462" y="11304"/>
                </a:moveTo>
                <a:lnTo>
                  <a:pt x="508240" y="11838"/>
                </a:lnTo>
                <a:lnTo>
                  <a:pt x="508021" y="12357"/>
                </a:lnTo>
                <a:lnTo>
                  <a:pt x="507807" y="12861"/>
                </a:lnTo>
                <a:lnTo>
                  <a:pt x="507598" y="13349"/>
                </a:lnTo>
                <a:lnTo>
                  <a:pt x="507393" y="13823"/>
                </a:lnTo>
                <a:lnTo>
                  <a:pt x="507192" y="14281"/>
                </a:lnTo>
                <a:lnTo>
                  <a:pt x="506995" y="14723"/>
                </a:lnTo>
                <a:lnTo>
                  <a:pt x="506803" y="15151"/>
                </a:lnTo>
                <a:lnTo>
                  <a:pt x="506615" y="15563"/>
                </a:lnTo>
                <a:lnTo>
                  <a:pt x="506431" y="15960"/>
                </a:lnTo>
                <a:lnTo>
                  <a:pt x="506252" y="16341"/>
                </a:lnTo>
                <a:lnTo>
                  <a:pt x="506078" y="16707"/>
                </a:lnTo>
                <a:lnTo>
                  <a:pt x="505907" y="17058"/>
                </a:lnTo>
                <a:lnTo>
                  <a:pt x="505741" y="17394"/>
                </a:lnTo>
                <a:lnTo>
                  <a:pt x="505579" y="17714"/>
                </a:lnTo>
                <a:lnTo>
                  <a:pt x="505422" y="18019"/>
                </a:lnTo>
                <a:lnTo>
                  <a:pt x="505269" y="18309"/>
                </a:lnTo>
                <a:lnTo>
                  <a:pt x="505120" y="18584"/>
                </a:lnTo>
                <a:lnTo>
                  <a:pt x="504976" y="18843"/>
                </a:lnTo>
                <a:lnTo>
                  <a:pt x="504836" y="19087"/>
                </a:lnTo>
                <a:lnTo>
                  <a:pt x="504700" y="19316"/>
                </a:lnTo>
                <a:lnTo>
                  <a:pt x="504438" y="19732"/>
                </a:lnTo>
                <a:lnTo>
                  <a:pt x="504172" y="20144"/>
                </a:lnTo>
                <a:lnTo>
                  <a:pt x="503903" y="20552"/>
                </a:lnTo>
                <a:lnTo>
                  <a:pt x="503632" y="20954"/>
                </a:lnTo>
                <a:lnTo>
                  <a:pt x="503357" y="21352"/>
                </a:lnTo>
                <a:lnTo>
                  <a:pt x="503079" y="21745"/>
                </a:lnTo>
                <a:lnTo>
                  <a:pt x="502798" y="22133"/>
                </a:lnTo>
                <a:lnTo>
                  <a:pt x="502515" y="22517"/>
                </a:lnTo>
                <a:lnTo>
                  <a:pt x="502228" y="22896"/>
                </a:lnTo>
                <a:lnTo>
                  <a:pt x="501938" y="23270"/>
                </a:lnTo>
                <a:lnTo>
                  <a:pt x="501645" y="23639"/>
                </a:lnTo>
                <a:lnTo>
                  <a:pt x="501349" y="24004"/>
                </a:lnTo>
                <a:lnTo>
                  <a:pt x="501050" y="24364"/>
                </a:lnTo>
                <a:lnTo>
                  <a:pt x="500748" y="24719"/>
                </a:lnTo>
                <a:lnTo>
                  <a:pt x="500444" y="25069"/>
                </a:lnTo>
                <a:lnTo>
                  <a:pt x="500136" y="25415"/>
                </a:lnTo>
                <a:lnTo>
                  <a:pt x="499825" y="25756"/>
                </a:lnTo>
                <a:lnTo>
                  <a:pt x="499511" y="26092"/>
                </a:lnTo>
                <a:lnTo>
                  <a:pt x="499194" y="26424"/>
                </a:lnTo>
                <a:lnTo>
                  <a:pt x="498874" y="26751"/>
                </a:lnTo>
                <a:lnTo>
                  <a:pt x="498550" y="27073"/>
                </a:lnTo>
                <a:lnTo>
                  <a:pt x="498224" y="27390"/>
                </a:lnTo>
                <a:lnTo>
                  <a:pt x="497895" y="27703"/>
                </a:lnTo>
                <a:lnTo>
                  <a:pt x="497563" y="28011"/>
                </a:lnTo>
                <a:lnTo>
                  <a:pt x="497230" y="28312"/>
                </a:lnTo>
                <a:lnTo>
                  <a:pt x="496897" y="28607"/>
                </a:lnTo>
                <a:lnTo>
                  <a:pt x="496565" y="28894"/>
                </a:lnTo>
                <a:lnTo>
                  <a:pt x="496233" y="29174"/>
                </a:lnTo>
                <a:lnTo>
                  <a:pt x="495903" y="29446"/>
                </a:lnTo>
                <a:lnTo>
                  <a:pt x="495572" y="29711"/>
                </a:lnTo>
                <a:lnTo>
                  <a:pt x="495242" y="29968"/>
                </a:lnTo>
                <a:lnTo>
                  <a:pt x="494913" y="30218"/>
                </a:lnTo>
                <a:lnTo>
                  <a:pt x="494585" y="30461"/>
                </a:lnTo>
                <a:lnTo>
                  <a:pt x="494257" y="30696"/>
                </a:lnTo>
                <a:lnTo>
                  <a:pt x="493930" y="30924"/>
                </a:lnTo>
                <a:lnTo>
                  <a:pt x="493603" y="31145"/>
                </a:lnTo>
                <a:lnTo>
                  <a:pt x="493277" y="31358"/>
                </a:lnTo>
                <a:lnTo>
                  <a:pt x="492951" y="31563"/>
                </a:lnTo>
                <a:lnTo>
                  <a:pt x="492627" y="31762"/>
                </a:lnTo>
                <a:lnTo>
                  <a:pt x="492302" y="31952"/>
                </a:lnTo>
                <a:lnTo>
                  <a:pt x="491979" y="32136"/>
                </a:lnTo>
                <a:lnTo>
                  <a:pt x="491656" y="32312"/>
                </a:lnTo>
                <a:lnTo>
                  <a:pt x="491333" y="32481"/>
                </a:lnTo>
                <a:lnTo>
                  <a:pt x="491011" y="32642"/>
                </a:lnTo>
                <a:lnTo>
                  <a:pt x="490690" y="32796"/>
                </a:lnTo>
                <a:lnTo>
                  <a:pt x="490369" y="32942"/>
                </a:lnTo>
                <a:lnTo>
                  <a:pt x="490049" y="33082"/>
                </a:lnTo>
                <a:lnTo>
                  <a:pt x="489730" y="33213"/>
                </a:lnTo>
                <a:lnTo>
                  <a:pt x="489730" y="35511"/>
                </a:lnTo>
                <a:lnTo>
                  <a:pt x="499826" y="35511"/>
                </a:lnTo>
                <a:lnTo>
                  <a:pt x="499826" y="78453"/>
                </a:lnTo>
                <a:lnTo>
                  <a:pt x="499829" y="79022"/>
                </a:lnTo>
                <a:lnTo>
                  <a:pt x="499836" y="79578"/>
                </a:lnTo>
                <a:lnTo>
                  <a:pt x="499849" y="80122"/>
                </a:lnTo>
                <a:lnTo>
                  <a:pt x="499867" y="80654"/>
                </a:lnTo>
                <a:lnTo>
                  <a:pt x="499890" y="81173"/>
                </a:lnTo>
                <a:lnTo>
                  <a:pt x="499918" y="81680"/>
                </a:lnTo>
                <a:lnTo>
                  <a:pt x="499951" y="82174"/>
                </a:lnTo>
                <a:lnTo>
                  <a:pt x="499989" y="82655"/>
                </a:lnTo>
                <a:lnTo>
                  <a:pt x="500032" y="83125"/>
                </a:lnTo>
                <a:lnTo>
                  <a:pt x="500080" y="83581"/>
                </a:lnTo>
                <a:lnTo>
                  <a:pt x="500133" y="84026"/>
                </a:lnTo>
                <a:lnTo>
                  <a:pt x="500192" y="84457"/>
                </a:lnTo>
                <a:lnTo>
                  <a:pt x="500255" y="84877"/>
                </a:lnTo>
                <a:lnTo>
                  <a:pt x="500324" y="85284"/>
                </a:lnTo>
                <a:lnTo>
                  <a:pt x="500397" y="85678"/>
                </a:lnTo>
                <a:lnTo>
                  <a:pt x="500476" y="86060"/>
                </a:lnTo>
                <a:lnTo>
                  <a:pt x="500560" y="86429"/>
                </a:lnTo>
                <a:lnTo>
                  <a:pt x="500649" y="86786"/>
                </a:lnTo>
                <a:lnTo>
                  <a:pt x="500743" y="87131"/>
                </a:lnTo>
                <a:lnTo>
                  <a:pt x="500842" y="87463"/>
                </a:lnTo>
                <a:lnTo>
                  <a:pt x="500946" y="87783"/>
                </a:lnTo>
                <a:lnTo>
                  <a:pt x="501055" y="88090"/>
                </a:lnTo>
                <a:lnTo>
                  <a:pt x="501169" y="88384"/>
                </a:lnTo>
                <a:lnTo>
                  <a:pt x="501288" y="88667"/>
                </a:lnTo>
                <a:lnTo>
                  <a:pt x="501413" y="88940"/>
                </a:lnTo>
                <a:lnTo>
                  <a:pt x="501543" y="89208"/>
                </a:lnTo>
                <a:lnTo>
                  <a:pt x="501679" y="89470"/>
                </a:lnTo>
                <a:lnTo>
                  <a:pt x="501820" y="89727"/>
                </a:lnTo>
                <a:lnTo>
                  <a:pt x="501967" y="89979"/>
                </a:lnTo>
                <a:lnTo>
                  <a:pt x="502120" y="90226"/>
                </a:lnTo>
                <a:lnTo>
                  <a:pt x="502278" y="90467"/>
                </a:lnTo>
                <a:lnTo>
                  <a:pt x="502441" y="90703"/>
                </a:lnTo>
                <a:lnTo>
                  <a:pt x="502610" y="90933"/>
                </a:lnTo>
                <a:lnTo>
                  <a:pt x="502785" y="91159"/>
                </a:lnTo>
                <a:lnTo>
                  <a:pt x="502965" y="91379"/>
                </a:lnTo>
                <a:lnTo>
                  <a:pt x="503151" y="91593"/>
                </a:lnTo>
                <a:lnTo>
                  <a:pt x="503342" y="91803"/>
                </a:lnTo>
                <a:lnTo>
                  <a:pt x="503539" y="92007"/>
                </a:lnTo>
                <a:lnTo>
                  <a:pt x="503742" y="92205"/>
                </a:lnTo>
                <a:lnTo>
                  <a:pt x="503950" y="92399"/>
                </a:lnTo>
                <a:lnTo>
                  <a:pt x="504163" y="92587"/>
                </a:lnTo>
                <a:lnTo>
                  <a:pt x="504383" y="92769"/>
                </a:lnTo>
                <a:lnTo>
                  <a:pt x="504607" y="92947"/>
                </a:lnTo>
                <a:lnTo>
                  <a:pt x="504838" y="93119"/>
                </a:lnTo>
                <a:lnTo>
                  <a:pt x="505073" y="93286"/>
                </a:lnTo>
                <a:lnTo>
                  <a:pt x="505315" y="93447"/>
                </a:lnTo>
                <a:lnTo>
                  <a:pt x="505562" y="93603"/>
                </a:lnTo>
                <a:lnTo>
                  <a:pt x="505814" y="93754"/>
                </a:lnTo>
                <a:lnTo>
                  <a:pt x="506070" y="93899"/>
                </a:lnTo>
                <a:lnTo>
                  <a:pt x="506326" y="94038"/>
                </a:lnTo>
                <a:lnTo>
                  <a:pt x="506582" y="94171"/>
                </a:lnTo>
                <a:lnTo>
                  <a:pt x="506839" y="94297"/>
                </a:lnTo>
                <a:lnTo>
                  <a:pt x="507097" y="94418"/>
                </a:lnTo>
                <a:lnTo>
                  <a:pt x="507355" y="94532"/>
                </a:lnTo>
                <a:lnTo>
                  <a:pt x="507613" y="94640"/>
                </a:lnTo>
                <a:lnTo>
                  <a:pt x="507872" y="94742"/>
                </a:lnTo>
                <a:lnTo>
                  <a:pt x="508132" y="94837"/>
                </a:lnTo>
                <a:lnTo>
                  <a:pt x="508392" y="94927"/>
                </a:lnTo>
                <a:lnTo>
                  <a:pt x="508652" y="95010"/>
                </a:lnTo>
                <a:lnTo>
                  <a:pt x="508913" y="95087"/>
                </a:lnTo>
                <a:lnTo>
                  <a:pt x="509174" y="95158"/>
                </a:lnTo>
                <a:lnTo>
                  <a:pt x="509436" y="95223"/>
                </a:lnTo>
                <a:lnTo>
                  <a:pt x="509698" y="95282"/>
                </a:lnTo>
                <a:lnTo>
                  <a:pt x="509961" y="95334"/>
                </a:lnTo>
                <a:lnTo>
                  <a:pt x="510224" y="95380"/>
                </a:lnTo>
                <a:lnTo>
                  <a:pt x="510488" y="95421"/>
                </a:lnTo>
                <a:lnTo>
                  <a:pt x="510752" y="95455"/>
                </a:lnTo>
                <a:lnTo>
                  <a:pt x="511017" y="95482"/>
                </a:lnTo>
                <a:lnTo>
                  <a:pt x="511282" y="95504"/>
                </a:lnTo>
                <a:lnTo>
                  <a:pt x="511548" y="95519"/>
                </a:lnTo>
                <a:lnTo>
                  <a:pt x="511814" y="95529"/>
                </a:lnTo>
                <a:lnTo>
                  <a:pt x="512081" y="95532"/>
                </a:lnTo>
                <a:lnTo>
                  <a:pt x="512475" y="95526"/>
                </a:lnTo>
                <a:lnTo>
                  <a:pt x="512868" y="95507"/>
                </a:lnTo>
                <a:lnTo>
                  <a:pt x="513260" y="95477"/>
                </a:lnTo>
                <a:lnTo>
                  <a:pt x="513651" y="95434"/>
                </a:lnTo>
                <a:lnTo>
                  <a:pt x="514042" y="95380"/>
                </a:lnTo>
                <a:lnTo>
                  <a:pt x="514431" y="95313"/>
                </a:lnTo>
                <a:lnTo>
                  <a:pt x="514819" y="95234"/>
                </a:lnTo>
                <a:lnTo>
                  <a:pt x="515207" y="95142"/>
                </a:lnTo>
                <a:lnTo>
                  <a:pt x="515593" y="95039"/>
                </a:lnTo>
                <a:lnTo>
                  <a:pt x="515978" y="94923"/>
                </a:lnTo>
                <a:lnTo>
                  <a:pt x="516363" y="94795"/>
                </a:lnTo>
                <a:lnTo>
                  <a:pt x="516746" y="94655"/>
                </a:lnTo>
                <a:lnTo>
                  <a:pt x="517129" y="94503"/>
                </a:lnTo>
                <a:lnTo>
                  <a:pt x="517510" y="94339"/>
                </a:lnTo>
                <a:lnTo>
                  <a:pt x="517891" y="94162"/>
                </a:lnTo>
                <a:lnTo>
                  <a:pt x="518270" y="93974"/>
                </a:lnTo>
                <a:lnTo>
                  <a:pt x="518649" y="93773"/>
                </a:lnTo>
                <a:lnTo>
                  <a:pt x="519026" y="93560"/>
                </a:lnTo>
                <a:lnTo>
                  <a:pt x="519403" y="93335"/>
                </a:lnTo>
                <a:lnTo>
                  <a:pt x="519779" y="93097"/>
                </a:lnTo>
                <a:lnTo>
                  <a:pt x="520154" y="92848"/>
                </a:lnTo>
                <a:lnTo>
                  <a:pt x="520527" y="92586"/>
                </a:lnTo>
                <a:lnTo>
                  <a:pt x="520900" y="92312"/>
                </a:lnTo>
                <a:lnTo>
                  <a:pt x="521272" y="92026"/>
                </a:lnTo>
                <a:lnTo>
                  <a:pt x="521640" y="91728"/>
                </a:lnTo>
                <a:lnTo>
                  <a:pt x="522001" y="91419"/>
                </a:lnTo>
                <a:lnTo>
                  <a:pt x="522355" y="91097"/>
                </a:lnTo>
                <a:lnTo>
                  <a:pt x="522701" y="90764"/>
                </a:lnTo>
                <a:lnTo>
                  <a:pt x="523041" y="90420"/>
                </a:lnTo>
                <a:lnTo>
                  <a:pt x="523374" y="90064"/>
                </a:lnTo>
                <a:lnTo>
                  <a:pt x="523700" y="89696"/>
                </a:lnTo>
                <a:lnTo>
                  <a:pt x="524019" y="89317"/>
                </a:lnTo>
                <a:lnTo>
                  <a:pt x="524330" y="88927"/>
                </a:lnTo>
                <a:lnTo>
                  <a:pt x="524635" y="88524"/>
                </a:lnTo>
                <a:lnTo>
                  <a:pt x="524933" y="88110"/>
                </a:lnTo>
                <a:lnTo>
                  <a:pt x="525223" y="87685"/>
                </a:lnTo>
                <a:lnTo>
                  <a:pt x="525507" y="87248"/>
                </a:lnTo>
                <a:lnTo>
                  <a:pt x="525784" y="86799"/>
                </a:lnTo>
                <a:lnTo>
                  <a:pt x="526054" y="86339"/>
                </a:lnTo>
                <a:lnTo>
                  <a:pt x="526316" y="85867"/>
                </a:lnTo>
                <a:lnTo>
                  <a:pt x="526572" y="85384"/>
                </a:lnTo>
                <a:lnTo>
                  <a:pt x="526821" y="84889"/>
                </a:lnTo>
                <a:lnTo>
                  <a:pt x="527062" y="84382"/>
                </a:lnTo>
                <a:lnTo>
                  <a:pt x="527297" y="83864"/>
                </a:lnTo>
                <a:lnTo>
                  <a:pt x="527525" y="83334"/>
                </a:lnTo>
                <a:lnTo>
                  <a:pt x="527745" y="82793"/>
                </a:lnTo>
                <a:lnTo>
                  <a:pt x="527959" y="82240"/>
                </a:lnTo>
                <a:lnTo>
                  <a:pt x="528165" y="81675"/>
                </a:lnTo>
                <a:lnTo>
                  <a:pt x="525450" y="81675"/>
                </a:lnTo>
                <a:lnTo>
                  <a:pt x="525349" y="81905"/>
                </a:lnTo>
                <a:lnTo>
                  <a:pt x="525246" y="82130"/>
                </a:lnTo>
                <a:lnTo>
                  <a:pt x="525139" y="82351"/>
                </a:lnTo>
                <a:lnTo>
                  <a:pt x="525028" y="82566"/>
                </a:lnTo>
                <a:lnTo>
                  <a:pt x="524914" y="82777"/>
                </a:lnTo>
                <a:lnTo>
                  <a:pt x="524797" y="82983"/>
                </a:lnTo>
                <a:lnTo>
                  <a:pt x="524676" y="83185"/>
                </a:lnTo>
                <a:lnTo>
                  <a:pt x="524552" y="83381"/>
                </a:lnTo>
                <a:lnTo>
                  <a:pt x="524425" y="83573"/>
                </a:lnTo>
                <a:lnTo>
                  <a:pt x="524294" y="83761"/>
                </a:lnTo>
                <a:lnTo>
                  <a:pt x="524160" y="83943"/>
                </a:lnTo>
                <a:lnTo>
                  <a:pt x="524022" y="84121"/>
                </a:lnTo>
                <a:lnTo>
                  <a:pt x="523881" y="84294"/>
                </a:lnTo>
                <a:lnTo>
                  <a:pt x="523737" y="84463"/>
                </a:lnTo>
                <a:lnTo>
                  <a:pt x="523589" y="84627"/>
                </a:lnTo>
                <a:lnTo>
                  <a:pt x="523438" y="84786"/>
                </a:lnTo>
                <a:lnTo>
                  <a:pt x="523284" y="84940"/>
                </a:lnTo>
                <a:lnTo>
                  <a:pt x="523126" y="85089"/>
                </a:lnTo>
                <a:lnTo>
                  <a:pt x="522965" y="85234"/>
                </a:lnTo>
                <a:lnTo>
                  <a:pt x="522800" y="85375"/>
                </a:lnTo>
                <a:lnTo>
                  <a:pt x="522632" y="85510"/>
                </a:lnTo>
                <a:lnTo>
                  <a:pt x="522461" y="85641"/>
                </a:lnTo>
                <a:lnTo>
                  <a:pt x="522286" y="85767"/>
                </a:lnTo>
                <a:lnTo>
                  <a:pt x="522108" y="85888"/>
                </a:lnTo>
                <a:lnTo>
                  <a:pt x="521927" y="86005"/>
                </a:lnTo>
                <a:lnTo>
                  <a:pt x="521747" y="86116"/>
                </a:lnTo>
                <a:lnTo>
                  <a:pt x="521566" y="86223"/>
                </a:lnTo>
                <a:lnTo>
                  <a:pt x="521384" y="86324"/>
                </a:lnTo>
                <a:lnTo>
                  <a:pt x="521202" y="86421"/>
                </a:lnTo>
                <a:lnTo>
                  <a:pt x="521020" y="86513"/>
                </a:lnTo>
                <a:lnTo>
                  <a:pt x="520837" y="86599"/>
                </a:lnTo>
                <a:lnTo>
                  <a:pt x="520653" y="86681"/>
                </a:lnTo>
                <a:lnTo>
                  <a:pt x="520469" y="86758"/>
                </a:lnTo>
                <a:lnTo>
                  <a:pt x="520285" y="86830"/>
                </a:lnTo>
                <a:lnTo>
                  <a:pt x="520100" y="86897"/>
                </a:lnTo>
                <a:lnTo>
                  <a:pt x="519914" y="86959"/>
                </a:lnTo>
                <a:lnTo>
                  <a:pt x="519728" y="87016"/>
                </a:lnTo>
                <a:lnTo>
                  <a:pt x="519542" y="87068"/>
                </a:lnTo>
                <a:lnTo>
                  <a:pt x="519355" y="87115"/>
                </a:lnTo>
                <a:lnTo>
                  <a:pt x="519168" y="87157"/>
                </a:lnTo>
                <a:lnTo>
                  <a:pt x="518980" y="87194"/>
                </a:lnTo>
                <a:lnTo>
                  <a:pt x="518791" y="87226"/>
                </a:lnTo>
                <a:lnTo>
                  <a:pt x="518603" y="87253"/>
                </a:lnTo>
                <a:lnTo>
                  <a:pt x="518413" y="87276"/>
                </a:lnTo>
                <a:lnTo>
                  <a:pt x="518224" y="87293"/>
                </a:lnTo>
                <a:lnTo>
                  <a:pt x="518033" y="87306"/>
                </a:lnTo>
                <a:lnTo>
                  <a:pt x="517843" y="87313"/>
                </a:lnTo>
                <a:lnTo>
                  <a:pt x="517651" y="87315"/>
                </a:lnTo>
                <a:lnTo>
                  <a:pt x="517421" y="87312"/>
                </a:lnTo>
                <a:lnTo>
                  <a:pt x="517194" y="87300"/>
                </a:lnTo>
                <a:lnTo>
                  <a:pt x="516971" y="87282"/>
                </a:lnTo>
                <a:lnTo>
                  <a:pt x="516751" y="87256"/>
                </a:lnTo>
                <a:lnTo>
                  <a:pt x="516535" y="87222"/>
                </a:lnTo>
                <a:lnTo>
                  <a:pt x="516322" y="87181"/>
                </a:lnTo>
                <a:lnTo>
                  <a:pt x="516112" y="87132"/>
                </a:lnTo>
                <a:lnTo>
                  <a:pt x="515907" y="87076"/>
                </a:lnTo>
                <a:lnTo>
                  <a:pt x="515704" y="87013"/>
                </a:lnTo>
                <a:lnTo>
                  <a:pt x="515506" y="86941"/>
                </a:lnTo>
                <a:lnTo>
                  <a:pt x="515310" y="86863"/>
                </a:lnTo>
                <a:lnTo>
                  <a:pt x="515119" y="86777"/>
                </a:lnTo>
                <a:lnTo>
                  <a:pt x="514930" y="86683"/>
                </a:lnTo>
                <a:lnTo>
                  <a:pt x="514745" y="86582"/>
                </a:lnTo>
                <a:lnTo>
                  <a:pt x="514564" y="86474"/>
                </a:lnTo>
                <a:lnTo>
                  <a:pt x="514386" y="86358"/>
                </a:lnTo>
                <a:lnTo>
                  <a:pt x="514212" y="86235"/>
                </a:lnTo>
                <a:lnTo>
                  <a:pt x="514041" y="86104"/>
                </a:lnTo>
                <a:lnTo>
                  <a:pt x="513874" y="85965"/>
                </a:lnTo>
                <a:lnTo>
                  <a:pt x="513710" y="85819"/>
                </a:lnTo>
                <a:lnTo>
                  <a:pt x="513550" y="85666"/>
                </a:lnTo>
                <a:lnTo>
                  <a:pt x="513393" y="85505"/>
                </a:lnTo>
                <a:lnTo>
                  <a:pt x="513240" y="85337"/>
                </a:lnTo>
                <a:lnTo>
                  <a:pt x="513091" y="85161"/>
                </a:lnTo>
                <a:lnTo>
                  <a:pt x="512946" y="84975"/>
                </a:lnTo>
                <a:lnTo>
                  <a:pt x="512807" y="84774"/>
                </a:lnTo>
                <a:lnTo>
                  <a:pt x="512674" y="84559"/>
                </a:lnTo>
                <a:lnTo>
                  <a:pt x="512548" y="84330"/>
                </a:lnTo>
                <a:lnTo>
                  <a:pt x="512428" y="84088"/>
                </a:lnTo>
                <a:lnTo>
                  <a:pt x="512314" y="83831"/>
                </a:lnTo>
                <a:lnTo>
                  <a:pt x="512206" y="83560"/>
                </a:lnTo>
                <a:lnTo>
                  <a:pt x="512104" y="83275"/>
                </a:lnTo>
                <a:lnTo>
                  <a:pt x="512009" y="82977"/>
                </a:lnTo>
                <a:lnTo>
                  <a:pt x="511919" y="82664"/>
                </a:lnTo>
                <a:lnTo>
                  <a:pt x="511836" y="82337"/>
                </a:lnTo>
                <a:lnTo>
                  <a:pt x="511759" y="81996"/>
                </a:lnTo>
                <a:lnTo>
                  <a:pt x="511688" y="81642"/>
                </a:lnTo>
                <a:lnTo>
                  <a:pt x="511623" y="81273"/>
                </a:lnTo>
                <a:lnTo>
                  <a:pt x="511565" y="80890"/>
                </a:lnTo>
                <a:lnTo>
                  <a:pt x="511512" y="80493"/>
                </a:lnTo>
                <a:lnTo>
                  <a:pt x="511466" y="80082"/>
                </a:lnTo>
                <a:lnTo>
                  <a:pt x="511426" y="79658"/>
                </a:lnTo>
                <a:lnTo>
                  <a:pt x="511392" y="79219"/>
                </a:lnTo>
                <a:lnTo>
                  <a:pt x="511364" y="78766"/>
                </a:lnTo>
                <a:lnTo>
                  <a:pt x="511343" y="78299"/>
                </a:lnTo>
                <a:lnTo>
                  <a:pt x="511327" y="77818"/>
                </a:lnTo>
                <a:lnTo>
                  <a:pt x="511318" y="77323"/>
                </a:lnTo>
                <a:lnTo>
                  <a:pt x="511315" y="76814"/>
                </a:lnTo>
                <a:lnTo>
                  <a:pt x="511315" y="35511"/>
                </a:lnTo>
                <a:lnTo>
                  <a:pt x="526216" y="35511"/>
                </a:lnTo>
                <a:lnTo>
                  <a:pt x="526216" y="30637"/>
                </a:lnTo>
                <a:lnTo>
                  <a:pt x="511315" y="30637"/>
                </a:lnTo>
                <a:lnTo>
                  <a:pt x="511315" y="9609"/>
                </a:lnTo>
                <a:lnTo>
                  <a:pt x="509156" y="9609"/>
                </a:lnTo>
                <a:lnTo>
                  <a:pt x="508921" y="10189"/>
                </a:lnTo>
                <a:lnTo>
                  <a:pt x="508689" y="10754"/>
                </a:lnTo>
                <a:lnTo>
                  <a:pt x="508462" y="11304"/>
                </a:lnTo>
                <a:close/>
                <a:moveTo>
                  <a:pt x="456696" y="33249"/>
                </a:moveTo>
                <a:lnTo>
                  <a:pt x="457181" y="33276"/>
                </a:lnTo>
                <a:lnTo>
                  <a:pt x="457651" y="33309"/>
                </a:lnTo>
                <a:lnTo>
                  <a:pt x="458106" y="33348"/>
                </a:lnTo>
                <a:lnTo>
                  <a:pt x="458547" y="33394"/>
                </a:lnTo>
                <a:lnTo>
                  <a:pt x="458972" y="33445"/>
                </a:lnTo>
                <a:lnTo>
                  <a:pt x="459383" y="33503"/>
                </a:lnTo>
                <a:lnTo>
                  <a:pt x="459779" y="33567"/>
                </a:lnTo>
                <a:lnTo>
                  <a:pt x="460160" y="33637"/>
                </a:lnTo>
                <a:lnTo>
                  <a:pt x="460526" y="33713"/>
                </a:lnTo>
                <a:lnTo>
                  <a:pt x="460877" y="33795"/>
                </a:lnTo>
                <a:lnTo>
                  <a:pt x="461213" y="33884"/>
                </a:lnTo>
                <a:lnTo>
                  <a:pt x="461535" y="33978"/>
                </a:lnTo>
                <a:lnTo>
                  <a:pt x="461842" y="34079"/>
                </a:lnTo>
                <a:lnTo>
                  <a:pt x="462133" y="34186"/>
                </a:lnTo>
                <a:lnTo>
                  <a:pt x="462410" y="34299"/>
                </a:lnTo>
                <a:lnTo>
                  <a:pt x="462672" y="34418"/>
                </a:lnTo>
                <a:lnTo>
                  <a:pt x="462919" y="34544"/>
                </a:lnTo>
                <a:lnTo>
                  <a:pt x="463152" y="34675"/>
                </a:lnTo>
                <a:lnTo>
                  <a:pt x="463369" y="34813"/>
                </a:lnTo>
                <a:lnTo>
                  <a:pt x="463572" y="34957"/>
                </a:lnTo>
                <a:lnTo>
                  <a:pt x="463759" y="35107"/>
                </a:lnTo>
                <a:lnTo>
                  <a:pt x="463932" y="35263"/>
                </a:lnTo>
                <a:lnTo>
                  <a:pt x="464094" y="35428"/>
                </a:lnTo>
                <a:lnTo>
                  <a:pt x="464249" y="35605"/>
                </a:lnTo>
                <a:lnTo>
                  <a:pt x="464397" y="35795"/>
                </a:lnTo>
                <a:lnTo>
                  <a:pt x="464538" y="35997"/>
                </a:lnTo>
                <a:lnTo>
                  <a:pt x="464673" y="36210"/>
                </a:lnTo>
                <a:lnTo>
                  <a:pt x="464800" y="36437"/>
                </a:lnTo>
                <a:lnTo>
                  <a:pt x="464921" y="36675"/>
                </a:lnTo>
                <a:lnTo>
                  <a:pt x="465035" y="36925"/>
                </a:lnTo>
                <a:lnTo>
                  <a:pt x="465141" y="37188"/>
                </a:lnTo>
                <a:lnTo>
                  <a:pt x="465241" y="37463"/>
                </a:lnTo>
                <a:lnTo>
                  <a:pt x="465334" y="37750"/>
                </a:lnTo>
                <a:lnTo>
                  <a:pt x="465420" y="38049"/>
                </a:lnTo>
                <a:lnTo>
                  <a:pt x="465500" y="38360"/>
                </a:lnTo>
                <a:lnTo>
                  <a:pt x="465572" y="38684"/>
                </a:lnTo>
                <a:lnTo>
                  <a:pt x="465637" y="39019"/>
                </a:lnTo>
                <a:lnTo>
                  <a:pt x="465696" y="39367"/>
                </a:lnTo>
                <a:lnTo>
                  <a:pt x="465748" y="39727"/>
                </a:lnTo>
                <a:lnTo>
                  <a:pt x="465793" y="40100"/>
                </a:lnTo>
                <a:lnTo>
                  <a:pt x="465830" y="40484"/>
                </a:lnTo>
                <a:lnTo>
                  <a:pt x="465861" y="40881"/>
                </a:lnTo>
                <a:lnTo>
                  <a:pt x="465886" y="41290"/>
                </a:lnTo>
                <a:lnTo>
                  <a:pt x="465903" y="41711"/>
                </a:lnTo>
                <a:lnTo>
                  <a:pt x="465913" y="42144"/>
                </a:lnTo>
                <a:lnTo>
                  <a:pt x="465917" y="42589"/>
                </a:lnTo>
                <a:lnTo>
                  <a:pt x="465917" y="78636"/>
                </a:lnTo>
                <a:lnTo>
                  <a:pt x="465484" y="79069"/>
                </a:lnTo>
                <a:lnTo>
                  <a:pt x="465056" y="79491"/>
                </a:lnTo>
                <a:lnTo>
                  <a:pt x="464633" y="79902"/>
                </a:lnTo>
                <a:lnTo>
                  <a:pt x="464215" y="80300"/>
                </a:lnTo>
                <a:lnTo>
                  <a:pt x="463803" y="80687"/>
                </a:lnTo>
                <a:lnTo>
                  <a:pt x="463395" y="81061"/>
                </a:lnTo>
                <a:lnTo>
                  <a:pt x="462992" y="81424"/>
                </a:lnTo>
                <a:lnTo>
                  <a:pt x="462594" y="81776"/>
                </a:lnTo>
                <a:lnTo>
                  <a:pt x="462201" y="82115"/>
                </a:lnTo>
                <a:lnTo>
                  <a:pt x="461813" y="82442"/>
                </a:lnTo>
                <a:lnTo>
                  <a:pt x="461429" y="82758"/>
                </a:lnTo>
                <a:lnTo>
                  <a:pt x="461051" y="83062"/>
                </a:lnTo>
                <a:lnTo>
                  <a:pt x="460678" y="83354"/>
                </a:lnTo>
                <a:lnTo>
                  <a:pt x="460310" y="83634"/>
                </a:lnTo>
                <a:lnTo>
                  <a:pt x="459946" y="83903"/>
                </a:lnTo>
                <a:lnTo>
                  <a:pt x="459588" y="84160"/>
                </a:lnTo>
                <a:lnTo>
                  <a:pt x="459235" y="84404"/>
                </a:lnTo>
                <a:lnTo>
                  <a:pt x="458886" y="84638"/>
                </a:lnTo>
                <a:lnTo>
                  <a:pt x="458543" y="84859"/>
                </a:lnTo>
                <a:lnTo>
                  <a:pt x="458204" y="85068"/>
                </a:lnTo>
                <a:lnTo>
                  <a:pt x="457871" y="85266"/>
                </a:lnTo>
                <a:lnTo>
                  <a:pt x="457542" y="85452"/>
                </a:lnTo>
                <a:lnTo>
                  <a:pt x="457218" y="85626"/>
                </a:lnTo>
                <a:lnTo>
                  <a:pt x="456900" y="85788"/>
                </a:lnTo>
                <a:lnTo>
                  <a:pt x="456585" y="85941"/>
                </a:lnTo>
                <a:lnTo>
                  <a:pt x="456273" y="86088"/>
                </a:lnTo>
                <a:lnTo>
                  <a:pt x="455963" y="86228"/>
                </a:lnTo>
                <a:lnTo>
                  <a:pt x="455657" y="86361"/>
                </a:lnTo>
                <a:lnTo>
                  <a:pt x="455353" y="86488"/>
                </a:lnTo>
                <a:lnTo>
                  <a:pt x="455052" y="86609"/>
                </a:lnTo>
                <a:lnTo>
                  <a:pt x="454754" y="86723"/>
                </a:lnTo>
                <a:lnTo>
                  <a:pt x="454459" y="86830"/>
                </a:lnTo>
                <a:lnTo>
                  <a:pt x="454166" y="86931"/>
                </a:lnTo>
                <a:lnTo>
                  <a:pt x="453876" y="87025"/>
                </a:lnTo>
                <a:lnTo>
                  <a:pt x="453589" y="87113"/>
                </a:lnTo>
                <a:lnTo>
                  <a:pt x="453305" y="87195"/>
                </a:lnTo>
                <a:lnTo>
                  <a:pt x="453023" y="87270"/>
                </a:lnTo>
                <a:lnTo>
                  <a:pt x="452745" y="87338"/>
                </a:lnTo>
                <a:lnTo>
                  <a:pt x="452469" y="87400"/>
                </a:lnTo>
                <a:lnTo>
                  <a:pt x="452196" y="87455"/>
                </a:lnTo>
                <a:lnTo>
                  <a:pt x="451925" y="87504"/>
                </a:lnTo>
                <a:lnTo>
                  <a:pt x="451658" y="87546"/>
                </a:lnTo>
                <a:lnTo>
                  <a:pt x="451393" y="87582"/>
                </a:lnTo>
                <a:lnTo>
                  <a:pt x="451131" y="87611"/>
                </a:lnTo>
                <a:lnTo>
                  <a:pt x="450872" y="87634"/>
                </a:lnTo>
                <a:lnTo>
                  <a:pt x="450615" y="87651"/>
                </a:lnTo>
                <a:lnTo>
                  <a:pt x="450362" y="87660"/>
                </a:lnTo>
                <a:lnTo>
                  <a:pt x="450111" y="87664"/>
                </a:lnTo>
                <a:lnTo>
                  <a:pt x="449747" y="87659"/>
                </a:lnTo>
                <a:lnTo>
                  <a:pt x="449388" y="87644"/>
                </a:lnTo>
                <a:lnTo>
                  <a:pt x="449034" y="87620"/>
                </a:lnTo>
                <a:lnTo>
                  <a:pt x="448684" y="87586"/>
                </a:lnTo>
                <a:lnTo>
                  <a:pt x="448339" y="87543"/>
                </a:lnTo>
                <a:lnTo>
                  <a:pt x="447998" y="87490"/>
                </a:lnTo>
                <a:lnTo>
                  <a:pt x="447661" y="87427"/>
                </a:lnTo>
                <a:lnTo>
                  <a:pt x="447329" y="87355"/>
                </a:lnTo>
                <a:lnTo>
                  <a:pt x="447002" y="87273"/>
                </a:lnTo>
                <a:lnTo>
                  <a:pt x="446679" y="87181"/>
                </a:lnTo>
                <a:lnTo>
                  <a:pt x="446360" y="87080"/>
                </a:lnTo>
                <a:lnTo>
                  <a:pt x="446046" y="86969"/>
                </a:lnTo>
                <a:lnTo>
                  <a:pt x="445736" y="86848"/>
                </a:lnTo>
                <a:lnTo>
                  <a:pt x="445431" y="86718"/>
                </a:lnTo>
                <a:lnTo>
                  <a:pt x="445131" y="86578"/>
                </a:lnTo>
                <a:lnTo>
                  <a:pt x="444834" y="86429"/>
                </a:lnTo>
                <a:lnTo>
                  <a:pt x="444543" y="86269"/>
                </a:lnTo>
                <a:lnTo>
                  <a:pt x="444255" y="86101"/>
                </a:lnTo>
                <a:lnTo>
                  <a:pt x="443972" y="85922"/>
                </a:lnTo>
                <a:lnTo>
                  <a:pt x="443694" y="85734"/>
                </a:lnTo>
                <a:lnTo>
                  <a:pt x="443420" y="85536"/>
                </a:lnTo>
                <a:lnTo>
                  <a:pt x="443151" y="85329"/>
                </a:lnTo>
                <a:lnTo>
                  <a:pt x="442886" y="85112"/>
                </a:lnTo>
                <a:lnTo>
                  <a:pt x="442625" y="84885"/>
                </a:lnTo>
                <a:lnTo>
                  <a:pt x="442373" y="84643"/>
                </a:lnTo>
                <a:lnTo>
                  <a:pt x="442131" y="84379"/>
                </a:lnTo>
                <a:lnTo>
                  <a:pt x="441899" y="84095"/>
                </a:lnTo>
                <a:lnTo>
                  <a:pt x="441679" y="83789"/>
                </a:lnTo>
                <a:lnTo>
                  <a:pt x="441469" y="83462"/>
                </a:lnTo>
                <a:lnTo>
                  <a:pt x="441270" y="83114"/>
                </a:lnTo>
                <a:lnTo>
                  <a:pt x="441082" y="82744"/>
                </a:lnTo>
                <a:lnTo>
                  <a:pt x="440904" y="82353"/>
                </a:lnTo>
                <a:lnTo>
                  <a:pt x="440737" y="81941"/>
                </a:lnTo>
                <a:lnTo>
                  <a:pt x="440581" y="81508"/>
                </a:lnTo>
                <a:lnTo>
                  <a:pt x="440436" y="81054"/>
                </a:lnTo>
                <a:lnTo>
                  <a:pt x="440302" y="80578"/>
                </a:lnTo>
                <a:lnTo>
                  <a:pt x="440178" y="80081"/>
                </a:lnTo>
                <a:lnTo>
                  <a:pt x="440065" y="79563"/>
                </a:lnTo>
                <a:lnTo>
                  <a:pt x="439963" y="79024"/>
                </a:lnTo>
                <a:lnTo>
                  <a:pt x="439871" y="78464"/>
                </a:lnTo>
                <a:lnTo>
                  <a:pt x="439791" y="77882"/>
                </a:lnTo>
                <a:lnTo>
                  <a:pt x="439721" y="77279"/>
                </a:lnTo>
                <a:lnTo>
                  <a:pt x="439661" y="76655"/>
                </a:lnTo>
                <a:lnTo>
                  <a:pt x="439613" y="76009"/>
                </a:lnTo>
                <a:lnTo>
                  <a:pt x="439575" y="75343"/>
                </a:lnTo>
                <a:lnTo>
                  <a:pt x="439548" y="74655"/>
                </a:lnTo>
                <a:lnTo>
                  <a:pt x="439532" y="73946"/>
                </a:lnTo>
                <a:lnTo>
                  <a:pt x="439527" y="73215"/>
                </a:lnTo>
                <a:lnTo>
                  <a:pt x="439527" y="30637"/>
                </a:lnTo>
                <a:lnTo>
                  <a:pt x="417176" y="30637"/>
                </a:lnTo>
                <a:lnTo>
                  <a:pt x="417176" y="33213"/>
                </a:lnTo>
                <a:lnTo>
                  <a:pt x="417588" y="33209"/>
                </a:lnTo>
                <a:lnTo>
                  <a:pt x="417990" y="33209"/>
                </a:lnTo>
                <a:lnTo>
                  <a:pt x="418381" y="33212"/>
                </a:lnTo>
                <a:lnTo>
                  <a:pt x="418761" y="33218"/>
                </a:lnTo>
                <a:lnTo>
                  <a:pt x="419130" y="33228"/>
                </a:lnTo>
                <a:lnTo>
                  <a:pt x="419489" y="33242"/>
                </a:lnTo>
                <a:lnTo>
                  <a:pt x="419837" y="33259"/>
                </a:lnTo>
                <a:lnTo>
                  <a:pt x="420174" y="33279"/>
                </a:lnTo>
                <a:lnTo>
                  <a:pt x="420500" y="33303"/>
                </a:lnTo>
                <a:lnTo>
                  <a:pt x="420816" y="33331"/>
                </a:lnTo>
                <a:lnTo>
                  <a:pt x="421121" y="33362"/>
                </a:lnTo>
                <a:lnTo>
                  <a:pt x="421415" y="33396"/>
                </a:lnTo>
                <a:lnTo>
                  <a:pt x="421698" y="33434"/>
                </a:lnTo>
                <a:lnTo>
                  <a:pt x="421970" y="33476"/>
                </a:lnTo>
                <a:lnTo>
                  <a:pt x="422232" y="33521"/>
                </a:lnTo>
                <a:lnTo>
                  <a:pt x="422483" y="33569"/>
                </a:lnTo>
                <a:lnTo>
                  <a:pt x="422723" y="33621"/>
                </a:lnTo>
                <a:lnTo>
                  <a:pt x="422953" y="33677"/>
                </a:lnTo>
                <a:lnTo>
                  <a:pt x="423172" y="33736"/>
                </a:lnTo>
                <a:lnTo>
                  <a:pt x="423380" y="33798"/>
                </a:lnTo>
                <a:lnTo>
                  <a:pt x="423577" y="33864"/>
                </a:lnTo>
                <a:lnTo>
                  <a:pt x="423763" y="33934"/>
                </a:lnTo>
                <a:lnTo>
                  <a:pt x="423939" y="34007"/>
                </a:lnTo>
                <a:lnTo>
                  <a:pt x="424104" y="34084"/>
                </a:lnTo>
                <a:lnTo>
                  <a:pt x="424262" y="34163"/>
                </a:lnTo>
                <a:lnTo>
                  <a:pt x="424417" y="34246"/>
                </a:lnTo>
                <a:lnTo>
                  <a:pt x="424568" y="34331"/>
                </a:lnTo>
                <a:lnTo>
                  <a:pt x="424716" y="34419"/>
                </a:lnTo>
                <a:lnTo>
                  <a:pt x="424861" y="34510"/>
                </a:lnTo>
                <a:lnTo>
                  <a:pt x="425003" y="34604"/>
                </a:lnTo>
                <a:lnTo>
                  <a:pt x="425141" y="34700"/>
                </a:lnTo>
                <a:lnTo>
                  <a:pt x="425276" y="34799"/>
                </a:lnTo>
                <a:lnTo>
                  <a:pt x="425408" y="34901"/>
                </a:lnTo>
                <a:lnTo>
                  <a:pt x="425536" y="35006"/>
                </a:lnTo>
                <a:lnTo>
                  <a:pt x="425662" y="35114"/>
                </a:lnTo>
                <a:lnTo>
                  <a:pt x="425784" y="35224"/>
                </a:lnTo>
                <a:lnTo>
                  <a:pt x="425903" y="35337"/>
                </a:lnTo>
                <a:lnTo>
                  <a:pt x="426018" y="35453"/>
                </a:lnTo>
                <a:lnTo>
                  <a:pt x="426130" y="35571"/>
                </a:lnTo>
                <a:lnTo>
                  <a:pt x="426239" y="35693"/>
                </a:lnTo>
                <a:lnTo>
                  <a:pt x="426345" y="35817"/>
                </a:lnTo>
                <a:lnTo>
                  <a:pt x="426447" y="35944"/>
                </a:lnTo>
                <a:lnTo>
                  <a:pt x="426547" y="36074"/>
                </a:lnTo>
                <a:lnTo>
                  <a:pt x="426643" y="36206"/>
                </a:lnTo>
                <a:lnTo>
                  <a:pt x="426735" y="36342"/>
                </a:lnTo>
                <a:lnTo>
                  <a:pt x="426825" y="36480"/>
                </a:lnTo>
                <a:lnTo>
                  <a:pt x="426911" y="36621"/>
                </a:lnTo>
                <a:lnTo>
                  <a:pt x="426994" y="36764"/>
                </a:lnTo>
                <a:lnTo>
                  <a:pt x="427073" y="36914"/>
                </a:lnTo>
                <a:lnTo>
                  <a:pt x="427149" y="37074"/>
                </a:lnTo>
                <a:lnTo>
                  <a:pt x="427222" y="37243"/>
                </a:lnTo>
                <a:lnTo>
                  <a:pt x="427292" y="37422"/>
                </a:lnTo>
                <a:lnTo>
                  <a:pt x="427358" y="37611"/>
                </a:lnTo>
                <a:lnTo>
                  <a:pt x="427420" y="37809"/>
                </a:lnTo>
                <a:lnTo>
                  <a:pt x="427479" y="38017"/>
                </a:lnTo>
                <a:lnTo>
                  <a:pt x="427535" y="38234"/>
                </a:lnTo>
                <a:lnTo>
                  <a:pt x="427588" y="38462"/>
                </a:lnTo>
                <a:lnTo>
                  <a:pt x="427637" y="38699"/>
                </a:lnTo>
                <a:lnTo>
                  <a:pt x="427682" y="38945"/>
                </a:lnTo>
                <a:lnTo>
                  <a:pt x="427725" y="39201"/>
                </a:lnTo>
                <a:lnTo>
                  <a:pt x="427764" y="39467"/>
                </a:lnTo>
                <a:lnTo>
                  <a:pt x="427799" y="39743"/>
                </a:lnTo>
                <a:lnTo>
                  <a:pt x="427831" y="40028"/>
                </a:lnTo>
                <a:lnTo>
                  <a:pt x="427860" y="40323"/>
                </a:lnTo>
                <a:lnTo>
                  <a:pt x="427886" y="40628"/>
                </a:lnTo>
                <a:lnTo>
                  <a:pt x="427908" y="40942"/>
                </a:lnTo>
                <a:lnTo>
                  <a:pt x="427926" y="41266"/>
                </a:lnTo>
                <a:lnTo>
                  <a:pt x="427941" y="41600"/>
                </a:lnTo>
                <a:lnTo>
                  <a:pt x="427953" y="41943"/>
                </a:lnTo>
                <a:lnTo>
                  <a:pt x="427962" y="42296"/>
                </a:lnTo>
                <a:lnTo>
                  <a:pt x="427967" y="42659"/>
                </a:lnTo>
                <a:lnTo>
                  <a:pt x="427968" y="43031"/>
                </a:lnTo>
                <a:lnTo>
                  <a:pt x="427968" y="71510"/>
                </a:lnTo>
                <a:lnTo>
                  <a:pt x="427971" y="72245"/>
                </a:lnTo>
                <a:lnTo>
                  <a:pt x="427979" y="72967"/>
                </a:lnTo>
                <a:lnTo>
                  <a:pt x="427992" y="73675"/>
                </a:lnTo>
                <a:lnTo>
                  <a:pt x="428011" y="74368"/>
                </a:lnTo>
                <a:lnTo>
                  <a:pt x="428035" y="75048"/>
                </a:lnTo>
                <a:lnTo>
                  <a:pt x="428064" y="75713"/>
                </a:lnTo>
                <a:lnTo>
                  <a:pt x="428099" y="76365"/>
                </a:lnTo>
                <a:lnTo>
                  <a:pt x="428139" y="77003"/>
                </a:lnTo>
                <a:lnTo>
                  <a:pt x="428184" y="77626"/>
                </a:lnTo>
                <a:lnTo>
                  <a:pt x="428234" y="78236"/>
                </a:lnTo>
                <a:lnTo>
                  <a:pt x="428290" y="78831"/>
                </a:lnTo>
                <a:lnTo>
                  <a:pt x="428351" y="79412"/>
                </a:lnTo>
                <a:lnTo>
                  <a:pt x="428418" y="79980"/>
                </a:lnTo>
                <a:lnTo>
                  <a:pt x="428490" y="80533"/>
                </a:lnTo>
                <a:lnTo>
                  <a:pt x="428567" y="81073"/>
                </a:lnTo>
                <a:lnTo>
                  <a:pt x="428649" y="81598"/>
                </a:lnTo>
                <a:lnTo>
                  <a:pt x="428737" y="82109"/>
                </a:lnTo>
                <a:lnTo>
                  <a:pt x="428830" y="82607"/>
                </a:lnTo>
                <a:lnTo>
                  <a:pt x="428929" y="83090"/>
                </a:lnTo>
                <a:lnTo>
                  <a:pt x="429032" y="83559"/>
                </a:lnTo>
                <a:lnTo>
                  <a:pt x="429141" y="84015"/>
                </a:lnTo>
                <a:lnTo>
                  <a:pt x="429256" y="84456"/>
                </a:lnTo>
                <a:lnTo>
                  <a:pt x="429375" y="84883"/>
                </a:lnTo>
                <a:lnTo>
                  <a:pt x="429500" y="85296"/>
                </a:lnTo>
                <a:lnTo>
                  <a:pt x="429632" y="85699"/>
                </a:lnTo>
                <a:lnTo>
                  <a:pt x="429772" y="86096"/>
                </a:lnTo>
                <a:lnTo>
                  <a:pt x="429921" y="86487"/>
                </a:lnTo>
                <a:lnTo>
                  <a:pt x="430078" y="86872"/>
                </a:lnTo>
                <a:lnTo>
                  <a:pt x="430243" y="87250"/>
                </a:lnTo>
                <a:lnTo>
                  <a:pt x="430416" y="87622"/>
                </a:lnTo>
                <a:lnTo>
                  <a:pt x="430598" y="87988"/>
                </a:lnTo>
                <a:lnTo>
                  <a:pt x="430788" y="88348"/>
                </a:lnTo>
                <a:lnTo>
                  <a:pt x="430987" y="88702"/>
                </a:lnTo>
                <a:lnTo>
                  <a:pt x="431194" y="89050"/>
                </a:lnTo>
                <a:lnTo>
                  <a:pt x="431409" y="89391"/>
                </a:lnTo>
                <a:lnTo>
                  <a:pt x="431633" y="89726"/>
                </a:lnTo>
                <a:lnTo>
                  <a:pt x="431865" y="90055"/>
                </a:lnTo>
                <a:lnTo>
                  <a:pt x="432105" y="90378"/>
                </a:lnTo>
                <a:lnTo>
                  <a:pt x="432353" y="90695"/>
                </a:lnTo>
                <a:lnTo>
                  <a:pt x="432610" y="91006"/>
                </a:lnTo>
                <a:lnTo>
                  <a:pt x="432876" y="91310"/>
                </a:lnTo>
                <a:lnTo>
                  <a:pt x="433149" y="91609"/>
                </a:lnTo>
                <a:lnTo>
                  <a:pt x="433431" y="91901"/>
                </a:lnTo>
                <a:lnTo>
                  <a:pt x="433722" y="92187"/>
                </a:lnTo>
                <a:lnTo>
                  <a:pt x="434020" y="92466"/>
                </a:lnTo>
                <a:lnTo>
                  <a:pt x="434327" y="92740"/>
                </a:lnTo>
                <a:lnTo>
                  <a:pt x="434643" y="93007"/>
                </a:lnTo>
                <a:lnTo>
                  <a:pt x="434966" y="93269"/>
                </a:lnTo>
                <a:lnTo>
                  <a:pt x="435297" y="93522"/>
                </a:lnTo>
                <a:lnTo>
                  <a:pt x="435632" y="93764"/>
                </a:lnTo>
                <a:lnTo>
                  <a:pt x="435972" y="93995"/>
                </a:lnTo>
                <a:lnTo>
                  <a:pt x="436317" y="94216"/>
                </a:lnTo>
                <a:lnTo>
                  <a:pt x="436667" y="94425"/>
                </a:lnTo>
                <a:lnTo>
                  <a:pt x="437022" y="94624"/>
                </a:lnTo>
                <a:lnTo>
                  <a:pt x="437383" y="94813"/>
                </a:lnTo>
                <a:lnTo>
                  <a:pt x="437748" y="94990"/>
                </a:lnTo>
                <a:lnTo>
                  <a:pt x="438118" y="95157"/>
                </a:lnTo>
                <a:lnTo>
                  <a:pt x="438492" y="95313"/>
                </a:lnTo>
                <a:lnTo>
                  <a:pt x="438872" y="95458"/>
                </a:lnTo>
                <a:lnTo>
                  <a:pt x="439257" y="95593"/>
                </a:lnTo>
                <a:lnTo>
                  <a:pt x="439647" y="95716"/>
                </a:lnTo>
                <a:lnTo>
                  <a:pt x="440042" y="95829"/>
                </a:lnTo>
                <a:lnTo>
                  <a:pt x="440441" y="95932"/>
                </a:lnTo>
                <a:lnTo>
                  <a:pt x="440846" y="96023"/>
                </a:lnTo>
                <a:lnTo>
                  <a:pt x="441256" y="96104"/>
                </a:lnTo>
                <a:lnTo>
                  <a:pt x="441670" y="96174"/>
                </a:lnTo>
                <a:lnTo>
                  <a:pt x="442090" y="96233"/>
                </a:lnTo>
                <a:lnTo>
                  <a:pt x="442514" y="96281"/>
                </a:lnTo>
                <a:lnTo>
                  <a:pt x="442944" y="96319"/>
                </a:lnTo>
                <a:lnTo>
                  <a:pt x="443378" y="96346"/>
                </a:lnTo>
                <a:lnTo>
                  <a:pt x="443817" y="96362"/>
                </a:lnTo>
                <a:lnTo>
                  <a:pt x="444262" y="96367"/>
                </a:lnTo>
                <a:lnTo>
                  <a:pt x="444661" y="96363"/>
                </a:lnTo>
                <a:lnTo>
                  <a:pt x="445059" y="96351"/>
                </a:lnTo>
                <a:lnTo>
                  <a:pt x="445455" y="96331"/>
                </a:lnTo>
                <a:lnTo>
                  <a:pt x="445850" y="96303"/>
                </a:lnTo>
                <a:lnTo>
                  <a:pt x="446242" y="96268"/>
                </a:lnTo>
                <a:lnTo>
                  <a:pt x="446634" y="96224"/>
                </a:lnTo>
                <a:lnTo>
                  <a:pt x="447023" y="96172"/>
                </a:lnTo>
                <a:lnTo>
                  <a:pt x="447411" y="96112"/>
                </a:lnTo>
                <a:lnTo>
                  <a:pt x="447797" y="96044"/>
                </a:lnTo>
                <a:lnTo>
                  <a:pt x="448181" y="95968"/>
                </a:lnTo>
                <a:lnTo>
                  <a:pt x="448563" y="95885"/>
                </a:lnTo>
                <a:lnTo>
                  <a:pt x="448944" y="95793"/>
                </a:lnTo>
                <a:lnTo>
                  <a:pt x="449324" y="95693"/>
                </a:lnTo>
                <a:lnTo>
                  <a:pt x="449701" y="95585"/>
                </a:lnTo>
                <a:lnTo>
                  <a:pt x="450077" y="95470"/>
                </a:lnTo>
                <a:lnTo>
                  <a:pt x="450451" y="95346"/>
                </a:lnTo>
                <a:lnTo>
                  <a:pt x="450824" y="95214"/>
                </a:lnTo>
                <a:lnTo>
                  <a:pt x="451194" y="95075"/>
                </a:lnTo>
                <a:lnTo>
                  <a:pt x="451563" y="94927"/>
                </a:lnTo>
                <a:lnTo>
                  <a:pt x="451931" y="94772"/>
                </a:lnTo>
                <a:lnTo>
                  <a:pt x="452296" y="94608"/>
                </a:lnTo>
                <a:lnTo>
                  <a:pt x="452660" y="94437"/>
                </a:lnTo>
                <a:lnTo>
                  <a:pt x="453023" y="94257"/>
                </a:lnTo>
                <a:lnTo>
                  <a:pt x="453383" y="94070"/>
                </a:lnTo>
                <a:lnTo>
                  <a:pt x="453750" y="93867"/>
                </a:lnTo>
                <a:lnTo>
                  <a:pt x="454130" y="93641"/>
                </a:lnTo>
                <a:lnTo>
                  <a:pt x="454523" y="93392"/>
                </a:lnTo>
                <a:lnTo>
                  <a:pt x="454931" y="93120"/>
                </a:lnTo>
                <a:lnTo>
                  <a:pt x="455351" y="92825"/>
                </a:lnTo>
                <a:lnTo>
                  <a:pt x="455785" y="92507"/>
                </a:lnTo>
                <a:lnTo>
                  <a:pt x="456233" y="92166"/>
                </a:lnTo>
                <a:lnTo>
                  <a:pt x="456695" y="91803"/>
                </a:lnTo>
                <a:lnTo>
                  <a:pt x="457169" y="91416"/>
                </a:lnTo>
                <a:lnTo>
                  <a:pt x="457658" y="91006"/>
                </a:lnTo>
                <a:lnTo>
                  <a:pt x="458160" y="90574"/>
                </a:lnTo>
                <a:lnTo>
                  <a:pt x="458675" y="90118"/>
                </a:lnTo>
                <a:lnTo>
                  <a:pt x="459204" y="89639"/>
                </a:lnTo>
                <a:lnTo>
                  <a:pt x="459747" y="89138"/>
                </a:lnTo>
                <a:lnTo>
                  <a:pt x="460303" y="88613"/>
                </a:lnTo>
                <a:lnTo>
                  <a:pt x="460872" y="88066"/>
                </a:lnTo>
                <a:lnTo>
                  <a:pt x="461455" y="87495"/>
                </a:lnTo>
                <a:lnTo>
                  <a:pt x="462052" y="86902"/>
                </a:lnTo>
                <a:lnTo>
                  <a:pt x="462662" y="86286"/>
                </a:lnTo>
                <a:lnTo>
                  <a:pt x="463286" y="85646"/>
                </a:lnTo>
                <a:lnTo>
                  <a:pt x="463923" y="84984"/>
                </a:lnTo>
                <a:lnTo>
                  <a:pt x="464574" y="84299"/>
                </a:lnTo>
                <a:lnTo>
                  <a:pt x="465239" y="83590"/>
                </a:lnTo>
                <a:lnTo>
                  <a:pt x="465917" y="82859"/>
                </a:lnTo>
                <a:lnTo>
                  <a:pt x="465917" y="96367"/>
                </a:lnTo>
                <a:lnTo>
                  <a:pt x="469050" y="96367"/>
                </a:lnTo>
                <a:lnTo>
                  <a:pt x="488128" y="88499"/>
                </a:lnTo>
                <a:lnTo>
                  <a:pt x="487154" y="86062"/>
                </a:lnTo>
                <a:lnTo>
                  <a:pt x="486928" y="86159"/>
                </a:lnTo>
                <a:lnTo>
                  <a:pt x="486705" y="86251"/>
                </a:lnTo>
                <a:lnTo>
                  <a:pt x="486483" y="86340"/>
                </a:lnTo>
                <a:lnTo>
                  <a:pt x="486264" y="86424"/>
                </a:lnTo>
                <a:lnTo>
                  <a:pt x="486046" y="86504"/>
                </a:lnTo>
                <a:lnTo>
                  <a:pt x="485831" y="86580"/>
                </a:lnTo>
                <a:lnTo>
                  <a:pt x="485617" y="86652"/>
                </a:lnTo>
                <a:lnTo>
                  <a:pt x="485405" y="86720"/>
                </a:lnTo>
                <a:lnTo>
                  <a:pt x="485195" y="86783"/>
                </a:lnTo>
                <a:lnTo>
                  <a:pt x="484987" y="86843"/>
                </a:lnTo>
                <a:lnTo>
                  <a:pt x="484781" y="86899"/>
                </a:lnTo>
                <a:lnTo>
                  <a:pt x="484577" y="86950"/>
                </a:lnTo>
                <a:lnTo>
                  <a:pt x="484375" y="86997"/>
                </a:lnTo>
                <a:lnTo>
                  <a:pt x="484175" y="87040"/>
                </a:lnTo>
                <a:lnTo>
                  <a:pt x="483977" y="87079"/>
                </a:lnTo>
                <a:lnTo>
                  <a:pt x="483780" y="87114"/>
                </a:lnTo>
                <a:lnTo>
                  <a:pt x="483586" y="87145"/>
                </a:lnTo>
                <a:lnTo>
                  <a:pt x="483394" y="87172"/>
                </a:lnTo>
                <a:lnTo>
                  <a:pt x="483203" y="87194"/>
                </a:lnTo>
                <a:lnTo>
                  <a:pt x="483014" y="87213"/>
                </a:lnTo>
                <a:lnTo>
                  <a:pt x="482828" y="87227"/>
                </a:lnTo>
                <a:lnTo>
                  <a:pt x="482643" y="87238"/>
                </a:lnTo>
                <a:lnTo>
                  <a:pt x="482460" y="87244"/>
                </a:lnTo>
                <a:lnTo>
                  <a:pt x="482279" y="87246"/>
                </a:lnTo>
                <a:lnTo>
                  <a:pt x="482153" y="87244"/>
                </a:lnTo>
                <a:lnTo>
                  <a:pt x="482027" y="87239"/>
                </a:lnTo>
                <a:lnTo>
                  <a:pt x="481903" y="87231"/>
                </a:lnTo>
                <a:lnTo>
                  <a:pt x="481780" y="87219"/>
                </a:lnTo>
                <a:lnTo>
                  <a:pt x="481658" y="87203"/>
                </a:lnTo>
                <a:lnTo>
                  <a:pt x="481538" y="87185"/>
                </a:lnTo>
                <a:lnTo>
                  <a:pt x="481418" y="87163"/>
                </a:lnTo>
                <a:lnTo>
                  <a:pt x="481301" y="87137"/>
                </a:lnTo>
                <a:lnTo>
                  <a:pt x="481184" y="87109"/>
                </a:lnTo>
                <a:lnTo>
                  <a:pt x="481069" y="87077"/>
                </a:lnTo>
                <a:lnTo>
                  <a:pt x="480956" y="87041"/>
                </a:lnTo>
                <a:lnTo>
                  <a:pt x="480843" y="87002"/>
                </a:lnTo>
                <a:lnTo>
                  <a:pt x="480732" y="86960"/>
                </a:lnTo>
                <a:lnTo>
                  <a:pt x="480623" y="86914"/>
                </a:lnTo>
                <a:lnTo>
                  <a:pt x="480514" y="86865"/>
                </a:lnTo>
                <a:lnTo>
                  <a:pt x="480407" y="86813"/>
                </a:lnTo>
                <a:lnTo>
                  <a:pt x="480302" y="86757"/>
                </a:lnTo>
                <a:lnTo>
                  <a:pt x="480197" y="86697"/>
                </a:lnTo>
                <a:lnTo>
                  <a:pt x="480094" y="86635"/>
                </a:lnTo>
                <a:lnTo>
                  <a:pt x="479992" y="86569"/>
                </a:lnTo>
                <a:lnTo>
                  <a:pt x="479892" y="86499"/>
                </a:lnTo>
                <a:lnTo>
                  <a:pt x="479793" y="86427"/>
                </a:lnTo>
                <a:lnTo>
                  <a:pt x="479695" y="86351"/>
                </a:lnTo>
                <a:lnTo>
                  <a:pt x="479599" y="86271"/>
                </a:lnTo>
                <a:lnTo>
                  <a:pt x="479504" y="86187"/>
                </a:lnTo>
                <a:lnTo>
                  <a:pt x="479412" y="86098"/>
                </a:lnTo>
                <a:lnTo>
                  <a:pt x="479321" y="86004"/>
                </a:lnTo>
                <a:lnTo>
                  <a:pt x="479233" y="85904"/>
                </a:lnTo>
                <a:lnTo>
                  <a:pt x="479147" y="85800"/>
                </a:lnTo>
                <a:lnTo>
                  <a:pt x="479063" y="85690"/>
                </a:lnTo>
                <a:lnTo>
                  <a:pt x="478982" y="85575"/>
                </a:lnTo>
                <a:lnTo>
                  <a:pt x="478902" y="85455"/>
                </a:lnTo>
                <a:lnTo>
                  <a:pt x="478825" y="85329"/>
                </a:lnTo>
                <a:lnTo>
                  <a:pt x="478750" y="85199"/>
                </a:lnTo>
                <a:lnTo>
                  <a:pt x="478677" y="85063"/>
                </a:lnTo>
                <a:lnTo>
                  <a:pt x="478607" y="84922"/>
                </a:lnTo>
                <a:lnTo>
                  <a:pt x="478538" y="84776"/>
                </a:lnTo>
                <a:lnTo>
                  <a:pt x="478472" y="84624"/>
                </a:lnTo>
                <a:lnTo>
                  <a:pt x="478407" y="84468"/>
                </a:lnTo>
                <a:lnTo>
                  <a:pt x="478345" y="84306"/>
                </a:lnTo>
                <a:lnTo>
                  <a:pt x="478286" y="84139"/>
                </a:lnTo>
                <a:lnTo>
                  <a:pt x="478228" y="83967"/>
                </a:lnTo>
                <a:lnTo>
                  <a:pt x="478172" y="83789"/>
                </a:lnTo>
                <a:lnTo>
                  <a:pt x="478119" y="83607"/>
                </a:lnTo>
                <a:lnTo>
                  <a:pt x="478068" y="83419"/>
                </a:lnTo>
                <a:lnTo>
                  <a:pt x="478019" y="83226"/>
                </a:lnTo>
                <a:lnTo>
                  <a:pt x="477972" y="83028"/>
                </a:lnTo>
                <a:lnTo>
                  <a:pt x="477928" y="82824"/>
                </a:lnTo>
                <a:lnTo>
                  <a:pt x="477885" y="82603"/>
                </a:lnTo>
                <a:lnTo>
                  <a:pt x="477844" y="82353"/>
                </a:lnTo>
                <a:lnTo>
                  <a:pt x="477805" y="82072"/>
                </a:lnTo>
                <a:lnTo>
                  <a:pt x="477768" y="81762"/>
                </a:lnTo>
                <a:lnTo>
                  <a:pt x="477733" y="81421"/>
                </a:lnTo>
                <a:lnTo>
                  <a:pt x="477699" y="81051"/>
                </a:lnTo>
                <a:lnTo>
                  <a:pt x="477667" y="80651"/>
                </a:lnTo>
                <a:lnTo>
                  <a:pt x="477638" y="80221"/>
                </a:lnTo>
                <a:lnTo>
                  <a:pt x="477609" y="79761"/>
                </a:lnTo>
                <a:lnTo>
                  <a:pt x="477583" y="79272"/>
                </a:lnTo>
                <a:lnTo>
                  <a:pt x="477559" y="78752"/>
                </a:lnTo>
                <a:lnTo>
                  <a:pt x="477536" y="78203"/>
                </a:lnTo>
                <a:lnTo>
                  <a:pt x="477515" y="77623"/>
                </a:lnTo>
                <a:lnTo>
                  <a:pt x="477496" y="77014"/>
                </a:lnTo>
                <a:lnTo>
                  <a:pt x="477479" y="76375"/>
                </a:lnTo>
                <a:lnTo>
                  <a:pt x="477463" y="75707"/>
                </a:lnTo>
                <a:lnTo>
                  <a:pt x="477450" y="75008"/>
                </a:lnTo>
                <a:lnTo>
                  <a:pt x="477438" y="74279"/>
                </a:lnTo>
                <a:lnTo>
                  <a:pt x="477428" y="73521"/>
                </a:lnTo>
                <a:lnTo>
                  <a:pt x="477420" y="72733"/>
                </a:lnTo>
                <a:lnTo>
                  <a:pt x="477414" y="71915"/>
                </a:lnTo>
                <a:lnTo>
                  <a:pt x="477409" y="71067"/>
                </a:lnTo>
                <a:lnTo>
                  <a:pt x="477406" y="70189"/>
                </a:lnTo>
                <a:lnTo>
                  <a:pt x="477405" y="69281"/>
                </a:lnTo>
                <a:lnTo>
                  <a:pt x="477405" y="30637"/>
                </a:lnTo>
                <a:lnTo>
                  <a:pt x="455681" y="30637"/>
                </a:lnTo>
                <a:lnTo>
                  <a:pt x="455681" y="33213"/>
                </a:lnTo>
                <a:lnTo>
                  <a:pt x="456196" y="33228"/>
                </a:lnTo>
                <a:lnTo>
                  <a:pt x="456696" y="33249"/>
                </a:lnTo>
                <a:close/>
                <a:moveTo>
                  <a:pt x="378241" y="122337"/>
                </a:moveTo>
                <a:lnTo>
                  <a:pt x="377823" y="122332"/>
                </a:lnTo>
                <a:lnTo>
                  <a:pt x="377416" y="122323"/>
                </a:lnTo>
                <a:lnTo>
                  <a:pt x="377020" y="122310"/>
                </a:lnTo>
                <a:lnTo>
                  <a:pt x="376635" y="122294"/>
                </a:lnTo>
                <a:lnTo>
                  <a:pt x="376262" y="122274"/>
                </a:lnTo>
                <a:lnTo>
                  <a:pt x="375900" y="122250"/>
                </a:lnTo>
                <a:lnTo>
                  <a:pt x="375549" y="122223"/>
                </a:lnTo>
                <a:lnTo>
                  <a:pt x="375209" y="122192"/>
                </a:lnTo>
                <a:lnTo>
                  <a:pt x="374881" y="122158"/>
                </a:lnTo>
                <a:lnTo>
                  <a:pt x="374564" y="122120"/>
                </a:lnTo>
                <a:lnTo>
                  <a:pt x="374258" y="122078"/>
                </a:lnTo>
                <a:lnTo>
                  <a:pt x="373963" y="122033"/>
                </a:lnTo>
                <a:lnTo>
                  <a:pt x="373680" y="121984"/>
                </a:lnTo>
                <a:lnTo>
                  <a:pt x="373408" y="121931"/>
                </a:lnTo>
                <a:lnTo>
                  <a:pt x="373147" y="121875"/>
                </a:lnTo>
                <a:lnTo>
                  <a:pt x="372897" y="121815"/>
                </a:lnTo>
                <a:lnTo>
                  <a:pt x="372659" y="121752"/>
                </a:lnTo>
                <a:lnTo>
                  <a:pt x="372431" y="121684"/>
                </a:lnTo>
                <a:lnTo>
                  <a:pt x="372216" y="121614"/>
                </a:lnTo>
                <a:lnTo>
                  <a:pt x="372011" y="121539"/>
                </a:lnTo>
                <a:lnTo>
                  <a:pt x="371817" y="121461"/>
                </a:lnTo>
                <a:lnTo>
                  <a:pt x="371635" y="121380"/>
                </a:lnTo>
                <a:lnTo>
                  <a:pt x="371464" y="121295"/>
                </a:lnTo>
                <a:lnTo>
                  <a:pt x="371301" y="121206"/>
                </a:lnTo>
                <a:lnTo>
                  <a:pt x="371142" y="121115"/>
                </a:lnTo>
                <a:lnTo>
                  <a:pt x="370986" y="121022"/>
                </a:lnTo>
                <a:lnTo>
                  <a:pt x="370836" y="120926"/>
                </a:lnTo>
                <a:lnTo>
                  <a:pt x="370689" y="120828"/>
                </a:lnTo>
                <a:lnTo>
                  <a:pt x="370546" y="120727"/>
                </a:lnTo>
                <a:lnTo>
                  <a:pt x="370407" y="120623"/>
                </a:lnTo>
                <a:lnTo>
                  <a:pt x="370273" y="120517"/>
                </a:lnTo>
                <a:lnTo>
                  <a:pt x="370142" y="120409"/>
                </a:lnTo>
                <a:lnTo>
                  <a:pt x="370016" y="120297"/>
                </a:lnTo>
                <a:lnTo>
                  <a:pt x="369894" y="120184"/>
                </a:lnTo>
                <a:lnTo>
                  <a:pt x="369776" y="120067"/>
                </a:lnTo>
                <a:lnTo>
                  <a:pt x="369662" y="119949"/>
                </a:lnTo>
                <a:lnTo>
                  <a:pt x="369552" y="119827"/>
                </a:lnTo>
                <a:lnTo>
                  <a:pt x="369446" y="119704"/>
                </a:lnTo>
                <a:lnTo>
                  <a:pt x="369344" y="119577"/>
                </a:lnTo>
                <a:lnTo>
                  <a:pt x="369247" y="119448"/>
                </a:lnTo>
                <a:lnTo>
                  <a:pt x="369153" y="119317"/>
                </a:lnTo>
                <a:lnTo>
                  <a:pt x="369064" y="119183"/>
                </a:lnTo>
                <a:lnTo>
                  <a:pt x="368979" y="119046"/>
                </a:lnTo>
                <a:lnTo>
                  <a:pt x="368898" y="118907"/>
                </a:lnTo>
                <a:lnTo>
                  <a:pt x="368821" y="118765"/>
                </a:lnTo>
                <a:lnTo>
                  <a:pt x="368748" y="118621"/>
                </a:lnTo>
                <a:lnTo>
                  <a:pt x="368679" y="118475"/>
                </a:lnTo>
                <a:lnTo>
                  <a:pt x="368614" y="118318"/>
                </a:lnTo>
                <a:lnTo>
                  <a:pt x="368551" y="118146"/>
                </a:lnTo>
                <a:lnTo>
                  <a:pt x="368491" y="117956"/>
                </a:lnTo>
                <a:lnTo>
                  <a:pt x="368434" y="117750"/>
                </a:lnTo>
                <a:lnTo>
                  <a:pt x="368380" y="117528"/>
                </a:lnTo>
                <a:lnTo>
                  <a:pt x="368329" y="117289"/>
                </a:lnTo>
                <a:lnTo>
                  <a:pt x="368280" y="117033"/>
                </a:lnTo>
                <a:lnTo>
                  <a:pt x="368234" y="116761"/>
                </a:lnTo>
                <a:lnTo>
                  <a:pt x="368191" y="116472"/>
                </a:lnTo>
                <a:lnTo>
                  <a:pt x="368151" y="116167"/>
                </a:lnTo>
                <a:lnTo>
                  <a:pt x="368113" y="115845"/>
                </a:lnTo>
                <a:lnTo>
                  <a:pt x="368078" y="115507"/>
                </a:lnTo>
                <a:lnTo>
                  <a:pt x="368046" y="115152"/>
                </a:lnTo>
                <a:lnTo>
                  <a:pt x="368017" y="114780"/>
                </a:lnTo>
                <a:lnTo>
                  <a:pt x="367991" y="114392"/>
                </a:lnTo>
                <a:lnTo>
                  <a:pt x="367967" y="113987"/>
                </a:lnTo>
                <a:lnTo>
                  <a:pt x="367946" y="113566"/>
                </a:lnTo>
                <a:lnTo>
                  <a:pt x="367928" y="113128"/>
                </a:lnTo>
                <a:lnTo>
                  <a:pt x="367913" y="112674"/>
                </a:lnTo>
                <a:lnTo>
                  <a:pt x="367900" y="112203"/>
                </a:lnTo>
                <a:lnTo>
                  <a:pt x="367891" y="111716"/>
                </a:lnTo>
                <a:lnTo>
                  <a:pt x="367884" y="111212"/>
                </a:lnTo>
                <a:lnTo>
                  <a:pt x="367880" y="110691"/>
                </a:lnTo>
                <a:lnTo>
                  <a:pt x="367878" y="110154"/>
                </a:lnTo>
                <a:lnTo>
                  <a:pt x="367878" y="90727"/>
                </a:lnTo>
                <a:lnTo>
                  <a:pt x="368167" y="90985"/>
                </a:lnTo>
                <a:lnTo>
                  <a:pt x="368454" y="91235"/>
                </a:lnTo>
                <a:lnTo>
                  <a:pt x="368738" y="91478"/>
                </a:lnTo>
                <a:lnTo>
                  <a:pt x="369019" y="91714"/>
                </a:lnTo>
                <a:lnTo>
                  <a:pt x="369299" y="91942"/>
                </a:lnTo>
                <a:lnTo>
                  <a:pt x="369575" y="92163"/>
                </a:lnTo>
                <a:lnTo>
                  <a:pt x="369850" y="92377"/>
                </a:lnTo>
                <a:lnTo>
                  <a:pt x="370122" y="92584"/>
                </a:lnTo>
                <a:lnTo>
                  <a:pt x="370391" y="92784"/>
                </a:lnTo>
                <a:lnTo>
                  <a:pt x="370659" y="92976"/>
                </a:lnTo>
                <a:lnTo>
                  <a:pt x="370923" y="93161"/>
                </a:lnTo>
                <a:lnTo>
                  <a:pt x="371186" y="93338"/>
                </a:lnTo>
                <a:lnTo>
                  <a:pt x="371445" y="93509"/>
                </a:lnTo>
                <a:lnTo>
                  <a:pt x="371703" y="93672"/>
                </a:lnTo>
                <a:lnTo>
                  <a:pt x="371958" y="93828"/>
                </a:lnTo>
                <a:lnTo>
                  <a:pt x="372211" y="93977"/>
                </a:lnTo>
                <a:lnTo>
                  <a:pt x="372461" y="94118"/>
                </a:lnTo>
                <a:lnTo>
                  <a:pt x="372709" y="94252"/>
                </a:lnTo>
                <a:lnTo>
                  <a:pt x="372954" y="94379"/>
                </a:lnTo>
                <a:lnTo>
                  <a:pt x="373197" y="94499"/>
                </a:lnTo>
                <a:lnTo>
                  <a:pt x="373438" y="94611"/>
                </a:lnTo>
                <a:lnTo>
                  <a:pt x="373676" y="94716"/>
                </a:lnTo>
                <a:lnTo>
                  <a:pt x="373912" y="94814"/>
                </a:lnTo>
                <a:lnTo>
                  <a:pt x="374145" y="94905"/>
                </a:lnTo>
                <a:lnTo>
                  <a:pt x="374461" y="95024"/>
                </a:lnTo>
                <a:lnTo>
                  <a:pt x="374781" y="95139"/>
                </a:lnTo>
                <a:lnTo>
                  <a:pt x="375107" y="95248"/>
                </a:lnTo>
                <a:lnTo>
                  <a:pt x="375437" y="95352"/>
                </a:lnTo>
                <a:lnTo>
                  <a:pt x="375772" y="95451"/>
                </a:lnTo>
                <a:lnTo>
                  <a:pt x="376112" y="95545"/>
                </a:lnTo>
                <a:lnTo>
                  <a:pt x="376457" y="95634"/>
                </a:lnTo>
                <a:lnTo>
                  <a:pt x="376806" y="95717"/>
                </a:lnTo>
                <a:lnTo>
                  <a:pt x="377161" y="95796"/>
                </a:lnTo>
                <a:lnTo>
                  <a:pt x="377520" y="95870"/>
                </a:lnTo>
                <a:lnTo>
                  <a:pt x="377884" y="95938"/>
                </a:lnTo>
                <a:lnTo>
                  <a:pt x="378253" y="96002"/>
                </a:lnTo>
                <a:lnTo>
                  <a:pt x="378627" y="96060"/>
                </a:lnTo>
                <a:lnTo>
                  <a:pt x="379005" y="96113"/>
                </a:lnTo>
                <a:lnTo>
                  <a:pt x="379389" y="96162"/>
                </a:lnTo>
                <a:lnTo>
                  <a:pt x="379777" y="96205"/>
                </a:lnTo>
                <a:lnTo>
                  <a:pt x="380170" y="96243"/>
                </a:lnTo>
                <a:lnTo>
                  <a:pt x="380568" y="96276"/>
                </a:lnTo>
                <a:lnTo>
                  <a:pt x="380971" y="96304"/>
                </a:lnTo>
                <a:lnTo>
                  <a:pt x="381379" y="96327"/>
                </a:lnTo>
                <a:lnTo>
                  <a:pt x="381791" y="96344"/>
                </a:lnTo>
                <a:lnTo>
                  <a:pt x="382208" y="96357"/>
                </a:lnTo>
                <a:lnTo>
                  <a:pt x="382630" y="96365"/>
                </a:lnTo>
                <a:lnTo>
                  <a:pt x="383057" y="96367"/>
                </a:lnTo>
                <a:lnTo>
                  <a:pt x="384037" y="96352"/>
                </a:lnTo>
                <a:lnTo>
                  <a:pt x="385002" y="96306"/>
                </a:lnTo>
                <a:lnTo>
                  <a:pt x="385954" y="96229"/>
                </a:lnTo>
                <a:lnTo>
                  <a:pt x="386891" y="96122"/>
                </a:lnTo>
                <a:lnTo>
                  <a:pt x="387814" y="95984"/>
                </a:lnTo>
                <a:lnTo>
                  <a:pt x="388724" y="95815"/>
                </a:lnTo>
                <a:lnTo>
                  <a:pt x="389619" y="95616"/>
                </a:lnTo>
                <a:lnTo>
                  <a:pt x="390500" y="95386"/>
                </a:lnTo>
                <a:lnTo>
                  <a:pt x="391367" y="95125"/>
                </a:lnTo>
                <a:lnTo>
                  <a:pt x="392220" y="94834"/>
                </a:lnTo>
                <a:lnTo>
                  <a:pt x="393060" y="94511"/>
                </a:lnTo>
                <a:lnTo>
                  <a:pt x="393885" y="94159"/>
                </a:lnTo>
                <a:lnTo>
                  <a:pt x="394696" y="93775"/>
                </a:lnTo>
                <a:lnTo>
                  <a:pt x="395493" y="93361"/>
                </a:lnTo>
                <a:lnTo>
                  <a:pt x="396276" y="92916"/>
                </a:lnTo>
                <a:lnTo>
                  <a:pt x="397045" y="92441"/>
                </a:lnTo>
                <a:lnTo>
                  <a:pt x="397800" y="91935"/>
                </a:lnTo>
                <a:lnTo>
                  <a:pt x="398541" y="91398"/>
                </a:lnTo>
                <a:lnTo>
                  <a:pt x="399268" y="90831"/>
                </a:lnTo>
                <a:lnTo>
                  <a:pt x="399981" y="90232"/>
                </a:lnTo>
                <a:lnTo>
                  <a:pt x="400680" y="89604"/>
                </a:lnTo>
                <a:lnTo>
                  <a:pt x="401365" y="88944"/>
                </a:lnTo>
                <a:lnTo>
                  <a:pt x="402036" y="88254"/>
                </a:lnTo>
                <a:lnTo>
                  <a:pt x="402693" y="87533"/>
                </a:lnTo>
                <a:lnTo>
                  <a:pt x="403466" y="86625"/>
                </a:lnTo>
                <a:lnTo>
                  <a:pt x="404205" y="85696"/>
                </a:lnTo>
                <a:lnTo>
                  <a:pt x="404912" y="84748"/>
                </a:lnTo>
                <a:lnTo>
                  <a:pt x="405586" y="83781"/>
                </a:lnTo>
                <a:lnTo>
                  <a:pt x="406228" y="82793"/>
                </a:lnTo>
                <a:lnTo>
                  <a:pt x="406836" y="81786"/>
                </a:lnTo>
                <a:lnTo>
                  <a:pt x="407411" y="80759"/>
                </a:lnTo>
                <a:lnTo>
                  <a:pt x="407954" y="79712"/>
                </a:lnTo>
                <a:lnTo>
                  <a:pt x="408463" y="78645"/>
                </a:lnTo>
                <a:lnTo>
                  <a:pt x="408940" y="77558"/>
                </a:lnTo>
                <a:lnTo>
                  <a:pt x="409384" y="76452"/>
                </a:lnTo>
                <a:lnTo>
                  <a:pt x="409795" y="75326"/>
                </a:lnTo>
                <a:lnTo>
                  <a:pt x="410173" y="74180"/>
                </a:lnTo>
                <a:lnTo>
                  <a:pt x="410519" y="73014"/>
                </a:lnTo>
                <a:lnTo>
                  <a:pt x="410831" y="71828"/>
                </a:lnTo>
                <a:lnTo>
                  <a:pt x="411110" y="70623"/>
                </a:lnTo>
                <a:lnTo>
                  <a:pt x="411357" y="69398"/>
                </a:lnTo>
                <a:lnTo>
                  <a:pt x="411571" y="68152"/>
                </a:lnTo>
                <a:lnTo>
                  <a:pt x="411752" y="66888"/>
                </a:lnTo>
                <a:lnTo>
                  <a:pt x="411900" y="65603"/>
                </a:lnTo>
                <a:lnTo>
                  <a:pt x="412015" y="64299"/>
                </a:lnTo>
                <a:lnTo>
                  <a:pt x="412097" y="62974"/>
                </a:lnTo>
                <a:lnTo>
                  <a:pt x="412146" y="61630"/>
                </a:lnTo>
                <a:lnTo>
                  <a:pt x="412163" y="60267"/>
                </a:lnTo>
                <a:lnTo>
                  <a:pt x="412149" y="59047"/>
                </a:lnTo>
                <a:lnTo>
                  <a:pt x="412108" y="57847"/>
                </a:lnTo>
                <a:lnTo>
                  <a:pt x="412040" y="56667"/>
                </a:lnTo>
                <a:lnTo>
                  <a:pt x="411944" y="55506"/>
                </a:lnTo>
                <a:lnTo>
                  <a:pt x="411821" y="54364"/>
                </a:lnTo>
                <a:lnTo>
                  <a:pt x="411671" y="53241"/>
                </a:lnTo>
                <a:lnTo>
                  <a:pt x="411493" y="52138"/>
                </a:lnTo>
                <a:lnTo>
                  <a:pt x="411288" y="51054"/>
                </a:lnTo>
                <a:lnTo>
                  <a:pt x="411056" y="49989"/>
                </a:lnTo>
                <a:lnTo>
                  <a:pt x="410797" y="48944"/>
                </a:lnTo>
                <a:lnTo>
                  <a:pt x="410510" y="47918"/>
                </a:lnTo>
                <a:lnTo>
                  <a:pt x="410196" y="46911"/>
                </a:lnTo>
                <a:lnTo>
                  <a:pt x="409854" y="45924"/>
                </a:lnTo>
                <a:lnTo>
                  <a:pt x="409485" y="44956"/>
                </a:lnTo>
                <a:lnTo>
                  <a:pt x="409089" y="44007"/>
                </a:lnTo>
                <a:lnTo>
                  <a:pt x="408666" y="43078"/>
                </a:lnTo>
                <a:lnTo>
                  <a:pt x="408215" y="42168"/>
                </a:lnTo>
                <a:lnTo>
                  <a:pt x="407737" y="41277"/>
                </a:lnTo>
                <a:lnTo>
                  <a:pt x="407231" y="40405"/>
                </a:lnTo>
                <a:lnTo>
                  <a:pt x="406699" y="39553"/>
                </a:lnTo>
                <a:lnTo>
                  <a:pt x="406139" y="38720"/>
                </a:lnTo>
                <a:lnTo>
                  <a:pt x="405551" y="37907"/>
                </a:lnTo>
                <a:lnTo>
                  <a:pt x="404936" y="37113"/>
                </a:lnTo>
                <a:lnTo>
                  <a:pt x="404294" y="36338"/>
                </a:lnTo>
                <a:lnTo>
                  <a:pt x="403755" y="35725"/>
                </a:lnTo>
                <a:lnTo>
                  <a:pt x="403205" y="35138"/>
                </a:lnTo>
                <a:lnTo>
                  <a:pt x="402643" y="34577"/>
                </a:lnTo>
                <a:lnTo>
                  <a:pt x="402070" y="34043"/>
                </a:lnTo>
                <a:lnTo>
                  <a:pt x="401486" y="33534"/>
                </a:lnTo>
                <a:lnTo>
                  <a:pt x="400891" y="33052"/>
                </a:lnTo>
                <a:lnTo>
                  <a:pt x="400285" y="32595"/>
                </a:lnTo>
                <a:lnTo>
                  <a:pt x="399668" y="32165"/>
                </a:lnTo>
                <a:lnTo>
                  <a:pt x="399040" y="31761"/>
                </a:lnTo>
                <a:lnTo>
                  <a:pt x="398400" y="31383"/>
                </a:lnTo>
                <a:lnTo>
                  <a:pt x="397749" y="31030"/>
                </a:lnTo>
                <a:lnTo>
                  <a:pt x="397088" y="30704"/>
                </a:lnTo>
                <a:lnTo>
                  <a:pt x="396415" y="30405"/>
                </a:lnTo>
                <a:lnTo>
                  <a:pt x="395731" y="30131"/>
                </a:lnTo>
                <a:lnTo>
                  <a:pt x="395036" y="29883"/>
                </a:lnTo>
                <a:lnTo>
                  <a:pt x="394330" y="29661"/>
                </a:lnTo>
                <a:lnTo>
                  <a:pt x="393612" y="29466"/>
                </a:lnTo>
                <a:lnTo>
                  <a:pt x="392884" y="29296"/>
                </a:lnTo>
                <a:lnTo>
                  <a:pt x="392144" y="29153"/>
                </a:lnTo>
                <a:lnTo>
                  <a:pt x="391394" y="29035"/>
                </a:lnTo>
                <a:lnTo>
                  <a:pt x="390632" y="28944"/>
                </a:lnTo>
                <a:lnTo>
                  <a:pt x="389859" y="28879"/>
                </a:lnTo>
                <a:lnTo>
                  <a:pt x="389075" y="28840"/>
                </a:lnTo>
                <a:lnTo>
                  <a:pt x="388280" y="28827"/>
                </a:lnTo>
                <a:lnTo>
                  <a:pt x="387822" y="28832"/>
                </a:lnTo>
                <a:lnTo>
                  <a:pt x="387366" y="28850"/>
                </a:lnTo>
                <a:lnTo>
                  <a:pt x="386913" y="28878"/>
                </a:lnTo>
                <a:lnTo>
                  <a:pt x="386461" y="28918"/>
                </a:lnTo>
                <a:lnTo>
                  <a:pt x="386010" y="28970"/>
                </a:lnTo>
                <a:lnTo>
                  <a:pt x="385562" y="29033"/>
                </a:lnTo>
                <a:lnTo>
                  <a:pt x="385115" y="29108"/>
                </a:lnTo>
                <a:lnTo>
                  <a:pt x="384671" y="29194"/>
                </a:lnTo>
                <a:lnTo>
                  <a:pt x="384228" y="29292"/>
                </a:lnTo>
                <a:lnTo>
                  <a:pt x="383786" y="29401"/>
                </a:lnTo>
                <a:lnTo>
                  <a:pt x="383347" y="29521"/>
                </a:lnTo>
                <a:lnTo>
                  <a:pt x="382909" y="29653"/>
                </a:lnTo>
                <a:lnTo>
                  <a:pt x="382474" y="29797"/>
                </a:lnTo>
                <a:lnTo>
                  <a:pt x="382040" y="29952"/>
                </a:lnTo>
                <a:lnTo>
                  <a:pt x="381608" y="30119"/>
                </a:lnTo>
                <a:lnTo>
                  <a:pt x="381177" y="30297"/>
                </a:lnTo>
                <a:lnTo>
                  <a:pt x="380749" y="30486"/>
                </a:lnTo>
                <a:lnTo>
                  <a:pt x="380322" y="30687"/>
                </a:lnTo>
                <a:lnTo>
                  <a:pt x="379897" y="30899"/>
                </a:lnTo>
                <a:lnTo>
                  <a:pt x="379474" y="31123"/>
                </a:lnTo>
                <a:lnTo>
                  <a:pt x="379053" y="31359"/>
                </a:lnTo>
                <a:lnTo>
                  <a:pt x="378634" y="31606"/>
                </a:lnTo>
                <a:lnTo>
                  <a:pt x="378216" y="31864"/>
                </a:lnTo>
                <a:lnTo>
                  <a:pt x="377800" y="32134"/>
                </a:lnTo>
                <a:lnTo>
                  <a:pt x="377386" y="32419"/>
                </a:lnTo>
                <a:lnTo>
                  <a:pt x="376971" y="32721"/>
                </a:lnTo>
                <a:lnTo>
                  <a:pt x="376556" y="33041"/>
                </a:lnTo>
                <a:lnTo>
                  <a:pt x="376142" y="33379"/>
                </a:lnTo>
                <a:lnTo>
                  <a:pt x="375728" y="33734"/>
                </a:lnTo>
                <a:lnTo>
                  <a:pt x="375313" y="34108"/>
                </a:lnTo>
                <a:lnTo>
                  <a:pt x="374899" y="34499"/>
                </a:lnTo>
                <a:lnTo>
                  <a:pt x="374485" y="34908"/>
                </a:lnTo>
                <a:lnTo>
                  <a:pt x="374071" y="35334"/>
                </a:lnTo>
                <a:lnTo>
                  <a:pt x="373658" y="35779"/>
                </a:lnTo>
                <a:lnTo>
                  <a:pt x="373244" y="36241"/>
                </a:lnTo>
                <a:lnTo>
                  <a:pt x="372831" y="36721"/>
                </a:lnTo>
                <a:lnTo>
                  <a:pt x="372417" y="37219"/>
                </a:lnTo>
                <a:lnTo>
                  <a:pt x="372004" y="37734"/>
                </a:lnTo>
                <a:lnTo>
                  <a:pt x="371591" y="38267"/>
                </a:lnTo>
                <a:lnTo>
                  <a:pt x="371178" y="38818"/>
                </a:lnTo>
                <a:lnTo>
                  <a:pt x="370765" y="39387"/>
                </a:lnTo>
                <a:lnTo>
                  <a:pt x="370352" y="39974"/>
                </a:lnTo>
                <a:lnTo>
                  <a:pt x="369940" y="40578"/>
                </a:lnTo>
                <a:lnTo>
                  <a:pt x="369527" y="41200"/>
                </a:lnTo>
                <a:lnTo>
                  <a:pt x="369115" y="41840"/>
                </a:lnTo>
                <a:lnTo>
                  <a:pt x="368702" y="42498"/>
                </a:lnTo>
                <a:lnTo>
                  <a:pt x="368290" y="43173"/>
                </a:lnTo>
                <a:lnTo>
                  <a:pt x="367878" y="43867"/>
                </a:lnTo>
                <a:lnTo>
                  <a:pt x="367878" y="28966"/>
                </a:lnTo>
                <a:lnTo>
                  <a:pt x="365232" y="28966"/>
                </a:lnTo>
                <a:lnTo>
                  <a:pt x="345597" y="36910"/>
                </a:lnTo>
                <a:lnTo>
                  <a:pt x="346432" y="39138"/>
                </a:lnTo>
                <a:lnTo>
                  <a:pt x="346645" y="39059"/>
                </a:lnTo>
                <a:lnTo>
                  <a:pt x="346855" y="38983"/>
                </a:lnTo>
                <a:lnTo>
                  <a:pt x="347062" y="38910"/>
                </a:lnTo>
                <a:lnTo>
                  <a:pt x="347266" y="38840"/>
                </a:lnTo>
                <a:lnTo>
                  <a:pt x="347466" y="38774"/>
                </a:lnTo>
                <a:lnTo>
                  <a:pt x="347664" y="38712"/>
                </a:lnTo>
                <a:lnTo>
                  <a:pt x="347858" y="38653"/>
                </a:lnTo>
                <a:lnTo>
                  <a:pt x="348049" y="38597"/>
                </a:lnTo>
                <a:lnTo>
                  <a:pt x="348237" y="38544"/>
                </a:lnTo>
                <a:lnTo>
                  <a:pt x="348422" y="38495"/>
                </a:lnTo>
                <a:lnTo>
                  <a:pt x="348604" y="38450"/>
                </a:lnTo>
                <a:lnTo>
                  <a:pt x="348782" y="38407"/>
                </a:lnTo>
                <a:lnTo>
                  <a:pt x="348958" y="38368"/>
                </a:lnTo>
                <a:lnTo>
                  <a:pt x="349130" y="38333"/>
                </a:lnTo>
                <a:lnTo>
                  <a:pt x="349299" y="38301"/>
                </a:lnTo>
                <a:lnTo>
                  <a:pt x="349465" y="38272"/>
                </a:lnTo>
                <a:lnTo>
                  <a:pt x="349628" y="38246"/>
                </a:lnTo>
                <a:lnTo>
                  <a:pt x="349788" y="38224"/>
                </a:lnTo>
                <a:lnTo>
                  <a:pt x="349944" y="38206"/>
                </a:lnTo>
                <a:lnTo>
                  <a:pt x="350098" y="38191"/>
                </a:lnTo>
                <a:lnTo>
                  <a:pt x="350248" y="38179"/>
                </a:lnTo>
                <a:lnTo>
                  <a:pt x="350395" y="38170"/>
                </a:lnTo>
                <a:lnTo>
                  <a:pt x="350539" y="38165"/>
                </a:lnTo>
                <a:lnTo>
                  <a:pt x="350680" y="38164"/>
                </a:lnTo>
                <a:lnTo>
                  <a:pt x="350852" y="38165"/>
                </a:lnTo>
                <a:lnTo>
                  <a:pt x="351022" y="38169"/>
                </a:lnTo>
                <a:lnTo>
                  <a:pt x="351188" y="38177"/>
                </a:lnTo>
                <a:lnTo>
                  <a:pt x="351352" y="38187"/>
                </a:lnTo>
                <a:lnTo>
                  <a:pt x="351512" y="38200"/>
                </a:lnTo>
                <a:lnTo>
                  <a:pt x="351670" y="38216"/>
                </a:lnTo>
                <a:lnTo>
                  <a:pt x="351824" y="38235"/>
                </a:lnTo>
                <a:lnTo>
                  <a:pt x="351976" y="38257"/>
                </a:lnTo>
                <a:lnTo>
                  <a:pt x="352124" y="38281"/>
                </a:lnTo>
                <a:lnTo>
                  <a:pt x="352269" y="38309"/>
                </a:lnTo>
                <a:lnTo>
                  <a:pt x="352412" y="38339"/>
                </a:lnTo>
                <a:lnTo>
                  <a:pt x="352551" y="38373"/>
                </a:lnTo>
                <a:lnTo>
                  <a:pt x="352687" y="38409"/>
                </a:lnTo>
                <a:lnTo>
                  <a:pt x="352821" y="38449"/>
                </a:lnTo>
                <a:lnTo>
                  <a:pt x="352951" y="38491"/>
                </a:lnTo>
                <a:lnTo>
                  <a:pt x="353078" y="38536"/>
                </a:lnTo>
                <a:lnTo>
                  <a:pt x="353202" y="38584"/>
                </a:lnTo>
                <a:lnTo>
                  <a:pt x="353323" y="38635"/>
                </a:lnTo>
                <a:lnTo>
                  <a:pt x="353442" y="38689"/>
                </a:lnTo>
                <a:lnTo>
                  <a:pt x="353557" y="38745"/>
                </a:lnTo>
                <a:lnTo>
                  <a:pt x="353669" y="38805"/>
                </a:lnTo>
                <a:lnTo>
                  <a:pt x="353778" y="38867"/>
                </a:lnTo>
                <a:lnTo>
                  <a:pt x="353884" y="38933"/>
                </a:lnTo>
                <a:lnTo>
                  <a:pt x="353987" y="39001"/>
                </a:lnTo>
                <a:lnTo>
                  <a:pt x="354087" y="39072"/>
                </a:lnTo>
                <a:lnTo>
                  <a:pt x="354186" y="39146"/>
                </a:lnTo>
                <a:lnTo>
                  <a:pt x="354281" y="39223"/>
                </a:lnTo>
                <a:lnTo>
                  <a:pt x="354375" y="39303"/>
                </a:lnTo>
                <a:lnTo>
                  <a:pt x="354466" y="39386"/>
                </a:lnTo>
                <a:lnTo>
                  <a:pt x="354555" y="39471"/>
                </a:lnTo>
                <a:lnTo>
                  <a:pt x="354642" y="39560"/>
                </a:lnTo>
                <a:lnTo>
                  <a:pt x="354726" y="39651"/>
                </a:lnTo>
                <a:lnTo>
                  <a:pt x="354808" y="39746"/>
                </a:lnTo>
                <a:lnTo>
                  <a:pt x="354888" y="39843"/>
                </a:lnTo>
                <a:lnTo>
                  <a:pt x="354965" y="39943"/>
                </a:lnTo>
                <a:lnTo>
                  <a:pt x="355040" y="40046"/>
                </a:lnTo>
                <a:lnTo>
                  <a:pt x="355113" y="40152"/>
                </a:lnTo>
                <a:lnTo>
                  <a:pt x="355184" y="40261"/>
                </a:lnTo>
                <a:lnTo>
                  <a:pt x="355252" y="40373"/>
                </a:lnTo>
                <a:lnTo>
                  <a:pt x="355318" y="40488"/>
                </a:lnTo>
                <a:lnTo>
                  <a:pt x="355381" y="40605"/>
                </a:lnTo>
                <a:lnTo>
                  <a:pt x="355443" y="40726"/>
                </a:lnTo>
                <a:lnTo>
                  <a:pt x="355502" y="40849"/>
                </a:lnTo>
                <a:lnTo>
                  <a:pt x="355559" y="40976"/>
                </a:lnTo>
                <a:lnTo>
                  <a:pt x="355613" y="41105"/>
                </a:lnTo>
                <a:lnTo>
                  <a:pt x="355665" y="41237"/>
                </a:lnTo>
                <a:lnTo>
                  <a:pt x="355715" y="41372"/>
                </a:lnTo>
                <a:lnTo>
                  <a:pt x="355763" y="41510"/>
                </a:lnTo>
                <a:lnTo>
                  <a:pt x="355808" y="41657"/>
                </a:lnTo>
                <a:lnTo>
                  <a:pt x="355852" y="41820"/>
                </a:lnTo>
                <a:lnTo>
                  <a:pt x="355893" y="41999"/>
                </a:lnTo>
                <a:lnTo>
                  <a:pt x="355933" y="42193"/>
                </a:lnTo>
                <a:lnTo>
                  <a:pt x="355971" y="42403"/>
                </a:lnTo>
                <a:lnTo>
                  <a:pt x="356006" y="42629"/>
                </a:lnTo>
                <a:lnTo>
                  <a:pt x="356040" y="42870"/>
                </a:lnTo>
                <a:lnTo>
                  <a:pt x="356072" y="43128"/>
                </a:lnTo>
                <a:lnTo>
                  <a:pt x="356102" y="43400"/>
                </a:lnTo>
                <a:lnTo>
                  <a:pt x="356130" y="43689"/>
                </a:lnTo>
                <a:lnTo>
                  <a:pt x="356156" y="43994"/>
                </a:lnTo>
                <a:lnTo>
                  <a:pt x="356180" y="44314"/>
                </a:lnTo>
                <a:lnTo>
                  <a:pt x="356203" y="44650"/>
                </a:lnTo>
                <a:lnTo>
                  <a:pt x="356223" y="45001"/>
                </a:lnTo>
                <a:lnTo>
                  <a:pt x="356241" y="45369"/>
                </a:lnTo>
                <a:lnTo>
                  <a:pt x="356258" y="45752"/>
                </a:lnTo>
                <a:lnTo>
                  <a:pt x="356272" y="46150"/>
                </a:lnTo>
                <a:lnTo>
                  <a:pt x="356285" y="46565"/>
                </a:lnTo>
                <a:lnTo>
                  <a:pt x="356296" y="46995"/>
                </a:lnTo>
                <a:lnTo>
                  <a:pt x="356304" y="47441"/>
                </a:lnTo>
                <a:lnTo>
                  <a:pt x="356311" y="47903"/>
                </a:lnTo>
                <a:lnTo>
                  <a:pt x="356316" y="48380"/>
                </a:lnTo>
                <a:lnTo>
                  <a:pt x="356319" y="48874"/>
                </a:lnTo>
                <a:lnTo>
                  <a:pt x="356320" y="49383"/>
                </a:lnTo>
                <a:lnTo>
                  <a:pt x="356320" y="109727"/>
                </a:lnTo>
                <a:lnTo>
                  <a:pt x="356318" y="110299"/>
                </a:lnTo>
                <a:lnTo>
                  <a:pt x="356315" y="110852"/>
                </a:lnTo>
                <a:lnTo>
                  <a:pt x="356308" y="111387"/>
                </a:lnTo>
                <a:lnTo>
                  <a:pt x="356299" y="111904"/>
                </a:lnTo>
                <a:lnTo>
                  <a:pt x="356288" y="112402"/>
                </a:lnTo>
                <a:lnTo>
                  <a:pt x="356274" y="112882"/>
                </a:lnTo>
                <a:lnTo>
                  <a:pt x="356257" y="113344"/>
                </a:lnTo>
                <a:lnTo>
                  <a:pt x="356238" y="113788"/>
                </a:lnTo>
                <a:lnTo>
                  <a:pt x="356217" y="114213"/>
                </a:lnTo>
                <a:lnTo>
                  <a:pt x="356193" y="114620"/>
                </a:lnTo>
                <a:lnTo>
                  <a:pt x="356166" y="115009"/>
                </a:lnTo>
                <a:lnTo>
                  <a:pt x="356137" y="115379"/>
                </a:lnTo>
                <a:lnTo>
                  <a:pt x="356105" y="115732"/>
                </a:lnTo>
                <a:lnTo>
                  <a:pt x="356071" y="116066"/>
                </a:lnTo>
                <a:lnTo>
                  <a:pt x="356034" y="116381"/>
                </a:lnTo>
                <a:lnTo>
                  <a:pt x="355995" y="116679"/>
                </a:lnTo>
                <a:lnTo>
                  <a:pt x="355953" y="116958"/>
                </a:lnTo>
                <a:lnTo>
                  <a:pt x="355908" y="117219"/>
                </a:lnTo>
                <a:lnTo>
                  <a:pt x="355861" y="117462"/>
                </a:lnTo>
                <a:lnTo>
                  <a:pt x="355812" y="117686"/>
                </a:lnTo>
                <a:lnTo>
                  <a:pt x="355760" y="117892"/>
                </a:lnTo>
                <a:lnTo>
                  <a:pt x="355705" y="118080"/>
                </a:lnTo>
                <a:lnTo>
                  <a:pt x="355648" y="118249"/>
                </a:lnTo>
                <a:lnTo>
                  <a:pt x="355589" y="118401"/>
                </a:lnTo>
                <a:lnTo>
                  <a:pt x="355527" y="118541"/>
                </a:lnTo>
                <a:lnTo>
                  <a:pt x="355463" y="118679"/>
                </a:lnTo>
                <a:lnTo>
                  <a:pt x="355397" y="118813"/>
                </a:lnTo>
                <a:lnTo>
                  <a:pt x="355328" y="118944"/>
                </a:lnTo>
                <a:lnTo>
                  <a:pt x="355258" y="119071"/>
                </a:lnTo>
                <a:lnTo>
                  <a:pt x="355186" y="119196"/>
                </a:lnTo>
                <a:lnTo>
                  <a:pt x="355112" y="119317"/>
                </a:lnTo>
                <a:lnTo>
                  <a:pt x="355035" y="119435"/>
                </a:lnTo>
                <a:lnTo>
                  <a:pt x="354957" y="119549"/>
                </a:lnTo>
                <a:lnTo>
                  <a:pt x="354877" y="119661"/>
                </a:lnTo>
                <a:lnTo>
                  <a:pt x="354794" y="119769"/>
                </a:lnTo>
                <a:lnTo>
                  <a:pt x="354709" y="119873"/>
                </a:lnTo>
                <a:lnTo>
                  <a:pt x="354623" y="119975"/>
                </a:lnTo>
                <a:lnTo>
                  <a:pt x="354534" y="120073"/>
                </a:lnTo>
                <a:lnTo>
                  <a:pt x="354443" y="120168"/>
                </a:lnTo>
                <a:lnTo>
                  <a:pt x="354351" y="120259"/>
                </a:lnTo>
                <a:lnTo>
                  <a:pt x="354256" y="120348"/>
                </a:lnTo>
                <a:lnTo>
                  <a:pt x="354159" y="120433"/>
                </a:lnTo>
                <a:lnTo>
                  <a:pt x="354060" y="120515"/>
                </a:lnTo>
                <a:lnTo>
                  <a:pt x="353959" y="120593"/>
                </a:lnTo>
                <a:lnTo>
                  <a:pt x="353856" y="120668"/>
                </a:lnTo>
                <a:lnTo>
                  <a:pt x="353751" y="120740"/>
                </a:lnTo>
                <a:lnTo>
                  <a:pt x="353644" y="120809"/>
                </a:lnTo>
                <a:lnTo>
                  <a:pt x="353535" y="120875"/>
                </a:lnTo>
                <a:lnTo>
                  <a:pt x="353306" y="121000"/>
                </a:lnTo>
                <a:lnTo>
                  <a:pt x="353074" y="121119"/>
                </a:lnTo>
                <a:lnTo>
                  <a:pt x="352838" y="121233"/>
                </a:lnTo>
                <a:lnTo>
                  <a:pt x="352598" y="121341"/>
                </a:lnTo>
                <a:lnTo>
                  <a:pt x="352355" y="121444"/>
                </a:lnTo>
                <a:lnTo>
                  <a:pt x="352107" y="121541"/>
                </a:lnTo>
                <a:lnTo>
                  <a:pt x="351856" y="121633"/>
                </a:lnTo>
                <a:lnTo>
                  <a:pt x="351600" y="121719"/>
                </a:lnTo>
                <a:lnTo>
                  <a:pt x="351341" y="121800"/>
                </a:lnTo>
                <a:lnTo>
                  <a:pt x="351078" y="121875"/>
                </a:lnTo>
                <a:lnTo>
                  <a:pt x="350811" y="121944"/>
                </a:lnTo>
                <a:lnTo>
                  <a:pt x="350540" y="122008"/>
                </a:lnTo>
                <a:lnTo>
                  <a:pt x="350266" y="122066"/>
                </a:lnTo>
                <a:lnTo>
                  <a:pt x="349987" y="122119"/>
                </a:lnTo>
                <a:lnTo>
                  <a:pt x="349705" y="122166"/>
                </a:lnTo>
                <a:lnTo>
                  <a:pt x="349419" y="122207"/>
                </a:lnTo>
                <a:lnTo>
                  <a:pt x="349128" y="122243"/>
                </a:lnTo>
                <a:lnTo>
                  <a:pt x="348835" y="122274"/>
                </a:lnTo>
                <a:lnTo>
                  <a:pt x="348537" y="122298"/>
                </a:lnTo>
                <a:lnTo>
                  <a:pt x="348235" y="122318"/>
                </a:lnTo>
                <a:lnTo>
                  <a:pt x="347929" y="122331"/>
                </a:lnTo>
                <a:lnTo>
                  <a:pt x="347620" y="122340"/>
                </a:lnTo>
                <a:lnTo>
                  <a:pt x="347307" y="122342"/>
                </a:lnTo>
                <a:lnTo>
                  <a:pt x="346989" y="122339"/>
                </a:lnTo>
                <a:lnTo>
                  <a:pt x="346989" y="119415"/>
                </a:lnTo>
                <a:lnTo>
                  <a:pt x="273252" y="119415"/>
                </a:lnTo>
                <a:lnTo>
                  <a:pt x="273252" y="125194"/>
                </a:lnTo>
                <a:lnTo>
                  <a:pt x="346989" y="125194"/>
                </a:lnTo>
                <a:lnTo>
                  <a:pt x="346989" y="124915"/>
                </a:lnTo>
                <a:lnTo>
                  <a:pt x="378671" y="124915"/>
                </a:lnTo>
                <a:lnTo>
                  <a:pt x="378671" y="122339"/>
                </a:lnTo>
                <a:lnTo>
                  <a:pt x="378241" y="122337"/>
                </a:lnTo>
                <a:close/>
                <a:moveTo>
                  <a:pt x="369714" y="46154"/>
                </a:moveTo>
                <a:lnTo>
                  <a:pt x="370144" y="45711"/>
                </a:lnTo>
                <a:lnTo>
                  <a:pt x="370563" y="45285"/>
                </a:lnTo>
                <a:lnTo>
                  <a:pt x="370971" y="44876"/>
                </a:lnTo>
                <a:lnTo>
                  <a:pt x="371367" y="44485"/>
                </a:lnTo>
                <a:lnTo>
                  <a:pt x="371752" y="44112"/>
                </a:lnTo>
                <a:lnTo>
                  <a:pt x="372126" y="43755"/>
                </a:lnTo>
                <a:lnTo>
                  <a:pt x="372488" y="43416"/>
                </a:lnTo>
                <a:lnTo>
                  <a:pt x="372839" y="43095"/>
                </a:lnTo>
                <a:lnTo>
                  <a:pt x="373179" y="42791"/>
                </a:lnTo>
                <a:lnTo>
                  <a:pt x="373507" y="42504"/>
                </a:lnTo>
                <a:lnTo>
                  <a:pt x="373824" y="42234"/>
                </a:lnTo>
                <a:lnTo>
                  <a:pt x="374129" y="41982"/>
                </a:lnTo>
                <a:lnTo>
                  <a:pt x="374423" y="41748"/>
                </a:lnTo>
                <a:lnTo>
                  <a:pt x="374706" y="41530"/>
                </a:lnTo>
                <a:lnTo>
                  <a:pt x="374978" y="41330"/>
                </a:lnTo>
                <a:lnTo>
                  <a:pt x="375238" y="41148"/>
                </a:lnTo>
                <a:lnTo>
                  <a:pt x="375486" y="40983"/>
                </a:lnTo>
                <a:lnTo>
                  <a:pt x="375724" y="40835"/>
                </a:lnTo>
                <a:lnTo>
                  <a:pt x="375950" y="40705"/>
                </a:lnTo>
                <a:lnTo>
                  <a:pt x="376164" y="40592"/>
                </a:lnTo>
                <a:lnTo>
                  <a:pt x="376437" y="40456"/>
                </a:lnTo>
                <a:lnTo>
                  <a:pt x="376710" y="40325"/>
                </a:lnTo>
                <a:lnTo>
                  <a:pt x="376983" y="40201"/>
                </a:lnTo>
                <a:lnTo>
                  <a:pt x="377257" y="40082"/>
                </a:lnTo>
                <a:lnTo>
                  <a:pt x="377531" y="39969"/>
                </a:lnTo>
                <a:lnTo>
                  <a:pt x="377805" y="39862"/>
                </a:lnTo>
                <a:lnTo>
                  <a:pt x="378079" y="39760"/>
                </a:lnTo>
                <a:lnTo>
                  <a:pt x="378354" y="39665"/>
                </a:lnTo>
                <a:lnTo>
                  <a:pt x="378628" y="39575"/>
                </a:lnTo>
                <a:lnTo>
                  <a:pt x="378903" y="39491"/>
                </a:lnTo>
                <a:lnTo>
                  <a:pt x="379179" y="39413"/>
                </a:lnTo>
                <a:lnTo>
                  <a:pt x="379454" y="39340"/>
                </a:lnTo>
                <a:lnTo>
                  <a:pt x="379730" y="39274"/>
                </a:lnTo>
                <a:lnTo>
                  <a:pt x="380006" y="39213"/>
                </a:lnTo>
                <a:lnTo>
                  <a:pt x="380282" y="39158"/>
                </a:lnTo>
                <a:lnTo>
                  <a:pt x="380558" y="39108"/>
                </a:lnTo>
                <a:lnTo>
                  <a:pt x="380835" y="39065"/>
                </a:lnTo>
                <a:lnTo>
                  <a:pt x="381112" y="39027"/>
                </a:lnTo>
                <a:lnTo>
                  <a:pt x="381389" y="38995"/>
                </a:lnTo>
                <a:lnTo>
                  <a:pt x="381667" y="38969"/>
                </a:lnTo>
                <a:lnTo>
                  <a:pt x="381944" y="38949"/>
                </a:lnTo>
                <a:lnTo>
                  <a:pt x="382222" y="38934"/>
                </a:lnTo>
                <a:lnTo>
                  <a:pt x="382501" y="38926"/>
                </a:lnTo>
                <a:lnTo>
                  <a:pt x="382779" y="38923"/>
                </a:lnTo>
                <a:lnTo>
                  <a:pt x="383287" y="38932"/>
                </a:lnTo>
                <a:lnTo>
                  <a:pt x="383789" y="38961"/>
                </a:lnTo>
                <a:lnTo>
                  <a:pt x="384285" y="39008"/>
                </a:lnTo>
                <a:lnTo>
                  <a:pt x="384775" y="39074"/>
                </a:lnTo>
                <a:lnTo>
                  <a:pt x="385259" y="39158"/>
                </a:lnTo>
                <a:lnTo>
                  <a:pt x="385738" y="39262"/>
                </a:lnTo>
                <a:lnTo>
                  <a:pt x="386211" y="39384"/>
                </a:lnTo>
                <a:lnTo>
                  <a:pt x="386678" y="39526"/>
                </a:lnTo>
                <a:lnTo>
                  <a:pt x="387139" y="39686"/>
                </a:lnTo>
                <a:lnTo>
                  <a:pt x="387595" y="39865"/>
                </a:lnTo>
                <a:lnTo>
                  <a:pt x="388045" y="40062"/>
                </a:lnTo>
                <a:lnTo>
                  <a:pt x="388489" y="40279"/>
                </a:lnTo>
                <a:lnTo>
                  <a:pt x="388927" y="40514"/>
                </a:lnTo>
                <a:lnTo>
                  <a:pt x="389359" y="40769"/>
                </a:lnTo>
                <a:lnTo>
                  <a:pt x="389785" y="41042"/>
                </a:lnTo>
                <a:lnTo>
                  <a:pt x="390206" y="41334"/>
                </a:lnTo>
                <a:lnTo>
                  <a:pt x="390621" y="41645"/>
                </a:lnTo>
                <a:lnTo>
                  <a:pt x="391030" y="41974"/>
                </a:lnTo>
                <a:lnTo>
                  <a:pt x="391433" y="42323"/>
                </a:lnTo>
                <a:lnTo>
                  <a:pt x="391831" y="42690"/>
                </a:lnTo>
                <a:lnTo>
                  <a:pt x="392222" y="43076"/>
                </a:lnTo>
                <a:lnTo>
                  <a:pt x="392608" y="43481"/>
                </a:lnTo>
                <a:lnTo>
                  <a:pt x="392988" y="43905"/>
                </a:lnTo>
                <a:lnTo>
                  <a:pt x="393363" y="44347"/>
                </a:lnTo>
                <a:lnTo>
                  <a:pt x="393885" y="45014"/>
                </a:lnTo>
                <a:lnTo>
                  <a:pt x="394386" y="45704"/>
                </a:lnTo>
                <a:lnTo>
                  <a:pt x="394864" y="46417"/>
                </a:lnTo>
                <a:lnTo>
                  <a:pt x="395320" y="47154"/>
                </a:lnTo>
                <a:lnTo>
                  <a:pt x="395754" y="47914"/>
                </a:lnTo>
                <a:lnTo>
                  <a:pt x="396165" y="48698"/>
                </a:lnTo>
                <a:lnTo>
                  <a:pt x="396554" y="49505"/>
                </a:lnTo>
                <a:lnTo>
                  <a:pt x="396921" y="50335"/>
                </a:lnTo>
                <a:lnTo>
                  <a:pt x="397266" y="51189"/>
                </a:lnTo>
                <a:lnTo>
                  <a:pt x="397589" y="52066"/>
                </a:lnTo>
                <a:lnTo>
                  <a:pt x="397889" y="52967"/>
                </a:lnTo>
                <a:lnTo>
                  <a:pt x="398167" y="53891"/>
                </a:lnTo>
                <a:lnTo>
                  <a:pt x="398423" y="54839"/>
                </a:lnTo>
                <a:lnTo>
                  <a:pt x="398656" y="55810"/>
                </a:lnTo>
                <a:lnTo>
                  <a:pt x="398868" y="56804"/>
                </a:lnTo>
                <a:lnTo>
                  <a:pt x="399057" y="57822"/>
                </a:lnTo>
                <a:lnTo>
                  <a:pt x="399224" y="58863"/>
                </a:lnTo>
                <a:lnTo>
                  <a:pt x="399368" y="59928"/>
                </a:lnTo>
                <a:lnTo>
                  <a:pt x="399490" y="61016"/>
                </a:lnTo>
                <a:lnTo>
                  <a:pt x="399591" y="62127"/>
                </a:lnTo>
                <a:lnTo>
                  <a:pt x="399668" y="63262"/>
                </a:lnTo>
                <a:lnTo>
                  <a:pt x="399724" y="64420"/>
                </a:lnTo>
                <a:lnTo>
                  <a:pt x="399757" y="65602"/>
                </a:lnTo>
                <a:lnTo>
                  <a:pt x="399769" y="66807"/>
                </a:lnTo>
                <a:lnTo>
                  <a:pt x="399759" y="67870"/>
                </a:lnTo>
                <a:lnTo>
                  <a:pt x="399729" y="68912"/>
                </a:lnTo>
                <a:lnTo>
                  <a:pt x="399680" y="69934"/>
                </a:lnTo>
                <a:lnTo>
                  <a:pt x="399612" y="70936"/>
                </a:lnTo>
                <a:lnTo>
                  <a:pt x="399524" y="71918"/>
                </a:lnTo>
                <a:lnTo>
                  <a:pt x="399416" y="72880"/>
                </a:lnTo>
                <a:lnTo>
                  <a:pt x="399289" y="73821"/>
                </a:lnTo>
                <a:lnTo>
                  <a:pt x="399142" y="74743"/>
                </a:lnTo>
                <a:lnTo>
                  <a:pt x="398975" y="75645"/>
                </a:lnTo>
                <a:lnTo>
                  <a:pt x="398789" y="76527"/>
                </a:lnTo>
                <a:lnTo>
                  <a:pt x="398584" y="77388"/>
                </a:lnTo>
                <a:lnTo>
                  <a:pt x="398359" y="78230"/>
                </a:lnTo>
                <a:lnTo>
                  <a:pt x="398114" y="79051"/>
                </a:lnTo>
                <a:lnTo>
                  <a:pt x="397849" y="79853"/>
                </a:lnTo>
                <a:lnTo>
                  <a:pt x="397565" y="80634"/>
                </a:lnTo>
                <a:lnTo>
                  <a:pt x="397262" y="81396"/>
                </a:lnTo>
                <a:lnTo>
                  <a:pt x="396939" y="82137"/>
                </a:lnTo>
                <a:lnTo>
                  <a:pt x="396596" y="82858"/>
                </a:lnTo>
                <a:lnTo>
                  <a:pt x="396234" y="83560"/>
                </a:lnTo>
                <a:lnTo>
                  <a:pt x="395852" y="84241"/>
                </a:lnTo>
                <a:lnTo>
                  <a:pt x="395450" y="84902"/>
                </a:lnTo>
                <a:lnTo>
                  <a:pt x="395029" y="85543"/>
                </a:lnTo>
                <a:lnTo>
                  <a:pt x="394589" y="86164"/>
                </a:lnTo>
                <a:lnTo>
                  <a:pt x="394129" y="86765"/>
                </a:lnTo>
                <a:lnTo>
                  <a:pt x="393764" y="87208"/>
                </a:lnTo>
                <a:lnTo>
                  <a:pt x="393391" y="87631"/>
                </a:lnTo>
                <a:lnTo>
                  <a:pt x="393008" y="88036"/>
                </a:lnTo>
                <a:lnTo>
                  <a:pt x="392616" y="88422"/>
                </a:lnTo>
                <a:lnTo>
                  <a:pt x="392215" y="88790"/>
                </a:lnTo>
                <a:lnTo>
                  <a:pt x="391805" y="89138"/>
                </a:lnTo>
                <a:lnTo>
                  <a:pt x="391385" y="89468"/>
                </a:lnTo>
                <a:lnTo>
                  <a:pt x="390957" y="89779"/>
                </a:lnTo>
                <a:lnTo>
                  <a:pt x="390519" y="90071"/>
                </a:lnTo>
                <a:lnTo>
                  <a:pt x="390072" y="90344"/>
                </a:lnTo>
                <a:lnTo>
                  <a:pt x="389615" y="90598"/>
                </a:lnTo>
                <a:lnTo>
                  <a:pt x="389150" y="90833"/>
                </a:lnTo>
                <a:lnTo>
                  <a:pt x="388675" y="91050"/>
                </a:lnTo>
                <a:lnTo>
                  <a:pt x="388192" y="91248"/>
                </a:lnTo>
                <a:lnTo>
                  <a:pt x="387699" y="91427"/>
                </a:lnTo>
                <a:lnTo>
                  <a:pt x="387197" y="91587"/>
                </a:lnTo>
                <a:lnTo>
                  <a:pt x="386685" y="91728"/>
                </a:lnTo>
                <a:lnTo>
                  <a:pt x="386165" y="91850"/>
                </a:lnTo>
                <a:lnTo>
                  <a:pt x="385635" y="91954"/>
                </a:lnTo>
                <a:lnTo>
                  <a:pt x="385096" y="92039"/>
                </a:lnTo>
                <a:lnTo>
                  <a:pt x="384548" y="92105"/>
                </a:lnTo>
                <a:lnTo>
                  <a:pt x="383991" y="92152"/>
                </a:lnTo>
                <a:lnTo>
                  <a:pt x="383424" y="92180"/>
                </a:lnTo>
                <a:lnTo>
                  <a:pt x="382849" y="92190"/>
                </a:lnTo>
                <a:lnTo>
                  <a:pt x="382370" y="92184"/>
                </a:lnTo>
                <a:lnTo>
                  <a:pt x="381899" y="92168"/>
                </a:lnTo>
                <a:lnTo>
                  <a:pt x="381435" y="92142"/>
                </a:lnTo>
                <a:lnTo>
                  <a:pt x="380977" y="92105"/>
                </a:lnTo>
                <a:lnTo>
                  <a:pt x="380527" y="92057"/>
                </a:lnTo>
                <a:lnTo>
                  <a:pt x="380083" y="91998"/>
                </a:lnTo>
                <a:lnTo>
                  <a:pt x="379646" y="91929"/>
                </a:lnTo>
                <a:lnTo>
                  <a:pt x="379216" y="91850"/>
                </a:lnTo>
                <a:lnTo>
                  <a:pt x="378793" y="91759"/>
                </a:lnTo>
                <a:lnTo>
                  <a:pt x="378377" y="91658"/>
                </a:lnTo>
                <a:lnTo>
                  <a:pt x="377968" y="91547"/>
                </a:lnTo>
                <a:lnTo>
                  <a:pt x="377565" y="91425"/>
                </a:lnTo>
                <a:lnTo>
                  <a:pt x="377170" y="91292"/>
                </a:lnTo>
                <a:lnTo>
                  <a:pt x="376781" y="91148"/>
                </a:lnTo>
                <a:lnTo>
                  <a:pt x="376400" y="90994"/>
                </a:lnTo>
                <a:lnTo>
                  <a:pt x="376025" y="90830"/>
                </a:lnTo>
                <a:lnTo>
                  <a:pt x="375657" y="90655"/>
                </a:lnTo>
                <a:lnTo>
                  <a:pt x="375296" y="90469"/>
                </a:lnTo>
                <a:lnTo>
                  <a:pt x="374942" y="90272"/>
                </a:lnTo>
                <a:lnTo>
                  <a:pt x="374595" y="90065"/>
                </a:lnTo>
                <a:lnTo>
                  <a:pt x="374254" y="89847"/>
                </a:lnTo>
                <a:lnTo>
                  <a:pt x="373921" y="89619"/>
                </a:lnTo>
                <a:lnTo>
                  <a:pt x="373594" y="89380"/>
                </a:lnTo>
                <a:lnTo>
                  <a:pt x="373274" y="89130"/>
                </a:lnTo>
                <a:lnTo>
                  <a:pt x="372963" y="88874"/>
                </a:lnTo>
                <a:lnTo>
                  <a:pt x="372662" y="88613"/>
                </a:lnTo>
                <a:lnTo>
                  <a:pt x="372370" y="88350"/>
                </a:lnTo>
                <a:lnTo>
                  <a:pt x="372088" y="88083"/>
                </a:lnTo>
                <a:lnTo>
                  <a:pt x="371816" y="87813"/>
                </a:lnTo>
                <a:lnTo>
                  <a:pt x="371553" y="87540"/>
                </a:lnTo>
                <a:lnTo>
                  <a:pt x="371301" y="87263"/>
                </a:lnTo>
                <a:lnTo>
                  <a:pt x="371058" y="86982"/>
                </a:lnTo>
                <a:lnTo>
                  <a:pt x="370825" y="86699"/>
                </a:lnTo>
                <a:lnTo>
                  <a:pt x="370602" y="86411"/>
                </a:lnTo>
                <a:lnTo>
                  <a:pt x="370388" y="86121"/>
                </a:lnTo>
                <a:lnTo>
                  <a:pt x="370185" y="85827"/>
                </a:lnTo>
                <a:lnTo>
                  <a:pt x="369991" y="85530"/>
                </a:lnTo>
                <a:lnTo>
                  <a:pt x="369807" y="85229"/>
                </a:lnTo>
                <a:lnTo>
                  <a:pt x="369633" y="84925"/>
                </a:lnTo>
                <a:lnTo>
                  <a:pt x="369468" y="84618"/>
                </a:lnTo>
                <a:lnTo>
                  <a:pt x="369313" y="84307"/>
                </a:lnTo>
                <a:lnTo>
                  <a:pt x="369169" y="83993"/>
                </a:lnTo>
                <a:lnTo>
                  <a:pt x="369033" y="83675"/>
                </a:lnTo>
                <a:lnTo>
                  <a:pt x="368908" y="83354"/>
                </a:lnTo>
                <a:lnTo>
                  <a:pt x="368793" y="83030"/>
                </a:lnTo>
                <a:lnTo>
                  <a:pt x="368687" y="82702"/>
                </a:lnTo>
                <a:lnTo>
                  <a:pt x="368591" y="82371"/>
                </a:lnTo>
                <a:lnTo>
                  <a:pt x="368505" y="82037"/>
                </a:lnTo>
                <a:lnTo>
                  <a:pt x="368454" y="81825"/>
                </a:lnTo>
                <a:lnTo>
                  <a:pt x="368405" y="81594"/>
                </a:lnTo>
                <a:lnTo>
                  <a:pt x="368358" y="81346"/>
                </a:lnTo>
                <a:lnTo>
                  <a:pt x="368313" y="81079"/>
                </a:lnTo>
                <a:lnTo>
                  <a:pt x="368271" y="80794"/>
                </a:lnTo>
                <a:lnTo>
                  <a:pt x="368231" y="80490"/>
                </a:lnTo>
                <a:lnTo>
                  <a:pt x="368193" y="80168"/>
                </a:lnTo>
                <a:lnTo>
                  <a:pt x="368157" y="79827"/>
                </a:lnTo>
                <a:lnTo>
                  <a:pt x="368123" y="79469"/>
                </a:lnTo>
                <a:lnTo>
                  <a:pt x="368091" y="79091"/>
                </a:lnTo>
                <a:lnTo>
                  <a:pt x="368062" y="78696"/>
                </a:lnTo>
                <a:lnTo>
                  <a:pt x="368035" y="78282"/>
                </a:lnTo>
                <a:lnTo>
                  <a:pt x="368010" y="77850"/>
                </a:lnTo>
                <a:lnTo>
                  <a:pt x="367987" y="77399"/>
                </a:lnTo>
                <a:lnTo>
                  <a:pt x="367966" y="76930"/>
                </a:lnTo>
                <a:lnTo>
                  <a:pt x="367948" y="76443"/>
                </a:lnTo>
                <a:lnTo>
                  <a:pt x="367931" y="75937"/>
                </a:lnTo>
                <a:lnTo>
                  <a:pt x="367917" y="75413"/>
                </a:lnTo>
                <a:lnTo>
                  <a:pt x="367905" y="74871"/>
                </a:lnTo>
                <a:lnTo>
                  <a:pt x="367896" y="74310"/>
                </a:lnTo>
                <a:lnTo>
                  <a:pt x="367888" y="73731"/>
                </a:lnTo>
                <a:lnTo>
                  <a:pt x="367883" y="73134"/>
                </a:lnTo>
                <a:lnTo>
                  <a:pt x="367879" y="72518"/>
                </a:lnTo>
                <a:lnTo>
                  <a:pt x="367878" y="71884"/>
                </a:lnTo>
                <a:lnTo>
                  <a:pt x="367878" y="48101"/>
                </a:lnTo>
                <a:lnTo>
                  <a:pt x="368354" y="47588"/>
                </a:lnTo>
                <a:lnTo>
                  <a:pt x="368819" y="47093"/>
                </a:lnTo>
                <a:lnTo>
                  <a:pt x="369272" y="46615"/>
                </a:lnTo>
                <a:lnTo>
                  <a:pt x="369714" y="46154"/>
                </a:lnTo>
                <a:close/>
                <a:moveTo>
                  <a:pt x="710949" y="35801"/>
                </a:moveTo>
                <a:lnTo>
                  <a:pt x="710919" y="35555"/>
                </a:lnTo>
                <a:lnTo>
                  <a:pt x="710880" y="35311"/>
                </a:lnTo>
                <a:lnTo>
                  <a:pt x="710832" y="35069"/>
                </a:lnTo>
                <a:lnTo>
                  <a:pt x="710775" y="34831"/>
                </a:lnTo>
                <a:lnTo>
                  <a:pt x="710710" y="34594"/>
                </a:lnTo>
                <a:lnTo>
                  <a:pt x="710636" y="34361"/>
                </a:lnTo>
                <a:lnTo>
                  <a:pt x="710553" y="34129"/>
                </a:lnTo>
                <a:lnTo>
                  <a:pt x="710462" y="33901"/>
                </a:lnTo>
                <a:lnTo>
                  <a:pt x="710362" y="33675"/>
                </a:lnTo>
                <a:lnTo>
                  <a:pt x="710253" y="33451"/>
                </a:lnTo>
                <a:lnTo>
                  <a:pt x="710135" y="33230"/>
                </a:lnTo>
                <a:lnTo>
                  <a:pt x="710009" y="33011"/>
                </a:lnTo>
                <a:lnTo>
                  <a:pt x="709874" y="32796"/>
                </a:lnTo>
                <a:lnTo>
                  <a:pt x="709731" y="32582"/>
                </a:lnTo>
                <a:lnTo>
                  <a:pt x="709578" y="32371"/>
                </a:lnTo>
                <a:lnTo>
                  <a:pt x="709417" y="32163"/>
                </a:lnTo>
                <a:lnTo>
                  <a:pt x="709248" y="31957"/>
                </a:lnTo>
                <a:lnTo>
                  <a:pt x="709069" y="31754"/>
                </a:lnTo>
                <a:lnTo>
                  <a:pt x="708882" y="31553"/>
                </a:lnTo>
                <a:lnTo>
                  <a:pt x="708686" y="31355"/>
                </a:lnTo>
                <a:lnTo>
                  <a:pt x="708482" y="31159"/>
                </a:lnTo>
                <a:lnTo>
                  <a:pt x="708271" y="30969"/>
                </a:lnTo>
                <a:lnTo>
                  <a:pt x="708055" y="30787"/>
                </a:lnTo>
                <a:lnTo>
                  <a:pt x="707834" y="30613"/>
                </a:lnTo>
                <a:lnTo>
                  <a:pt x="707609" y="30446"/>
                </a:lnTo>
                <a:lnTo>
                  <a:pt x="707380" y="30289"/>
                </a:lnTo>
                <a:lnTo>
                  <a:pt x="707146" y="30139"/>
                </a:lnTo>
                <a:lnTo>
                  <a:pt x="706907" y="29997"/>
                </a:lnTo>
                <a:lnTo>
                  <a:pt x="706664" y="29863"/>
                </a:lnTo>
                <a:lnTo>
                  <a:pt x="706416" y="29738"/>
                </a:lnTo>
                <a:lnTo>
                  <a:pt x="706163" y="29620"/>
                </a:lnTo>
                <a:lnTo>
                  <a:pt x="705906" y="29511"/>
                </a:lnTo>
                <a:lnTo>
                  <a:pt x="705644" y="29410"/>
                </a:lnTo>
                <a:lnTo>
                  <a:pt x="705378" y="29317"/>
                </a:lnTo>
                <a:lnTo>
                  <a:pt x="705107" y="29232"/>
                </a:lnTo>
                <a:lnTo>
                  <a:pt x="704832" y="29155"/>
                </a:lnTo>
                <a:lnTo>
                  <a:pt x="704552" y="29086"/>
                </a:lnTo>
                <a:lnTo>
                  <a:pt x="704267" y="29025"/>
                </a:lnTo>
                <a:lnTo>
                  <a:pt x="703978" y="28972"/>
                </a:lnTo>
                <a:lnTo>
                  <a:pt x="703684" y="28928"/>
                </a:lnTo>
                <a:lnTo>
                  <a:pt x="703385" y="28891"/>
                </a:lnTo>
                <a:lnTo>
                  <a:pt x="703082" y="28863"/>
                </a:lnTo>
                <a:lnTo>
                  <a:pt x="702775" y="28843"/>
                </a:lnTo>
                <a:lnTo>
                  <a:pt x="702462" y="28831"/>
                </a:lnTo>
                <a:lnTo>
                  <a:pt x="702145" y="28827"/>
                </a:lnTo>
                <a:lnTo>
                  <a:pt x="701444" y="28852"/>
                </a:lnTo>
                <a:lnTo>
                  <a:pt x="700744" y="28926"/>
                </a:lnTo>
                <a:lnTo>
                  <a:pt x="700046" y="29051"/>
                </a:lnTo>
                <a:lnTo>
                  <a:pt x="699349" y="29225"/>
                </a:lnTo>
                <a:lnTo>
                  <a:pt x="698653" y="29449"/>
                </a:lnTo>
                <a:lnTo>
                  <a:pt x="697959" y="29723"/>
                </a:lnTo>
                <a:lnTo>
                  <a:pt x="697266" y="30047"/>
                </a:lnTo>
                <a:lnTo>
                  <a:pt x="696575" y="30420"/>
                </a:lnTo>
                <a:lnTo>
                  <a:pt x="695885" y="30844"/>
                </a:lnTo>
                <a:lnTo>
                  <a:pt x="695197" y="31317"/>
                </a:lnTo>
                <a:lnTo>
                  <a:pt x="694510" y="31840"/>
                </a:lnTo>
                <a:lnTo>
                  <a:pt x="693825" y="32413"/>
                </a:lnTo>
                <a:lnTo>
                  <a:pt x="693141" y="33035"/>
                </a:lnTo>
                <a:lnTo>
                  <a:pt x="692458" y="33707"/>
                </a:lnTo>
                <a:lnTo>
                  <a:pt x="691777" y="34430"/>
                </a:lnTo>
                <a:lnTo>
                  <a:pt x="691098" y="35202"/>
                </a:lnTo>
                <a:lnTo>
                  <a:pt x="690419" y="36023"/>
                </a:lnTo>
                <a:lnTo>
                  <a:pt x="689743" y="36895"/>
                </a:lnTo>
                <a:lnTo>
                  <a:pt x="689067" y="37816"/>
                </a:lnTo>
                <a:lnTo>
                  <a:pt x="688394" y="38788"/>
                </a:lnTo>
                <a:lnTo>
                  <a:pt x="687721" y="39809"/>
                </a:lnTo>
                <a:lnTo>
                  <a:pt x="687050" y="40879"/>
                </a:lnTo>
                <a:lnTo>
                  <a:pt x="686381" y="42000"/>
                </a:lnTo>
                <a:lnTo>
                  <a:pt x="685713" y="43170"/>
                </a:lnTo>
                <a:lnTo>
                  <a:pt x="685713" y="28827"/>
                </a:lnTo>
                <a:lnTo>
                  <a:pt x="682788" y="28827"/>
                </a:lnTo>
                <a:lnTo>
                  <a:pt x="663501" y="36608"/>
                </a:lnTo>
                <a:lnTo>
                  <a:pt x="664197" y="39110"/>
                </a:lnTo>
                <a:lnTo>
                  <a:pt x="664423" y="39025"/>
                </a:lnTo>
                <a:lnTo>
                  <a:pt x="664646" y="38944"/>
                </a:lnTo>
                <a:lnTo>
                  <a:pt x="664868" y="38866"/>
                </a:lnTo>
                <a:lnTo>
                  <a:pt x="665087" y="38792"/>
                </a:lnTo>
                <a:lnTo>
                  <a:pt x="665305" y="38721"/>
                </a:lnTo>
                <a:lnTo>
                  <a:pt x="665520" y="38654"/>
                </a:lnTo>
                <a:lnTo>
                  <a:pt x="665734" y="38591"/>
                </a:lnTo>
                <a:lnTo>
                  <a:pt x="665946" y="38531"/>
                </a:lnTo>
                <a:lnTo>
                  <a:pt x="666156" y="38475"/>
                </a:lnTo>
                <a:lnTo>
                  <a:pt x="666364" y="38422"/>
                </a:lnTo>
                <a:lnTo>
                  <a:pt x="666570" y="38374"/>
                </a:lnTo>
                <a:lnTo>
                  <a:pt x="666774" y="38328"/>
                </a:lnTo>
                <a:lnTo>
                  <a:pt x="666976" y="38287"/>
                </a:lnTo>
                <a:lnTo>
                  <a:pt x="667176" y="38249"/>
                </a:lnTo>
                <a:lnTo>
                  <a:pt x="667374" y="38214"/>
                </a:lnTo>
                <a:lnTo>
                  <a:pt x="667571" y="38184"/>
                </a:lnTo>
                <a:lnTo>
                  <a:pt x="667765" y="38156"/>
                </a:lnTo>
                <a:lnTo>
                  <a:pt x="667957" y="38133"/>
                </a:lnTo>
                <a:lnTo>
                  <a:pt x="668148" y="38113"/>
                </a:lnTo>
                <a:lnTo>
                  <a:pt x="668336" y="38097"/>
                </a:lnTo>
                <a:lnTo>
                  <a:pt x="668523" y="38084"/>
                </a:lnTo>
                <a:lnTo>
                  <a:pt x="668708" y="38075"/>
                </a:lnTo>
                <a:lnTo>
                  <a:pt x="668891" y="38070"/>
                </a:lnTo>
                <a:lnTo>
                  <a:pt x="669071" y="38068"/>
                </a:lnTo>
                <a:lnTo>
                  <a:pt x="669221" y="38069"/>
                </a:lnTo>
                <a:lnTo>
                  <a:pt x="669369" y="38075"/>
                </a:lnTo>
                <a:lnTo>
                  <a:pt x="669515" y="38083"/>
                </a:lnTo>
                <a:lnTo>
                  <a:pt x="669658" y="38095"/>
                </a:lnTo>
                <a:lnTo>
                  <a:pt x="669800" y="38110"/>
                </a:lnTo>
                <a:lnTo>
                  <a:pt x="669940" y="38129"/>
                </a:lnTo>
                <a:lnTo>
                  <a:pt x="670077" y="38151"/>
                </a:lnTo>
                <a:lnTo>
                  <a:pt x="670213" y="38176"/>
                </a:lnTo>
                <a:lnTo>
                  <a:pt x="670346" y="38205"/>
                </a:lnTo>
                <a:lnTo>
                  <a:pt x="670477" y="38237"/>
                </a:lnTo>
                <a:lnTo>
                  <a:pt x="670607" y="38272"/>
                </a:lnTo>
                <a:lnTo>
                  <a:pt x="670734" y="38311"/>
                </a:lnTo>
                <a:lnTo>
                  <a:pt x="670859" y="38353"/>
                </a:lnTo>
                <a:lnTo>
                  <a:pt x="670982" y="38399"/>
                </a:lnTo>
                <a:lnTo>
                  <a:pt x="671103" y="38448"/>
                </a:lnTo>
                <a:lnTo>
                  <a:pt x="671222" y="38500"/>
                </a:lnTo>
                <a:lnTo>
                  <a:pt x="671339" y="38556"/>
                </a:lnTo>
                <a:lnTo>
                  <a:pt x="671454" y="38615"/>
                </a:lnTo>
                <a:lnTo>
                  <a:pt x="671567" y="38677"/>
                </a:lnTo>
                <a:lnTo>
                  <a:pt x="671678" y="38743"/>
                </a:lnTo>
                <a:lnTo>
                  <a:pt x="671786" y="38812"/>
                </a:lnTo>
                <a:lnTo>
                  <a:pt x="671893" y="38885"/>
                </a:lnTo>
                <a:lnTo>
                  <a:pt x="671998" y="38961"/>
                </a:lnTo>
                <a:lnTo>
                  <a:pt x="672100" y="39040"/>
                </a:lnTo>
                <a:lnTo>
                  <a:pt x="672201" y="39123"/>
                </a:lnTo>
                <a:lnTo>
                  <a:pt x="672298" y="39210"/>
                </a:lnTo>
                <a:lnTo>
                  <a:pt x="672393" y="39301"/>
                </a:lnTo>
                <a:lnTo>
                  <a:pt x="672485" y="39396"/>
                </a:lnTo>
                <a:lnTo>
                  <a:pt x="672575" y="39495"/>
                </a:lnTo>
                <a:lnTo>
                  <a:pt x="672662" y="39598"/>
                </a:lnTo>
                <a:lnTo>
                  <a:pt x="672746" y="39705"/>
                </a:lnTo>
                <a:lnTo>
                  <a:pt x="672828" y="39816"/>
                </a:lnTo>
                <a:lnTo>
                  <a:pt x="672906" y="39931"/>
                </a:lnTo>
                <a:lnTo>
                  <a:pt x="672983" y="40050"/>
                </a:lnTo>
                <a:lnTo>
                  <a:pt x="673056" y="40173"/>
                </a:lnTo>
                <a:lnTo>
                  <a:pt x="673127" y="40300"/>
                </a:lnTo>
                <a:lnTo>
                  <a:pt x="673196" y="40431"/>
                </a:lnTo>
                <a:lnTo>
                  <a:pt x="673261" y="40565"/>
                </a:lnTo>
                <a:lnTo>
                  <a:pt x="673324" y="40704"/>
                </a:lnTo>
                <a:lnTo>
                  <a:pt x="673385" y="40847"/>
                </a:lnTo>
                <a:lnTo>
                  <a:pt x="673442" y="40994"/>
                </a:lnTo>
                <a:lnTo>
                  <a:pt x="673497" y="41144"/>
                </a:lnTo>
                <a:lnTo>
                  <a:pt x="673550" y="41299"/>
                </a:lnTo>
                <a:lnTo>
                  <a:pt x="673599" y="41458"/>
                </a:lnTo>
                <a:lnTo>
                  <a:pt x="673646" y="41620"/>
                </a:lnTo>
                <a:lnTo>
                  <a:pt x="673691" y="41787"/>
                </a:lnTo>
                <a:lnTo>
                  <a:pt x="673732" y="41958"/>
                </a:lnTo>
                <a:lnTo>
                  <a:pt x="673771" y="42132"/>
                </a:lnTo>
                <a:lnTo>
                  <a:pt x="673808" y="42324"/>
                </a:lnTo>
                <a:lnTo>
                  <a:pt x="673844" y="42548"/>
                </a:lnTo>
                <a:lnTo>
                  <a:pt x="673877" y="42802"/>
                </a:lnTo>
                <a:lnTo>
                  <a:pt x="673910" y="43088"/>
                </a:lnTo>
                <a:lnTo>
                  <a:pt x="673940" y="43405"/>
                </a:lnTo>
                <a:lnTo>
                  <a:pt x="673969" y="43753"/>
                </a:lnTo>
                <a:lnTo>
                  <a:pt x="673997" y="44133"/>
                </a:lnTo>
                <a:lnTo>
                  <a:pt x="674023" y="44544"/>
                </a:lnTo>
                <a:lnTo>
                  <a:pt x="674047" y="44986"/>
                </a:lnTo>
                <a:lnTo>
                  <a:pt x="674070" y="45459"/>
                </a:lnTo>
                <a:lnTo>
                  <a:pt x="674091" y="45964"/>
                </a:lnTo>
                <a:lnTo>
                  <a:pt x="674111" y="46499"/>
                </a:lnTo>
                <a:lnTo>
                  <a:pt x="674129" y="47067"/>
                </a:lnTo>
                <a:lnTo>
                  <a:pt x="674145" y="47665"/>
                </a:lnTo>
                <a:lnTo>
                  <a:pt x="674160" y="48294"/>
                </a:lnTo>
                <a:lnTo>
                  <a:pt x="674174" y="48955"/>
                </a:lnTo>
                <a:lnTo>
                  <a:pt x="674186" y="49647"/>
                </a:lnTo>
                <a:lnTo>
                  <a:pt x="674196" y="50370"/>
                </a:lnTo>
                <a:lnTo>
                  <a:pt x="674204" y="51125"/>
                </a:lnTo>
                <a:lnTo>
                  <a:pt x="674211" y="51911"/>
                </a:lnTo>
                <a:lnTo>
                  <a:pt x="674217" y="52728"/>
                </a:lnTo>
                <a:lnTo>
                  <a:pt x="674221" y="53576"/>
                </a:lnTo>
                <a:lnTo>
                  <a:pt x="674223" y="54456"/>
                </a:lnTo>
                <a:lnTo>
                  <a:pt x="674224" y="55366"/>
                </a:lnTo>
                <a:lnTo>
                  <a:pt x="674224" y="80030"/>
                </a:lnTo>
                <a:lnTo>
                  <a:pt x="674223" y="80486"/>
                </a:lnTo>
                <a:lnTo>
                  <a:pt x="674222" y="80926"/>
                </a:lnTo>
                <a:lnTo>
                  <a:pt x="674219" y="81351"/>
                </a:lnTo>
                <a:lnTo>
                  <a:pt x="674214" y="81761"/>
                </a:lnTo>
                <a:lnTo>
                  <a:pt x="674209" y="82156"/>
                </a:lnTo>
                <a:lnTo>
                  <a:pt x="674202" y="82536"/>
                </a:lnTo>
                <a:lnTo>
                  <a:pt x="674194" y="82900"/>
                </a:lnTo>
                <a:lnTo>
                  <a:pt x="674185" y="83249"/>
                </a:lnTo>
                <a:lnTo>
                  <a:pt x="674175" y="83583"/>
                </a:lnTo>
                <a:lnTo>
                  <a:pt x="674164" y="83902"/>
                </a:lnTo>
                <a:lnTo>
                  <a:pt x="674151" y="84205"/>
                </a:lnTo>
                <a:lnTo>
                  <a:pt x="674137" y="84494"/>
                </a:lnTo>
                <a:lnTo>
                  <a:pt x="674122" y="84767"/>
                </a:lnTo>
                <a:lnTo>
                  <a:pt x="674106" y="85025"/>
                </a:lnTo>
                <a:lnTo>
                  <a:pt x="674088" y="85268"/>
                </a:lnTo>
                <a:lnTo>
                  <a:pt x="674069" y="85495"/>
                </a:lnTo>
                <a:lnTo>
                  <a:pt x="674049" y="85708"/>
                </a:lnTo>
                <a:lnTo>
                  <a:pt x="674028" y="85905"/>
                </a:lnTo>
                <a:lnTo>
                  <a:pt x="674006" y="86087"/>
                </a:lnTo>
                <a:lnTo>
                  <a:pt x="673982" y="86254"/>
                </a:lnTo>
                <a:lnTo>
                  <a:pt x="673957" y="86406"/>
                </a:lnTo>
                <a:lnTo>
                  <a:pt x="673931" y="86542"/>
                </a:lnTo>
                <a:lnTo>
                  <a:pt x="673904" y="86663"/>
                </a:lnTo>
                <a:lnTo>
                  <a:pt x="673876" y="86769"/>
                </a:lnTo>
                <a:lnTo>
                  <a:pt x="673816" y="86970"/>
                </a:lnTo>
                <a:lnTo>
                  <a:pt x="673753" y="87166"/>
                </a:lnTo>
                <a:lnTo>
                  <a:pt x="673685" y="87357"/>
                </a:lnTo>
                <a:lnTo>
                  <a:pt x="673615" y="87543"/>
                </a:lnTo>
                <a:lnTo>
                  <a:pt x="673540" y="87726"/>
                </a:lnTo>
                <a:lnTo>
                  <a:pt x="673462" y="87903"/>
                </a:lnTo>
                <a:lnTo>
                  <a:pt x="673381" y="88076"/>
                </a:lnTo>
                <a:lnTo>
                  <a:pt x="673296" y="88244"/>
                </a:lnTo>
                <a:lnTo>
                  <a:pt x="673207" y="88408"/>
                </a:lnTo>
                <a:lnTo>
                  <a:pt x="673114" y="88567"/>
                </a:lnTo>
                <a:lnTo>
                  <a:pt x="673018" y="88722"/>
                </a:lnTo>
                <a:lnTo>
                  <a:pt x="672918" y="88872"/>
                </a:lnTo>
                <a:lnTo>
                  <a:pt x="672815" y="89017"/>
                </a:lnTo>
                <a:lnTo>
                  <a:pt x="672708" y="89158"/>
                </a:lnTo>
                <a:lnTo>
                  <a:pt x="672598" y="89294"/>
                </a:lnTo>
                <a:lnTo>
                  <a:pt x="672483" y="89426"/>
                </a:lnTo>
                <a:lnTo>
                  <a:pt x="672365" y="89553"/>
                </a:lnTo>
                <a:lnTo>
                  <a:pt x="672244" y="89675"/>
                </a:lnTo>
                <a:lnTo>
                  <a:pt x="672119" y="89793"/>
                </a:lnTo>
                <a:lnTo>
                  <a:pt x="671990" y="89907"/>
                </a:lnTo>
                <a:lnTo>
                  <a:pt x="671858" y="90015"/>
                </a:lnTo>
                <a:lnTo>
                  <a:pt x="671722" y="90119"/>
                </a:lnTo>
                <a:lnTo>
                  <a:pt x="671582" y="90219"/>
                </a:lnTo>
                <a:lnTo>
                  <a:pt x="671439" y="90314"/>
                </a:lnTo>
                <a:lnTo>
                  <a:pt x="671237" y="90438"/>
                </a:lnTo>
                <a:lnTo>
                  <a:pt x="671027" y="90558"/>
                </a:lnTo>
                <a:lnTo>
                  <a:pt x="670808" y="90672"/>
                </a:lnTo>
                <a:lnTo>
                  <a:pt x="670580" y="90781"/>
                </a:lnTo>
                <a:lnTo>
                  <a:pt x="670344" y="90884"/>
                </a:lnTo>
                <a:lnTo>
                  <a:pt x="670098" y="90982"/>
                </a:lnTo>
                <a:lnTo>
                  <a:pt x="669845" y="91075"/>
                </a:lnTo>
                <a:lnTo>
                  <a:pt x="669582" y="91162"/>
                </a:lnTo>
                <a:lnTo>
                  <a:pt x="669311" y="91245"/>
                </a:lnTo>
                <a:lnTo>
                  <a:pt x="669031" y="91322"/>
                </a:lnTo>
                <a:lnTo>
                  <a:pt x="668742" y="91393"/>
                </a:lnTo>
                <a:lnTo>
                  <a:pt x="668445" y="91459"/>
                </a:lnTo>
                <a:lnTo>
                  <a:pt x="668139" y="91520"/>
                </a:lnTo>
                <a:lnTo>
                  <a:pt x="667824" y="91576"/>
                </a:lnTo>
                <a:lnTo>
                  <a:pt x="667500" y="91627"/>
                </a:lnTo>
                <a:lnTo>
                  <a:pt x="667168" y="91672"/>
                </a:lnTo>
                <a:lnTo>
                  <a:pt x="666827" y="91711"/>
                </a:lnTo>
                <a:lnTo>
                  <a:pt x="666478" y="91746"/>
                </a:lnTo>
                <a:lnTo>
                  <a:pt x="666119" y="91775"/>
                </a:lnTo>
                <a:lnTo>
                  <a:pt x="665752" y="91799"/>
                </a:lnTo>
                <a:lnTo>
                  <a:pt x="665377" y="91817"/>
                </a:lnTo>
                <a:lnTo>
                  <a:pt x="664992" y="91831"/>
                </a:lnTo>
                <a:lnTo>
                  <a:pt x="664599" y="91839"/>
                </a:lnTo>
                <a:lnTo>
                  <a:pt x="664197" y="91841"/>
                </a:lnTo>
                <a:lnTo>
                  <a:pt x="664197" y="94418"/>
                </a:lnTo>
                <a:lnTo>
                  <a:pt x="696854" y="94418"/>
                </a:lnTo>
                <a:lnTo>
                  <a:pt x="696854" y="91841"/>
                </a:lnTo>
                <a:lnTo>
                  <a:pt x="696497" y="91839"/>
                </a:lnTo>
                <a:lnTo>
                  <a:pt x="696148" y="91833"/>
                </a:lnTo>
                <a:lnTo>
                  <a:pt x="695806" y="91822"/>
                </a:lnTo>
                <a:lnTo>
                  <a:pt x="695471" y="91807"/>
                </a:lnTo>
                <a:lnTo>
                  <a:pt x="695142" y="91787"/>
                </a:lnTo>
                <a:lnTo>
                  <a:pt x="694821" y="91763"/>
                </a:lnTo>
                <a:lnTo>
                  <a:pt x="694507" y="91735"/>
                </a:lnTo>
                <a:lnTo>
                  <a:pt x="694200" y="91703"/>
                </a:lnTo>
                <a:lnTo>
                  <a:pt x="693900" y="91666"/>
                </a:lnTo>
                <a:lnTo>
                  <a:pt x="693607" y="91625"/>
                </a:lnTo>
                <a:lnTo>
                  <a:pt x="693321" y="91579"/>
                </a:lnTo>
                <a:lnTo>
                  <a:pt x="693041" y="91529"/>
                </a:lnTo>
                <a:lnTo>
                  <a:pt x="692769" y="91475"/>
                </a:lnTo>
                <a:lnTo>
                  <a:pt x="692504" y="91416"/>
                </a:lnTo>
                <a:lnTo>
                  <a:pt x="692246" y="91353"/>
                </a:lnTo>
                <a:lnTo>
                  <a:pt x="691995" y="91286"/>
                </a:lnTo>
                <a:lnTo>
                  <a:pt x="691751" y="91215"/>
                </a:lnTo>
                <a:lnTo>
                  <a:pt x="691514" y="91139"/>
                </a:lnTo>
                <a:lnTo>
                  <a:pt x="691284" y="91059"/>
                </a:lnTo>
                <a:lnTo>
                  <a:pt x="691061" y="90974"/>
                </a:lnTo>
                <a:lnTo>
                  <a:pt x="690845" y="90885"/>
                </a:lnTo>
                <a:lnTo>
                  <a:pt x="690636" y="90792"/>
                </a:lnTo>
                <a:lnTo>
                  <a:pt x="690434" y="90694"/>
                </a:lnTo>
                <a:lnTo>
                  <a:pt x="690239" y="90592"/>
                </a:lnTo>
                <a:lnTo>
                  <a:pt x="690050" y="90487"/>
                </a:lnTo>
                <a:lnTo>
                  <a:pt x="689866" y="90380"/>
                </a:lnTo>
                <a:lnTo>
                  <a:pt x="689686" y="90270"/>
                </a:lnTo>
                <a:lnTo>
                  <a:pt x="689512" y="90158"/>
                </a:lnTo>
                <a:lnTo>
                  <a:pt x="689342" y="90044"/>
                </a:lnTo>
                <a:lnTo>
                  <a:pt x="689177" y="89928"/>
                </a:lnTo>
                <a:lnTo>
                  <a:pt x="689017" y="89809"/>
                </a:lnTo>
                <a:lnTo>
                  <a:pt x="688862" y="89689"/>
                </a:lnTo>
                <a:lnTo>
                  <a:pt x="688711" y="89566"/>
                </a:lnTo>
                <a:lnTo>
                  <a:pt x="688566" y="89441"/>
                </a:lnTo>
                <a:lnTo>
                  <a:pt x="688425" y="89314"/>
                </a:lnTo>
                <a:lnTo>
                  <a:pt x="688289" y="89185"/>
                </a:lnTo>
                <a:lnTo>
                  <a:pt x="688158" y="89054"/>
                </a:lnTo>
                <a:lnTo>
                  <a:pt x="688032" y="88920"/>
                </a:lnTo>
                <a:lnTo>
                  <a:pt x="687911" y="88784"/>
                </a:lnTo>
                <a:lnTo>
                  <a:pt x="687794" y="88647"/>
                </a:lnTo>
                <a:lnTo>
                  <a:pt x="687682" y="88507"/>
                </a:lnTo>
                <a:lnTo>
                  <a:pt x="687575" y="88364"/>
                </a:lnTo>
                <a:lnTo>
                  <a:pt x="687473" y="88220"/>
                </a:lnTo>
                <a:lnTo>
                  <a:pt x="687376" y="88073"/>
                </a:lnTo>
                <a:lnTo>
                  <a:pt x="687284" y="87925"/>
                </a:lnTo>
                <a:lnTo>
                  <a:pt x="687196" y="87774"/>
                </a:lnTo>
                <a:lnTo>
                  <a:pt x="687114" y="87621"/>
                </a:lnTo>
                <a:lnTo>
                  <a:pt x="687036" y="87466"/>
                </a:lnTo>
                <a:lnTo>
                  <a:pt x="686928" y="87235"/>
                </a:lnTo>
                <a:lnTo>
                  <a:pt x="686825" y="86996"/>
                </a:lnTo>
                <a:lnTo>
                  <a:pt x="686726" y="86748"/>
                </a:lnTo>
                <a:lnTo>
                  <a:pt x="686632" y="86491"/>
                </a:lnTo>
                <a:lnTo>
                  <a:pt x="686542" y="86225"/>
                </a:lnTo>
                <a:lnTo>
                  <a:pt x="686457" y="85951"/>
                </a:lnTo>
                <a:lnTo>
                  <a:pt x="686377" y="85667"/>
                </a:lnTo>
                <a:lnTo>
                  <a:pt x="686301" y="85374"/>
                </a:lnTo>
                <a:lnTo>
                  <a:pt x="686230" y="85073"/>
                </a:lnTo>
                <a:lnTo>
                  <a:pt x="686163" y="84762"/>
                </a:lnTo>
                <a:lnTo>
                  <a:pt x="686101" y="84443"/>
                </a:lnTo>
                <a:lnTo>
                  <a:pt x="686044" y="84115"/>
                </a:lnTo>
                <a:lnTo>
                  <a:pt x="685991" y="83777"/>
                </a:lnTo>
                <a:lnTo>
                  <a:pt x="685943" y="83431"/>
                </a:lnTo>
                <a:lnTo>
                  <a:pt x="685899" y="83076"/>
                </a:lnTo>
                <a:lnTo>
                  <a:pt x="685860" y="82712"/>
                </a:lnTo>
                <a:lnTo>
                  <a:pt x="685825" y="82340"/>
                </a:lnTo>
                <a:lnTo>
                  <a:pt x="685796" y="81958"/>
                </a:lnTo>
                <a:lnTo>
                  <a:pt x="685770" y="81567"/>
                </a:lnTo>
                <a:lnTo>
                  <a:pt x="685750" y="81167"/>
                </a:lnTo>
                <a:lnTo>
                  <a:pt x="685734" y="80759"/>
                </a:lnTo>
                <a:lnTo>
                  <a:pt x="685722" y="80342"/>
                </a:lnTo>
                <a:lnTo>
                  <a:pt x="685715" y="79915"/>
                </a:lnTo>
                <a:lnTo>
                  <a:pt x="685713" y="79480"/>
                </a:lnTo>
                <a:lnTo>
                  <a:pt x="685713" y="48991"/>
                </a:lnTo>
                <a:lnTo>
                  <a:pt x="685991" y="48453"/>
                </a:lnTo>
                <a:lnTo>
                  <a:pt x="686268" y="47928"/>
                </a:lnTo>
                <a:lnTo>
                  <a:pt x="686545" y="47416"/>
                </a:lnTo>
                <a:lnTo>
                  <a:pt x="686821" y="46917"/>
                </a:lnTo>
                <a:lnTo>
                  <a:pt x="687096" y="46431"/>
                </a:lnTo>
                <a:lnTo>
                  <a:pt x="687371" y="45957"/>
                </a:lnTo>
                <a:lnTo>
                  <a:pt x="687645" y="45496"/>
                </a:lnTo>
                <a:lnTo>
                  <a:pt x="687918" y="45048"/>
                </a:lnTo>
                <a:lnTo>
                  <a:pt x="688190" y="44613"/>
                </a:lnTo>
                <a:lnTo>
                  <a:pt x="688462" y="44190"/>
                </a:lnTo>
                <a:lnTo>
                  <a:pt x="688733" y="43780"/>
                </a:lnTo>
                <a:lnTo>
                  <a:pt x="689003" y="43383"/>
                </a:lnTo>
                <a:lnTo>
                  <a:pt x="689272" y="42999"/>
                </a:lnTo>
                <a:lnTo>
                  <a:pt x="689541" y="42627"/>
                </a:lnTo>
                <a:lnTo>
                  <a:pt x="689809" y="42268"/>
                </a:lnTo>
                <a:lnTo>
                  <a:pt x="690076" y="41923"/>
                </a:lnTo>
                <a:lnTo>
                  <a:pt x="690343" y="41589"/>
                </a:lnTo>
                <a:lnTo>
                  <a:pt x="690609" y="41269"/>
                </a:lnTo>
                <a:lnTo>
                  <a:pt x="690874" y="40961"/>
                </a:lnTo>
                <a:lnTo>
                  <a:pt x="691138" y="40666"/>
                </a:lnTo>
                <a:lnTo>
                  <a:pt x="691402" y="40384"/>
                </a:lnTo>
                <a:lnTo>
                  <a:pt x="691665" y="40115"/>
                </a:lnTo>
                <a:lnTo>
                  <a:pt x="691927" y="39859"/>
                </a:lnTo>
                <a:lnTo>
                  <a:pt x="692188" y="39615"/>
                </a:lnTo>
                <a:lnTo>
                  <a:pt x="692310" y="39502"/>
                </a:lnTo>
                <a:lnTo>
                  <a:pt x="692431" y="39393"/>
                </a:lnTo>
                <a:lnTo>
                  <a:pt x="692551" y="39289"/>
                </a:lnTo>
                <a:lnTo>
                  <a:pt x="692670" y="39191"/>
                </a:lnTo>
                <a:lnTo>
                  <a:pt x="692789" y="39097"/>
                </a:lnTo>
                <a:lnTo>
                  <a:pt x="692906" y="39007"/>
                </a:lnTo>
                <a:lnTo>
                  <a:pt x="693024" y="38923"/>
                </a:lnTo>
                <a:lnTo>
                  <a:pt x="693140" y="38844"/>
                </a:lnTo>
                <a:lnTo>
                  <a:pt x="693256" y="38769"/>
                </a:lnTo>
                <a:lnTo>
                  <a:pt x="693371" y="38699"/>
                </a:lnTo>
                <a:lnTo>
                  <a:pt x="693485" y="38634"/>
                </a:lnTo>
                <a:lnTo>
                  <a:pt x="693598" y="38574"/>
                </a:lnTo>
                <a:lnTo>
                  <a:pt x="693711" y="38518"/>
                </a:lnTo>
                <a:lnTo>
                  <a:pt x="693823" y="38468"/>
                </a:lnTo>
                <a:lnTo>
                  <a:pt x="693935" y="38422"/>
                </a:lnTo>
                <a:lnTo>
                  <a:pt x="694045" y="38381"/>
                </a:lnTo>
                <a:lnTo>
                  <a:pt x="694155" y="38345"/>
                </a:lnTo>
                <a:lnTo>
                  <a:pt x="694264" y="38313"/>
                </a:lnTo>
                <a:lnTo>
                  <a:pt x="694373" y="38287"/>
                </a:lnTo>
                <a:lnTo>
                  <a:pt x="694480" y="38265"/>
                </a:lnTo>
                <a:lnTo>
                  <a:pt x="694587" y="38248"/>
                </a:lnTo>
                <a:lnTo>
                  <a:pt x="694694" y="38236"/>
                </a:lnTo>
                <a:lnTo>
                  <a:pt x="694799" y="38229"/>
                </a:lnTo>
                <a:lnTo>
                  <a:pt x="694904" y="38227"/>
                </a:lnTo>
                <a:lnTo>
                  <a:pt x="695029" y="38231"/>
                </a:lnTo>
                <a:lnTo>
                  <a:pt x="695159" y="38243"/>
                </a:lnTo>
                <a:lnTo>
                  <a:pt x="695294" y="38264"/>
                </a:lnTo>
                <a:lnTo>
                  <a:pt x="695435" y="38293"/>
                </a:lnTo>
                <a:lnTo>
                  <a:pt x="695581" y="38331"/>
                </a:lnTo>
                <a:lnTo>
                  <a:pt x="695733" y="38377"/>
                </a:lnTo>
                <a:lnTo>
                  <a:pt x="695890" y="38431"/>
                </a:lnTo>
                <a:lnTo>
                  <a:pt x="696053" y="38494"/>
                </a:lnTo>
                <a:lnTo>
                  <a:pt x="696221" y="38564"/>
                </a:lnTo>
                <a:lnTo>
                  <a:pt x="696394" y="38644"/>
                </a:lnTo>
                <a:lnTo>
                  <a:pt x="696573" y="38731"/>
                </a:lnTo>
                <a:lnTo>
                  <a:pt x="696758" y="38827"/>
                </a:lnTo>
                <a:lnTo>
                  <a:pt x="696948" y="38931"/>
                </a:lnTo>
                <a:lnTo>
                  <a:pt x="697143" y="39044"/>
                </a:lnTo>
                <a:lnTo>
                  <a:pt x="697344" y="39165"/>
                </a:lnTo>
                <a:lnTo>
                  <a:pt x="697550" y="39294"/>
                </a:lnTo>
                <a:lnTo>
                  <a:pt x="697762" y="39432"/>
                </a:lnTo>
                <a:lnTo>
                  <a:pt x="697979" y="39578"/>
                </a:lnTo>
                <a:lnTo>
                  <a:pt x="698201" y="39732"/>
                </a:lnTo>
                <a:lnTo>
                  <a:pt x="698429" y="39895"/>
                </a:lnTo>
                <a:lnTo>
                  <a:pt x="698662" y="40066"/>
                </a:lnTo>
                <a:lnTo>
                  <a:pt x="698901" y="40245"/>
                </a:lnTo>
                <a:lnTo>
                  <a:pt x="699145" y="40433"/>
                </a:lnTo>
                <a:lnTo>
                  <a:pt x="699395" y="40629"/>
                </a:lnTo>
                <a:lnTo>
                  <a:pt x="699646" y="40825"/>
                </a:lnTo>
                <a:lnTo>
                  <a:pt x="699896" y="41013"/>
                </a:lnTo>
                <a:lnTo>
                  <a:pt x="700143" y="41192"/>
                </a:lnTo>
                <a:lnTo>
                  <a:pt x="700388" y="41363"/>
                </a:lnTo>
                <a:lnTo>
                  <a:pt x="700631" y="41525"/>
                </a:lnTo>
                <a:lnTo>
                  <a:pt x="700873" y="41680"/>
                </a:lnTo>
                <a:lnTo>
                  <a:pt x="701112" y="41826"/>
                </a:lnTo>
                <a:lnTo>
                  <a:pt x="701349" y="41963"/>
                </a:lnTo>
                <a:lnTo>
                  <a:pt x="701584" y="42093"/>
                </a:lnTo>
                <a:lnTo>
                  <a:pt x="701816" y="42214"/>
                </a:lnTo>
                <a:lnTo>
                  <a:pt x="702047" y="42326"/>
                </a:lnTo>
                <a:lnTo>
                  <a:pt x="702276" y="42430"/>
                </a:lnTo>
                <a:lnTo>
                  <a:pt x="702503" y="42526"/>
                </a:lnTo>
                <a:lnTo>
                  <a:pt x="702727" y="42614"/>
                </a:lnTo>
                <a:lnTo>
                  <a:pt x="702950" y="42693"/>
                </a:lnTo>
                <a:lnTo>
                  <a:pt x="703171" y="42764"/>
                </a:lnTo>
                <a:lnTo>
                  <a:pt x="703389" y="42827"/>
                </a:lnTo>
                <a:lnTo>
                  <a:pt x="703606" y="42881"/>
                </a:lnTo>
                <a:lnTo>
                  <a:pt x="703820" y="42927"/>
                </a:lnTo>
                <a:lnTo>
                  <a:pt x="704032" y="42964"/>
                </a:lnTo>
                <a:lnTo>
                  <a:pt x="704243" y="42994"/>
                </a:lnTo>
                <a:lnTo>
                  <a:pt x="704451" y="43014"/>
                </a:lnTo>
                <a:lnTo>
                  <a:pt x="704657" y="43027"/>
                </a:lnTo>
                <a:lnTo>
                  <a:pt x="704861" y="43031"/>
                </a:lnTo>
                <a:lnTo>
                  <a:pt x="705069" y="43028"/>
                </a:lnTo>
                <a:lnTo>
                  <a:pt x="705274" y="43018"/>
                </a:lnTo>
                <a:lnTo>
                  <a:pt x="705477" y="43002"/>
                </a:lnTo>
                <a:lnTo>
                  <a:pt x="705677" y="42979"/>
                </a:lnTo>
                <a:lnTo>
                  <a:pt x="705875" y="42949"/>
                </a:lnTo>
                <a:lnTo>
                  <a:pt x="706071" y="42914"/>
                </a:lnTo>
                <a:lnTo>
                  <a:pt x="706264" y="42871"/>
                </a:lnTo>
                <a:lnTo>
                  <a:pt x="706455" y="42822"/>
                </a:lnTo>
                <a:lnTo>
                  <a:pt x="706643" y="42767"/>
                </a:lnTo>
                <a:lnTo>
                  <a:pt x="706829" y="42705"/>
                </a:lnTo>
                <a:lnTo>
                  <a:pt x="707013" y="42636"/>
                </a:lnTo>
                <a:lnTo>
                  <a:pt x="707194" y="42561"/>
                </a:lnTo>
                <a:lnTo>
                  <a:pt x="707372" y="42479"/>
                </a:lnTo>
                <a:lnTo>
                  <a:pt x="707549" y="42391"/>
                </a:lnTo>
                <a:lnTo>
                  <a:pt x="707722" y="42297"/>
                </a:lnTo>
                <a:lnTo>
                  <a:pt x="707894" y="42195"/>
                </a:lnTo>
                <a:lnTo>
                  <a:pt x="708063" y="42088"/>
                </a:lnTo>
                <a:lnTo>
                  <a:pt x="708229" y="41974"/>
                </a:lnTo>
                <a:lnTo>
                  <a:pt x="708393" y="41853"/>
                </a:lnTo>
                <a:lnTo>
                  <a:pt x="708555" y="41725"/>
                </a:lnTo>
                <a:lnTo>
                  <a:pt x="708715" y="41592"/>
                </a:lnTo>
                <a:lnTo>
                  <a:pt x="708871" y="41451"/>
                </a:lnTo>
                <a:lnTo>
                  <a:pt x="709026" y="41304"/>
                </a:lnTo>
                <a:lnTo>
                  <a:pt x="709178" y="41151"/>
                </a:lnTo>
                <a:lnTo>
                  <a:pt x="709326" y="40993"/>
                </a:lnTo>
                <a:lnTo>
                  <a:pt x="709467" y="40832"/>
                </a:lnTo>
                <a:lnTo>
                  <a:pt x="709602" y="40668"/>
                </a:lnTo>
                <a:lnTo>
                  <a:pt x="709731" y="40501"/>
                </a:lnTo>
                <a:lnTo>
                  <a:pt x="709854" y="40331"/>
                </a:lnTo>
                <a:lnTo>
                  <a:pt x="709970" y="40159"/>
                </a:lnTo>
                <a:lnTo>
                  <a:pt x="710080" y="39983"/>
                </a:lnTo>
                <a:lnTo>
                  <a:pt x="710184" y="39805"/>
                </a:lnTo>
                <a:lnTo>
                  <a:pt x="710281" y="39624"/>
                </a:lnTo>
                <a:lnTo>
                  <a:pt x="710372" y="39439"/>
                </a:lnTo>
                <a:lnTo>
                  <a:pt x="710457" y="39252"/>
                </a:lnTo>
                <a:lnTo>
                  <a:pt x="710536" y="39062"/>
                </a:lnTo>
                <a:lnTo>
                  <a:pt x="710608" y="38869"/>
                </a:lnTo>
                <a:lnTo>
                  <a:pt x="710674" y="38673"/>
                </a:lnTo>
                <a:lnTo>
                  <a:pt x="710734" y="38475"/>
                </a:lnTo>
                <a:lnTo>
                  <a:pt x="710787" y="38273"/>
                </a:lnTo>
                <a:lnTo>
                  <a:pt x="710834" y="38068"/>
                </a:lnTo>
                <a:lnTo>
                  <a:pt x="710875" y="37861"/>
                </a:lnTo>
                <a:lnTo>
                  <a:pt x="710910" y="37651"/>
                </a:lnTo>
                <a:lnTo>
                  <a:pt x="710938" y="37437"/>
                </a:lnTo>
                <a:lnTo>
                  <a:pt x="710960" y="37221"/>
                </a:lnTo>
                <a:lnTo>
                  <a:pt x="710976" y="37002"/>
                </a:lnTo>
                <a:lnTo>
                  <a:pt x="710985" y="36780"/>
                </a:lnTo>
                <a:lnTo>
                  <a:pt x="710988" y="36609"/>
                </a:lnTo>
                <a:lnTo>
                  <a:pt x="711684" y="39110"/>
                </a:lnTo>
                <a:lnTo>
                  <a:pt x="711909" y="39025"/>
                </a:lnTo>
                <a:lnTo>
                  <a:pt x="712132" y="38944"/>
                </a:lnTo>
                <a:lnTo>
                  <a:pt x="712354" y="38866"/>
                </a:lnTo>
                <a:lnTo>
                  <a:pt x="712573" y="38792"/>
                </a:lnTo>
                <a:lnTo>
                  <a:pt x="712791" y="38721"/>
                </a:lnTo>
                <a:lnTo>
                  <a:pt x="713007" y="38654"/>
                </a:lnTo>
                <a:lnTo>
                  <a:pt x="713220" y="38591"/>
                </a:lnTo>
                <a:lnTo>
                  <a:pt x="713432" y="38531"/>
                </a:lnTo>
                <a:lnTo>
                  <a:pt x="713642" y="38475"/>
                </a:lnTo>
                <a:lnTo>
                  <a:pt x="713850" y="38422"/>
                </a:lnTo>
                <a:lnTo>
                  <a:pt x="714056" y="38374"/>
                </a:lnTo>
                <a:lnTo>
                  <a:pt x="714260" y="38328"/>
                </a:lnTo>
                <a:lnTo>
                  <a:pt x="714462" y="38287"/>
                </a:lnTo>
                <a:lnTo>
                  <a:pt x="714662" y="38249"/>
                </a:lnTo>
                <a:lnTo>
                  <a:pt x="714860" y="38214"/>
                </a:lnTo>
                <a:lnTo>
                  <a:pt x="715057" y="38184"/>
                </a:lnTo>
                <a:lnTo>
                  <a:pt x="715251" y="38156"/>
                </a:lnTo>
                <a:lnTo>
                  <a:pt x="715444" y="38133"/>
                </a:lnTo>
                <a:lnTo>
                  <a:pt x="715634" y="38113"/>
                </a:lnTo>
                <a:lnTo>
                  <a:pt x="715823" y="38097"/>
                </a:lnTo>
                <a:lnTo>
                  <a:pt x="716009" y="38084"/>
                </a:lnTo>
                <a:lnTo>
                  <a:pt x="716194" y="38075"/>
                </a:lnTo>
                <a:lnTo>
                  <a:pt x="716377" y="38070"/>
                </a:lnTo>
                <a:lnTo>
                  <a:pt x="716558" y="38068"/>
                </a:lnTo>
                <a:lnTo>
                  <a:pt x="716707" y="38069"/>
                </a:lnTo>
                <a:lnTo>
                  <a:pt x="716855" y="38075"/>
                </a:lnTo>
                <a:lnTo>
                  <a:pt x="717001" y="38083"/>
                </a:lnTo>
                <a:lnTo>
                  <a:pt x="717145" y="38095"/>
                </a:lnTo>
                <a:lnTo>
                  <a:pt x="717286" y="38110"/>
                </a:lnTo>
                <a:lnTo>
                  <a:pt x="717426" y="38129"/>
                </a:lnTo>
                <a:lnTo>
                  <a:pt x="717563" y="38151"/>
                </a:lnTo>
                <a:lnTo>
                  <a:pt x="717699" y="38176"/>
                </a:lnTo>
                <a:lnTo>
                  <a:pt x="717832" y="38205"/>
                </a:lnTo>
                <a:lnTo>
                  <a:pt x="717964" y="38237"/>
                </a:lnTo>
                <a:lnTo>
                  <a:pt x="718093" y="38272"/>
                </a:lnTo>
                <a:lnTo>
                  <a:pt x="718220" y="38311"/>
                </a:lnTo>
                <a:lnTo>
                  <a:pt x="718345" y="38353"/>
                </a:lnTo>
                <a:lnTo>
                  <a:pt x="718468" y="38399"/>
                </a:lnTo>
                <a:lnTo>
                  <a:pt x="718589" y="38448"/>
                </a:lnTo>
                <a:lnTo>
                  <a:pt x="718708" y="38500"/>
                </a:lnTo>
                <a:lnTo>
                  <a:pt x="718825" y="38556"/>
                </a:lnTo>
                <a:lnTo>
                  <a:pt x="718940" y="38615"/>
                </a:lnTo>
                <a:lnTo>
                  <a:pt x="719053" y="38677"/>
                </a:lnTo>
                <a:lnTo>
                  <a:pt x="719164" y="38743"/>
                </a:lnTo>
                <a:lnTo>
                  <a:pt x="719273" y="38812"/>
                </a:lnTo>
                <a:lnTo>
                  <a:pt x="719379" y="38885"/>
                </a:lnTo>
                <a:lnTo>
                  <a:pt x="719484" y="38961"/>
                </a:lnTo>
                <a:lnTo>
                  <a:pt x="719587" y="39040"/>
                </a:lnTo>
                <a:lnTo>
                  <a:pt x="719687" y="39123"/>
                </a:lnTo>
                <a:lnTo>
                  <a:pt x="719784" y="39210"/>
                </a:lnTo>
                <a:lnTo>
                  <a:pt x="719879" y="39301"/>
                </a:lnTo>
                <a:lnTo>
                  <a:pt x="719971" y="39396"/>
                </a:lnTo>
                <a:lnTo>
                  <a:pt x="720061" y="39495"/>
                </a:lnTo>
                <a:lnTo>
                  <a:pt x="720148" y="39598"/>
                </a:lnTo>
                <a:lnTo>
                  <a:pt x="720232" y="39705"/>
                </a:lnTo>
                <a:lnTo>
                  <a:pt x="720314" y="39816"/>
                </a:lnTo>
                <a:lnTo>
                  <a:pt x="720393" y="39931"/>
                </a:lnTo>
                <a:lnTo>
                  <a:pt x="720469" y="40050"/>
                </a:lnTo>
                <a:lnTo>
                  <a:pt x="720543" y="40173"/>
                </a:lnTo>
                <a:lnTo>
                  <a:pt x="720614" y="40300"/>
                </a:lnTo>
                <a:lnTo>
                  <a:pt x="720682" y="40431"/>
                </a:lnTo>
                <a:lnTo>
                  <a:pt x="720748" y="40565"/>
                </a:lnTo>
                <a:lnTo>
                  <a:pt x="720810" y="40704"/>
                </a:lnTo>
                <a:lnTo>
                  <a:pt x="720871" y="40847"/>
                </a:lnTo>
                <a:lnTo>
                  <a:pt x="720928" y="40994"/>
                </a:lnTo>
                <a:lnTo>
                  <a:pt x="720983" y="41144"/>
                </a:lnTo>
                <a:lnTo>
                  <a:pt x="721036" y="41299"/>
                </a:lnTo>
                <a:lnTo>
                  <a:pt x="721086" y="41458"/>
                </a:lnTo>
                <a:lnTo>
                  <a:pt x="721133" y="41620"/>
                </a:lnTo>
                <a:lnTo>
                  <a:pt x="721177" y="41787"/>
                </a:lnTo>
                <a:lnTo>
                  <a:pt x="721219" y="41958"/>
                </a:lnTo>
                <a:lnTo>
                  <a:pt x="721258" y="42132"/>
                </a:lnTo>
                <a:lnTo>
                  <a:pt x="721295" y="42324"/>
                </a:lnTo>
                <a:lnTo>
                  <a:pt x="721330" y="42548"/>
                </a:lnTo>
                <a:lnTo>
                  <a:pt x="721364" y="42802"/>
                </a:lnTo>
                <a:lnTo>
                  <a:pt x="721396" y="43088"/>
                </a:lnTo>
                <a:lnTo>
                  <a:pt x="721427" y="43405"/>
                </a:lnTo>
                <a:lnTo>
                  <a:pt x="721456" y="43753"/>
                </a:lnTo>
                <a:lnTo>
                  <a:pt x="721483" y="44133"/>
                </a:lnTo>
                <a:lnTo>
                  <a:pt x="721509" y="44544"/>
                </a:lnTo>
                <a:lnTo>
                  <a:pt x="721533" y="44986"/>
                </a:lnTo>
                <a:lnTo>
                  <a:pt x="721556" y="45459"/>
                </a:lnTo>
                <a:lnTo>
                  <a:pt x="721577" y="45964"/>
                </a:lnTo>
                <a:lnTo>
                  <a:pt x="721597" y="46499"/>
                </a:lnTo>
                <a:lnTo>
                  <a:pt x="721615" y="47067"/>
                </a:lnTo>
                <a:lnTo>
                  <a:pt x="721632" y="47665"/>
                </a:lnTo>
                <a:lnTo>
                  <a:pt x="721647" y="48294"/>
                </a:lnTo>
                <a:lnTo>
                  <a:pt x="721660" y="48955"/>
                </a:lnTo>
                <a:lnTo>
                  <a:pt x="721672" y="49647"/>
                </a:lnTo>
                <a:lnTo>
                  <a:pt x="721682" y="50370"/>
                </a:lnTo>
                <a:lnTo>
                  <a:pt x="721691" y="51125"/>
                </a:lnTo>
                <a:lnTo>
                  <a:pt x="721698" y="51911"/>
                </a:lnTo>
                <a:lnTo>
                  <a:pt x="721703" y="52728"/>
                </a:lnTo>
                <a:lnTo>
                  <a:pt x="721707" y="53576"/>
                </a:lnTo>
                <a:lnTo>
                  <a:pt x="721709" y="54456"/>
                </a:lnTo>
                <a:lnTo>
                  <a:pt x="721710" y="55366"/>
                </a:lnTo>
                <a:lnTo>
                  <a:pt x="721710" y="80030"/>
                </a:lnTo>
                <a:lnTo>
                  <a:pt x="721710" y="80486"/>
                </a:lnTo>
                <a:lnTo>
                  <a:pt x="721708" y="80926"/>
                </a:lnTo>
                <a:lnTo>
                  <a:pt x="721705" y="81351"/>
                </a:lnTo>
                <a:lnTo>
                  <a:pt x="721701" y="81761"/>
                </a:lnTo>
                <a:lnTo>
                  <a:pt x="721695" y="82156"/>
                </a:lnTo>
                <a:lnTo>
                  <a:pt x="721688" y="82536"/>
                </a:lnTo>
                <a:lnTo>
                  <a:pt x="721681" y="82900"/>
                </a:lnTo>
                <a:lnTo>
                  <a:pt x="721672" y="83249"/>
                </a:lnTo>
                <a:lnTo>
                  <a:pt x="721661" y="83583"/>
                </a:lnTo>
                <a:lnTo>
                  <a:pt x="721650" y="83902"/>
                </a:lnTo>
                <a:lnTo>
                  <a:pt x="721637" y="84205"/>
                </a:lnTo>
                <a:lnTo>
                  <a:pt x="721623" y="84494"/>
                </a:lnTo>
                <a:lnTo>
                  <a:pt x="721608" y="84767"/>
                </a:lnTo>
                <a:lnTo>
                  <a:pt x="721592" y="85025"/>
                </a:lnTo>
                <a:lnTo>
                  <a:pt x="721574" y="85268"/>
                </a:lnTo>
                <a:lnTo>
                  <a:pt x="721556" y="85495"/>
                </a:lnTo>
                <a:lnTo>
                  <a:pt x="721536" y="85708"/>
                </a:lnTo>
                <a:lnTo>
                  <a:pt x="721514" y="85905"/>
                </a:lnTo>
                <a:lnTo>
                  <a:pt x="721492" y="86087"/>
                </a:lnTo>
                <a:lnTo>
                  <a:pt x="721468" y="86254"/>
                </a:lnTo>
                <a:lnTo>
                  <a:pt x="721444" y="86406"/>
                </a:lnTo>
                <a:lnTo>
                  <a:pt x="721418" y="86542"/>
                </a:lnTo>
                <a:lnTo>
                  <a:pt x="721390" y="86663"/>
                </a:lnTo>
                <a:lnTo>
                  <a:pt x="721362" y="86769"/>
                </a:lnTo>
                <a:lnTo>
                  <a:pt x="721302" y="86970"/>
                </a:lnTo>
                <a:lnTo>
                  <a:pt x="721239" y="87166"/>
                </a:lnTo>
                <a:lnTo>
                  <a:pt x="721172" y="87357"/>
                </a:lnTo>
                <a:lnTo>
                  <a:pt x="721101" y="87543"/>
                </a:lnTo>
                <a:lnTo>
                  <a:pt x="721027" y="87726"/>
                </a:lnTo>
                <a:lnTo>
                  <a:pt x="720949" y="87903"/>
                </a:lnTo>
                <a:lnTo>
                  <a:pt x="720867" y="88076"/>
                </a:lnTo>
                <a:lnTo>
                  <a:pt x="720782" y="88244"/>
                </a:lnTo>
                <a:lnTo>
                  <a:pt x="720693" y="88408"/>
                </a:lnTo>
                <a:lnTo>
                  <a:pt x="720601" y="88567"/>
                </a:lnTo>
                <a:lnTo>
                  <a:pt x="720504" y="88722"/>
                </a:lnTo>
                <a:lnTo>
                  <a:pt x="720405" y="88872"/>
                </a:lnTo>
                <a:lnTo>
                  <a:pt x="720301" y="89017"/>
                </a:lnTo>
                <a:lnTo>
                  <a:pt x="720194" y="89158"/>
                </a:lnTo>
                <a:lnTo>
                  <a:pt x="720084" y="89294"/>
                </a:lnTo>
                <a:lnTo>
                  <a:pt x="719969" y="89426"/>
                </a:lnTo>
                <a:lnTo>
                  <a:pt x="719852" y="89553"/>
                </a:lnTo>
                <a:lnTo>
                  <a:pt x="719730" y="89675"/>
                </a:lnTo>
                <a:lnTo>
                  <a:pt x="719605" y="89793"/>
                </a:lnTo>
                <a:lnTo>
                  <a:pt x="719476" y="89907"/>
                </a:lnTo>
                <a:lnTo>
                  <a:pt x="719344" y="90015"/>
                </a:lnTo>
                <a:lnTo>
                  <a:pt x="719208" y="90119"/>
                </a:lnTo>
                <a:lnTo>
                  <a:pt x="719068" y="90219"/>
                </a:lnTo>
                <a:lnTo>
                  <a:pt x="718925" y="90314"/>
                </a:lnTo>
                <a:lnTo>
                  <a:pt x="718723" y="90438"/>
                </a:lnTo>
                <a:lnTo>
                  <a:pt x="718513" y="90558"/>
                </a:lnTo>
                <a:lnTo>
                  <a:pt x="718294" y="90672"/>
                </a:lnTo>
                <a:lnTo>
                  <a:pt x="718066" y="90781"/>
                </a:lnTo>
                <a:lnTo>
                  <a:pt x="717830" y="90884"/>
                </a:lnTo>
                <a:lnTo>
                  <a:pt x="717585" y="90982"/>
                </a:lnTo>
                <a:lnTo>
                  <a:pt x="717331" y="91075"/>
                </a:lnTo>
                <a:lnTo>
                  <a:pt x="717068" y="91162"/>
                </a:lnTo>
                <a:lnTo>
                  <a:pt x="716797" y="91245"/>
                </a:lnTo>
                <a:lnTo>
                  <a:pt x="716517" y="91322"/>
                </a:lnTo>
                <a:lnTo>
                  <a:pt x="716228" y="91393"/>
                </a:lnTo>
                <a:lnTo>
                  <a:pt x="715931" y="91459"/>
                </a:lnTo>
                <a:lnTo>
                  <a:pt x="715625" y="91520"/>
                </a:lnTo>
                <a:lnTo>
                  <a:pt x="715310" y="91576"/>
                </a:lnTo>
                <a:lnTo>
                  <a:pt x="714987" y="91627"/>
                </a:lnTo>
                <a:lnTo>
                  <a:pt x="714654" y="91672"/>
                </a:lnTo>
                <a:lnTo>
                  <a:pt x="714314" y="91711"/>
                </a:lnTo>
                <a:lnTo>
                  <a:pt x="713964" y="91746"/>
                </a:lnTo>
                <a:lnTo>
                  <a:pt x="713606" y="91775"/>
                </a:lnTo>
                <a:lnTo>
                  <a:pt x="713239" y="91799"/>
                </a:lnTo>
                <a:lnTo>
                  <a:pt x="712863" y="91817"/>
                </a:lnTo>
                <a:lnTo>
                  <a:pt x="712479" y="91831"/>
                </a:lnTo>
                <a:lnTo>
                  <a:pt x="712085" y="91839"/>
                </a:lnTo>
                <a:lnTo>
                  <a:pt x="711684" y="91841"/>
                </a:lnTo>
                <a:lnTo>
                  <a:pt x="711684" y="94418"/>
                </a:lnTo>
                <a:lnTo>
                  <a:pt x="744340" y="94418"/>
                </a:lnTo>
                <a:lnTo>
                  <a:pt x="744340" y="91841"/>
                </a:lnTo>
                <a:lnTo>
                  <a:pt x="743984" y="91839"/>
                </a:lnTo>
                <a:lnTo>
                  <a:pt x="743634" y="91833"/>
                </a:lnTo>
                <a:lnTo>
                  <a:pt x="743292" y="91822"/>
                </a:lnTo>
                <a:lnTo>
                  <a:pt x="742957" y="91807"/>
                </a:lnTo>
                <a:lnTo>
                  <a:pt x="742629" y="91787"/>
                </a:lnTo>
                <a:lnTo>
                  <a:pt x="742308" y="91763"/>
                </a:lnTo>
                <a:lnTo>
                  <a:pt x="741993" y="91735"/>
                </a:lnTo>
                <a:lnTo>
                  <a:pt x="741686" y="91703"/>
                </a:lnTo>
                <a:lnTo>
                  <a:pt x="741386" y="91666"/>
                </a:lnTo>
                <a:lnTo>
                  <a:pt x="741093" y="91625"/>
                </a:lnTo>
                <a:lnTo>
                  <a:pt x="740807" y="91579"/>
                </a:lnTo>
                <a:lnTo>
                  <a:pt x="740528" y="91529"/>
                </a:lnTo>
                <a:lnTo>
                  <a:pt x="740256" y="91475"/>
                </a:lnTo>
                <a:lnTo>
                  <a:pt x="739990" y="91416"/>
                </a:lnTo>
                <a:lnTo>
                  <a:pt x="739732" y="91353"/>
                </a:lnTo>
                <a:lnTo>
                  <a:pt x="739481" y="91286"/>
                </a:lnTo>
                <a:lnTo>
                  <a:pt x="739237" y="91215"/>
                </a:lnTo>
                <a:lnTo>
                  <a:pt x="739000" y="91139"/>
                </a:lnTo>
                <a:lnTo>
                  <a:pt x="738770" y="91059"/>
                </a:lnTo>
                <a:lnTo>
                  <a:pt x="738547" y="90974"/>
                </a:lnTo>
                <a:lnTo>
                  <a:pt x="738331" y="90885"/>
                </a:lnTo>
                <a:lnTo>
                  <a:pt x="738122" y="90792"/>
                </a:lnTo>
                <a:lnTo>
                  <a:pt x="737920" y="90694"/>
                </a:lnTo>
                <a:lnTo>
                  <a:pt x="737725" y="90592"/>
                </a:lnTo>
                <a:lnTo>
                  <a:pt x="737536" y="90487"/>
                </a:lnTo>
                <a:lnTo>
                  <a:pt x="737352" y="90380"/>
                </a:lnTo>
                <a:lnTo>
                  <a:pt x="737172" y="90270"/>
                </a:lnTo>
                <a:lnTo>
                  <a:pt x="736998" y="90158"/>
                </a:lnTo>
                <a:lnTo>
                  <a:pt x="736828" y="90044"/>
                </a:lnTo>
                <a:lnTo>
                  <a:pt x="736663" y="89928"/>
                </a:lnTo>
                <a:lnTo>
                  <a:pt x="736503" y="89809"/>
                </a:lnTo>
                <a:lnTo>
                  <a:pt x="736348" y="89689"/>
                </a:lnTo>
                <a:lnTo>
                  <a:pt x="736198" y="89566"/>
                </a:lnTo>
                <a:lnTo>
                  <a:pt x="736052" y="89441"/>
                </a:lnTo>
                <a:lnTo>
                  <a:pt x="735911" y="89314"/>
                </a:lnTo>
                <a:lnTo>
                  <a:pt x="735775" y="89185"/>
                </a:lnTo>
                <a:lnTo>
                  <a:pt x="735644" y="89054"/>
                </a:lnTo>
                <a:lnTo>
                  <a:pt x="735518" y="88920"/>
                </a:lnTo>
                <a:lnTo>
                  <a:pt x="735397" y="88784"/>
                </a:lnTo>
                <a:lnTo>
                  <a:pt x="735280" y="88647"/>
                </a:lnTo>
                <a:lnTo>
                  <a:pt x="735169" y="88507"/>
                </a:lnTo>
                <a:lnTo>
                  <a:pt x="735062" y="88364"/>
                </a:lnTo>
                <a:lnTo>
                  <a:pt x="734960" y="88220"/>
                </a:lnTo>
                <a:lnTo>
                  <a:pt x="734862" y="88073"/>
                </a:lnTo>
                <a:lnTo>
                  <a:pt x="734770" y="87925"/>
                </a:lnTo>
                <a:lnTo>
                  <a:pt x="734683" y="87774"/>
                </a:lnTo>
                <a:lnTo>
                  <a:pt x="734600" y="87621"/>
                </a:lnTo>
                <a:lnTo>
                  <a:pt x="734522" y="87466"/>
                </a:lnTo>
                <a:lnTo>
                  <a:pt x="734414" y="87235"/>
                </a:lnTo>
                <a:lnTo>
                  <a:pt x="734311" y="86996"/>
                </a:lnTo>
                <a:lnTo>
                  <a:pt x="734212" y="86748"/>
                </a:lnTo>
                <a:lnTo>
                  <a:pt x="734118" y="86491"/>
                </a:lnTo>
                <a:lnTo>
                  <a:pt x="734028" y="86225"/>
                </a:lnTo>
                <a:lnTo>
                  <a:pt x="733943" y="85951"/>
                </a:lnTo>
                <a:lnTo>
                  <a:pt x="733863" y="85667"/>
                </a:lnTo>
                <a:lnTo>
                  <a:pt x="733787" y="85374"/>
                </a:lnTo>
                <a:lnTo>
                  <a:pt x="733716" y="85073"/>
                </a:lnTo>
                <a:lnTo>
                  <a:pt x="733649" y="84762"/>
                </a:lnTo>
                <a:lnTo>
                  <a:pt x="733587" y="84443"/>
                </a:lnTo>
                <a:lnTo>
                  <a:pt x="733530" y="84115"/>
                </a:lnTo>
                <a:lnTo>
                  <a:pt x="733477" y="83777"/>
                </a:lnTo>
                <a:lnTo>
                  <a:pt x="733429" y="83431"/>
                </a:lnTo>
                <a:lnTo>
                  <a:pt x="733385" y="83076"/>
                </a:lnTo>
                <a:lnTo>
                  <a:pt x="733346" y="82712"/>
                </a:lnTo>
                <a:lnTo>
                  <a:pt x="733312" y="82340"/>
                </a:lnTo>
                <a:lnTo>
                  <a:pt x="733282" y="81958"/>
                </a:lnTo>
                <a:lnTo>
                  <a:pt x="733257" y="81567"/>
                </a:lnTo>
                <a:lnTo>
                  <a:pt x="733236" y="81167"/>
                </a:lnTo>
                <a:lnTo>
                  <a:pt x="733220" y="80759"/>
                </a:lnTo>
                <a:lnTo>
                  <a:pt x="733208" y="80342"/>
                </a:lnTo>
                <a:lnTo>
                  <a:pt x="733201" y="79915"/>
                </a:lnTo>
                <a:lnTo>
                  <a:pt x="733199" y="79480"/>
                </a:lnTo>
                <a:lnTo>
                  <a:pt x="733199" y="48991"/>
                </a:lnTo>
                <a:lnTo>
                  <a:pt x="733477" y="48453"/>
                </a:lnTo>
                <a:lnTo>
                  <a:pt x="733755" y="47928"/>
                </a:lnTo>
                <a:lnTo>
                  <a:pt x="734031" y="47416"/>
                </a:lnTo>
                <a:lnTo>
                  <a:pt x="734307" y="46917"/>
                </a:lnTo>
                <a:lnTo>
                  <a:pt x="734583" y="46431"/>
                </a:lnTo>
                <a:lnTo>
                  <a:pt x="734857" y="45957"/>
                </a:lnTo>
                <a:lnTo>
                  <a:pt x="735131" y="45496"/>
                </a:lnTo>
                <a:lnTo>
                  <a:pt x="735404" y="45048"/>
                </a:lnTo>
                <a:lnTo>
                  <a:pt x="735676" y="44613"/>
                </a:lnTo>
                <a:lnTo>
                  <a:pt x="735948" y="44190"/>
                </a:lnTo>
                <a:lnTo>
                  <a:pt x="736219" y="43780"/>
                </a:lnTo>
                <a:lnTo>
                  <a:pt x="736489" y="43383"/>
                </a:lnTo>
                <a:lnTo>
                  <a:pt x="736759" y="42999"/>
                </a:lnTo>
                <a:lnTo>
                  <a:pt x="737027" y="42627"/>
                </a:lnTo>
                <a:lnTo>
                  <a:pt x="737295" y="42268"/>
                </a:lnTo>
                <a:lnTo>
                  <a:pt x="737563" y="41923"/>
                </a:lnTo>
                <a:lnTo>
                  <a:pt x="737829" y="41589"/>
                </a:lnTo>
                <a:lnTo>
                  <a:pt x="738095" y="41269"/>
                </a:lnTo>
                <a:lnTo>
                  <a:pt x="738360" y="40961"/>
                </a:lnTo>
                <a:lnTo>
                  <a:pt x="738624" y="40666"/>
                </a:lnTo>
                <a:lnTo>
                  <a:pt x="738888" y="40384"/>
                </a:lnTo>
                <a:lnTo>
                  <a:pt x="739151" y="40115"/>
                </a:lnTo>
                <a:lnTo>
                  <a:pt x="739413" y="39859"/>
                </a:lnTo>
                <a:lnTo>
                  <a:pt x="739675" y="39615"/>
                </a:lnTo>
                <a:lnTo>
                  <a:pt x="739796" y="39502"/>
                </a:lnTo>
                <a:lnTo>
                  <a:pt x="739917" y="39393"/>
                </a:lnTo>
                <a:lnTo>
                  <a:pt x="740037" y="39289"/>
                </a:lnTo>
                <a:lnTo>
                  <a:pt x="740156" y="39191"/>
                </a:lnTo>
                <a:lnTo>
                  <a:pt x="740275" y="39097"/>
                </a:lnTo>
                <a:lnTo>
                  <a:pt x="740393" y="39007"/>
                </a:lnTo>
                <a:lnTo>
                  <a:pt x="740510" y="38923"/>
                </a:lnTo>
                <a:lnTo>
                  <a:pt x="740626" y="38844"/>
                </a:lnTo>
                <a:lnTo>
                  <a:pt x="740742" y="38769"/>
                </a:lnTo>
                <a:lnTo>
                  <a:pt x="740857" y="38699"/>
                </a:lnTo>
                <a:lnTo>
                  <a:pt x="740971" y="38634"/>
                </a:lnTo>
                <a:lnTo>
                  <a:pt x="741085" y="38574"/>
                </a:lnTo>
                <a:lnTo>
                  <a:pt x="741197" y="38518"/>
                </a:lnTo>
                <a:lnTo>
                  <a:pt x="741309" y="38468"/>
                </a:lnTo>
                <a:lnTo>
                  <a:pt x="741421" y="38422"/>
                </a:lnTo>
                <a:lnTo>
                  <a:pt x="741531" y="38381"/>
                </a:lnTo>
                <a:lnTo>
                  <a:pt x="741641" y="38345"/>
                </a:lnTo>
                <a:lnTo>
                  <a:pt x="741750" y="38313"/>
                </a:lnTo>
                <a:lnTo>
                  <a:pt x="741859" y="38287"/>
                </a:lnTo>
                <a:lnTo>
                  <a:pt x="741967" y="38265"/>
                </a:lnTo>
                <a:lnTo>
                  <a:pt x="742074" y="38248"/>
                </a:lnTo>
                <a:lnTo>
                  <a:pt x="742180" y="38236"/>
                </a:lnTo>
                <a:lnTo>
                  <a:pt x="742285" y="38229"/>
                </a:lnTo>
                <a:lnTo>
                  <a:pt x="742390" y="38227"/>
                </a:lnTo>
                <a:lnTo>
                  <a:pt x="742515" y="38231"/>
                </a:lnTo>
                <a:lnTo>
                  <a:pt x="742645" y="38243"/>
                </a:lnTo>
                <a:lnTo>
                  <a:pt x="742780" y="38264"/>
                </a:lnTo>
                <a:lnTo>
                  <a:pt x="742921" y="38293"/>
                </a:lnTo>
                <a:lnTo>
                  <a:pt x="743067" y="38331"/>
                </a:lnTo>
                <a:lnTo>
                  <a:pt x="743219" y="38377"/>
                </a:lnTo>
                <a:lnTo>
                  <a:pt x="743376" y="38431"/>
                </a:lnTo>
                <a:lnTo>
                  <a:pt x="743539" y="38494"/>
                </a:lnTo>
                <a:lnTo>
                  <a:pt x="743707" y="38564"/>
                </a:lnTo>
                <a:lnTo>
                  <a:pt x="743881" y="38644"/>
                </a:lnTo>
                <a:lnTo>
                  <a:pt x="744060" y="38731"/>
                </a:lnTo>
                <a:lnTo>
                  <a:pt x="744244" y="38827"/>
                </a:lnTo>
                <a:lnTo>
                  <a:pt x="744434" y="38931"/>
                </a:lnTo>
                <a:lnTo>
                  <a:pt x="744629" y="39044"/>
                </a:lnTo>
                <a:lnTo>
                  <a:pt x="744830" y="39165"/>
                </a:lnTo>
                <a:lnTo>
                  <a:pt x="745036" y="39294"/>
                </a:lnTo>
                <a:lnTo>
                  <a:pt x="745248" y="39432"/>
                </a:lnTo>
                <a:lnTo>
                  <a:pt x="745465" y="39578"/>
                </a:lnTo>
                <a:lnTo>
                  <a:pt x="745687" y="39732"/>
                </a:lnTo>
                <a:lnTo>
                  <a:pt x="745915" y="39895"/>
                </a:lnTo>
                <a:lnTo>
                  <a:pt x="746149" y="40066"/>
                </a:lnTo>
                <a:lnTo>
                  <a:pt x="746387" y="40245"/>
                </a:lnTo>
                <a:lnTo>
                  <a:pt x="746632" y="40433"/>
                </a:lnTo>
                <a:lnTo>
                  <a:pt x="746881" y="40629"/>
                </a:lnTo>
                <a:lnTo>
                  <a:pt x="747133" y="40825"/>
                </a:lnTo>
                <a:lnTo>
                  <a:pt x="747382" y="41013"/>
                </a:lnTo>
                <a:lnTo>
                  <a:pt x="747629" y="41192"/>
                </a:lnTo>
                <a:lnTo>
                  <a:pt x="747874" y="41363"/>
                </a:lnTo>
                <a:lnTo>
                  <a:pt x="748118" y="41525"/>
                </a:lnTo>
                <a:lnTo>
                  <a:pt x="748359" y="41680"/>
                </a:lnTo>
                <a:lnTo>
                  <a:pt x="748598" y="41826"/>
                </a:lnTo>
                <a:lnTo>
                  <a:pt x="748835" y="41963"/>
                </a:lnTo>
                <a:lnTo>
                  <a:pt x="749070" y="42093"/>
                </a:lnTo>
                <a:lnTo>
                  <a:pt x="749303" y="42214"/>
                </a:lnTo>
                <a:lnTo>
                  <a:pt x="749533" y="42326"/>
                </a:lnTo>
                <a:lnTo>
                  <a:pt x="749762" y="42430"/>
                </a:lnTo>
                <a:lnTo>
                  <a:pt x="749989" y="42526"/>
                </a:lnTo>
                <a:lnTo>
                  <a:pt x="750214" y="42614"/>
                </a:lnTo>
                <a:lnTo>
                  <a:pt x="750436" y="42693"/>
                </a:lnTo>
                <a:lnTo>
                  <a:pt x="750657" y="42764"/>
                </a:lnTo>
                <a:lnTo>
                  <a:pt x="750875" y="42827"/>
                </a:lnTo>
                <a:lnTo>
                  <a:pt x="751092" y="42881"/>
                </a:lnTo>
                <a:lnTo>
                  <a:pt x="751306" y="42927"/>
                </a:lnTo>
                <a:lnTo>
                  <a:pt x="751518" y="42964"/>
                </a:lnTo>
                <a:lnTo>
                  <a:pt x="751729" y="42994"/>
                </a:lnTo>
                <a:lnTo>
                  <a:pt x="751937" y="43014"/>
                </a:lnTo>
                <a:lnTo>
                  <a:pt x="752143" y="43027"/>
                </a:lnTo>
                <a:lnTo>
                  <a:pt x="752347" y="43031"/>
                </a:lnTo>
                <a:lnTo>
                  <a:pt x="752555" y="43028"/>
                </a:lnTo>
                <a:lnTo>
                  <a:pt x="752760" y="43018"/>
                </a:lnTo>
                <a:lnTo>
                  <a:pt x="752963" y="43002"/>
                </a:lnTo>
                <a:lnTo>
                  <a:pt x="753163" y="42979"/>
                </a:lnTo>
                <a:lnTo>
                  <a:pt x="753361" y="42949"/>
                </a:lnTo>
                <a:lnTo>
                  <a:pt x="753557" y="42914"/>
                </a:lnTo>
                <a:lnTo>
                  <a:pt x="753750" y="42871"/>
                </a:lnTo>
                <a:lnTo>
                  <a:pt x="753941" y="42822"/>
                </a:lnTo>
                <a:lnTo>
                  <a:pt x="754129" y="42767"/>
                </a:lnTo>
                <a:lnTo>
                  <a:pt x="754315" y="42705"/>
                </a:lnTo>
                <a:lnTo>
                  <a:pt x="754499" y="42636"/>
                </a:lnTo>
                <a:lnTo>
                  <a:pt x="754680" y="42561"/>
                </a:lnTo>
                <a:lnTo>
                  <a:pt x="754858" y="42479"/>
                </a:lnTo>
                <a:lnTo>
                  <a:pt x="755035" y="42391"/>
                </a:lnTo>
                <a:lnTo>
                  <a:pt x="755209" y="42297"/>
                </a:lnTo>
                <a:lnTo>
                  <a:pt x="755380" y="42195"/>
                </a:lnTo>
                <a:lnTo>
                  <a:pt x="755549" y="42088"/>
                </a:lnTo>
                <a:lnTo>
                  <a:pt x="755716" y="41974"/>
                </a:lnTo>
                <a:lnTo>
                  <a:pt x="755880" y="41853"/>
                </a:lnTo>
                <a:lnTo>
                  <a:pt x="756041" y="41725"/>
                </a:lnTo>
                <a:lnTo>
                  <a:pt x="756201" y="41592"/>
                </a:lnTo>
                <a:lnTo>
                  <a:pt x="756358" y="41451"/>
                </a:lnTo>
                <a:lnTo>
                  <a:pt x="756512" y="41304"/>
                </a:lnTo>
                <a:lnTo>
                  <a:pt x="756664" y="41151"/>
                </a:lnTo>
                <a:lnTo>
                  <a:pt x="756812" y="40993"/>
                </a:lnTo>
                <a:lnTo>
                  <a:pt x="756953" y="40832"/>
                </a:lnTo>
                <a:lnTo>
                  <a:pt x="757089" y="40668"/>
                </a:lnTo>
                <a:lnTo>
                  <a:pt x="757217" y="40501"/>
                </a:lnTo>
                <a:lnTo>
                  <a:pt x="757340" y="40331"/>
                </a:lnTo>
                <a:lnTo>
                  <a:pt x="757456" y="40159"/>
                </a:lnTo>
                <a:lnTo>
                  <a:pt x="757566" y="39983"/>
                </a:lnTo>
                <a:lnTo>
                  <a:pt x="757670" y="39805"/>
                </a:lnTo>
                <a:lnTo>
                  <a:pt x="757767" y="39624"/>
                </a:lnTo>
                <a:lnTo>
                  <a:pt x="757859" y="39439"/>
                </a:lnTo>
                <a:lnTo>
                  <a:pt x="757943" y="39252"/>
                </a:lnTo>
                <a:lnTo>
                  <a:pt x="758022" y="39062"/>
                </a:lnTo>
                <a:lnTo>
                  <a:pt x="758094" y="38869"/>
                </a:lnTo>
                <a:lnTo>
                  <a:pt x="758160" y="38673"/>
                </a:lnTo>
                <a:lnTo>
                  <a:pt x="758220" y="38475"/>
                </a:lnTo>
                <a:lnTo>
                  <a:pt x="758273" y="38273"/>
                </a:lnTo>
                <a:lnTo>
                  <a:pt x="758321" y="38068"/>
                </a:lnTo>
                <a:lnTo>
                  <a:pt x="758361" y="37861"/>
                </a:lnTo>
                <a:lnTo>
                  <a:pt x="758396" y="37651"/>
                </a:lnTo>
                <a:lnTo>
                  <a:pt x="758424" y="37437"/>
                </a:lnTo>
                <a:lnTo>
                  <a:pt x="758446" y="37221"/>
                </a:lnTo>
                <a:lnTo>
                  <a:pt x="758462" y="37002"/>
                </a:lnTo>
                <a:lnTo>
                  <a:pt x="758471" y="36780"/>
                </a:lnTo>
                <a:lnTo>
                  <a:pt x="758475" y="36556"/>
                </a:lnTo>
                <a:lnTo>
                  <a:pt x="758470" y="36301"/>
                </a:lnTo>
                <a:lnTo>
                  <a:pt x="758457" y="36050"/>
                </a:lnTo>
                <a:lnTo>
                  <a:pt x="758435" y="35801"/>
                </a:lnTo>
                <a:lnTo>
                  <a:pt x="758405" y="35555"/>
                </a:lnTo>
                <a:lnTo>
                  <a:pt x="758366" y="35311"/>
                </a:lnTo>
                <a:lnTo>
                  <a:pt x="758318" y="35069"/>
                </a:lnTo>
                <a:lnTo>
                  <a:pt x="758261" y="34831"/>
                </a:lnTo>
                <a:lnTo>
                  <a:pt x="758196" y="34594"/>
                </a:lnTo>
                <a:lnTo>
                  <a:pt x="758122" y="34361"/>
                </a:lnTo>
                <a:lnTo>
                  <a:pt x="758039" y="34129"/>
                </a:lnTo>
                <a:lnTo>
                  <a:pt x="757948" y="33901"/>
                </a:lnTo>
                <a:lnTo>
                  <a:pt x="757848" y="33675"/>
                </a:lnTo>
                <a:lnTo>
                  <a:pt x="757739" y="33451"/>
                </a:lnTo>
                <a:lnTo>
                  <a:pt x="757622" y="33230"/>
                </a:lnTo>
                <a:lnTo>
                  <a:pt x="757495" y="33011"/>
                </a:lnTo>
                <a:lnTo>
                  <a:pt x="757361" y="32796"/>
                </a:lnTo>
                <a:lnTo>
                  <a:pt x="757217" y="32582"/>
                </a:lnTo>
                <a:lnTo>
                  <a:pt x="757065" y="32371"/>
                </a:lnTo>
                <a:lnTo>
                  <a:pt x="756904" y="32163"/>
                </a:lnTo>
                <a:lnTo>
                  <a:pt x="756734" y="31957"/>
                </a:lnTo>
                <a:lnTo>
                  <a:pt x="756555" y="31754"/>
                </a:lnTo>
                <a:lnTo>
                  <a:pt x="756368" y="31553"/>
                </a:lnTo>
                <a:lnTo>
                  <a:pt x="756173" y="31355"/>
                </a:lnTo>
                <a:lnTo>
                  <a:pt x="755968" y="31159"/>
                </a:lnTo>
                <a:lnTo>
                  <a:pt x="755757" y="30969"/>
                </a:lnTo>
                <a:lnTo>
                  <a:pt x="755541" y="30787"/>
                </a:lnTo>
                <a:lnTo>
                  <a:pt x="755321" y="30613"/>
                </a:lnTo>
                <a:lnTo>
                  <a:pt x="755096" y="30446"/>
                </a:lnTo>
                <a:lnTo>
                  <a:pt x="754866" y="30289"/>
                </a:lnTo>
                <a:lnTo>
                  <a:pt x="754632" y="30139"/>
                </a:lnTo>
                <a:lnTo>
                  <a:pt x="754393" y="29997"/>
                </a:lnTo>
                <a:lnTo>
                  <a:pt x="754150" y="29863"/>
                </a:lnTo>
                <a:lnTo>
                  <a:pt x="753902" y="29738"/>
                </a:lnTo>
                <a:lnTo>
                  <a:pt x="753649" y="29620"/>
                </a:lnTo>
                <a:lnTo>
                  <a:pt x="753392" y="29511"/>
                </a:lnTo>
                <a:lnTo>
                  <a:pt x="753131" y="29410"/>
                </a:lnTo>
                <a:lnTo>
                  <a:pt x="752864" y="29317"/>
                </a:lnTo>
                <a:lnTo>
                  <a:pt x="752593" y="29232"/>
                </a:lnTo>
                <a:lnTo>
                  <a:pt x="752318" y="29155"/>
                </a:lnTo>
                <a:lnTo>
                  <a:pt x="752038" y="29086"/>
                </a:lnTo>
                <a:lnTo>
                  <a:pt x="751753" y="29025"/>
                </a:lnTo>
                <a:lnTo>
                  <a:pt x="751464" y="28972"/>
                </a:lnTo>
                <a:lnTo>
                  <a:pt x="751170" y="28928"/>
                </a:lnTo>
                <a:lnTo>
                  <a:pt x="750871" y="28891"/>
                </a:lnTo>
                <a:lnTo>
                  <a:pt x="750568" y="28863"/>
                </a:lnTo>
                <a:lnTo>
                  <a:pt x="750261" y="28843"/>
                </a:lnTo>
                <a:lnTo>
                  <a:pt x="749949" y="28831"/>
                </a:lnTo>
                <a:lnTo>
                  <a:pt x="749632" y="28827"/>
                </a:lnTo>
                <a:lnTo>
                  <a:pt x="748930" y="28852"/>
                </a:lnTo>
                <a:lnTo>
                  <a:pt x="748230" y="28926"/>
                </a:lnTo>
                <a:lnTo>
                  <a:pt x="747532" y="29051"/>
                </a:lnTo>
                <a:lnTo>
                  <a:pt x="746835" y="29225"/>
                </a:lnTo>
                <a:lnTo>
                  <a:pt x="746139" y="29449"/>
                </a:lnTo>
                <a:lnTo>
                  <a:pt x="745445" y="29723"/>
                </a:lnTo>
                <a:lnTo>
                  <a:pt x="744753" y="30047"/>
                </a:lnTo>
                <a:lnTo>
                  <a:pt x="744061" y="30420"/>
                </a:lnTo>
                <a:lnTo>
                  <a:pt x="743372" y="30844"/>
                </a:lnTo>
                <a:lnTo>
                  <a:pt x="742683" y="31317"/>
                </a:lnTo>
                <a:lnTo>
                  <a:pt x="741996" y="31840"/>
                </a:lnTo>
                <a:lnTo>
                  <a:pt x="741311" y="32413"/>
                </a:lnTo>
                <a:lnTo>
                  <a:pt x="740627" y="33035"/>
                </a:lnTo>
                <a:lnTo>
                  <a:pt x="739944" y="33707"/>
                </a:lnTo>
                <a:lnTo>
                  <a:pt x="739263" y="34430"/>
                </a:lnTo>
                <a:lnTo>
                  <a:pt x="738584" y="35202"/>
                </a:lnTo>
                <a:lnTo>
                  <a:pt x="737906" y="36023"/>
                </a:lnTo>
                <a:lnTo>
                  <a:pt x="737229" y="36895"/>
                </a:lnTo>
                <a:lnTo>
                  <a:pt x="736554" y="37816"/>
                </a:lnTo>
                <a:lnTo>
                  <a:pt x="735880" y="38788"/>
                </a:lnTo>
                <a:lnTo>
                  <a:pt x="735207" y="39809"/>
                </a:lnTo>
                <a:lnTo>
                  <a:pt x="734537" y="40879"/>
                </a:lnTo>
                <a:lnTo>
                  <a:pt x="733867" y="42000"/>
                </a:lnTo>
                <a:lnTo>
                  <a:pt x="733199" y="43170"/>
                </a:lnTo>
                <a:lnTo>
                  <a:pt x="733199" y="28827"/>
                </a:lnTo>
                <a:lnTo>
                  <a:pt x="730275" y="28827"/>
                </a:lnTo>
                <a:lnTo>
                  <a:pt x="710988" y="36608"/>
                </a:lnTo>
                <a:lnTo>
                  <a:pt x="710988" y="36556"/>
                </a:lnTo>
                <a:lnTo>
                  <a:pt x="710984" y="36301"/>
                </a:lnTo>
                <a:lnTo>
                  <a:pt x="710971" y="36050"/>
                </a:lnTo>
                <a:lnTo>
                  <a:pt x="710949" y="35801"/>
                </a:lnTo>
                <a:close/>
                <a:moveTo>
                  <a:pt x="830695" y="39025"/>
                </a:moveTo>
                <a:lnTo>
                  <a:pt x="830919" y="38944"/>
                </a:lnTo>
                <a:lnTo>
                  <a:pt x="831140" y="38866"/>
                </a:lnTo>
                <a:lnTo>
                  <a:pt x="831360" y="38792"/>
                </a:lnTo>
                <a:lnTo>
                  <a:pt x="831577" y="38721"/>
                </a:lnTo>
                <a:lnTo>
                  <a:pt x="831793" y="38654"/>
                </a:lnTo>
                <a:lnTo>
                  <a:pt x="832007" y="38591"/>
                </a:lnTo>
                <a:lnTo>
                  <a:pt x="832219" y="38531"/>
                </a:lnTo>
                <a:lnTo>
                  <a:pt x="832428" y="38475"/>
                </a:lnTo>
                <a:lnTo>
                  <a:pt x="832636" y="38422"/>
                </a:lnTo>
                <a:lnTo>
                  <a:pt x="832842" y="38374"/>
                </a:lnTo>
                <a:lnTo>
                  <a:pt x="833046" y="38328"/>
                </a:lnTo>
                <a:lnTo>
                  <a:pt x="833249" y="38287"/>
                </a:lnTo>
                <a:lnTo>
                  <a:pt x="833449" y="38249"/>
                </a:lnTo>
                <a:lnTo>
                  <a:pt x="833647" y="38214"/>
                </a:lnTo>
                <a:lnTo>
                  <a:pt x="833843" y="38184"/>
                </a:lnTo>
                <a:lnTo>
                  <a:pt x="834038" y="38156"/>
                </a:lnTo>
                <a:lnTo>
                  <a:pt x="834230" y="38133"/>
                </a:lnTo>
                <a:lnTo>
                  <a:pt x="834421" y="38113"/>
                </a:lnTo>
                <a:lnTo>
                  <a:pt x="834609" y="38097"/>
                </a:lnTo>
                <a:lnTo>
                  <a:pt x="834796" y="38084"/>
                </a:lnTo>
                <a:lnTo>
                  <a:pt x="834981" y="38075"/>
                </a:lnTo>
                <a:lnTo>
                  <a:pt x="835163" y="38070"/>
                </a:lnTo>
                <a:lnTo>
                  <a:pt x="835344" y="38068"/>
                </a:lnTo>
                <a:lnTo>
                  <a:pt x="835494" y="38069"/>
                </a:lnTo>
                <a:lnTo>
                  <a:pt x="835642" y="38075"/>
                </a:lnTo>
                <a:lnTo>
                  <a:pt x="835788" y="38083"/>
                </a:lnTo>
                <a:lnTo>
                  <a:pt x="835931" y="38095"/>
                </a:lnTo>
                <a:lnTo>
                  <a:pt x="836073" y="38110"/>
                </a:lnTo>
                <a:lnTo>
                  <a:pt x="836212" y="38129"/>
                </a:lnTo>
                <a:lnTo>
                  <a:pt x="836350" y="38151"/>
                </a:lnTo>
                <a:lnTo>
                  <a:pt x="836485" y="38176"/>
                </a:lnTo>
                <a:lnTo>
                  <a:pt x="836619" y="38205"/>
                </a:lnTo>
                <a:lnTo>
                  <a:pt x="836750" y="38237"/>
                </a:lnTo>
                <a:lnTo>
                  <a:pt x="836879" y="38272"/>
                </a:lnTo>
                <a:lnTo>
                  <a:pt x="837007" y="38311"/>
                </a:lnTo>
                <a:lnTo>
                  <a:pt x="837132" y="38353"/>
                </a:lnTo>
                <a:lnTo>
                  <a:pt x="837255" y="38399"/>
                </a:lnTo>
                <a:lnTo>
                  <a:pt x="837376" y="38448"/>
                </a:lnTo>
                <a:lnTo>
                  <a:pt x="837495" y="38500"/>
                </a:lnTo>
                <a:lnTo>
                  <a:pt x="837612" y="38556"/>
                </a:lnTo>
                <a:lnTo>
                  <a:pt x="837727" y="38615"/>
                </a:lnTo>
                <a:lnTo>
                  <a:pt x="837840" y="38677"/>
                </a:lnTo>
                <a:lnTo>
                  <a:pt x="837950" y="38743"/>
                </a:lnTo>
                <a:lnTo>
                  <a:pt x="838059" y="38812"/>
                </a:lnTo>
                <a:lnTo>
                  <a:pt x="838166" y="38885"/>
                </a:lnTo>
                <a:lnTo>
                  <a:pt x="838271" y="38961"/>
                </a:lnTo>
                <a:lnTo>
                  <a:pt x="838373" y="39040"/>
                </a:lnTo>
                <a:lnTo>
                  <a:pt x="838473" y="39123"/>
                </a:lnTo>
                <a:lnTo>
                  <a:pt x="838571" y="39210"/>
                </a:lnTo>
                <a:lnTo>
                  <a:pt x="838666" y="39301"/>
                </a:lnTo>
                <a:lnTo>
                  <a:pt x="838758" y="39396"/>
                </a:lnTo>
                <a:lnTo>
                  <a:pt x="838848" y="39495"/>
                </a:lnTo>
                <a:lnTo>
                  <a:pt x="838934" y="39598"/>
                </a:lnTo>
                <a:lnTo>
                  <a:pt x="839019" y="39705"/>
                </a:lnTo>
                <a:lnTo>
                  <a:pt x="839100" y="39816"/>
                </a:lnTo>
                <a:lnTo>
                  <a:pt x="839179" y="39931"/>
                </a:lnTo>
                <a:lnTo>
                  <a:pt x="839256" y="40050"/>
                </a:lnTo>
                <a:lnTo>
                  <a:pt x="839329" y="40173"/>
                </a:lnTo>
                <a:lnTo>
                  <a:pt x="839400" y="40300"/>
                </a:lnTo>
                <a:lnTo>
                  <a:pt x="839468" y="40431"/>
                </a:lnTo>
                <a:lnTo>
                  <a:pt x="839534" y="40565"/>
                </a:lnTo>
                <a:lnTo>
                  <a:pt x="839597" y="40704"/>
                </a:lnTo>
                <a:lnTo>
                  <a:pt x="839657" y="40847"/>
                </a:lnTo>
                <a:lnTo>
                  <a:pt x="839715" y="40994"/>
                </a:lnTo>
                <a:lnTo>
                  <a:pt x="839770" y="41144"/>
                </a:lnTo>
                <a:lnTo>
                  <a:pt x="839822" y="41299"/>
                </a:lnTo>
                <a:lnTo>
                  <a:pt x="839872" y="41458"/>
                </a:lnTo>
                <a:lnTo>
                  <a:pt x="839919" y="41620"/>
                </a:lnTo>
                <a:lnTo>
                  <a:pt x="839963" y="41787"/>
                </a:lnTo>
                <a:lnTo>
                  <a:pt x="840005" y="41958"/>
                </a:lnTo>
                <a:lnTo>
                  <a:pt x="840044" y="42132"/>
                </a:lnTo>
                <a:lnTo>
                  <a:pt x="840081" y="42324"/>
                </a:lnTo>
                <a:lnTo>
                  <a:pt x="840116" y="42548"/>
                </a:lnTo>
                <a:lnTo>
                  <a:pt x="840150" y="42802"/>
                </a:lnTo>
                <a:lnTo>
                  <a:pt x="840182" y="43088"/>
                </a:lnTo>
                <a:lnTo>
                  <a:pt x="840213" y="43405"/>
                </a:lnTo>
                <a:lnTo>
                  <a:pt x="840242" y="43753"/>
                </a:lnTo>
                <a:lnTo>
                  <a:pt x="840270" y="44133"/>
                </a:lnTo>
                <a:lnTo>
                  <a:pt x="840296" y="44544"/>
                </a:lnTo>
                <a:lnTo>
                  <a:pt x="840320" y="44986"/>
                </a:lnTo>
                <a:lnTo>
                  <a:pt x="840343" y="45459"/>
                </a:lnTo>
                <a:lnTo>
                  <a:pt x="840364" y="45964"/>
                </a:lnTo>
                <a:lnTo>
                  <a:pt x="840384" y="46499"/>
                </a:lnTo>
                <a:lnTo>
                  <a:pt x="840402" y="47067"/>
                </a:lnTo>
                <a:lnTo>
                  <a:pt x="840418" y="47665"/>
                </a:lnTo>
                <a:lnTo>
                  <a:pt x="840433" y="48294"/>
                </a:lnTo>
                <a:lnTo>
                  <a:pt x="840447" y="48955"/>
                </a:lnTo>
                <a:lnTo>
                  <a:pt x="840458" y="49647"/>
                </a:lnTo>
                <a:lnTo>
                  <a:pt x="840469" y="50370"/>
                </a:lnTo>
                <a:lnTo>
                  <a:pt x="840477" y="51125"/>
                </a:lnTo>
                <a:lnTo>
                  <a:pt x="840484" y="51911"/>
                </a:lnTo>
                <a:lnTo>
                  <a:pt x="840490" y="52728"/>
                </a:lnTo>
                <a:lnTo>
                  <a:pt x="840494" y="53576"/>
                </a:lnTo>
                <a:lnTo>
                  <a:pt x="840496" y="54456"/>
                </a:lnTo>
                <a:lnTo>
                  <a:pt x="840497" y="55366"/>
                </a:lnTo>
                <a:lnTo>
                  <a:pt x="840497" y="80030"/>
                </a:lnTo>
                <a:lnTo>
                  <a:pt x="840496" y="80486"/>
                </a:lnTo>
                <a:lnTo>
                  <a:pt x="840494" y="80926"/>
                </a:lnTo>
                <a:lnTo>
                  <a:pt x="840491" y="81351"/>
                </a:lnTo>
                <a:lnTo>
                  <a:pt x="840487" y="81761"/>
                </a:lnTo>
                <a:lnTo>
                  <a:pt x="840482" y="82156"/>
                </a:lnTo>
                <a:lnTo>
                  <a:pt x="840475" y="82536"/>
                </a:lnTo>
                <a:lnTo>
                  <a:pt x="840467" y="82900"/>
                </a:lnTo>
                <a:lnTo>
                  <a:pt x="840458" y="83249"/>
                </a:lnTo>
                <a:lnTo>
                  <a:pt x="840448" y="83583"/>
                </a:lnTo>
                <a:lnTo>
                  <a:pt x="840436" y="83902"/>
                </a:lnTo>
                <a:lnTo>
                  <a:pt x="840424" y="84205"/>
                </a:lnTo>
                <a:lnTo>
                  <a:pt x="840410" y="84494"/>
                </a:lnTo>
                <a:lnTo>
                  <a:pt x="840395" y="84767"/>
                </a:lnTo>
                <a:lnTo>
                  <a:pt x="840378" y="85025"/>
                </a:lnTo>
                <a:lnTo>
                  <a:pt x="840361" y="85268"/>
                </a:lnTo>
                <a:lnTo>
                  <a:pt x="840342" y="85495"/>
                </a:lnTo>
                <a:lnTo>
                  <a:pt x="840322" y="85708"/>
                </a:lnTo>
                <a:lnTo>
                  <a:pt x="840301" y="85905"/>
                </a:lnTo>
                <a:lnTo>
                  <a:pt x="840279" y="86087"/>
                </a:lnTo>
                <a:lnTo>
                  <a:pt x="840255" y="86254"/>
                </a:lnTo>
                <a:lnTo>
                  <a:pt x="840230" y="86406"/>
                </a:lnTo>
                <a:lnTo>
                  <a:pt x="840204" y="86542"/>
                </a:lnTo>
                <a:lnTo>
                  <a:pt x="840177" y="86663"/>
                </a:lnTo>
                <a:lnTo>
                  <a:pt x="840149" y="86769"/>
                </a:lnTo>
                <a:lnTo>
                  <a:pt x="840089" y="86970"/>
                </a:lnTo>
                <a:lnTo>
                  <a:pt x="840025" y="87166"/>
                </a:lnTo>
                <a:lnTo>
                  <a:pt x="839958" y="87357"/>
                </a:lnTo>
                <a:lnTo>
                  <a:pt x="839888" y="87543"/>
                </a:lnTo>
                <a:lnTo>
                  <a:pt x="839813" y="87726"/>
                </a:lnTo>
                <a:lnTo>
                  <a:pt x="839735" y="87903"/>
                </a:lnTo>
                <a:lnTo>
                  <a:pt x="839654" y="88076"/>
                </a:lnTo>
                <a:lnTo>
                  <a:pt x="839568" y="88244"/>
                </a:lnTo>
                <a:lnTo>
                  <a:pt x="839480" y="88408"/>
                </a:lnTo>
                <a:lnTo>
                  <a:pt x="839387" y="88567"/>
                </a:lnTo>
                <a:lnTo>
                  <a:pt x="839291" y="88722"/>
                </a:lnTo>
                <a:lnTo>
                  <a:pt x="839191" y="88872"/>
                </a:lnTo>
                <a:lnTo>
                  <a:pt x="839088" y="89017"/>
                </a:lnTo>
                <a:lnTo>
                  <a:pt x="838981" y="89158"/>
                </a:lnTo>
                <a:lnTo>
                  <a:pt x="838870" y="89294"/>
                </a:lnTo>
                <a:lnTo>
                  <a:pt x="838756" y="89426"/>
                </a:lnTo>
                <a:lnTo>
                  <a:pt x="838638" y="89553"/>
                </a:lnTo>
                <a:lnTo>
                  <a:pt x="838517" y="89675"/>
                </a:lnTo>
                <a:lnTo>
                  <a:pt x="838392" y="89793"/>
                </a:lnTo>
                <a:lnTo>
                  <a:pt x="838263" y="89907"/>
                </a:lnTo>
                <a:lnTo>
                  <a:pt x="838130" y="90015"/>
                </a:lnTo>
                <a:lnTo>
                  <a:pt x="837994" y="90119"/>
                </a:lnTo>
                <a:lnTo>
                  <a:pt x="837855" y="90219"/>
                </a:lnTo>
                <a:lnTo>
                  <a:pt x="837712" y="90314"/>
                </a:lnTo>
                <a:lnTo>
                  <a:pt x="837510" y="90438"/>
                </a:lnTo>
                <a:lnTo>
                  <a:pt x="837300" y="90558"/>
                </a:lnTo>
                <a:lnTo>
                  <a:pt x="837081" y="90672"/>
                </a:lnTo>
                <a:lnTo>
                  <a:pt x="836853" y="90781"/>
                </a:lnTo>
                <a:lnTo>
                  <a:pt x="836616" y="90884"/>
                </a:lnTo>
                <a:lnTo>
                  <a:pt x="836371" y="90982"/>
                </a:lnTo>
                <a:lnTo>
                  <a:pt x="836117" y="91075"/>
                </a:lnTo>
                <a:lnTo>
                  <a:pt x="835855" y="91162"/>
                </a:lnTo>
                <a:lnTo>
                  <a:pt x="835584" y="91245"/>
                </a:lnTo>
                <a:lnTo>
                  <a:pt x="835304" y="91322"/>
                </a:lnTo>
                <a:lnTo>
                  <a:pt x="835015" y="91393"/>
                </a:lnTo>
                <a:lnTo>
                  <a:pt x="834718" y="91459"/>
                </a:lnTo>
                <a:lnTo>
                  <a:pt x="834411" y="91520"/>
                </a:lnTo>
                <a:lnTo>
                  <a:pt x="834097" y="91576"/>
                </a:lnTo>
                <a:lnTo>
                  <a:pt x="833773" y="91627"/>
                </a:lnTo>
                <a:lnTo>
                  <a:pt x="833441" y="91672"/>
                </a:lnTo>
                <a:lnTo>
                  <a:pt x="833100" y="91711"/>
                </a:lnTo>
                <a:lnTo>
                  <a:pt x="832751" y="91746"/>
                </a:lnTo>
                <a:lnTo>
                  <a:pt x="832392" y="91775"/>
                </a:lnTo>
                <a:lnTo>
                  <a:pt x="832025" y="91799"/>
                </a:lnTo>
                <a:lnTo>
                  <a:pt x="831649" y="91817"/>
                </a:lnTo>
                <a:lnTo>
                  <a:pt x="831265" y="91831"/>
                </a:lnTo>
                <a:lnTo>
                  <a:pt x="830872" y="91839"/>
                </a:lnTo>
                <a:lnTo>
                  <a:pt x="830470" y="91841"/>
                </a:lnTo>
                <a:lnTo>
                  <a:pt x="830470" y="94418"/>
                </a:lnTo>
                <a:lnTo>
                  <a:pt x="863126" y="94418"/>
                </a:lnTo>
                <a:lnTo>
                  <a:pt x="863126" y="91841"/>
                </a:lnTo>
                <a:lnTo>
                  <a:pt x="862770" y="91839"/>
                </a:lnTo>
                <a:lnTo>
                  <a:pt x="862421" y="91833"/>
                </a:lnTo>
                <a:lnTo>
                  <a:pt x="862079" y="91822"/>
                </a:lnTo>
                <a:lnTo>
                  <a:pt x="861743" y="91807"/>
                </a:lnTo>
                <a:lnTo>
                  <a:pt x="861415" y="91787"/>
                </a:lnTo>
                <a:lnTo>
                  <a:pt x="861094" y="91763"/>
                </a:lnTo>
                <a:lnTo>
                  <a:pt x="860780" y="91735"/>
                </a:lnTo>
                <a:lnTo>
                  <a:pt x="860473" y="91703"/>
                </a:lnTo>
                <a:lnTo>
                  <a:pt x="860173" y="91666"/>
                </a:lnTo>
                <a:lnTo>
                  <a:pt x="859879" y="91625"/>
                </a:lnTo>
                <a:lnTo>
                  <a:pt x="859593" y="91579"/>
                </a:lnTo>
                <a:lnTo>
                  <a:pt x="859314" y="91529"/>
                </a:lnTo>
                <a:lnTo>
                  <a:pt x="859042" y="91475"/>
                </a:lnTo>
                <a:lnTo>
                  <a:pt x="858777" y="91416"/>
                </a:lnTo>
                <a:lnTo>
                  <a:pt x="858519" y="91353"/>
                </a:lnTo>
                <a:lnTo>
                  <a:pt x="858268" y="91286"/>
                </a:lnTo>
                <a:lnTo>
                  <a:pt x="858024" y="91215"/>
                </a:lnTo>
                <a:lnTo>
                  <a:pt x="857787" y="91139"/>
                </a:lnTo>
                <a:lnTo>
                  <a:pt x="857557" y="91059"/>
                </a:lnTo>
                <a:lnTo>
                  <a:pt x="857334" y="90974"/>
                </a:lnTo>
                <a:lnTo>
                  <a:pt x="857118" y="90885"/>
                </a:lnTo>
                <a:lnTo>
                  <a:pt x="856909" y="90792"/>
                </a:lnTo>
                <a:lnTo>
                  <a:pt x="856707" y="90694"/>
                </a:lnTo>
                <a:lnTo>
                  <a:pt x="856512" y="90592"/>
                </a:lnTo>
                <a:lnTo>
                  <a:pt x="856323" y="90487"/>
                </a:lnTo>
                <a:lnTo>
                  <a:pt x="856138" y="90380"/>
                </a:lnTo>
                <a:lnTo>
                  <a:pt x="855959" y="90270"/>
                </a:lnTo>
                <a:lnTo>
                  <a:pt x="855784" y="90158"/>
                </a:lnTo>
                <a:lnTo>
                  <a:pt x="855615" y="90044"/>
                </a:lnTo>
                <a:lnTo>
                  <a:pt x="855450" y="89928"/>
                </a:lnTo>
                <a:lnTo>
                  <a:pt x="855290" y="89809"/>
                </a:lnTo>
                <a:lnTo>
                  <a:pt x="855134" y="89689"/>
                </a:lnTo>
                <a:lnTo>
                  <a:pt x="854984" y="89566"/>
                </a:lnTo>
                <a:lnTo>
                  <a:pt x="854839" y="89441"/>
                </a:lnTo>
                <a:lnTo>
                  <a:pt x="854698" y="89314"/>
                </a:lnTo>
                <a:lnTo>
                  <a:pt x="854562" y="89185"/>
                </a:lnTo>
                <a:lnTo>
                  <a:pt x="854431" y="89054"/>
                </a:lnTo>
                <a:lnTo>
                  <a:pt x="854305" y="88920"/>
                </a:lnTo>
                <a:lnTo>
                  <a:pt x="854183" y="88784"/>
                </a:lnTo>
                <a:lnTo>
                  <a:pt x="854067" y="88647"/>
                </a:lnTo>
                <a:lnTo>
                  <a:pt x="853955" y="88507"/>
                </a:lnTo>
                <a:lnTo>
                  <a:pt x="853848" y="88364"/>
                </a:lnTo>
                <a:lnTo>
                  <a:pt x="853746" y="88220"/>
                </a:lnTo>
                <a:lnTo>
                  <a:pt x="853649" y="88073"/>
                </a:lnTo>
                <a:lnTo>
                  <a:pt x="853557" y="87925"/>
                </a:lnTo>
                <a:lnTo>
                  <a:pt x="853469" y="87774"/>
                </a:lnTo>
                <a:lnTo>
                  <a:pt x="853386" y="87621"/>
                </a:lnTo>
                <a:lnTo>
                  <a:pt x="853309" y="87466"/>
                </a:lnTo>
                <a:lnTo>
                  <a:pt x="853201" y="87235"/>
                </a:lnTo>
                <a:lnTo>
                  <a:pt x="853097" y="86996"/>
                </a:lnTo>
                <a:lnTo>
                  <a:pt x="852999" y="86748"/>
                </a:lnTo>
                <a:lnTo>
                  <a:pt x="852904" y="86491"/>
                </a:lnTo>
                <a:lnTo>
                  <a:pt x="852815" y="86225"/>
                </a:lnTo>
                <a:lnTo>
                  <a:pt x="852730" y="85951"/>
                </a:lnTo>
                <a:lnTo>
                  <a:pt x="852649" y="85667"/>
                </a:lnTo>
                <a:lnTo>
                  <a:pt x="852574" y="85374"/>
                </a:lnTo>
                <a:lnTo>
                  <a:pt x="852502" y="85073"/>
                </a:lnTo>
                <a:lnTo>
                  <a:pt x="852436" y="84762"/>
                </a:lnTo>
                <a:lnTo>
                  <a:pt x="852374" y="84443"/>
                </a:lnTo>
                <a:lnTo>
                  <a:pt x="852316" y="84115"/>
                </a:lnTo>
                <a:lnTo>
                  <a:pt x="852264" y="83777"/>
                </a:lnTo>
                <a:lnTo>
                  <a:pt x="852215" y="83431"/>
                </a:lnTo>
                <a:lnTo>
                  <a:pt x="852172" y="83076"/>
                </a:lnTo>
                <a:lnTo>
                  <a:pt x="852133" y="82712"/>
                </a:lnTo>
                <a:lnTo>
                  <a:pt x="852098" y="82340"/>
                </a:lnTo>
                <a:lnTo>
                  <a:pt x="852068" y="81958"/>
                </a:lnTo>
                <a:lnTo>
                  <a:pt x="852043" y="81567"/>
                </a:lnTo>
                <a:lnTo>
                  <a:pt x="852022" y="81167"/>
                </a:lnTo>
                <a:lnTo>
                  <a:pt x="852006" y="80759"/>
                </a:lnTo>
                <a:lnTo>
                  <a:pt x="851995" y="80342"/>
                </a:lnTo>
                <a:lnTo>
                  <a:pt x="851988" y="79915"/>
                </a:lnTo>
                <a:lnTo>
                  <a:pt x="851986" y="79480"/>
                </a:lnTo>
                <a:lnTo>
                  <a:pt x="851986" y="48991"/>
                </a:lnTo>
                <a:lnTo>
                  <a:pt x="852264" y="48453"/>
                </a:lnTo>
                <a:lnTo>
                  <a:pt x="852541" y="47928"/>
                </a:lnTo>
                <a:lnTo>
                  <a:pt x="852818" y="47416"/>
                </a:lnTo>
                <a:lnTo>
                  <a:pt x="853094" y="46917"/>
                </a:lnTo>
                <a:lnTo>
                  <a:pt x="853369" y="46431"/>
                </a:lnTo>
                <a:lnTo>
                  <a:pt x="853644" y="45957"/>
                </a:lnTo>
                <a:lnTo>
                  <a:pt x="853918" y="45496"/>
                </a:lnTo>
                <a:lnTo>
                  <a:pt x="854191" y="45048"/>
                </a:lnTo>
                <a:lnTo>
                  <a:pt x="854463" y="44613"/>
                </a:lnTo>
                <a:lnTo>
                  <a:pt x="854735" y="44190"/>
                </a:lnTo>
                <a:lnTo>
                  <a:pt x="855005" y="43780"/>
                </a:lnTo>
                <a:lnTo>
                  <a:pt x="855276" y="43383"/>
                </a:lnTo>
                <a:lnTo>
                  <a:pt x="855545" y="42999"/>
                </a:lnTo>
                <a:lnTo>
                  <a:pt x="855814" y="42627"/>
                </a:lnTo>
                <a:lnTo>
                  <a:pt x="856082" y="42268"/>
                </a:lnTo>
                <a:lnTo>
                  <a:pt x="856349" y="41923"/>
                </a:lnTo>
                <a:lnTo>
                  <a:pt x="856616" y="41589"/>
                </a:lnTo>
                <a:lnTo>
                  <a:pt x="856881" y="41269"/>
                </a:lnTo>
                <a:lnTo>
                  <a:pt x="857147" y="40961"/>
                </a:lnTo>
                <a:lnTo>
                  <a:pt x="857411" y="40666"/>
                </a:lnTo>
                <a:lnTo>
                  <a:pt x="857675" y="40384"/>
                </a:lnTo>
                <a:lnTo>
                  <a:pt x="857938" y="40115"/>
                </a:lnTo>
                <a:lnTo>
                  <a:pt x="858200" y="39859"/>
                </a:lnTo>
                <a:lnTo>
                  <a:pt x="858461" y="39615"/>
                </a:lnTo>
                <a:lnTo>
                  <a:pt x="858583" y="39502"/>
                </a:lnTo>
                <a:lnTo>
                  <a:pt x="858703" y="39393"/>
                </a:lnTo>
                <a:lnTo>
                  <a:pt x="858824" y="39289"/>
                </a:lnTo>
                <a:lnTo>
                  <a:pt x="858943" y="39191"/>
                </a:lnTo>
                <a:lnTo>
                  <a:pt x="859061" y="39097"/>
                </a:lnTo>
                <a:lnTo>
                  <a:pt x="859179" y="39007"/>
                </a:lnTo>
                <a:lnTo>
                  <a:pt x="859296" y="38923"/>
                </a:lnTo>
                <a:lnTo>
                  <a:pt x="859413" y="38844"/>
                </a:lnTo>
                <a:lnTo>
                  <a:pt x="859529" y="38769"/>
                </a:lnTo>
                <a:lnTo>
                  <a:pt x="859643" y="38699"/>
                </a:lnTo>
                <a:lnTo>
                  <a:pt x="859758" y="38634"/>
                </a:lnTo>
                <a:lnTo>
                  <a:pt x="859871" y="38574"/>
                </a:lnTo>
                <a:lnTo>
                  <a:pt x="859984" y="38518"/>
                </a:lnTo>
                <a:lnTo>
                  <a:pt x="860096" y="38468"/>
                </a:lnTo>
                <a:lnTo>
                  <a:pt x="860207" y="38422"/>
                </a:lnTo>
                <a:lnTo>
                  <a:pt x="860318" y="38381"/>
                </a:lnTo>
                <a:lnTo>
                  <a:pt x="860428" y="38345"/>
                </a:lnTo>
                <a:lnTo>
                  <a:pt x="860537" y="38313"/>
                </a:lnTo>
                <a:lnTo>
                  <a:pt x="860645" y="38287"/>
                </a:lnTo>
                <a:lnTo>
                  <a:pt x="860753" y="38265"/>
                </a:lnTo>
                <a:lnTo>
                  <a:pt x="860860" y="38248"/>
                </a:lnTo>
                <a:lnTo>
                  <a:pt x="860966" y="38236"/>
                </a:lnTo>
                <a:lnTo>
                  <a:pt x="861072" y="38229"/>
                </a:lnTo>
                <a:lnTo>
                  <a:pt x="861177" y="38227"/>
                </a:lnTo>
                <a:lnTo>
                  <a:pt x="861301" y="38231"/>
                </a:lnTo>
                <a:lnTo>
                  <a:pt x="861431" y="38243"/>
                </a:lnTo>
                <a:lnTo>
                  <a:pt x="861567" y="38264"/>
                </a:lnTo>
                <a:lnTo>
                  <a:pt x="861708" y="38293"/>
                </a:lnTo>
                <a:lnTo>
                  <a:pt x="861854" y="38331"/>
                </a:lnTo>
                <a:lnTo>
                  <a:pt x="862006" y="38377"/>
                </a:lnTo>
                <a:lnTo>
                  <a:pt x="862163" y="38431"/>
                </a:lnTo>
                <a:lnTo>
                  <a:pt x="862326" y="38494"/>
                </a:lnTo>
                <a:lnTo>
                  <a:pt x="862494" y="38564"/>
                </a:lnTo>
                <a:lnTo>
                  <a:pt x="862667" y="38644"/>
                </a:lnTo>
                <a:lnTo>
                  <a:pt x="862846" y="38731"/>
                </a:lnTo>
                <a:lnTo>
                  <a:pt x="863031" y="38827"/>
                </a:lnTo>
                <a:lnTo>
                  <a:pt x="863221" y="38931"/>
                </a:lnTo>
                <a:lnTo>
                  <a:pt x="863416" y="39044"/>
                </a:lnTo>
                <a:lnTo>
                  <a:pt x="863617" y="39165"/>
                </a:lnTo>
                <a:lnTo>
                  <a:pt x="863823" y="39294"/>
                </a:lnTo>
                <a:lnTo>
                  <a:pt x="864034" y="39432"/>
                </a:lnTo>
                <a:lnTo>
                  <a:pt x="864251" y="39578"/>
                </a:lnTo>
                <a:lnTo>
                  <a:pt x="864474" y="39732"/>
                </a:lnTo>
                <a:lnTo>
                  <a:pt x="864702" y="39895"/>
                </a:lnTo>
                <a:lnTo>
                  <a:pt x="864935" y="40066"/>
                </a:lnTo>
                <a:lnTo>
                  <a:pt x="865174" y="40245"/>
                </a:lnTo>
                <a:lnTo>
                  <a:pt x="865418" y="40433"/>
                </a:lnTo>
                <a:lnTo>
                  <a:pt x="865668" y="40629"/>
                </a:lnTo>
                <a:lnTo>
                  <a:pt x="865919" y="40825"/>
                </a:lnTo>
                <a:lnTo>
                  <a:pt x="866169" y="41013"/>
                </a:lnTo>
                <a:lnTo>
                  <a:pt x="866416" y="41192"/>
                </a:lnTo>
                <a:lnTo>
                  <a:pt x="866661" y="41363"/>
                </a:lnTo>
                <a:lnTo>
                  <a:pt x="866904" y="41525"/>
                </a:lnTo>
                <a:lnTo>
                  <a:pt x="867145" y="41680"/>
                </a:lnTo>
                <a:lnTo>
                  <a:pt x="867384" y="41826"/>
                </a:lnTo>
                <a:lnTo>
                  <a:pt x="867621" y="41963"/>
                </a:lnTo>
                <a:lnTo>
                  <a:pt x="867856" y="42093"/>
                </a:lnTo>
                <a:lnTo>
                  <a:pt x="868089" y="42214"/>
                </a:lnTo>
                <a:lnTo>
                  <a:pt x="868320" y="42326"/>
                </a:lnTo>
                <a:lnTo>
                  <a:pt x="868549" y="42430"/>
                </a:lnTo>
                <a:lnTo>
                  <a:pt x="868776" y="42526"/>
                </a:lnTo>
                <a:lnTo>
                  <a:pt x="869000" y="42614"/>
                </a:lnTo>
                <a:lnTo>
                  <a:pt x="869223" y="42693"/>
                </a:lnTo>
                <a:lnTo>
                  <a:pt x="869443" y="42764"/>
                </a:lnTo>
                <a:lnTo>
                  <a:pt x="869662" y="42827"/>
                </a:lnTo>
                <a:lnTo>
                  <a:pt x="869878" y="42881"/>
                </a:lnTo>
                <a:lnTo>
                  <a:pt x="870093" y="42927"/>
                </a:lnTo>
                <a:lnTo>
                  <a:pt x="870305" y="42964"/>
                </a:lnTo>
                <a:lnTo>
                  <a:pt x="870515" y="42994"/>
                </a:lnTo>
                <a:lnTo>
                  <a:pt x="870724" y="43014"/>
                </a:lnTo>
                <a:lnTo>
                  <a:pt x="870930" y="43027"/>
                </a:lnTo>
                <a:lnTo>
                  <a:pt x="871134" y="43031"/>
                </a:lnTo>
                <a:lnTo>
                  <a:pt x="871341" y="43028"/>
                </a:lnTo>
                <a:lnTo>
                  <a:pt x="871547" y="43018"/>
                </a:lnTo>
                <a:lnTo>
                  <a:pt x="871750" y="43002"/>
                </a:lnTo>
                <a:lnTo>
                  <a:pt x="871950" y="42979"/>
                </a:lnTo>
                <a:lnTo>
                  <a:pt x="872148" y="42949"/>
                </a:lnTo>
                <a:lnTo>
                  <a:pt x="872344" y="42914"/>
                </a:lnTo>
                <a:lnTo>
                  <a:pt x="872537" y="42871"/>
                </a:lnTo>
                <a:lnTo>
                  <a:pt x="872728" y="42822"/>
                </a:lnTo>
                <a:lnTo>
                  <a:pt x="872916" y="42767"/>
                </a:lnTo>
                <a:lnTo>
                  <a:pt x="873102" y="42705"/>
                </a:lnTo>
                <a:lnTo>
                  <a:pt x="873285" y="42636"/>
                </a:lnTo>
                <a:lnTo>
                  <a:pt x="873466" y="42561"/>
                </a:lnTo>
                <a:lnTo>
                  <a:pt x="873645" y="42479"/>
                </a:lnTo>
                <a:lnTo>
                  <a:pt x="873821" y="42391"/>
                </a:lnTo>
                <a:lnTo>
                  <a:pt x="873995" y="42297"/>
                </a:lnTo>
                <a:lnTo>
                  <a:pt x="874167" y="42195"/>
                </a:lnTo>
                <a:lnTo>
                  <a:pt x="874336" y="42088"/>
                </a:lnTo>
                <a:lnTo>
                  <a:pt x="874502" y="41974"/>
                </a:lnTo>
                <a:lnTo>
                  <a:pt x="874666" y="41853"/>
                </a:lnTo>
                <a:lnTo>
                  <a:pt x="874828" y="41725"/>
                </a:lnTo>
                <a:lnTo>
                  <a:pt x="874987" y="41592"/>
                </a:lnTo>
                <a:lnTo>
                  <a:pt x="875144" y="41451"/>
                </a:lnTo>
                <a:lnTo>
                  <a:pt x="875299" y="41304"/>
                </a:lnTo>
                <a:lnTo>
                  <a:pt x="875451" y="41151"/>
                </a:lnTo>
                <a:lnTo>
                  <a:pt x="875599" y="40993"/>
                </a:lnTo>
                <a:lnTo>
                  <a:pt x="875740" y="40832"/>
                </a:lnTo>
                <a:lnTo>
                  <a:pt x="875875" y="40668"/>
                </a:lnTo>
                <a:lnTo>
                  <a:pt x="876004" y="40501"/>
                </a:lnTo>
                <a:lnTo>
                  <a:pt x="876127" y="40331"/>
                </a:lnTo>
                <a:lnTo>
                  <a:pt x="876243" y="40159"/>
                </a:lnTo>
                <a:lnTo>
                  <a:pt x="876353" y="39983"/>
                </a:lnTo>
                <a:lnTo>
                  <a:pt x="876457" y="39805"/>
                </a:lnTo>
                <a:lnTo>
                  <a:pt x="876554" y="39624"/>
                </a:lnTo>
                <a:lnTo>
                  <a:pt x="876645" y="39439"/>
                </a:lnTo>
                <a:lnTo>
                  <a:pt x="876730" y="39252"/>
                </a:lnTo>
                <a:lnTo>
                  <a:pt x="876809" y="39062"/>
                </a:lnTo>
                <a:lnTo>
                  <a:pt x="876881" y="38869"/>
                </a:lnTo>
                <a:lnTo>
                  <a:pt x="876947" y="38673"/>
                </a:lnTo>
                <a:lnTo>
                  <a:pt x="877007" y="38475"/>
                </a:lnTo>
                <a:lnTo>
                  <a:pt x="877060" y="38273"/>
                </a:lnTo>
                <a:lnTo>
                  <a:pt x="877107" y="38068"/>
                </a:lnTo>
                <a:lnTo>
                  <a:pt x="877148" y="37861"/>
                </a:lnTo>
                <a:lnTo>
                  <a:pt x="877183" y="37651"/>
                </a:lnTo>
                <a:lnTo>
                  <a:pt x="877211" y="37437"/>
                </a:lnTo>
                <a:lnTo>
                  <a:pt x="877233" y="37221"/>
                </a:lnTo>
                <a:lnTo>
                  <a:pt x="877249" y="37002"/>
                </a:lnTo>
                <a:lnTo>
                  <a:pt x="877258" y="36780"/>
                </a:lnTo>
                <a:lnTo>
                  <a:pt x="877261" y="36556"/>
                </a:lnTo>
                <a:lnTo>
                  <a:pt x="877257" y="36301"/>
                </a:lnTo>
                <a:lnTo>
                  <a:pt x="877244" y="36050"/>
                </a:lnTo>
                <a:lnTo>
                  <a:pt x="877222" y="35801"/>
                </a:lnTo>
                <a:lnTo>
                  <a:pt x="877192" y="35555"/>
                </a:lnTo>
                <a:lnTo>
                  <a:pt x="877152" y="35311"/>
                </a:lnTo>
                <a:lnTo>
                  <a:pt x="877105" y="35069"/>
                </a:lnTo>
                <a:lnTo>
                  <a:pt x="877048" y="34831"/>
                </a:lnTo>
                <a:lnTo>
                  <a:pt x="876983" y="34594"/>
                </a:lnTo>
                <a:lnTo>
                  <a:pt x="876909" y="34361"/>
                </a:lnTo>
                <a:lnTo>
                  <a:pt x="876826" y="34129"/>
                </a:lnTo>
                <a:lnTo>
                  <a:pt x="876735" y="33901"/>
                </a:lnTo>
                <a:lnTo>
                  <a:pt x="876635" y="33675"/>
                </a:lnTo>
                <a:lnTo>
                  <a:pt x="876526" y="33451"/>
                </a:lnTo>
                <a:lnTo>
                  <a:pt x="876408" y="33230"/>
                </a:lnTo>
                <a:lnTo>
                  <a:pt x="876282" y="33011"/>
                </a:lnTo>
                <a:lnTo>
                  <a:pt x="876147" y="32796"/>
                </a:lnTo>
                <a:lnTo>
                  <a:pt x="876004" y="32582"/>
                </a:lnTo>
                <a:lnTo>
                  <a:pt x="875851" y="32371"/>
                </a:lnTo>
                <a:lnTo>
                  <a:pt x="875690" y="32163"/>
                </a:lnTo>
                <a:lnTo>
                  <a:pt x="875520" y="31957"/>
                </a:lnTo>
                <a:lnTo>
                  <a:pt x="875342" y="31754"/>
                </a:lnTo>
                <a:lnTo>
                  <a:pt x="875155" y="31553"/>
                </a:lnTo>
                <a:lnTo>
                  <a:pt x="874959" y="31355"/>
                </a:lnTo>
                <a:lnTo>
                  <a:pt x="874755" y="31159"/>
                </a:lnTo>
                <a:lnTo>
                  <a:pt x="874543" y="30969"/>
                </a:lnTo>
                <a:lnTo>
                  <a:pt x="874328" y="30787"/>
                </a:lnTo>
                <a:lnTo>
                  <a:pt x="874107" y="30613"/>
                </a:lnTo>
                <a:lnTo>
                  <a:pt x="873882" y="30446"/>
                </a:lnTo>
                <a:lnTo>
                  <a:pt x="873653" y="30289"/>
                </a:lnTo>
                <a:lnTo>
                  <a:pt x="873419" y="30139"/>
                </a:lnTo>
                <a:lnTo>
                  <a:pt x="873180" y="29997"/>
                </a:lnTo>
                <a:lnTo>
                  <a:pt x="872936" y="29863"/>
                </a:lnTo>
                <a:lnTo>
                  <a:pt x="872688" y="29738"/>
                </a:lnTo>
                <a:lnTo>
                  <a:pt x="872436" y="29620"/>
                </a:lnTo>
                <a:lnTo>
                  <a:pt x="872179" y="29511"/>
                </a:lnTo>
                <a:lnTo>
                  <a:pt x="871917" y="29410"/>
                </a:lnTo>
                <a:lnTo>
                  <a:pt x="871651" y="29317"/>
                </a:lnTo>
                <a:lnTo>
                  <a:pt x="871380" y="29232"/>
                </a:lnTo>
                <a:lnTo>
                  <a:pt x="871104" y="29155"/>
                </a:lnTo>
                <a:lnTo>
                  <a:pt x="870824" y="29086"/>
                </a:lnTo>
                <a:lnTo>
                  <a:pt x="870540" y="29025"/>
                </a:lnTo>
                <a:lnTo>
                  <a:pt x="870250" y="28972"/>
                </a:lnTo>
                <a:lnTo>
                  <a:pt x="869956" y="28928"/>
                </a:lnTo>
                <a:lnTo>
                  <a:pt x="869658" y="28891"/>
                </a:lnTo>
                <a:lnTo>
                  <a:pt x="869355" y="28863"/>
                </a:lnTo>
                <a:lnTo>
                  <a:pt x="869047" y="28843"/>
                </a:lnTo>
                <a:lnTo>
                  <a:pt x="868735" y="28831"/>
                </a:lnTo>
                <a:lnTo>
                  <a:pt x="868418" y="28827"/>
                </a:lnTo>
                <a:lnTo>
                  <a:pt x="867717" y="28852"/>
                </a:lnTo>
                <a:lnTo>
                  <a:pt x="867017" y="28926"/>
                </a:lnTo>
                <a:lnTo>
                  <a:pt x="866318" y="29051"/>
                </a:lnTo>
                <a:lnTo>
                  <a:pt x="865621" y="29225"/>
                </a:lnTo>
                <a:lnTo>
                  <a:pt x="864926" y="29449"/>
                </a:lnTo>
                <a:lnTo>
                  <a:pt x="864232" y="29723"/>
                </a:lnTo>
                <a:lnTo>
                  <a:pt x="863539" y="30047"/>
                </a:lnTo>
                <a:lnTo>
                  <a:pt x="862848" y="30420"/>
                </a:lnTo>
                <a:lnTo>
                  <a:pt x="862158" y="30844"/>
                </a:lnTo>
                <a:lnTo>
                  <a:pt x="861470" y="31317"/>
                </a:lnTo>
                <a:lnTo>
                  <a:pt x="860783" y="31840"/>
                </a:lnTo>
                <a:lnTo>
                  <a:pt x="860098" y="32413"/>
                </a:lnTo>
                <a:lnTo>
                  <a:pt x="859414" y="33035"/>
                </a:lnTo>
                <a:lnTo>
                  <a:pt x="858731" y="33707"/>
                </a:lnTo>
                <a:lnTo>
                  <a:pt x="858050" y="34430"/>
                </a:lnTo>
                <a:lnTo>
                  <a:pt x="857370" y="35202"/>
                </a:lnTo>
                <a:lnTo>
                  <a:pt x="856692" y="36023"/>
                </a:lnTo>
                <a:lnTo>
                  <a:pt x="856015" y="36895"/>
                </a:lnTo>
                <a:lnTo>
                  <a:pt x="855340" y="37816"/>
                </a:lnTo>
                <a:lnTo>
                  <a:pt x="854666" y="38788"/>
                </a:lnTo>
                <a:lnTo>
                  <a:pt x="853994" y="39809"/>
                </a:lnTo>
                <a:lnTo>
                  <a:pt x="853323" y="40879"/>
                </a:lnTo>
                <a:lnTo>
                  <a:pt x="852654" y="42000"/>
                </a:lnTo>
                <a:lnTo>
                  <a:pt x="851986" y="43170"/>
                </a:lnTo>
                <a:lnTo>
                  <a:pt x="851986" y="28827"/>
                </a:lnTo>
                <a:lnTo>
                  <a:pt x="849061" y="28827"/>
                </a:lnTo>
                <a:lnTo>
                  <a:pt x="829774" y="36608"/>
                </a:lnTo>
                <a:lnTo>
                  <a:pt x="830470" y="39110"/>
                </a:lnTo>
                <a:lnTo>
                  <a:pt x="830695" y="39025"/>
                </a:lnTo>
                <a:close/>
                <a:moveTo>
                  <a:pt x="658428" y="51852"/>
                </a:moveTo>
                <a:lnTo>
                  <a:pt x="658344" y="50926"/>
                </a:lnTo>
                <a:lnTo>
                  <a:pt x="658236" y="50017"/>
                </a:lnTo>
                <a:lnTo>
                  <a:pt x="658104" y="49124"/>
                </a:lnTo>
                <a:lnTo>
                  <a:pt x="657949" y="48248"/>
                </a:lnTo>
                <a:lnTo>
                  <a:pt x="657769" y="47388"/>
                </a:lnTo>
                <a:lnTo>
                  <a:pt x="657566" y="46544"/>
                </a:lnTo>
                <a:lnTo>
                  <a:pt x="657339" y="45718"/>
                </a:lnTo>
                <a:lnTo>
                  <a:pt x="657087" y="44907"/>
                </a:lnTo>
                <a:lnTo>
                  <a:pt x="656812" y="44114"/>
                </a:lnTo>
                <a:lnTo>
                  <a:pt x="656513" y="43336"/>
                </a:lnTo>
                <a:lnTo>
                  <a:pt x="656190" y="42576"/>
                </a:lnTo>
                <a:lnTo>
                  <a:pt x="655843" y="41831"/>
                </a:lnTo>
                <a:lnTo>
                  <a:pt x="655472" y="41104"/>
                </a:lnTo>
                <a:lnTo>
                  <a:pt x="655077" y="40392"/>
                </a:lnTo>
                <a:lnTo>
                  <a:pt x="654658" y="39698"/>
                </a:lnTo>
                <a:lnTo>
                  <a:pt x="654215" y="39020"/>
                </a:lnTo>
                <a:lnTo>
                  <a:pt x="653748" y="38358"/>
                </a:lnTo>
                <a:lnTo>
                  <a:pt x="653258" y="37713"/>
                </a:lnTo>
                <a:lnTo>
                  <a:pt x="652743" y="37084"/>
                </a:lnTo>
                <a:lnTo>
                  <a:pt x="652204" y="36472"/>
                </a:lnTo>
                <a:lnTo>
                  <a:pt x="651642" y="35877"/>
                </a:lnTo>
                <a:lnTo>
                  <a:pt x="651061" y="35301"/>
                </a:lnTo>
                <a:lnTo>
                  <a:pt x="650466" y="34751"/>
                </a:lnTo>
                <a:lnTo>
                  <a:pt x="649859" y="34224"/>
                </a:lnTo>
                <a:lnTo>
                  <a:pt x="649238" y="33722"/>
                </a:lnTo>
                <a:lnTo>
                  <a:pt x="648604" y="33245"/>
                </a:lnTo>
                <a:lnTo>
                  <a:pt x="647956" y="32792"/>
                </a:lnTo>
                <a:lnTo>
                  <a:pt x="647295" y="32364"/>
                </a:lnTo>
                <a:lnTo>
                  <a:pt x="646621" y="31960"/>
                </a:lnTo>
                <a:lnTo>
                  <a:pt x="645933" y="31581"/>
                </a:lnTo>
                <a:lnTo>
                  <a:pt x="645233" y="31226"/>
                </a:lnTo>
                <a:lnTo>
                  <a:pt x="644519" y="30895"/>
                </a:lnTo>
                <a:lnTo>
                  <a:pt x="643791" y="30589"/>
                </a:lnTo>
                <a:lnTo>
                  <a:pt x="643051" y="30308"/>
                </a:lnTo>
                <a:lnTo>
                  <a:pt x="642297" y="30051"/>
                </a:lnTo>
                <a:lnTo>
                  <a:pt x="641529" y="29818"/>
                </a:lnTo>
                <a:lnTo>
                  <a:pt x="640749" y="29610"/>
                </a:lnTo>
                <a:lnTo>
                  <a:pt x="639955" y="29426"/>
                </a:lnTo>
                <a:lnTo>
                  <a:pt x="639148" y="29267"/>
                </a:lnTo>
                <a:lnTo>
                  <a:pt x="638327" y="29133"/>
                </a:lnTo>
                <a:lnTo>
                  <a:pt x="637494" y="29022"/>
                </a:lnTo>
                <a:lnTo>
                  <a:pt x="636647" y="28937"/>
                </a:lnTo>
                <a:lnTo>
                  <a:pt x="635786" y="28876"/>
                </a:lnTo>
                <a:lnTo>
                  <a:pt x="634913" y="28839"/>
                </a:lnTo>
                <a:lnTo>
                  <a:pt x="634026" y="28827"/>
                </a:lnTo>
                <a:lnTo>
                  <a:pt x="632977" y="28842"/>
                </a:lnTo>
                <a:lnTo>
                  <a:pt x="631943" y="28890"/>
                </a:lnTo>
                <a:lnTo>
                  <a:pt x="630924" y="28969"/>
                </a:lnTo>
                <a:lnTo>
                  <a:pt x="629920" y="29080"/>
                </a:lnTo>
                <a:lnTo>
                  <a:pt x="628931" y="29223"/>
                </a:lnTo>
                <a:lnTo>
                  <a:pt x="627957" y="29398"/>
                </a:lnTo>
                <a:lnTo>
                  <a:pt x="626998" y="29604"/>
                </a:lnTo>
                <a:lnTo>
                  <a:pt x="626053" y="29842"/>
                </a:lnTo>
                <a:lnTo>
                  <a:pt x="625123" y="30112"/>
                </a:lnTo>
                <a:lnTo>
                  <a:pt x="624209" y="30413"/>
                </a:lnTo>
                <a:lnTo>
                  <a:pt x="623309" y="30746"/>
                </a:lnTo>
                <a:lnTo>
                  <a:pt x="622424" y="31111"/>
                </a:lnTo>
                <a:lnTo>
                  <a:pt x="621553" y="31508"/>
                </a:lnTo>
                <a:lnTo>
                  <a:pt x="620698" y="31936"/>
                </a:lnTo>
                <a:lnTo>
                  <a:pt x="619858" y="32397"/>
                </a:lnTo>
                <a:lnTo>
                  <a:pt x="619032" y="32888"/>
                </a:lnTo>
                <a:lnTo>
                  <a:pt x="618221" y="33412"/>
                </a:lnTo>
                <a:lnTo>
                  <a:pt x="617426" y="33967"/>
                </a:lnTo>
                <a:lnTo>
                  <a:pt x="616645" y="34554"/>
                </a:lnTo>
                <a:lnTo>
                  <a:pt x="615878" y="35173"/>
                </a:lnTo>
                <a:lnTo>
                  <a:pt x="615127" y="35824"/>
                </a:lnTo>
                <a:lnTo>
                  <a:pt x="614391" y="36506"/>
                </a:lnTo>
                <a:lnTo>
                  <a:pt x="613669" y="37220"/>
                </a:lnTo>
                <a:lnTo>
                  <a:pt x="612963" y="37966"/>
                </a:lnTo>
                <a:lnTo>
                  <a:pt x="612278" y="38739"/>
                </a:lnTo>
                <a:lnTo>
                  <a:pt x="611623" y="39538"/>
                </a:lnTo>
                <a:lnTo>
                  <a:pt x="610996" y="40362"/>
                </a:lnTo>
                <a:lnTo>
                  <a:pt x="610399" y="41211"/>
                </a:lnTo>
                <a:lnTo>
                  <a:pt x="609831" y="42085"/>
                </a:lnTo>
                <a:lnTo>
                  <a:pt x="609292" y="42983"/>
                </a:lnTo>
                <a:lnTo>
                  <a:pt x="608782" y="43907"/>
                </a:lnTo>
                <a:lnTo>
                  <a:pt x="608301" y="44856"/>
                </a:lnTo>
                <a:lnTo>
                  <a:pt x="607850" y="45829"/>
                </a:lnTo>
                <a:lnTo>
                  <a:pt x="607427" y="46828"/>
                </a:lnTo>
                <a:lnTo>
                  <a:pt x="607034" y="47852"/>
                </a:lnTo>
                <a:lnTo>
                  <a:pt x="606670" y="48900"/>
                </a:lnTo>
                <a:lnTo>
                  <a:pt x="606335" y="49974"/>
                </a:lnTo>
                <a:lnTo>
                  <a:pt x="606029" y="51072"/>
                </a:lnTo>
                <a:lnTo>
                  <a:pt x="605752" y="52196"/>
                </a:lnTo>
                <a:lnTo>
                  <a:pt x="605505" y="53344"/>
                </a:lnTo>
                <a:lnTo>
                  <a:pt x="605286" y="54517"/>
                </a:lnTo>
                <a:lnTo>
                  <a:pt x="605097" y="55716"/>
                </a:lnTo>
                <a:lnTo>
                  <a:pt x="604937" y="56939"/>
                </a:lnTo>
                <a:lnTo>
                  <a:pt x="604805" y="58187"/>
                </a:lnTo>
                <a:lnTo>
                  <a:pt x="604703" y="59461"/>
                </a:lnTo>
                <a:lnTo>
                  <a:pt x="604631" y="60759"/>
                </a:lnTo>
                <a:lnTo>
                  <a:pt x="604587" y="62082"/>
                </a:lnTo>
                <a:lnTo>
                  <a:pt x="604572" y="63430"/>
                </a:lnTo>
                <a:lnTo>
                  <a:pt x="604587" y="64676"/>
                </a:lnTo>
                <a:lnTo>
                  <a:pt x="604629" y="65901"/>
                </a:lnTo>
                <a:lnTo>
                  <a:pt x="604700" y="67104"/>
                </a:lnTo>
                <a:lnTo>
                  <a:pt x="604800" y="68286"/>
                </a:lnTo>
                <a:lnTo>
                  <a:pt x="604927" y="69446"/>
                </a:lnTo>
                <a:lnTo>
                  <a:pt x="605084" y="70586"/>
                </a:lnTo>
                <a:lnTo>
                  <a:pt x="605268" y="71703"/>
                </a:lnTo>
                <a:lnTo>
                  <a:pt x="605481" y="72800"/>
                </a:lnTo>
                <a:lnTo>
                  <a:pt x="605723" y="73875"/>
                </a:lnTo>
                <a:lnTo>
                  <a:pt x="605993" y="74929"/>
                </a:lnTo>
                <a:lnTo>
                  <a:pt x="606291" y="75961"/>
                </a:lnTo>
                <a:lnTo>
                  <a:pt x="606618" y="76972"/>
                </a:lnTo>
                <a:lnTo>
                  <a:pt x="606973" y="77962"/>
                </a:lnTo>
                <a:lnTo>
                  <a:pt x="607356" y="78930"/>
                </a:lnTo>
                <a:lnTo>
                  <a:pt x="607768" y="79877"/>
                </a:lnTo>
                <a:lnTo>
                  <a:pt x="608209" y="80803"/>
                </a:lnTo>
                <a:lnTo>
                  <a:pt x="608677" y="81707"/>
                </a:lnTo>
                <a:lnTo>
                  <a:pt x="609174" y="82590"/>
                </a:lnTo>
                <a:lnTo>
                  <a:pt x="609700" y="83452"/>
                </a:lnTo>
                <a:lnTo>
                  <a:pt x="610254" y="84292"/>
                </a:lnTo>
                <a:lnTo>
                  <a:pt x="610836" y="85111"/>
                </a:lnTo>
                <a:lnTo>
                  <a:pt x="611447" y="85908"/>
                </a:lnTo>
                <a:lnTo>
                  <a:pt x="612086" y="86685"/>
                </a:lnTo>
                <a:lnTo>
                  <a:pt x="612754" y="87439"/>
                </a:lnTo>
                <a:lnTo>
                  <a:pt x="613441" y="88168"/>
                </a:lnTo>
                <a:lnTo>
                  <a:pt x="614140" y="88865"/>
                </a:lnTo>
                <a:lnTo>
                  <a:pt x="614851" y="89532"/>
                </a:lnTo>
                <a:lnTo>
                  <a:pt x="615573" y="90167"/>
                </a:lnTo>
                <a:lnTo>
                  <a:pt x="616306" y="90772"/>
                </a:lnTo>
                <a:lnTo>
                  <a:pt x="617051" y="91345"/>
                </a:lnTo>
                <a:lnTo>
                  <a:pt x="617808" y="91888"/>
                </a:lnTo>
                <a:lnTo>
                  <a:pt x="618576" y="92399"/>
                </a:lnTo>
                <a:lnTo>
                  <a:pt x="619355" y="92880"/>
                </a:lnTo>
                <a:lnTo>
                  <a:pt x="620146" y="93329"/>
                </a:lnTo>
                <a:lnTo>
                  <a:pt x="620948" y="93748"/>
                </a:lnTo>
                <a:lnTo>
                  <a:pt x="621762" y="94135"/>
                </a:lnTo>
                <a:lnTo>
                  <a:pt x="622588" y="94492"/>
                </a:lnTo>
                <a:lnTo>
                  <a:pt x="623424" y="94817"/>
                </a:lnTo>
                <a:lnTo>
                  <a:pt x="624273" y="95112"/>
                </a:lnTo>
                <a:lnTo>
                  <a:pt x="625132" y="95375"/>
                </a:lnTo>
                <a:lnTo>
                  <a:pt x="626004" y="95608"/>
                </a:lnTo>
                <a:lnTo>
                  <a:pt x="626886" y="95809"/>
                </a:lnTo>
                <a:lnTo>
                  <a:pt x="627781" y="95980"/>
                </a:lnTo>
                <a:lnTo>
                  <a:pt x="628686" y="96119"/>
                </a:lnTo>
                <a:lnTo>
                  <a:pt x="629604" y="96228"/>
                </a:lnTo>
                <a:lnTo>
                  <a:pt x="630532" y="96305"/>
                </a:lnTo>
                <a:lnTo>
                  <a:pt x="631473" y="96352"/>
                </a:lnTo>
                <a:lnTo>
                  <a:pt x="632424" y="96367"/>
                </a:lnTo>
                <a:lnTo>
                  <a:pt x="633300" y="96354"/>
                </a:lnTo>
                <a:lnTo>
                  <a:pt x="634163" y="96313"/>
                </a:lnTo>
                <a:lnTo>
                  <a:pt x="635015" y="96245"/>
                </a:lnTo>
                <a:lnTo>
                  <a:pt x="635853" y="96150"/>
                </a:lnTo>
                <a:lnTo>
                  <a:pt x="636680" y="96027"/>
                </a:lnTo>
                <a:lnTo>
                  <a:pt x="637494" y="95878"/>
                </a:lnTo>
                <a:lnTo>
                  <a:pt x="638296" y="95701"/>
                </a:lnTo>
                <a:lnTo>
                  <a:pt x="639085" y="95497"/>
                </a:lnTo>
                <a:lnTo>
                  <a:pt x="639863" y="95266"/>
                </a:lnTo>
                <a:lnTo>
                  <a:pt x="640627" y="95007"/>
                </a:lnTo>
                <a:lnTo>
                  <a:pt x="641380" y="94722"/>
                </a:lnTo>
                <a:lnTo>
                  <a:pt x="642120" y="94409"/>
                </a:lnTo>
                <a:lnTo>
                  <a:pt x="642848" y="94069"/>
                </a:lnTo>
                <a:lnTo>
                  <a:pt x="643563" y="93702"/>
                </a:lnTo>
                <a:lnTo>
                  <a:pt x="644267" y="93307"/>
                </a:lnTo>
                <a:lnTo>
                  <a:pt x="644958" y="92886"/>
                </a:lnTo>
                <a:lnTo>
                  <a:pt x="645636" y="92437"/>
                </a:lnTo>
                <a:lnTo>
                  <a:pt x="646302" y="91961"/>
                </a:lnTo>
                <a:lnTo>
                  <a:pt x="646956" y="91458"/>
                </a:lnTo>
                <a:lnTo>
                  <a:pt x="647598" y="90927"/>
                </a:lnTo>
                <a:lnTo>
                  <a:pt x="648227" y="90370"/>
                </a:lnTo>
                <a:lnTo>
                  <a:pt x="648844" y="89785"/>
                </a:lnTo>
                <a:lnTo>
                  <a:pt x="649448" y="89173"/>
                </a:lnTo>
                <a:lnTo>
                  <a:pt x="650040" y="88534"/>
                </a:lnTo>
                <a:lnTo>
                  <a:pt x="650617" y="87878"/>
                </a:lnTo>
                <a:lnTo>
                  <a:pt x="651174" y="87217"/>
                </a:lnTo>
                <a:lnTo>
                  <a:pt x="651712" y="86549"/>
                </a:lnTo>
                <a:lnTo>
                  <a:pt x="652230" y="85875"/>
                </a:lnTo>
                <a:lnTo>
                  <a:pt x="652729" y="85196"/>
                </a:lnTo>
                <a:lnTo>
                  <a:pt x="653209" y="84511"/>
                </a:lnTo>
                <a:lnTo>
                  <a:pt x="653669" y="83819"/>
                </a:lnTo>
                <a:lnTo>
                  <a:pt x="654110" y="83122"/>
                </a:lnTo>
                <a:lnTo>
                  <a:pt x="654532" y="82419"/>
                </a:lnTo>
                <a:lnTo>
                  <a:pt x="654934" y="81710"/>
                </a:lnTo>
                <a:lnTo>
                  <a:pt x="655317" y="80995"/>
                </a:lnTo>
                <a:lnTo>
                  <a:pt x="655680" y="80274"/>
                </a:lnTo>
                <a:lnTo>
                  <a:pt x="656025" y="79547"/>
                </a:lnTo>
                <a:lnTo>
                  <a:pt x="656350" y="78815"/>
                </a:lnTo>
                <a:lnTo>
                  <a:pt x="656655" y="78076"/>
                </a:lnTo>
                <a:lnTo>
                  <a:pt x="656942" y="77331"/>
                </a:lnTo>
                <a:lnTo>
                  <a:pt x="657208" y="76581"/>
                </a:lnTo>
                <a:lnTo>
                  <a:pt x="657456" y="75824"/>
                </a:lnTo>
                <a:lnTo>
                  <a:pt x="657684" y="75062"/>
                </a:lnTo>
                <a:lnTo>
                  <a:pt x="657893" y="74294"/>
                </a:lnTo>
                <a:lnTo>
                  <a:pt x="658083" y="73520"/>
                </a:lnTo>
                <a:lnTo>
                  <a:pt x="658253" y="72739"/>
                </a:lnTo>
                <a:lnTo>
                  <a:pt x="658404" y="71953"/>
                </a:lnTo>
                <a:lnTo>
                  <a:pt x="658535" y="71161"/>
                </a:lnTo>
                <a:lnTo>
                  <a:pt x="656377" y="69769"/>
                </a:lnTo>
                <a:lnTo>
                  <a:pt x="656113" y="70457"/>
                </a:lnTo>
                <a:lnTo>
                  <a:pt x="655844" y="71127"/>
                </a:lnTo>
                <a:lnTo>
                  <a:pt x="655570" y="71781"/>
                </a:lnTo>
                <a:lnTo>
                  <a:pt x="655291" y="72418"/>
                </a:lnTo>
                <a:lnTo>
                  <a:pt x="655006" y="73037"/>
                </a:lnTo>
                <a:lnTo>
                  <a:pt x="654717" y="73640"/>
                </a:lnTo>
                <a:lnTo>
                  <a:pt x="654422" y="74225"/>
                </a:lnTo>
                <a:lnTo>
                  <a:pt x="654122" y="74794"/>
                </a:lnTo>
                <a:lnTo>
                  <a:pt x="653816" y="75345"/>
                </a:lnTo>
                <a:lnTo>
                  <a:pt x="653506" y="75880"/>
                </a:lnTo>
                <a:lnTo>
                  <a:pt x="653190" y="76397"/>
                </a:lnTo>
                <a:lnTo>
                  <a:pt x="652869" y="76897"/>
                </a:lnTo>
                <a:lnTo>
                  <a:pt x="652543" y="77380"/>
                </a:lnTo>
                <a:lnTo>
                  <a:pt x="652212" y="77847"/>
                </a:lnTo>
                <a:lnTo>
                  <a:pt x="651875" y="78296"/>
                </a:lnTo>
                <a:lnTo>
                  <a:pt x="651534" y="78728"/>
                </a:lnTo>
                <a:lnTo>
                  <a:pt x="651187" y="79143"/>
                </a:lnTo>
                <a:lnTo>
                  <a:pt x="650835" y="79541"/>
                </a:lnTo>
                <a:lnTo>
                  <a:pt x="650477" y="79922"/>
                </a:lnTo>
                <a:lnTo>
                  <a:pt x="650115" y="80286"/>
                </a:lnTo>
                <a:lnTo>
                  <a:pt x="649747" y="80633"/>
                </a:lnTo>
                <a:lnTo>
                  <a:pt x="649374" y="80962"/>
                </a:lnTo>
                <a:lnTo>
                  <a:pt x="648996" y="81275"/>
                </a:lnTo>
                <a:lnTo>
                  <a:pt x="648613" y="81571"/>
                </a:lnTo>
                <a:lnTo>
                  <a:pt x="648224" y="81852"/>
                </a:lnTo>
                <a:lnTo>
                  <a:pt x="647830" y="82122"/>
                </a:lnTo>
                <a:lnTo>
                  <a:pt x="647430" y="82379"/>
                </a:lnTo>
                <a:lnTo>
                  <a:pt x="647024" y="82624"/>
                </a:lnTo>
                <a:lnTo>
                  <a:pt x="646613" y="82858"/>
                </a:lnTo>
                <a:lnTo>
                  <a:pt x="646196" y="83079"/>
                </a:lnTo>
                <a:lnTo>
                  <a:pt x="645773" y="83288"/>
                </a:lnTo>
                <a:lnTo>
                  <a:pt x="645344" y="83486"/>
                </a:lnTo>
                <a:lnTo>
                  <a:pt x="644910" y="83671"/>
                </a:lnTo>
                <a:lnTo>
                  <a:pt x="644470" y="83845"/>
                </a:lnTo>
                <a:lnTo>
                  <a:pt x="644025" y="84006"/>
                </a:lnTo>
                <a:lnTo>
                  <a:pt x="643574" y="84156"/>
                </a:lnTo>
                <a:lnTo>
                  <a:pt x="643117" y="84294"/>
                </a:lnTo>
                <a:lnTo>
                  <a:pt x="642654" y="84419"/>
                </a:lnTo>
                <a:lnTo>
                  <a:pt x="642186" y="84533"/>
                </a:lnTo>
                <a:lnTo>
                  <a:pt x="641712" y="84635"/>
                </a:lnTo>
                <a:lnTo>
                  <a:pt x="641232" y="84724"/>
                </a:lnTo>
                <a:lnTo>
                  <a:pt x="640747" y="84802"/>
                </a:lnTo>
                <a:lnTo>
                  <a:pt x="640256" y="84868"/>
                </a:lnTo>
                <a:lnTo>
                  <a:pt x="639759" y="84922"/>
                </a:lnTo>
                <a:lnTo>
                  <a:pt x="639257" y="84964"/>
                </a:lnTo>
                <a:lnTo>
                  <a:pt x="638749" y="84994"/>
                </a:lnTo>
                <a:lnTo>
                  <a:pt x="638235" y="85012"/>
                </a:lnTo>
                <a:lnTo>
                  <a:pt x="637716" y="85018"/>
                </a:lnTo>
                <a:lnTo>
                  <a:pt x="636937" y="85004"/>
                </a:lnTo>
                <a:lnTo>
                  <a:pt x="636166" y="84962"/>
                </a:lnTo>
                <a:lnTo>
                  <a:pt x="635404" y="84892"/>
                </a:lnTo>
                <a:lnTo>
                  <a:pt x="634650" y="84794"/>
                </a:lnTo>
                <a:lnTo>
                  <a:pt x="633905" y="84668"/>
                </a:lnTo>
                <a:lnTo>
                  <a:pt x="633168" y="84514"/>
                </a:lnTo>
                <a:lnTo>
                  <a:pt x="632440" y="84332"/>
                </a:lnTo>
                <a:lnTo>
                  <a:pt x="631720" y="84122"/>
                </a:lnTo>
                <a:lnTo>
                  <a:pt x="631009" y="83885"/>
                </a:lnTo>
                <a:lnTo>
                  <a:pt x="630306" y="83619"/>
                </a:lnTo>
                <a:lnTo>
                  <a:pt x="629611" y="83325"/>
                </a:lnTo>
                <a:lnTo>
                  <a:pt x="628925" y="83003"/>
                </a:lnTo>
                <a:lnTo>
                  <a:pt x="628248" y="82654"/>
                </a:lnTo>
                <a:lnTo>
                  <a:pt x="627579" y="82276"/>
                </a:lnTo>
                <a:lnTo>
                  <a:pt x="626918" y="81870"/>
                </a:lnTo>
                <a:lnTo>
                  <a:pt x="626266" y="81437"/>
                </a:lnTo>
                <a:lnTo>
                  <a:pt x="625622" y="80975"/>
                </a:lnTo>
                <a:lnTo>
                  <a:pt x="624987" y="80485"/>
                </a:lnTo>
                <a:lnTo>
                  <a:pt x="624360" y="79968"/>
                </a:lnTo>
                <a:lnTo>
                  <a:pt x="623742" y="79422"/>
                </a:lnTo>
                <a:lnTo>
                  <a:pt x="623132" y="78849"/>
                </a:lnTo>
                <a:lnTo>
                  <a:pt x="622531" y="78247"/>
                </a:lnTo>
                <a:lnTo>
                  <a:pt x="621938" y="77618"/>
                </a:lnTo>
                <a:lnTo>
                  <a:pt x="621353" y="76960"/>
                </a:lnTo>
                <a:lnTo>
                  <a:pt x="620785" y="76278"/>
                </a:lnTo>
                <a:lnTo>
                  <a:pt x="620241" y="75575"/>
                </a:lnTo>
                <a:lnTo>
                  <a:pt x="619722" y="74850"/>
                </a:lnTo>
                <a:lnTo>
                  <a:pt x="619227" y="74104"/>
                </a:lnTo>
                <a:lnTo>
                  <a:pt x="618757" y="73337"/>
                </a:lnTo>
                <a:lnTo>
                  <a:pt x="618311" y="72548"/>
                </a:lnTo>
                <a:lnTo>
                  <a:pt x="617890" y="71739"/>
                </a:lnTo>
                <a:lnTo>
                  <a:pt x="617493" y="70908"/>
                </a:lnTo>
                <a:lnTo>
                  <a:pt x="617120" y="70056"/>
                </a:lnTo>
                <a:lnTo>
                  <a:pt x="616772" y="69183"/>
                </a:lnTo>
                <a:lnTo>
                  <a:pt x="616448" y="68288"/>
                </a:lnTo>
                <a:lnTo>
                  <a:pt x="616148" y="67373"/>
                </a:lnTo>
                <a:lnTo>
                  <a:pt x="615873" y="66436"/>
                </a:lnTo>
                <a:lnTo>
                  <a:pt x="615623" y="65477"/>
                </a:lnTo>
                <a:lnTo>
                  <a:pt x="615397" y="64498"/>
                </a:lnTo>
                <a:lnTo>
                  <a:pt x="615195" y="63498"/>
                </a:lnTo>
                <a:lnTo>
                  <a:pt x="615017" y="62476"/>
                </a:lnTo>
                <a:lnTo>
                  <a:pt x="614864" y="61433"/>
                </a:lnTo>
                <a:lnTo>
                  <a:pt x="614736" y="60368"/>
                </a:lnTo>
                <a:lnTo>
                  <a:pt x="614632" y="59283"/>
                </a:lnTo>
                <a:lnTo>
                  <a:pt x="614552" y="58176"/>
                </a:lnTo>
                <a:lnTo>
                  <a:pt x="614497" y="57048"/>
                </a:lnTo>
                <a:lnTo>
                  <a:pt x="614466" y="55899"/>
                </a:lnTo>
                <a:lnTo>
                  <a:pt x="614460" y="54729"/>
                </a:lnTo>
                <a:lnTo>
                  <a:pt x="658535" y="54729"/>
                </a:lnTo>
                <a:lnTo>
                  <a:pt x="658523" y="53753"/>
                </a:lnTo>
                <a:lnTo>
                  <a:pt x="658487" y="52794"/>
                </a:lnTo>
                <a:lnTo>
                  <a:pt x="658428" y="51852"/>
                </a:lnTo>
                <a:close/>
                <a:moveTo>
                  <a:pt x="614820" y="48119"/>
                </a:moveTo>
                <a:lnTo>
                  <a:pt x="614944" y="47507"/>
                </a:lnTo>
                <a:lnTo>
                  <a:pt x="615080" y="46906"/>
                </a:lnTo>
                <a:lnTo>
                  <a:pt x="615229" y="46318"/>
                </a:lnTo>
                <a:lnTo>
                  <a:pt x="615392" y="45743"/>
                </a:lnTo>
                <a:lnTo>
                  <a:pt x="615568" y="45179"/>
                </a:lnTo>
                <a:lnTo>
                  <a:pt x="615757" y="44628"/>
                </a:lnTo>
                <a:lnTo>
                  <a:pt x="615959" y="44089"/>
                </a:lnTo>
                <a:lnTo>
                  <a:pt x="616174" y="43562"/>
                </a:lnTo>
                <a:lnTo>
                  <a:pt x="616403" y="43047"/>
                </a:lnTo>
                <a:lnTo>
                  <a:pt x="616645" y="42545"/>
                </a:lnTo>
                <a:lnTo>
                  <a:pt x="616900" y="42055"/>
                </a:lnTo>
                <a:lnTo>
                  <a:pt x="617168" y="41577"/>
                </a:lnTo>
                <a:lnTo>
                  <a:pt x="617449" y="41111"/>
                </a:lnTo>
                <a:lnTo>
                  <a:pt x="617743" y="40657"/>
                </a:lnTo>
                <a:lnTo>
                  <a:pt x="618051" y="40216"/>
                </a:lnTo>
                <a:lnTo>
                  <a:pt x="618372" y="39787"/>
                </a:lnTo>
                <a:lnTo>
                  <a:pt x="618706" y="39370"/>
                </a:lnTo>
                <a:lnTo>
                  <a:pt x="619053" y="38965"/>
                </a:lnTo>
                <a:lnTo>
                  <a:pt x="619413" y="38572"/>
                </a:lnTo>
                <a:lnTo>
                  <a:pt x="619786" y="38192"/>
                </a:lnTo>
                <a:lnTo>
                  <a:pt x="620169" y="37825"/>
                </a:lnTo>
                <a:lnTo>
                  <a:pt x="620555" y="37474"/>
                </a:lnTo>
                <a:lnTo>
                  <a:pt x="620946" y="37139"/>
                </a:lnTo>
                <a:lnTo>
                  <a:pt x="621341" y="36820"/>
                </a:lnTo>
                <a:lnTo>
                  <a:pt x="621740" y="36515"/>
                </a:lnTo>
                <a:lnTo>
                  <a:pt x="622143" y="36227"/>
                </a:lnTo>
                <a:lnTo>
                  <a:pt x="622551" y="35954"/>
                </a:lnTo>
                <a:lnTo>
                  <a:pt x="622962" y="35697"/>
                </a:lnTo>
                <a:lnTo>
                  <a:pt x="623378" y="35455"/>
                </a:lnTo>
                <a:lnTo>
                  <a:pt x="623799" y="35229"/>
                </a:lnTo>
                <a:lnTo>
                  <a:pt x="624223" y="35018"/>
                </a:lnTo>
                <a:lnTo>
                  <a:pt x="624652" y="34823"/>
                </a:lnTo>
                <a:lnTo>
                  <a:pt x="625085" y="34644"/>
                </a:lnTo>
                <a:lnTo>
                  <a:pt x="625522" y="34480"/>
                </a:lnTo>
                <a:lnTo>
                  <a:pt x="625963" y="34332"/>
                </a:lnTo>
                <a:lnTo>
                  <a:pt x="626409" y="34200"/>
                </a:lnTo>
                <a:lnTo>
                  <a:pt x="626859" y="34083"/>
                </a:lnTo>
                <a:lnTo>
                  <a:pt x="627313" y="33981"/>
                </a:lnTo>
                <a:lnTo>
                  <a:pt x="627771" y="33896"/>
                </a:lnTo>
                <a:lnTo>
                  <a:pt x="628234" y="33825"/>
                </a:lnTo>
                <a:lnTo>
                  <a:pt x="628701" y="33771"/>
                </a:lnTo>
                <a:lnTo>
                  <a:pt x="629172" y="33732"/>
                </a:lnTo>
                <a:lnTo>
                  <a:pt x="629647" y="33708"/>
                </a:lnTo>
                <a:lnTo>
                  <a:pt x="630126" y="33701"/>
                </a:lnTo>
                <a:lnTo>
                  <a:pt x="630439" y="33705"/>
                </a:lnTo>
                <a:lnTo>
                  <a:pt x="630751" y="33716"/>
                </a:lnTo>
                <a:lnTo>
                  <a:pt x="631062" y="33736"/>
                </a:lnTo>
                <a:lnTo>
                  <a:pt x="631371" y="33763"/>
                </a:lnTo>
                <a:lnTo>
                  <a:pt x="631679" y="33797"/>
                </a:lnTo>
                <a:lnTo>
                  <a:pt x="631987" y="33840"/>
                </a:lnTo>
                <a:lnTo>
                  <a:pt x="632293" y="33890"/>
                </a:lnTo>
                <a:lnTo>
                  <a:pt x="632598" y="33948"/>
                </a:lnTo>
                <a:lnTo>
                  <a:pt x="632902" y="34014"/>
                </a:lnTo>
                <a:lnTo>
                  <a:pt x="633205" y="34088"/>
                </a:lnTo>
                <a:lnTo>
                  <a:pt x="633507" y="34169"/>
                </a:lnTo>
                <a:lnTo>
                  <a:pt x="633808" y="34258"/>
                </a:lnTo>
                <a:lnTo>
                  <a:pt x="634108" y="34354"/>
                </a:lnTo>
                <a:lnTo>
                  <a:pt x="634406" y="34459"/>
                </a:lnTo>
                <a:lnTo>
                  <a:pt x="634704" y="34571"/>
                </a:lnTo>
                <a:lnTo>
                  <a:pt x="635000" y="34691"/>
                </a:lnTo>
                <a:lnTo>
                  <a:pt x="635296" y="34819"/>
                </a:lnTo>
                <a:lnTo>
                  <a:pt x="635590" y="34954"/>
                </a:lnTo>
                <a:lnTo>
                  <a:pt x="635883" y="35097"/>
                </a:lnTo>
                <a:lnTo>
                  <a:pt x="636175" y="35248"/>
                </a:lnTo>
                <a:lnTo>
                  <a:pt x="636467" y="35407"/>
                </a:lnTo>
                <a:lnTo>
                  <a:pt x="636756" y="35573"/>
                </a:lnTo>
                <a:lnTo>
                  <a:pt x="637045" y="35747"/>
                </a:lnTo>
                <a:lnTo>
                  <a:pt x="637333" y="35929"/>
                </a:lnTo>
                <a:lnTo>
                  <a:pt x="637617" y="36117"/>
                </a:lnTo>
                <a:lnTo>
                  <a:pt x="637896" y="36312"/>
                </a:lnTo>
                <a:lnTo>
                  <a:pt x="638168" y="36512"/>
                </a:lnTo>
                <a:lnTo>
                  <a:pt x="638435" y="36718"/>
                </a:lnTo>
                <a:lnTo>
                  <a:pt x="638695" y="36930"/>
                </a:lnTo>
                <a:lnTo>
                  <a:pt x="638950" y="37147"/>
                </a:lnTo>
                <a:lnTo>
                  <a:pt x="639199" y="37371"/>
                </a:lnTo>
                <a:lnTo>
                  <a:pt x="639441" y="37600"/>
                </a:lnTo>
                <a:lnTo>
                  <a:pt x="639678" y="37835"/>
                </a:lnTo>
                <a:lnTo>
                  <a:pt x="639909" y="38076"/>
                </a:lnTo>
                <a:lnTo>
                  <a:pt x="640134" y="38322"/>
                </a:lnTo>
                <a:lnTo>
                  <a:pt x="640353" y="38575"/>
                </a:lnTo>
                <a:lnTo>
                  <a:pt x="640566" y="38833"/>
                </a:lnTo>
                <a:lnTo>
                  <a:pt x="640774" y="39097"/>
                </a:lnTo>
                <a:lnTo>
                  <a:pt x="640975" y="39367"/>
                </a:lnTo>
                <a:lnTo>
                  <a:pt x="641170" y="39642"/>
                </a:lnTo>
                <a:lnTo>
                  <a:pt x="641360" y="39924"/>
                </a:lnTo>
                <a:lnTo>
                  <a:pt x="641543" y="40211"/>
                </a:lnTo>
                <a:lnTo>
                  <a:pt x="641721" y="40504"/>
                </a:lnTo>
                <a:lnTo>
                  <a:pt x="641893" y="40803"/>
                </a:lnTo>
                <a:lnTo>
                  <a:pt x="642059" y="41108"/>
                </a:lnTo>
                <a:lnTo>
                  <a:pt x="642219" y="41418"/>
                </a:lnTo>
                <a:lnTo>
                  <a:pt x="642372" y="41734"/>
                </a:lnTo>
                <a:lnTo>
                  <a:pt x="642520" y="42056"/>
                </a:lnTo>
                <a:lnTo>
                  <a:pt x="642612" y="42271"/>
                </a:lnTo>
                <a:lnTo>
                  <a:pt x="642701" y="42499"/>
                </a:lnTo>
                <a:lnTo>
                  <a:pt x="642787" y="42739"/>
                </a:lnTo>
                <a:lnTo>
                  <a:pt x="642871" y="42992"/>
                </a:lnTo>
                <a:lnTo>
                  <a:pt x="642951" y="43258"/>
                </a:lnTo>
                <a:lnTo>
                  <a:pt x="643030" y="43536"/>
                </a:lnTo>
                <a:lnTo>
                  <a:pt x="643105" y="43826"/>
                </a:lnTo>
                <a:lnTo>
                  <a:pt x="643178" y="44130"/>
                </a:lnTo>
                <a:lnTo>
                  <a:pt x="643248" y="44445"/>
                </a:lnTo>
                <a:lnTo>
                  <a:pt x="643316" y="44774"/>
                </a:lnTo>
                <a:lnTo>
                  <a:pt x="643381" y="45115"/>
                </a:lnTo>
                <a:lnTo>
                  <a:pt x="643443" y="45468"/>
                </a:lnTo>
                <a:lnTo>
                  <a:pt x="643503" y="45834"/>
                </a:lnTo>
                <a:lnTo>
                  <a:pt x="643560" y="46213"/>
                </a:lnTo>
                <a:lnTo>
                  <a:pt x="643614" y="46604"/>
                </a:lnTo>
                <a:lnTo>
                  <a:pt x="643666" y="47008"/>
                </a:lnTo>
                <a:lnTo>
                  <a:pt x="643714" y="47424"/>
                </a:lnTo>
                <a:lnTo>
                  <a:pt x="643761" y="47853"/>
                </a:lnTo>
                <a:lnTo>
                  <a:pt x="643804" y="48294"/>
                </a:lnTo>
                <a:lnTo>
                  <a:pt x="643845" y="48748"/>
                </a:lnTo>
                <a:lnTo>
                  <a:pt x="643884" y="49215"/>
                </a:lnTo>
                <a:lnTo>
                  <a:pt x="643919" y="49694"/>
                </a:lnTo>
                <a:lnTo>
                  <a:pt x="643952" y="50186"/>
                </a:lnTo>
                <a:lnTo>
                  <a:pt x="643983" y="50690"/>
                </a:lnTo>
                <a:lnTo>
                  <a:pt x="614460" y="50690"/>
                </a:lnTo>
                <a:lnTo>
                  <a:pt x="614530" y="50029"/>
                </a:lnTo>
                <a:lnTo>
                  <a:pt x="614614" y="49380"/>
                </a:lnTo>
                <a:lnTo>
                  <a:pt x="614711" y="48743"/>
                </a:lnTo>
                <a:lnTo>
                  <a:pt x="614820" y="48119"/>
                </a:lnTo>
                <a:close/>
                <a:moveTo>
                  <a:pt x="790596" y="28942"/>
                </a:moveTo>
                <a:lnTo>
                  <a:pt x="789947" y="29006"/>
                </a:lnTo>
                <a:lnTo>
                  <a:pt x="789302" y="29085"/>
                </a:lnTo>
                <a:lnTo>
                  <a:pt x="788659" y="29179"/>
                </a:lnTo>
                <a:lnTo>
                  <a:pt x="788019" y="29286"/>
                </a:lnTo>
                <a:lnTo>
                  <a:pt x="787383" y="29409"/>
                </a:lnTo>
                <a:lnTo>
                  <a:pt x="786749" y="29545"/>
                </a:lnTo>
                <a:lnTo>
                  <a:pt x="786118" y="29696"/>
                </a:lnTo>
                <a:lnTo>
                  <a:pt x="785489" y="29861"/>
                </a:lnTo>
                <a:lnTo>
                  <a:pt x="784864" y="30041"/>
                </a:lnTo>
                <a:lnTo>
                  <a:pt x="784242" y="30235"/>
                </a:lnTo>
                <a:lnTo>
                  <a:pt x="783623" y="30443"/>
                </a:lnTo>
                <a:lnTo>
                  <a:pt x="783006" y="30666"/>
                </a:lnTo>
                <a:lnTo>
                  <a:pt x="782392" y="30903"/>
                </a:lnTo>
                <a:lnTo>
                  <a:pt x="781782" y="31155"/>
                </a:lnTo>
                <a:lnTo>
                  <a:pt x="781174" y="31420"/>
                </a:lnTo>
                <a:lnTo>
                  <a:pt x="780569" y="31701"/>
                </a:lnTo>
                <a:lnTo>
                  <a:pt x="779967" y="31995"/>
                </a:lnTo>
                <a:lnTo>
                  <a:pt x="779368" y="32304"/>
                </a:lnTo>
                <a:lnTo>
                  <a:pt x="778772" y="32628"/>
                </a:lnTo>
                <a:lnTo>
                  <a:pt x="778178" y="32965"/>
                </a:lnTo>
                <a:lnTo>
                  <a:pt x="777591" y="33318"/>
                </a:lnTo>
                <a:lnTo>
                  <a:pt x="777014" y="33686"/>
                </a:lnTo>
                <a:lnTo>
                  <a:pt x="776446" y="34071"/>
                </a:lnTo>
                <a:lnTo>
                  <a:pt x="775887" y="34470"/>
                </a:lnTo>
                <a:lnTo>
                  <a:pt x="775338" y="34886"/>
                </a:lnTo>
                <a:lnTo>
                  <a:pt x="774799" y="35317"/>
                </a:lnTo>
                <a:lnTo>
                  <a:pt x="774269" y="35764"/>
                </a:lnTo>
                <a:lnTo>
                  <a:pt x="773749" y="36227"/>
                </a:lnTo>
                <a:lnTo>
                  <a:pt x="773238" y="36705"/>
                </a:lnTo>
                <a:lnTo>
                  <a:pt x="772737" y="37199"/>
                </a:lnTo>
                <a:lnTo>
                  <a:pt x="772246" y="37709"/>
                </a:lnTo>
                <a:lnTo>
                  <a:pt x="771764" y="38234"/>
                </a:lnTo>
                <a:lnTo>
                  <a:pt x="771291" y="38775"/>
                </a:lnTo>
                <a:lnTo>
                  <a:pt x="770828" y="39332"/>
                </a:lnTo>
                <a:lnTo>
                  <a:pt x="770375" y="39905"/>
                </a:lnTo>
                <a:lnTo>
                  <a:pt x="769931" y="40493"/>
                </a:lnTo>
                <a:lnTo>
                  <a:pt x="769497" y="41097"/>
                </a:lnTo>
                <a:lnTo>
                  <a:pt x="769072" y="41717"/>
                </a:lnTo>
                <a:lnTo>
                  <a:pt x="768657" y="42352"/>
                </a:lnTo>
                <a:lnTo>
                  <a:pt x="768251" y="43003"/>
                </a:lnTo>
                <a:lnTo>
                  <a:pt x="767855" y="43670"/>
                </a:lnTo>
                <a:lnTo>
                  <a:pt x="767469" y="44352"/>
                </a:lnTo>
                <a:lnTo>
                  <a:pt x="767092" y="45050"/>
                </a:lnTo>
                <a:lnTo>
                  <a:pt x="766724" y="45764"/>
                </a:lnTo>
                <a:lnTo>
                  <a:pt x="766369" y="46486"/>
                </a:lnTo>
                <a:lnTo>
                  <a:pt x="766029" y="47208"/>
                </a:lnTo>
                <a:lnTo>
                  <a:pt x="765704" y="47931"/>
                </a:lnTo>
                <a:lnTo>
                  <a:pt x="765395" y="48654"/>
                </a:lnTo>
                <a:lnTo>
                  <a:pt x="765100" y="49377"/>
                </a:lnTo>
                <a:lnTo>
                  <a:pt x="764820" y="50101"/>
                </a:lnTo>
                <a:lnTo>
                  <a:pt x="764556" y="50825"/>
                </a:lnTo>
                <a:lnTo>
                  <a:pt x="764307" y="51549"/>
                </a:lnTo>
                <a:lnTo>
                  <a:pt x="764072" y="52274"/>
                </a:lnTo>
                <a:lnTo>
                  <a:pt x="763853" y="52999"/>
                </a:lnTo>
                <a:lnTo>
                  <a:pt x="763649" y="53724"/>
                </a:lnTo>
                <a:lnTo>
                  <a:pt x="763460" y="54450"/>
                </a:lnTo>
                <a:lnTo>
                  <a:pt x="763287" y="55177"/>
                </a:lnTo>
                <a:lnTo>
                  <a:pt x="763128" y="55903"/>
                </a:lnTo>
                <a:lnTo>
                  <a:pt x="762984" y="56630"/>
                </a:lnTo>
                <a:lnTo>
                  <a:pt x="762856" y="57357"/>
                </a:lnTo>
                <a:lnTo>
                  <a:pt x="762743" y="58085"/>
                </a:lnTo>
                <a:lnTo>
                  <a:pt x="762644" y="58813"/>
                </a:lnTo>
                <a:lnTo>
                  <a:pt x="762561" y="59541"/>
                </a:lnTo>
                <a:lnTo>
                  <a:pt x="762493" y="60270"/>
                </a:lnTo>
                <a:lnTo>
                  <a:pt x="762440" y="60999"/>
                </a:lnTo>
                <a:lnTo>
                  <a:pt x="762403" y="61729"/>
                </a:lnTo>
                <a:lnTo>
                  <a:pt x="762380" y="62459"/>
                </a:lnTo>
                <a:lnTo>
                  <a:pt x="762372" y="63189"/>
                </a:lnTo>
                <a:lnTo>
                  <a:pt x="762385" y="64187"/>
                </a:lnTo>
                <a:lnTo>
                  <a:pt x="762422" y="65178"/>
                </a:lnTo>
                <a:lnTo>
                  <a:pt x="762485" y="66160"/>
                </a:lnTo>
                <a:lnTo>
                  <a:pt x="762572" y="67134"/>
                </a:lnTo>
                <a:lnTo>
                  <a:pt x="762684" y="68100"/>
                </a:lnTo>
                <a:lnTo>
                  <a:pt x="762821" y="69057"/>
                </a:lnTo>
                <a:lnTo>
                  <a:pt x="762983" y="70007"/>
                </a:lnTo>
                <a:lnTo>
                  <a:pt x="763169" y="70948"/>
                </a:lnTo>
                <a:lnTo>
                  <a:pt x="763381" y="71881"/>
                </a:lnTo>
                <a:lnTo>
                  <a:pt x="763618" y="72806"/>
                </a:lnTo>
                <a:lnTo>
                  <a:pt x="763879" y="73722"/>
                </a:lnTo>
                <a:lnTo>
                  <a:pt x="764165" y="74630"/>
                </a:lnTo>
                <a:lnTo>
                  <a:pt x="764477" y="75530"/>
                </a:lnTo>
                <a:lnTo>
                  <a:pt x="764813" y="76422"/>
                </a:lnTo>
                <a:lnTo>
                  <a:pt x="765174" y="77306"/>
                </a:lnTo>
                <a:lnTo>
                  <a:pt x="765560" y="78181"/>
                </a:lnTo>
                <a:lnTo>
                  <a:pt x="765971" y="79049"/>
                </a:lnTo>
                <a:lnTo>
                  <a:pt x="766407" y="79908"/>
                </a:lnTo>
                <a:lnTo>
                  <a:pt x="766867" y="80758"/>
                </a:lnTo>
                <a:lnTo>
                  <a:pt x="767353" y="81601"/>
                </a:lnTo>
                <a:lnTo>
                  <a:pt x="767863" y="82435"/>
                </a:lnTo>
                <a:lnTo>
                  <a:pt x="768399" y="83262"/>
                </a:lnTo>
                <a:lnTo>
                  <a:pt x="768959" y="84080"/>
                </a:lnTo>
                <a:lnTo>
                  <a:pt x="769544" y="84889"/>
                </a:lnTo>
                <a:lnTo>
                  <a:pt x="770262" y="85826"/>
                </a:lnTo>
                <a:lnTo>
                  <a:pt x="771001" y="86723"/>
                </a:lnTo>
                <a:lnTo>
                  <a:pt x="771760" y="87579"/>
                </a:lnTo>
                <a:lnTo>
                  <a:pt x="772540" y="88396"/>
                </a:lnTo>
                <a:lnTo>
                  <a:pt x="773341" y="89174"/>
                </a:lnTo>
                <a:lnTo>
                  <a:pt x="774162" y="89911"/>
                </a:lnTo>
                <a:lnTo>
                  <a:pt x="775003" y="90608"/>
                </a:lnTo>
                <a:lnTo>
                  <a:pt x="775865" y="91266"/>
                </a:lnTo>
                <a:lnTo>
                  <a:pt x="776748" y="91884"/>
                </a:lnTo>
                <a:lnTo>
                  <a:pt x="777651" y="92462"/>
                </a:lnTo>
                <a:lnTo>
                  <a:pt x="778575" y="93000"/>
                </a:lnTo>
                <a:lnTo>
                  <a:pt x="779519" y="93498"/>
                </a:lnTo>
                <a:lnTo>
                  <a:pt x="780484" y="93956"/>
                </a:lnTo>
                <a:lnTo>
                  <a:pt x="781469" y="94375"/>
                </a:lnTo>
                <a:lnTo>
                  <a:pt x="782475" y="94753"/>
                </a:lnTo>
                <a:lnTo>
                  <a:pt x="783501" y="95092"/>
                </a:lnTo>
                <a:lnTo>
                  <a:pt x="784548" y="95391"/>
                </a:lnTo>
                <a:lnTo>
                  <a:pt x="785616" y="95650"/>
                </a:lnTo>
                <a:lnTo>
                  <a:pt x="786704" y="95869"/>
                </a:lnTo>
                <a:lnTo>
                  <a:pt x="787812" y="96048"/>
                </a:lnTo>
                <a:lnTo>
                  <a:pt x="788942" y="96188"/>
                </a:lnTo>
                <a:lnTo>
                  <a:pt x="790091" y="96288"/>
                </a:lnTo>
                <a:lnTo>
                  <a:pt x="791262" y="96347"/>
                </a:lnTo>
                <a:lnTo>
                  <a:pt x="792452" y="96367"/>
                </a:lnTo>
                <a:lnTo>
                  <a:pt x="793187" y="96360"/>
                </a:lnTo>
                <a:lnTo>
                  <a:pt x="793915" y="96336"/>
                </a:lnTo>
                <a:lnTo>
                  <a:pt x="794638" y="96298"/>
                </a:lnTo>
                <a:lnTo>
                  <a:pt x="795355" y="96244"/>
                </a:lnTo>
                <a:lnTo>
                  <a:pt x="796066" y="96174"/>
                </a:lnTo>
                <a:lnTo>
                  <a:pt x="796772" y="96089"/>
                </a:lnTo>
                <a:lnTo>
                  <a:pt x="797472" y="95989"/>
                </a:lnTo>
                <a:lnTo>
                  <a:pt x="798166" y="95873"/>
                </a:lnTo>
                <a:lnTo>
                  <a:pt x="798855" y="95741"/>
                </a:lnTo>
                <a:lnTo>
                  <a:pt x="799537" y="95594"/>
                </a:lnTo>
                <a:lnTo>
                  <a:pt x="800215" y="95432"/>
                </a:lnTo>
                <a:lnTo>
                  <a:pt x="800886" y="95254"/>
                </a:lnTo>
                <a:lnTo>
                  <a:pt x="801552" y="95061"/>
                </a:lnTo>
                <a:lnTo>
                  <a:pt x="802212" y="94852"/>
                </a:lnTo>
                <a:lnTo>
                  <a:pt x="802867" y="94628"/>
                </a:lnTo>
                <a:lnTo>
                  <a:pt x="803516" y="94389"/>
                </a:lnTo>
                <a:lnTo>
                  <a:pt x="804159" y="94134"/>
                </a:lnTo>
                <a:lnTo>
                  <a:pt x="804796" y="93863"/>
                </a:lnTo>
                <a:lnTo>
                  <a:pt x="805428" y="93577"/>
                </a:lnTo>
                <a:lnTo>
                  <a:pt x="806054" y="93276"/>
                </a:lnTo>
                <a:lnTo>
                  <a:pt x="806675" y="92959"/>
                </a:lnTo>
                <a:lnTo>
                  <a:pt x="807290" y="92626"/>
                </a:lnTo>
                <a:lnTo>
                  <a:pt x="807899" y="92279"/>
                </a:lnTo>
                <a:lnTo>
                  <a:pt x="808502" y="91915"/>
                </a:lnTo>
                <a:lnTo>
                  <a:pt x="809097" y="91537"/>
                </a:lnTo>
                <a:lnTo>
                  <a:pt x="809682" y="91143"/>
                </a:lnTo>
                <a:lnTo>
                  <a:pt x="810255" y="90735"/>
                </a:lnTo>
                <a:lnTo>
                  <a:pt x="810818" y="90312"/>
                </a:lnTo>
                <a:lnTo>
                  <a:pt x="811370" y="89873"/>
                </a:lnTo>
                <a:lnTo>
                  <a:pt x="811912" y="89420"/>
                </a:lnTo>
                <a:lnTo>
                  <a:pt x="812442" y="88952"/>
                </a:lnTo>
                <a:lnTo>
                  <a:pt x="812962" y="88468"/>
                </a:lnTo>
                <a:lnTo>
                  <a:pt x="813471" y="87970"/>
                </a:lnTo>
                <a:lnTo>
                  <a:pt x="813970" y="87457"/>
                </a:lnTo>
                <a:lnTo>
                  <a:pt x="814457" y="86929"/>
                </a:lnTo>
                <a:lnTo>
                  <a:pt x="814934" y="86386"/>
                </a:lnTo>
                <a:lnTo>
                  <a:pt x="815400" y="85828"/>
                </a:lnTo>
                <a:lnTo>
                  <a:pt x="815855" y="85255"/>
                </a:lnTo>
                <a:lnTo>
                  <a:pt x="816300" y="84667"/>
                </a:lnTo>
                <a:lnTo>
                  <a:pt x="816734" y="84064"/>
                </a:lnTo>
                <a:lnTo>
                  <a:pt x="817157" y="83446"/>
                </a:lnTo>
                <a:lnTo>
                  <a:pt x="817569" y="82813"/>
                </a:lnTo>
                <a:lnTo>
                  <a:pt x="817971" y="82165"/>
                </a:lnTo>
                <a:lnTo>
                  <a:pt x="818361" y="81502"/>
                </a:lnTo>
                <a:lnTo>
                  <a:pt x="818741" y="80824"/>
                </a:lnTo>
                <a:lnTo>
                  <a:pt x="819111" y="80131"/>
                </a:lnTo>
                <a:lnTo>
                  <a:pt x="819469" y="79424"/>
                </a:lnTo>
                <a:lnTo>
                  <a:pt x="819817" y="78701"/>
                </a:lnTo>
                <a:lnTo>
                  <a:pt x="820152" y="77971"/>
                </a:lnTo>
                <a:lnTo>
                  <a:pt x="820473" y="77242"/>
                </a:lnTo>
                <a:lnTo>
                  <a:pt x="820780" y="76513"/>
                </a:lnTo>
                <a:lnTo>
                  <a:pt x="821072" y="75785"/>
                </a:lnTo>
                <a:lnTo>
                  <a:pt x="821350" y="75058"/>
                </a:lnTo>
                <a:lnTo>
                  <a:pt x="821614" y="74332"/>
                </a:lnTo>
                <a:lnTo>
                  <a:pt x="821864" y="73606"/>
                </a:lnTo>
                <a:lnTo>
                  <a:pt x="822099" y="72881"/>
                </a:lnTo>
                <a:lnTo>
                  <a:pt x="822320" y="72157"/>
                </a:lnTo>
                <a:lnTo>
                  <a:pt x="822527" y="71433"/>
                </a:lnTo>
                <a:lnTo>
                  <a:pt x="822720" y="70711"/>
                </a:lnTo>
                <a:lnTo>
                  <a:pt x="822898" y="69989"/>
                </a:lnTo>
                <a:lnTo>
                  <a:pt x="823062" y="69267"/>
                </a:lnTo>
                <a:lnTo>
                  <a:pt x="823212" y="68547"/>
                </a:lnTo>
                <a:lnTo>
                  <a:pt x="823347" y="67827"/>
                </a:lnTo>
                <a:lnTo>
                  <a:pt x="823469" y="67108"/>
                </a:lnTo>
                <a:lnTo>
                  <a:pt x="823576" y="66389"/>
                </a:lnTo>
                <a:lnTo>
                  <a:pt x="823668" y="65672"/>
                </a:lnTo>
                <a:lnTo>
                  <a:pt x="823747" y="64955"/>
                </a:lnTo>
                <a:lnTo>
                  <a:pt x="823811" y="64238"/>
                </a:lnTo>
                <a:lnTo>
                  <a:pt x="823861" y="63523"/>
                </a:lnTo>
                <a:lnTo>
                  <a:pt x="823896" y="62808"/>
                </a:lnTo>
                <a:lnTo>
                  <a:pt x="823918" y="62094"/>
                </a:lnTo>
                <a:lnTo>
                  <a:pt x="823925" y="61381"/>
                </a:lnTo>
                <a:lnTo>
                  <a:pt x="823912" y="60371"/>
                </a:lnTo>
                <a:lnTo>
                  <a:pt x="823873" y="59371"/>
                </a:lnTo>
                <a:lnTo>
                  <a:pt x="823809" y="58381"/>
                </a:lnTo>
                <a:lnTo>
                  <a:pt x="823718" y="57400"/>
                </a:lnTo>
                <a:lnTo>
                  <a:pt x="823602" y="56429"/>
                </a:lnTo>
                <a:lnTo>
                  <a:pt x="823459" y="55468"/>
                </a:lnTo>
                <a:lnTo>
                  <a:pt x="823291" y="54516"/>
                </a:lnTo>
                <a:lnTo>
                  <a:pt x="823097" y="53574"/>
                </a:lnTo>
                <a:lnTo>
                  <a:pt x="822877" y="52642"/>
                </a:lnTo>
                <a:lnTo>
                  <a:pt x="822632" y="51719"/>
                </a:lnTo>
                <a:lnTo>
                  <a:pt x="822360" y="50806"/>
                </a:lnTo>
                <a:lnTo>
                  <a:pt x="822062" y="49903"/>
                </a:lnTo>
                <a:lnTo>
                  <a:pt x="821739" y="49009"/>
                </a:lnTo>
                <a:lnTo>
                  <a:pt x="821390" y="48125"/>
                </a:lnTo>
                <a:lnTo>
                  <a:pt x="821015" y="47251"/>
                </a:lnTo>
                <a:lnTo>
                  <a:pt x="820614" y="46386"/>
                </a:lnTo>
                <a:lnTo>
                  <a:pt x="820187" y="45531"/>
                </a:lnTo>
                <a:lnTo>
                  <a:pt x="819734" y="44686"/>
                </a:lnTo>
                <a:lnTo>
                  <a:pt x="819256" y="43850"/>
                </a:lnTo>
                <a:lnTo>
                  <a:pt x="818751" y="43024"/>
                </a:lnTo>
                <a:lnTo>
                  <a:pt x="818221" y="42208"/>
                </a:lnTo>
                <a:lnTo>
                  <a:pt x="817665" y="41401"/>
                </a:lnTo>
                <a:lnTo>
                  <a:pt x="817083" y="40604"/>
                </a:lnTo>
                <a:lnTo>
                  <a:pt x="816475" y="39817"/>
                </a:lnTo>
                <a:lnTo>
                  <a:pt x="815734" y="38920"/>
                </a:lnTo>
                <a:lnTo>
                  <a:pt x="814973" y="38062"/>
                </a:lnTo>
                <a:lnTo>
                  <a:pt x="814192" y="37241"/>
                </a:lnTo>
                <a:lnTo>
                  <a:pt x="813392" y="36459"/>
                </a:lnTo>
                <a:lnTo>
                  <a:pt x="812571" y="35715"/>
                </a:lnTo>
                <a:lnTo>
                  <a:pt x="811731" y="35009"/>
                </a:lnTo>
                <a:lnTo>
                  <a:pt x="810871" y="34341"/>
                </a:lnTo>
                <a:lnTo>
                  <a:pt x="809991" y="33711"/>
                </a:lnTo>
                <a:lnTo>
                  <a:pt x="809092" y="33120"/>
                </a:lnTo>
                <a:lnTo>
                  <a:pt x="808172" y="32566"/>
                </a:lnTo>
                <a:lnTo>
                  <a:pt x="807233" y="32051"/>
                </a:lnTo>
                <a:lnTo>
                  <a:pt x="806274" y="31574"/>
                </a:lnTo>
                <a:lnTo>
                  <a:pt x="805295" y="31135"/>
                </a:lnTo>
                <a:lnTo>
                  <a:pt x="804296" y="30735"/>
                </a:lnTo>
                <a:lnTo>
                  <a:pt x="803278" y="30372"/>
                </a:lnTo>
                <a:lnTo>
                  <a:pt x="802239" y="30048"/>
                </a:lnTo>
                <a:lnTo>
                  <a:pt x="801181" y="29762"/>
                </a:lnTo>
                <a:lnTo>
                  <a:pt x="800103" y="29514"/>
                </a:lnTo>
                <a:lnTo>
                  <a:pt x="799005" y="29304"/>
                </a:lnTo>
                <a:lnTo>
                  <a:pt x="797887" y="29132"/>
                </a:lnTo>
                <a:lnTo>
                  <a:pt x="796750" y="28998"/>
                </a:lnTo>
                <a:lnTo>
                  <a:pt x="795593" y="28903"/>
                </a:lnTo>
                <a:lnTo>
                  <a:pt x="794415" y="28846"/>
                </a:lnTo>
                <a:lnTo>
                  <a:pt x="793218" y="28827"/>
                </a:lnTo>
                <a:lnTo>
                  <a:pt x="792558" y="28834"/>
                </a:lnTo>
                <a:lnTo>
                  <a:pt x="791901" y="28855"/>
                </a:lnTo>
                <a:lnTo>
                  <a:pt x="791247" y="28891"/>
                </a:lnTo>
                <a:lnTo>
                  <a:pt x="790596" y="28942"/>
                </a:lnTo>
                <a:close/>
                <a:moveTo>
                  <a:pt x="793537" y="33608"/>
                </a:moveTo>
                <a:lnTo>
                  <a:pt x="794133" y="33712"/>
                </a:lnTo>
                <a:lnTo>
                  <a:pt x="794720" y="33839"/>
                </a:lnTo>
                <a:lnTo>
                  <a:pt x="795297" y="33990"/>
                </a:lnTo>
                <a:lnTo>
                  <a:pt x="795864" y="34164"/>
                </a:lnTo>
                <a:lnTo>
                  <a:pt x="796422" y="34361"/>
                </a:lnTo>
                <a:lnTo>
                  <a:pt x="796971" y="34581"/>
                </a:lnTo>
                <a:lnTo>
                  <a:pt x="797510" y="34825"/>
                </a:lnTo>
                <a:lnTo>
                  <a:pt x="798040" y="35091"/>
                </a:lnTo>
                <a:lnTo>
                  <a:pt x="798561" y="35381"/>
                </a:lnTo>
                <a:lnTo>
                  <a:pt x="799072" y="35694"/>
                </a:lnTo>
                <a:lnTo>
                  <a:pt x="799573" y="36030"/>
                </a:lnTo>
                <a:lnTo>
                  <a:pt x="800065" y="36389"/>
                </a:lnTo>
                <a:lnTo>
                  <a:pt x="800548" y="36772"/>
                </a:lnTo>
                <a:lnTo>
                  <a:pt x="801021" y="37177"/>
                </a:lnTo>
                <a:lnTo>
                  <a:pt x="801485" y="37606"/>
                </a:lnTo>
                <a:lnTo>
                  <a:pt x="801939" y="38058"/>
                </a:lnTo>
                <a:lnTo>
                  <a:pt x="802384" y="38533"/>
                </a:lnTo>
                <a:lnTo>
                  <a:pt x="802820" y="39032"/>
                </a:lnTo>
                <a:lnTo>
                  <a:pt x="803246" y="39553"/>
                </a:lnTo>
                <a:lnTo>
                  <a:pt x="803663" y="40098"/>
                </a:lnTo>
                <a:lnTo>
                  <a:pt x="804259" y="40922"/>
                </a:lnTo>
                <a:lnTo>
                  <a:pt x="804831" y="41771"/>
                </a:lnTo>
                <a:lnTo>
                  <a:pt x="805376" y="42645"/>
                </a:lnTo>
                <a:lnTo>
                  <a:pt x="805897" y="43545"/>
                </a:lnTo>
                <a:lnTo>
                  <a:pt x="806392" y="44469"/>
                </a:lnTo>
                <a:lnTo>
                  <a:pt x="806861" y="45419"/>
                </a:lnTo>
                <a:lnTo>
                  <a:pt x="807306" y="46393"/>
                </a:lnTo>
                <a:lnTo>
                  <a:pt x="807725" y="47393"/>
                </a:lnTo>
                <a:lnTo>
                  <a:pt x="808118" y="48418"/>
                </a:lnTo>
                <a:lnTo>
                  <a:pt x="808486" y="49468"/>
                </a:lnTo>
                <a:lnTo>
                  <a:pt x="808829" y="50543"/>
                </a:lnTo>
                <a:lnTo>
                  <a:pt x="809146" y="51643"/>
                </a:lnTo>
                <a:lnTo>
                  <a:pt x="809438" y="52769"/>
                </a:lnTo>
                <a:lnTo>
                  <a:pt x="809705" y="53919"/>
                </a:lnTo>
                <a:lnTo>
                  <a:pt x="809946" y="55095"/>
                </a:lnTo>
                <a:lnTo>
                  <a:pt x="810162" y="56295"/>
                </a:lnTo>
                <a:lnTo>
                  <a:pt x="810352" y="57521"/>
                </a:lnTo>
                <a:lnTo>
                  <a:pt x="810517" y="58772"/>
                </a:lnTo>
                <a:lnTo>
                  <a:pt x="810657" y="60048"/>
                </a:lnTo>
                <a:lnTo>
                  <a:pt x="810771" y="61349"/>
                </a:lnTo>
                <a:lnTo>
                  <a:pt x="810860" y="62676"/>
                </a:lnTo>
                <a:lnTo>
                  <a:pt x="810923" y="64027"/>
                </a:lnTo>
                <a:lnTo>
                  <a:pt x="810961" y="65404"/>
                </a:lnTo>
                <a:lnTo>
                  <a:pt x="810974" y="66805"/>
                </a:lnTo>
                <a:lnTo>
                  <a:pt x="810966" y="67921"/>
                </a:lnTo>
                <a:lnTo>
                  <a:pt x="810943" y="69010"/>
                </a:lnTo>
                <a:lnTo>
                  <a:pt x="810905" y="70070"/>
                </a:lnTo>
                <a:lnTo>
                  <a:pt x="810852" y="71103"/>
                </a:lnTo>
                <a:lnTo>
                  <a:pt x="810783" y="72108"/>
                </a:lnTo>
                <a:lnTo>
                  <a:pt x="810700" y="73086"/>
                </a:lnTo>
                <a:lnTo>
                  <a:pt x="810601" y="74035"/>
                </a:lnTo>
                <a:lnTo>
                  <a:pt x="810486" y="74957"/>
                </a:lnTo>
                <a:lnTo>
                  <a:pt x="810357" y="75851"/>
                </a:lnTo>
                <a:lnTo>
                  <a:pt x="810212" y="76717"/>
                </a:lnTo>
                <a:lnTo>
                  <a:pt x="810052" y="77556"/>
                </a:lnTo>
                <a:lnTo>
                  <a:pt x="809877" y="78366"/>
                </a:lnTo>
                <a:lnTo>
                  <a:pt x="809687" y="79149"/>
                </a:lnTo>
                <a:lnTo>
                  <a:pt x="809481" y="79905"/>
                </a:lnTo>
                <a:lnTo>
                  <a:pt x="809260" y="80632"/>
                </a:lnTo>
                <a:lnTo>
                  <a:pt x="809024" y="81332"/>
                </a:lnTo>
                <a:lnTo>
                  <a:pt x="808773" y="82004"/>
                </a:lnTo>
                <a:lnTo>
                  <a:pt x="808506" y="82648"/>
                </a:lnTo>
                <a:lnTo>
                  <a:pt x="808225" y="83264"/>
                </a:lnTo>
                <a:lnTo>
                  <a:pt x="807928" y="83853"/>
                </a:lnTo>
                <a:lnTo>
                  <a:pt x="807615" y="84413"/>
                </a:lnTo>
                <a:lnTo>
                  <a:pt x="807288" y="84947"/>
                </a:lnTo>
                <a:lnTo>
                  <a:pt x="806945" y="85452"/>
                </a:lnTo>
                <a:lnTo>
                  <a:pt x="806587" y="85929"/>
                </a:lnTo>
                <a:lnTo>
                  <a:pt x="806218" y="86383"/>
                </a:lnTo>
                <a:lnTo>
                  <a:pt x="805840" y="86818"/>
                </a:lnTo>
                <a:lnTo>
                  <a:pt x="805454" y="87233"/>
                </a:lnTo>
                <a:lnTo>
                  <a:pt x="805059" y="87629"/>
                </a:lnTo>
                <a:lnTo>
                  <a:pt x="804657" y="88006"/>
                </a:lnTo>
                <a:lnTo>
                  <a:pt x="804246" y="88364"/>
                </a:lnTo>
                <a:lnTo>
                  <a:pt x="803827" y="88702"/>
                </a:lnTo>
                <a:lnTo>
                  <a:pt x="803400" y="89020"/>
                </a:lnTo>
                <a:lnTo>
                  <a:pt x="802964" y="89320"/>
                </a:lnTo>
                <a:lnTo>
                  <a:pt x="802521" y="89600"/>
                </a:lnTo>
                <a:lnTo>
                  <a:pt x="802069" y="89861"/>
                </a:lnTo>
                <a:lnTo>
                  <a:pt x="801609" y="90102"/>
                </a:lnTo>
                <a:lnTo>
                  <a:pt x="801140" y="90324"/>
                </a:lnTo>
                <a:lnTo>
                  <a:pt x="800664" y="90527"/>
                </a:lnTo>
                <a:lnTo>
                  <a:pt x="800179" y="90711"/>
                </a:lnTo>
                <a:lnTo>
                  <a:pt x="799686" y="90875"/>
                </a:lnTo>
                <a:lnTo>
                  <a:pt x="799185" y="91020"/>
                </a:lnTo>
                <a:lnTo>
                  <a:pt x="798676" y="91145"/>
                </a:lnTo>
                <a:lnTo>
                  <a:pt x="798158" y="91252"/>
                </a:lnTo>
                <a:lnTo>
                  <a:pt x="797632" y="91339"/>
                </a:lnTo>
                <a:lnTo>
                  <a:pt x="797098" y="91406"/>
                </a:lnTo>
                <a:lnTo>
                  <a:pt x="796556" y="91455"/>
                </a:lnTo>
                <a:lnTo>
                  <a:pt x="796005" y="91484"/>
                </a:lnTo>
                <a:lnTo>
                  <a:pt x="795447" y="91493"/>
                </a:lnTo>
                <a:lnTo>
                  <a:pt x="794698" y="91476"/>
                </a:lnTo>
                <a:lnTo>
                  <a:pt x="793962" y="91423"/>
                </a:lnTo>
                <a:lnTo>
                  <a:pt x="793238" y="91336"/>
                </a:lnTo>
                <a:lnTo>
                  <a:pt x="792527" y="91213"/>
                </a:lnTo>
                <a:lnTo>
                  <a:pt x="791828" y="91056"/>
                </a:lnTo>
                <a:lnTo>
                  <a:pt x="791140" y="90863"/>
                </a:lnTo>
                <a:lnTo>
                  <a:pt x="790465" y="90635"/>
                </a:lnTo>
                <a:lnTo>
                  <a:pt x="789803" y="90373"/>
                </a:lnTo>
                <a:lnTo>
                  <a:pt x="789152" y="90075"/>
                </a:lnTo>
                <a:lnTo>
                  <a:pt x="788514" y="89743"/>
                </a:lnTo>
                <a:lnTo>
                  <a:pt x="787888" y="89375"/>
                </a:lnTo>
                <a:lnTo>
                  <a:pt x="787274" y="88972"/>
                </a:lnTo>
                <a:lnTo>
                  <a:pt x="786672" y="88535"/>
                </a:lnTo>
                <a:lnTo>
                  <a:pt x="786083" y="88062"/>
                </a:lnTo>
                <a:lnTo>
                  <a:pt x="785505" y="87554"/>
                </a:lnTo>
                <a:lnTo>
                  <a:pt x="784940" y="87012"/>
                </a:lnTo>
                <a:lnTo>
                  <a:pt x="784387" y="86434"/>
                </a:lnTo>
                <a:lnTo>
                  <a:pt x="783847" y="85821"/>
                </a:lnTo>
                <a:lnTo>
                  <a:pt x="783318" y="85174"/>
                </a:lnTo>
                <a:lnTo>
                  <a:pt x="782802" y="84491"/>
                </a:lnTo>
                <a:lnTo>
                  <a:pt x="782298" y="83773"/>
                </a:lnTo>
                <a:lnTo>
                  <a:pt x="781806" y="83020"/>
                </a:lnTo>
                <a:lnTo>
                  <a:pt x="781327" y="82233"/>
                </a:lnTo>
                <a:lnTo>
                  <a:pt x="780859" y="81410"/>
                </a:lnTo>
                <a:lnTo>
                  <a:pt x="780407" y="80563"/>
                </a:lnTo>
                <a:lnTo>
                  <a:pt x="779975" y="79703"/>
                </a:lnTo>
                <a:lnTo>
                  <a:pt x="779562" y="78829"/>
                </a:lnTo>
                <a:lnTo>
                  <a:pt x="779168" y="77942"/>
                </a:lnTo>
                <a:lnTo>
                  <a:pt x="778793" y="77042"/>
                </a:lnTo>
                <a:lnTo>
                  <a:pt x="778437" y="76128"/>
                </a:lnTo>
                <a:lnTo>
                  <a:pt x="778101" y="75202"/>
                </a:lnTo>
                <a:lnTo>
                  <a:pt x="777784" y="74262"/>
                </a:lnTo>
                <a:lnTo>
                  <a:pt x="777486" y="73308"/>
                </a:lnTo>
                <a:lnTo>
                  <a:pt x="777207" y="72342"/>
                </a:lnTo>
                <a:lnTo>
                  <a:pt x="776948" y="71362"/>
                </a:lnTo>
                <a:lnTo>
                  <a:pt x="776707" y="70369"/>
                </a:lnTo>
                <a:lnTo>
                  <a:pt x="776486" y="69362"/>
                </a:lnTo>
                <a:lnTo>
                  <a:pt x="776285" y="68343"/>
                </a:lnTo>
                <a:lnTo>
                  <a:pt x="776102" y="67310"/>
                </a:lnTo>
                <a:lnTo>
                  <a:pt x="775939" y="66264"/>
                </a:lnTo>
                <a:lnTo>
                  <a:pt x="775794" y="65204"/>
                </a:lnTo>
                <a:lnTo>
                  <a:pt x="775670" y="64131"/>
                </a:lnTo>
                <a:lnTo>
                  <a:pt x="775564" y="63045"/>
                </a:lnTo>
                <a:lnTo>
                  <a:pt x="775477" y="61946"/>
                </a:lnTo>
                <a:lnTo>
                  <a:pt x="775410" y="60833"/>
                </a:lnTo>
                <a:lnTo>
                  <a:pt x="775362" y="59708"/>
                </a:lnTo>
                <a:lnTo>
                  <a:pt x="775333" y="58568"/>
                </a:lnTo>
                <a:lnTo>
                  <a:pt x="775324" y="57416"/>
                </a:lnTo>
                <a:lnTo>
                  <a:pt x="775328" y="56703"/>
                </a:lnTo>
                <a:lnTo>
                  <a:pt x="775340" y="56001"/>
                </a:lnTo>
                <a:lnTo>
                  <a:pt x="775359" y="55309"/>
                </a:lnTo>
                <a:lnTo>
                  <a:pt x="775387" y="54629"/>
                </a:lnTo>
                <a:lnTo>
                  <a:pt x="775423" y="53959"/>
                </a:lnTo>
                <a:lnTo>
                  <a:pt x="775467" y="53300"/>
                </a:lnTo>
                <a:lnTo>
                  <a:pt x="775519" y="52652"/>
                </a:lnTo>
                <a:lnTo>
                  <a:pt x="775579" y="52015"/>
                </a:lnTo>
                <a:lnTo>
                  <a:pt x="775647" y="51389"/>
                </a:lnTo>
                <a:lnTo>
                  <a:pt x="775722" y="50773"/>
                </a:lnTo>
                <a:lnTo>
                  <a:pt x="775806" y="50169"/>
                </a:lnTo>
                <a:lnTo>
                  <a:pt x="775898" y="49575"/>
                </a:lnTo>
                <a:lnTo>
                  <a:pt x="775998" y="48992"/>
                </a:lnTo>
                <a:lnTo>
                  <a:pt x="776105" y="48420"/>
                </a:lnTo>
                <a:lnTo>
                  <a:pt x="776221" y="47859"/>
                </a:lnTo>
                <a:lnTo>
                  <a:pt x="776345" y="47309"/>
                </a:lnTo>
                <a:lnTo>
                  <a:pt x="776476" y="46770"/>
                </a:lnTo>
                <a:lnTo>
                  <a:pt x="776616" y="46241"/>
                </a:lnTo>
                <a:lnTo>
                  <a:pt x="776764" y="45724"/>
                </a:lnTo>
                <a:lnTo>
                  <a:pt x="776919" y="45217"/>
                </a:lnTo>
                <a:lnTo>
                  <a:pt x="777083" y="44721"/>
                </a:lnTo>
                <a:lnTo>
                  <a:pt x="777254" y="44236"/>
                </a:lnTo>
                <a:lnTo>
                  <a:pt x="777434" y="43762"/>
                </a:lnTo>
                <a:lnTo>
                  <a:pt x="777621" y="43299"/>
                </a:lnTo>
                <a:lnTo>
                  <a:pt x="777815" y="42847"/>
                </a:lnTo>
                <a:lnTo>
                  <a:pt x="778014" y="42406"/>
                </a:lnTo>
                <a:lnTo>
                  <a:pt x="778218" y="41977"/>
                </a:lnTo>
                <a:lnTo>
                  <a:pt x="778427" y="41559"/>
                </a:lnTo>
                <a:lnTo>
                  <a:pt x="778641" y="41153"/>
                </a:lnTo>
                <a:lnTo>
                  <a:pt x="778859" y="40758"/>
                </a:lnTo>
                <a:lnTo>
                  <a:pt x="779083" y="40375"/>
                </a:lnTo>
                <a:lnTo>
                  <a:pt x="779312" y="40003"/>
                </a:lnTo>
                <a:lnTo>
                  <a:pt x="779545" y="39643"/>
                </a:lnTo>
                <a:lnTo>
                  <a:pt x="779784" y="39294"/>
                </a:lnTo>
                <a:lnTo>
                  <a:pt x="780027" y="38956"/>
                </a:lnTo>
                <a:lnTo>
                  <a:pt x="780276" y="38630"/>
                </a:lnTo>
                <a:lnTo>
                  <a:pt x="780529" y="38316"/>
                </a:lnTo>
                <a:lnTo>
                  <a:pt x="780788" y="38013"/>
                </a:lnTo>
                <a:lnTo>
                  <a:pt x="781051" y="37721"/>
                </a:lnTo>
                <a:lnTo>
                  <a:pt x="781319" y="37441"/>
                </a:lnTo>
                <a:lnTo>
                  <a:pt x="781593" y="37172"/>
                </a:lnTo>
                <a:lnTo>
                  <a:pt x="781871" y="36915"/>
                </a:lnTo>
                <a:lnTo>
                  <a:pt x="782154" y="36670"/>
                </a:lnTo>
                <a:lnTo>
                  <a:pt x="782442" y="36435"/>
                </a:lnTo>
                <a:lnTo>
                  <a:pt x="782735" y="36213"/>
                </a:lnTo>
                <a:lnTo>
                  <a:pt x="783033" y="36001"/>
                </a:lnTo>
                <a:lnTo>
                  <a:pt x="783336" y="35802"/>
                </a:lnTo>
                <a:lnTo>
                  <a:pt x="783644" y="35613"/>
                </a:lnTo>
                <a:lnTo>
                  <a:pt x="783955" y="35435"/>
                </a:lnTo>
                <a:lnTo>
                  <a:pt x="784265" y="35263"/>
                </a:lnTo>
                <a:lnTo>
                  <a:pt x="784575" y="35100"/>
                </a:lnTo>
                <a:lnTo>
                  <a:pt x="784885" y="34944"/>
                </a:lnTo>
                <a:lnTo>
                  <a:pt x="785195" y="34795"/>
                </a:lnTo>
                <a:lnTo>
                  <a:pt x="785505" y="34655"/>
                </a:lnTo>
                <a:lnTo>
                  <a:pt x="785814" y="34522"/>
                </a:lnTo>
                <a:lnTo>
                  <a:pt x="786124" y="34396"/>
                </a:lnTo>
                <a:lnTo>
                  <a:pt x="786433" y="34278"/>
                </a:lnTo>
                <a:lnTo>
                  <a:pt x="786743" y="34168"/>
                </a:lnTo>
                <a:lnTo>
                  <a:pt x="787052" y="34065"/>
                </a:lnTo>
                <a:lnTo>
                  <a:pt x="787361" y="33970"/>
                </a:lnTo>
                <a:lnTo>
                  <a:pt x="787670" y="33882"/>
                </a:lnTo>
                <a:lnTo>
                  <a:pt x="787978" y="33803"/>
                </a:lnTo>
                <a:lnTo>
                  <a:pt x="788287" y="33730"/>
                </a:lnTo>
                <a:lnTo>
                  <a:pt x="788596" y="33666"/>
                </a:lnTo>
                <a:lnTo>
                  <a:pt x="788904" y="33609"/>
                </a:lnTo>
                <a:lnTo>
                  <a:pt x="789212" y="33559"/>
                </a:lnTo>
                <a:lnTo>
                  <a:pt x="789521" y="33517"/>
                </a:lnTo>
                <a:lnTo>
                  <a:pt x="789829" y="33483"/>
                </a:lnTo>
                <a:lnTo>
                  <a:pt x="790137" y="33456"/>
                </a:lnTo>
                <a:lnTo>
                  <a:pt x="790445" y="33437"/>
                </a:lnTo>
                <a:lnTo>
                  <a:pt x="790752" y="33426"/>
                </a:lnTo>
                <a:lnTo>
                  <a:pt x="791060" y="33422"/>
                </a:lnTo>
                <a:lnTo>
                  <a:pt x="791693" y="33434"/>
                </a:lnTo>
                <a:lnTo>
                  <a:pt x="792318" y="33469"/>
                </a:lnTo>
                <a:lnTo>
                  <a:pt x="792932" y="33526"/>
                </a:lnTo>
                <a:lnTo>
                  <a:pt x="793537" y="33608"/>
                </a:lnTo>
                <a:close/>
                <a:moveTo>
                  <a:pt x="600534" y="125194"/>
                </a:moveTo>
                <a:lnTo>
                  <a:pt x="600534" y="119415"/>
                </a:lnTo>
                <a:lnTo>
                  <a:pt x="526796" y="119415"/>
                </a:lnTo>
                <a:lnTo>
                  <a:pt x="526796" y="125194"/>
                </a:lnTo>
                <a:lnTo>
                  <a:pt x="600534" y="12519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" name="Text B">
            <a:extLst xmlns:a="http://schemas.openxmlformats.org/drawingml/2006/main">
              <a:ext uri="{FF2B5EF4-FFF2-40B4-BE49-F238E27FC236}">
                <a16:creationId xmlns:a16="http://schemas.microsoft.com/office/drawing/2014/main" id="{C514945A-F57A-41EC-BEEB-BD3B3DA7E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7090" y="2182514"/>
            <a:ext cx="84948" cy="94418"/>
          </a:xfrm>
          <a:custGeom xmlns:a="http://schemas.openxmlformats.org/drawingml/2006/main">
            <a:pathLst>
              <a:path w="84948" h="94418">
                <a:moveTo>
                  <a:pt x="63502" y="46275"/>
                </a:moveTo>
                <a:cubicBezTo>
                  <a:pt x="70047" y="47666"/>
                  <a:pt x="74945" y="49892"/>
                  <a:pt x="78194" y="52953"/>
                </a:cubicBezTo>
                <a:cubicBezTo>
                  <a:pt x="82697" y="57221"/>
                  <a:pt x="84948" y="62439"/>
                  <a:pt x="84948" y="68607"/>
                </a:cubicBezTo>
                <a:cubicBezTo>
                  <a:pt x="84948" y="73291"/>
                  <a:pt x="83463" y="77778"/>
                  <a:pt x="80492" y="82069"/>
                </a:cubicBezTo>
                <a:cubicBezTo>
                  <a:pt x="77521" y="86359"/>
                  <a:pt x="73448" y="89489"/>
                  <a:pt x="68272" y="91461"/>
                </a:cubicBezTo>
                <a:cubicBezTo>
                  <a:pt x="63096" y="93432"/>
                  <a:pt x="55193" y="94418"/>
                  <a:pt x="44563" y="94418"/>
                </a:cubicBezTo>
                <a:lnTo>
                  <a:pt x="0" y="94418"/>
                </a:lnTo>
                <a:lnTo>
                  <a:pt x="0" y="91841"/>
                </a:lnTo>
                <a:lnTo>
                  <a:pt x="3551" y="91841"/>
                </a:lnTo>
                <a:cubicBezTo>
                  <a:pt x="7497" y="91841"/>
                  <a:pt x="10328" y="90588"/>
                  <a:pt x="12046" y="88081"/>
                </a:cubicBezTo>
                <a:cubicBezTo>
                  <a:pt x="13114" y="86457"/>
                  <a:pt x="13647" y="82998"/>
                  <a:pt x="13647" y="77707"/>
                </a:cubicBezTo>
                <a:lnTo>
                  <a:pt x="13647" y="16711"/>
                </a:lnTo>
                <a:cubicBezTo>
                  <a:pt x="13647" y="10862"/>
                  <a:pt x="12974" y="7172"/>
                  <a:pt x="11628" y="5640"/>
                </a:cubicBezTo>
                <a:cubicBezTo>
                  <a:pt x="9818" y="3598"/>
                  <a:pt x="7125" y="2576"/>
                  <a:pt x="3551" y="2576"/>
                </a:cubicBezTo>
                <a:lnTo>
                  <a:pt x="0" y="2576"/>
                </a:lnTo>
                <a:lnTo>
                  <a:pt x="0" y="0"/>
                </a:lnTo>
                <a:lnTo>
                  <a:pt x="40803" y="0"/>
                </a:lnTo>
                <a:cubicBezTo>
                  <a:pt x="48416" y="0"/>
                  <a:pt x="54520" y="558"/>
                  <a:pt x="59115" y="1673"/>
                </a:cubicBezTo>
                <a:cubicBezTo>
                  <a:pt x="66078" y="3346"/>
                  <a:pt x="71393" y="6308"/>
                  <a:pt x="75061" y="10560"/>
                </a:cubicBezTo>
                <a:cubicBezTo>
                  <a:pt x="78728" y="14810"/>
                  <a:pt x="80561" y="19699"/>
                  <a:pt x="80561" y="25228"/>
                </a:cubicBezTo>
                <a:cubicBezTo>
                  <a:pt x="80561" y="29967"/>
                  <a:pt x="79122" y="34207"/>
                  <a:pt x="76244" y="37948"/>
                </a:cubicBezTo>
                <a:cubicBezTo>
                  <a:pt x="73366" y="41688"/>
                  <a:pt x="69119" y="44464"/>
                  <a:pt x="63502" y="46275"/>
                </a:cubicBezTo>
                <a:moveTo>
                  <a:pt x="27016" y="42474"/>
                </a:moveTo>
                <a:cubicBezTo>
                  <a:pt x="28734" y="42799"/>
                  <a:pt x="30695" y="43043"/>
                  <a:pt x="32900" y="43205"/>
                </a:cubicBezTo>
                <a:cubicBezTo>
                  <a:pt x="35105" y="43368"/>
                  <a:pt x="37530" y="43449"/>
                  <a:pt x="40176" y="43449"/>
                </a:cubicBezTo>
                <a:cubicBezTo>
                  <a:pt x="46954" y="43449"/>
                  <a:pt x="52048" y="42716"/>
                  <a:pt x="55460" y="41251"/>
                </a:cubicBezTo>
                <a:cubicBezTo>
                  <a:pt x="58872" y="39786"/>
                  <a:pt x="61483" y="37543"/>
                  <a:pt x="63293" y="34521"/>
                </a:cubicBezTo>
                <a:cubicBezTo>
                  <a:pt x="65104" y="31498"/>
                  <a:pt x="66009" y="28196"/>
                  <a:pt x="66009" y="24614"/>
                </a:cubicBezTo>
                <a:cubicBezTo>
                  <a:pt x="66009" y="19081"/>
                  <a:pt x="63757" y="14362"/>
                  <a:pt x="59255" y="10455"/>
                </a:cubicBezTo>
                <a:cubicBezTo>
                  <a:pt x="54752" y="6549"/>
                  <a:pt x="48184" y="4596"/>
                  <a:pt x="39550" y="4596"/>
                </a:cubicBezTo>
                <a:cubicBezTo>
                  <a:pt x="34908" y="4596"/>
                  <a:pt x="30730" y="5129"/>
                  <a:pt x="27016" y="6197"/>
                </a:cubicBezTo>
                <a:lnTo>
                  <a:pt x="27016" y="42474"/>
                </a:lnTo>
                <a:moveTo>
                  <a:pt x="27016" y="87664"/>
                </a:moveTo>
                <a:cubicBezTo>
                  <a:pt x="32401" y="88917"/>
                  <a:pt x="37716" y="89544"/>
                  <a:pt x="42961" y="89544"/>
                </a:cubicBezTo>
                <a:cubicBezTo>
                  <a:pt x="51363" y="89544"/>
                  <a:pt x="57769" y="87652"/>
                  <a:pt x="62179" y="83869"/>
                </a:cubicBezTo>
                <a:cubicBezTo>
                  <a:pt x="66589" y="80086"/>
                  <a:pt x="68794" y="75409"/>
                  <a:pt x="68794" y="69838"/>
                </a:cubicBezTo>
                <a:cubicBezTo>
                  <a:pt x="68794" y="66171"/>
                  <a:pt x="67796" y="62643"/>
                  <a:pt x="65800" y="59255"/>
                </a:cubicBezTo>
                <a:cubicBezTo>
                  <a:pt x="63804" y="55866"/>
                  <a:pt x="60554" y="53197"/>
                  <a:pt x="56052" y="51247"/>
                </a:cubicBezTo>
                <a:cubicBezTo>
                  <a:pt x="51549" y="49298"/>
                  <a:pt x="45979" y="48323"/>
                  <a:pt x="39341" y="48323"/>
                </a:cubicBezTo>
                <a:cubicBezTo>
                  <a:pt x="36463" y="48323"/>
                  <a:pt x="34002" y="48369"/>
                  <a:pt x="31960" y="48462"/>
                </a:cubicBezTo>
                <a:cubicBezTo>
                  <a:pt x="29917" y="48555"/>
                  <a:pt x="28270" y="48717"/>
                  <a:pt x="27016" y="48950"/>
                </a:cubicBezTo>
                <a:lnTo>
                  <a:pt x="27016" y="8766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" name="Text loc_9BB08">
            <a:extLst xmlns:a="http://schemas.openxmlformats.org/drawingml/2006/main">
              <a:ext uri="{FF2B5EF4-FFF2-40B4-BE49-F238E27FC236}">
                <a16:creationId xmlns:a16="http://schemas.microsoft.com/office/drawing/2014/main" id="{86482FC8-AB1D-4B79-82F6-16839A3A9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1889" y="2177918"/>
            <a:ext cx="637228" cy="129789"/>
          </a:xfrm>
          <a:custGeom xmlns:a="http://schemas.openxmlformats.org/drawingml/2006/main">
            <a:pathLst>
              <a:path w="637228" h="129789">
                <a:moveTo>
                  <a:pt x="22142" y="0"/>
                </a:moveTo>
                <a:lnTo>
                  <a:pt x="22142" y="84539"/>
                </a:lnTo>
                <a:cubicBezTo>
                  <a:pt x="22142" y="88528"/>
                  <a:pt x="22432" y="91173"/>
                  <a:pt x="23013" y="92472"/>
                </a:cubicBezTo>
                <a:cubicBezTo>
                  <a:pt x="23593" y="93771"/>
                  <a:pt x="24486" y="94756"/>
                  <a:pt x="25693" y="95429"/>
                </a:cubicBezTo>
                <a:cubicBezTo>
                  <a:pt x="26900" y="96101"/>
                  <a:pt x="29152" y="96437"/>
                  <a:pt x="32447" y="96437"/>
                </a:cubicBezTo>
                <a:lnTo>
                  <a:pt x="32447" y="99013"/>
                </a:lnTo>
                <a:lnTo>
                  <a:pt x="1184" y="99013"/>
                </a:lnTo>
                <a:lnTo>
                  <a:pt x="1184" y="96437"/>
                </a:lnTo>
                <a:cubicBezTo>
                  <a:pt x="4108" y="96437"/>
                  <a:pt x="6104" y="96136"/>
                  <a:pt x="7172" y="95534"/>
                </a:cubicBezTo>
                <a:cubicBezTo>
                  <a:pt x="8239" y="94930"/>
                  <a:pt x="9075" y="93933"/>
                  <a:pt x="9679" y="92542"/>
                </a:cubicBezTo>
                <a:cubicBezTo>
                  <a:pt x="10282" y="91149"/>
                  <a:pt x="10584" y="88482"/>
                  <a:pt x="10584" y="84539"/>
                </a:cubicBezTo>
                <a:lnTo>
                  <a:pt x="10584" y="26649"/>
                </a:lnTo>
                <a:cubicBezTo>
                  <a:pt x="10584" y="19459"/>
                  <a:pt x="10421" y="15041"/>
                  <a:pt x="10096" y="13395"/>
                </a:cubicBezTo>
                <a:cubicBezTo>
                  <a:pt x="9771" y="11747"/>
                  <a:pt x="9249" y="10622"/>
                  <a:pt x="8530" y="10020"/>
                </a:cubicBezTo>
                <a:cubicBezTo>
                  <a:pt x="7810" y="9417"/>
                  <a:pt x="6893" y="9115"/>
                  <a:pt x="5779" y="9115"/>
                </a:cubicBezTo>
                <a:cubicBezTo>
                  <a:pt x="4572" y="9115"/>
                  <a:pt x="3040" y="9486"/>
                  <a:pt x="1184" y="10229"/>
                </a:cubicBezTo>
                <a:lnTo>
                  <a:pt x="0" y="7792"/>
                </a:lnTo>
                <a:lnTo>
                  <a:pt x="19009" y="0"/>
                </a:lnTo>
                <a:lnTo>
                  <a:pt x="22142" y="0"/>
                </a:lnTo>
                <a:close/>
                <a:moveTo>
                  <a:pt x="71046" y="33422"/>
                </a:moveTo>
                <a:cubicBezTo>
                  <a:pt x="80702" y="33422"/>
                  <a:pt x="88454" y="37086"/>
                  <a:pt x="94303" y="44413"/>
                </a:cubicBezTo>
                <a:cubicBezTo>
                  <a:pt x="99270" y="50672"/>
                  <a:pt x="101753" y="57860"/>
                  <a:pt x="101753" y="65976"/>
                </a:cubicBezTo>
                <a:cubicBezTo>
                  <a:pt x="101753" y="71680"/>
                  <a:pt x="100384" y="77453"/>
                  <a:pt x="97645" y="83297"/>
                </a:cubicBezTo>
                <a:cubicBezTo>
                  <a:pt x="94906" y="89138"/>
                  <a:pt x="91135" y="93543"/>
                  <a:pt x="86330" y="96511"/>
                </a:cubicBezTo>
                <a:cubicBezTo>
                  <a:pt x="81526" y="99479"/>
                  <a:pt x="76176" y="100963"/>
                  <a:pt x="70281" y="100963"/>
                </a:cubicBezTo>
                <a:cubicBezTo>
                  <a:pt x="60672" y="100963"/>
                  <a:pt x="53036" y="97137"/>
                  <a:pt x="47372" y="89485"/>
                </a:cubicBezTo>
                <a:cubicBezTo>
                  <a:pt x="42591" y="83040"/>
                  <a:pt x="40201" y="75806"/>
                  <a:pt x="40201" y="67784"/>
                </a:cubicBezTo>
                <a:cubicBezTo>
                  <a:pt x="40201" y="61941"/>
                  <a:pt x="41651" y="56133"/>
                  <a:pt x="44552" y="50360"/>
                </a:cubicBezTo>
                <a:cubicBezTo>
                  <a:pt x="47454" y="44586"/>
                  <a:pt x="51272" y="40320"/>
                  <a:pt x="56006" y="37561"/>
                </a:cubicBezTo>
                <a:cubicBezTo>
                  <a:pt x="60741" y="34802"/>
                  <a:pt x="65755" y="33422"/>
                  <a:pt x="71046" y="33422"/>
                </a:cubicBezTo>
                <a:moveTo>
                  <a:pt x="68888" y="38018"/>
                </a:moveTo>
                <a:cubicBezTo>
                  <a:pt x="66428" y="38018"/>
                  <a:pt x="63956" y="38748"/>
                  <a:pt x="61472" y="40209"/>
                </a:cubicBezTo>
                <a:cubicBezTo>
                  <a:pt x="58989" y="41670"/>
                  <a:pt x="56981" y="44231"/>
                  <a:pt x="55449" y="47894"/>
                </a:cubicBezTo>
                <a:cubicBezTo>
                  <a:pt x="53918" y="51557"/>
                  <a:pt x="53152" y="56263"/>
                  <a:pt x="53152" y="62012"/>
                </a:cubicBezTo>
                <a:cubicBezTo>
                  <a:pt x="53152" y="71284"/>
                  <a:pt x="54997" y="79282"/>
                  <a:pt x="58687" y="86006"/>
                </a:cubicBezTo>
                <a:cubicBezTo>
                  <a:pt x="62378" y="92728"/>
                  <a:pt x="67240" y="96089"/>
                  <a:pt x="73275" y="96089"/>
                </a:cubicBezTo>
                <a:cubicBezTo>
                  <a:pt x="77777" y="96089"/>
                  <a:pt x="81491" y="94234"/>
                  <a:pt x="84415" y="90525"/>
                </a:cubicBezTo>
                <a:cubicBezTo>
                  <a:pt x="87340" y="86816"/>
                  <a:pt x="88802" y="80441"/>
                  <a:pt x="88802" y="71401"/>
                </a:cubicBezTo>
                <a:cubicBezTo>
                  <a:pt x="88802" y="60087"/>
                  <a:pt x="86365" y="51185"/>
                  <a:pt x="81491" y="44693"/>
                </a:cubicBezTo>
                <a:cubicBezTo>
                  <a:pt x="78195" y="40243"/>
                  <a:pt x="73994" y="38018"/>
                  <a:pt x="68888" y="38018"/>
                </a:cubicBezTo>
                <a:close/>
                <a:moveTo>
                  <a:pt x="165325" y="74782"/>
                </a:moveTo>
                <a:cubicBezTo>
                  <a:pt x="163607" y="83184"/>
                  <a:pt x="160242" y="89648"/>
                  <a:pt x="155228" y="94174"/>
                </a:cubicBezTo>
                <a:cubicBezTo>
                  <a:pt x="150215" y="98700"/>
                  <a:pt x="144668" y="100963"/>
                  <a:pt x="138587" y="100963"/>
                </a:cubicBezTo>
                <a:cubicBezTo>
                  <a:pt x="131345" y="100963"/>
                  <a:pt x="125032" y="97926"/>
                  <a:pt x="119648" y="91852"/>
                </a:cubicBezTo>
                <a:cubicBezTo>
                  <a:pt x="114263" y="85777"/>
                  <a:pt x="111571" y="77569"/>
                  <a:pt x="111571" y="67227"/>
                </a:cubicBezTo>
                <a:cubicBezTo>
                  <a:pt x="111571" y="57211"/>
                  <a:pt x="114553" y="49073"/>
                  <a:pt x="120518" y="42813"/>
                </a:cubicBezTo>
                <a:cubicBezTo>
                  <a:pt x="126483" y="36553"/>
                  <a:pt x="133643" y="33422"/>
                  <a:pt x="141999" y="33422"/>
                </a:cubicBezTo>
                <a:cubicBezTo>
                  <a:pt x="148265" y="33422"/>
                  <a:pt x="153418" y="35077"/>
                  <a:pt x="157456" y="38385"/>
                </a:cubicBezTo>
                <a:cubicBezTo>
                  <a:pt x="161495" y="41693"/>
                  <a:pt x="163514" y="45128"/>
                  <a:pt x="163514" y="48691"/>
                </a:cubicBezTo>
                <a:cubicBezTo>
                  <a:pt x="163514" y="50449"/>
                  <a:pt x="162946" y="51872"/>
                  <a:pt x="161808" y="52960"/>
                </a:cubicBezTo>
                <a:cubicBezTo>
                  <a:pt x="160671" y="54046"/>
                  <a:pt x="159081" y="54590"/>
                  <a:pt x="157039" y="54590"/>
                </a:cubicBezTo>
                <a:cubicBezTo>
                  <a:pt x="154300" y="54590"/>
                  <a:pt x="152234" y="53708"/>
                  <a:pt x="150842" y="51944"/>
                </a:cubicBezTo>
                <a:cubicBezTo>
                  <a:pt x="150052" y="50969"/>
                  <a:pt x="149530" y="49112"/>
                  <a:pt x="149275" y="46373"/>
                </a:cubicBezTo>
                <a:cubicBezTo>
                  <a:pt x="149020" y="43635"/>
                  <a:pt x="148080" y="41546"/>
                  <a:pt x="146455" y="40107"/>
                </a:cubicBezTo>
                <a:cubicBezTo>
                  <a:pt x="144830" y="38714"/>
                  <a:pt x="142579" y="38018"/>
                  <a:pt x="139701" y="38018"/>
                </a:cubicBezTo>
                <a:cubicBezTo>
                  <a:pt x="135059" y="38018"/>
                  <a:pt x="131322" y="39735"/>
                  <a:pt x="128491" y="43170"/>
                </a:cubicBezTo>
                <a:cubicBezTo>
                  <a:pt x="124731" y="47719"/>
                  <a:pt x="122851" y="53731"/>
                  <a:pt x="122851" y="61204"/>
                </a:cubicBezTo>
                <a:cubicBezTo>
                  <a:pt x="122851" y="68817"/>
                  <a:pt x="124719" y="75536"/>
                  <a:pt x="128456" y="81362"/>
                </a:cubicBezTo>
                <a:cubicBezTo>
                  <a:pt x="132192" y="87188"/>
                  <a:pt x="137241" y="90101"/>
                  <a:pt x="143600" y="90101"/>
                </a:cubicBezTo>
                <a:cubicBezTo>
                  <a:pt x="148149" y="90101"/>
                  <a:pt x="152234" y="88546"/>
                  <a:pt x="155855" y="85435"/>
                </a:cubicBezTo>
                <a:cubicBezTo>
                  <a:pt x="158408" y="83300"/>
                  <a:pt x="160891" y="79424"/>
                  <a:pt x="163305" y="73807"/>
                </a:cubicBezTo>
                <a:lnTo>
                  <a:pt x="165325" y="74782"/>
                </a:lnTo>
                <a:close/>
                <a:moveTo>
                  <a:pt x="242565" y="129789"/>
                </a:moveTo>
                <a:lnTo>
                  <a:pt x="168828" y="129789"/>
                </a:lnTo>
                <a:lnTo>
                  <a:pt x="168828" y="124010"/>
                </a:lnTo>
                <a:lnTo>
                  <a:pt x="242565" y="124010"/>
                </a:lnTo>
                <a:lnTo>
                  <a:pt x="242565" y="129789"/>
                </a:lnTo>
                <a:close/>
                <a:moveTo>
                  <a:pt x="248832" y="100963"/>
                </a:moveTo>
                <a:lnTo>
                  <a:pt x="248832" y="98387"/>
                </a:lnTo>
                <a:cubicBezTo>
                  <a:pt x="254867" y="98294"/>
                  <a:pt x="260483" y="96889"/>
                  <a:pt x="265682" y="94174"/>
                </a:cubicBezTo>
                <a:cubicBezTo>
                  <a:pt x="270881" y="91458"/>
                  <a:pt x="275906" y="86712"/>
                  <a:pt x="280757" y="79935"/>
                </a:cubicBezTo>
                <a:cubicBezTo>
                  <a:pt x="285608" y="73157"/>
                  <a:pt x="288985" y="65707"/>
                  <a:pt x="290888" y="57584"/>
                </a:cubicBezTo>
                <a:cubicBezTo>
                  <a:pt x="283600" y="62272"/>
                  <a:pt x="277009" y="64616"/>
                  <a:pt x="271114" y="64616"/>
                </a:cubicBezTo>
                <a:cubicBezTo>
                  <a:pt x="264476" y="64616"/>
                  <a:pt x="258789" y="62052"/>
                  <a:pt x="254054" y="56922"/>
                </a:cubicBezTo>
                <a:cubicBezTo>
                  <a:pt x="249320" y="51793"/>
                  <a:pt x="246952" y="44981"/>
                  <a:pt x="246952" y="36486"/>
                </a:cubicBezTo>
                <a:cubicBezTo>
                  <a:pt x="246952" y="28223"/>
                  <a:pt x="249320" y="20866"/>
                  <a:pt x="254054" y="14413"/>
                </a:cubicBezTo>
                <a:cubicBezTo>
                  <a:pt x="259764" y="6568"/>
                  <a:pt x="267214" y="2646"/>
                  <a:pt x="276405" y="2646"/>
                </a:cubicBezTo>
                <a:cubicBezTo>
                  <a:pt x="284158" y="2646"/>
                  <a:pt x="290796" y="5849"/>
                  <a:pt x="296319" y="12255"/>
                </a:cubicBezTo>
                <a:cubicBezTo>
                  <a:pt x="303097" y="20193"/>
                  <a:pt x="306485" y="29987"/>
                  <a:pt x="306485" y="41638"/>
                </a:cubicBezTo>
                <a:cubicBezTo>
                  <a:pt x="306485" y="52129"/>
                  <a:pt x="303909" y="61912"/>
                  <a:pt x="298757" y="70987"/>
                </a:cubicBezTo>
                <a:cubicBezTo>
                  <a:pt x="293604" y="80062"/>
                  <a:pt x="286432" y="87594"/>
                  <a:pt x="277241" y="93582"/>
                </a:cubicBezTo>
                <a:cubicBezTo>
                  <a:pt x="269767" y="98503"/>
                  <a:pt x="261621" y="100963"/>
                  <a:pt x="252801" y="100963"/>
                </a:cubicBezTo>
                <a:lnTo>
                  <a:pt x="248832" y="100963"/>
                </a:lnTo>
                <a:moveTo>
                  <a:pt x="292002" y="52377"/>
                </a:moveTo>
                <a:cubicBezTo>
                  <a:pt x="292838" y="46359"/>
                  <a:pt x="293256" y="41545"/>
                  <a:pt x="293256" y="37933"/>
                </a:cubicBezTo>
                <a:cubicBezTo>
                  <a:pt x="293256" y="33443"/>
                  <a:pt x="292490" y="28595"/>
                  <a:pt x="290958" y="23387"/>
                </a:cubicBezTo>
                <a:cubicBezTo>
                  <a:pt x="289426" y="18179"/>
                  <a:pt x="287256" y="14186"/>
                  <a:pt x="284448" y="11408"/>
                </a:cubicBezTo>
                <a:cubicBezTo>
                  <a:pt x="281639" y="8630"/>
                  <a:pt x="278448" y="7241"/>
                  <a:pt x="274874" y="7241"/>
                </a:cubicBezTo>
                <a:cubicBezTo>
                  <a:pt x="270742" y="7241"/>
                  <a:pt x="267121" y="9093"/>
                  <a:pt x="264011" y="12797"/>
                </a:cubicBezTo>
                <a:cubicBezTo>
                  <a:pt x="260901" y="16500"/>
                  <a:pt x="259346" y="22009"/>
                  <a:pt x="259346" y="29323"/>
                </a:cubicBezTo>
                <a:cubicBezTo>
                  <a:pt x="259346" y="39091"/>
                  <a:pt x="261412" y="46729"/>
                  <a:pt x="265543" y="52237"/>
                </a:cubicBezTo>
                <a:cubicBezTo>
                  <a:pt x="268561" y="56219"/>
                  <a:pt x="272274" y="58210"/>
                  <a:pt x="276684" y="58210"/>
                </a:cubicBezTo>
                <a:cubicBezTo>
                  <a:pt x="278819" y="58210"/>
                  <a:pt x="281349" y="57701"/>
                  <a:pt x="284274" y="56683"/>
                </a:cubicBezTo>
                <a:cubicBezTo>
                  <a:pt x="287198" y="55664"/>
                  <a:pt x="289774" y="54229"/>
                  <a:pt x="292002" y="52377"/>
                </a:cubicBezTo>
                <a:close/>
                <a:moveTo>
                  <a:pt x="378483" y="50871"/>
                </a:moveTo>
                <a:cubicBezTo>
                  <a:pt x="385028" y="52262"/>
                  <a:pt x="389925" y="54488"/>
                  <a:pt x="393174" y="57549"/>
                </a:cubicBezTo>
                <a:cubicBezTo>
                  <a:pt x="397677" y="61817"/>
                  <a:pt x="399928" y="67034"/>
                  <a:pt x="399928" y="73202"/>
                </a:cubicBezTo>
                <a:cubicBezTo>
                  <a:pt x="399928" y="77886"/>
                  <a:pt x="398443" y="82374"/>
                  <a:pt x="395472" y="86665"/>
                </a:cubicBezTo>
                <a:cubicBezTo>
                  <a:pt x="392501" y="90954"/>
                  <a:pt x="388428" y="94085"/>
                  <a:pt x="383252" y="96056"/>
                </a:cubicBezTo>
                <a:cubicBezTo>
                  <a:pt x="378076" y="98028"/>
                  <a:pt x="370173" y="99013"/>
                  <a:pt x="359543" y="99013"/>
                </a:cubicBezTo>
                <a:lnTo>
                  <a:pt x="314980" y="99013"/>
                </a:lnTo>
                <a:lnTo>
                  <a:pt x="314980" y="96437"/>
                </a:lnTo>
                <a:lnTo>
                  <a:pt x="318532" y="96437"/>
                </a:lnTo>
                <a:cubicBezTo>
                  <a:pt x="322477" y="96437"/>
                  <a:pt x="325309" y="95184"/>
                  <a:pt x="327026" y="92677"/>
                </a:cubicBezTo>
                <a:cubicBezTo>
                  <a:pt x="328094" y="91052"/>
                  <a:pt x="328628" y="87594"/>
                  <a:pt x="328628" y="82302"/>
                </a:cubicBezTo>
                <a:lnTo>
                  <a:pt x="328628" y="21307"/>
                </a:lnTo>
                <a:cubicBezTo>
                  <a:pt x="328628" y="15458"/>
                  <a:pt x="327955" y="11767"/>
                  <a:pt x="326609" y="10236"/>
                </a:cubicBezTo>
                <a:cubicBezTo>
                  <a:pt x="324798" y="8193"/>
                  <a:pt x="322106" y="7172"/>
                  <a:pt x="318532" y="7172"/>
                </a:cubicBezTo>
                <a:lnTo>
                  <a:pt x="314980" y="7172"/>
                </a:lnTo>
                <a:lnTo>
                  <a:pt x="314980" y="4596"/>
                </a:lnTo>
                <a:lnTo>
                  <a:pt x="355783" y="4596"/>
                </a:lnTo>
                <a:cubicBezTo>
                  <a:pt x="363396" y="4596"/>
                  <a:pt x="369500" y="5153"/>
                  <a:pt x="374096" y="6269"/>
                </a:cubicBezTo>
                <a:cubicBezTo>
                  <a:pt x="381059" y="7941"/>
                  <a:pt x="386374" y="10904"/>
                  <a:pt x="390041" y="15155"/>
                </a:cubicBezTo>
                <a:cubicBezTo>
                  <a:pt x="393708" y="19406"/>
                  <a:pt x="395542" y="24295"/>
                  <a:pt x="395542" y="29823"/>
                </a:cubicBezTo>
                <a:cubicBezTo>
                  <a:pt x="395542" y="34562"/>
                  <a:pt x="394103" y="38803"/>
                  <a:pt x="391225" y="42544"/>
                </a:cubicBezTo>
                <a:cubicBezTo>
                  <a:pt x="388347" y="46283"/>
                  <a:pt x="384099" y="49059"/>
                  <a:pt x="378483" y="50871"/>
                </a:cubicBezTo>
                <a:moveTo>
                  <a:pt x="341997" y="47070"/>
                </a:moveTo>
                <a:cubicBezTo>
                  <a:pt x="343714" y="47395"/>
                  <a:pt x="345675" y="47638"/>
                  <a:pt x="347880" y="47801"/>
                </a:cubicBezTo>
                <a:cubicBezTo>
                  <a:pt x="350085" y="47963"/>
                  <a:pt x="352511" y="48044"/>
                  <a:pt x="355157" y="48044"/>
                </a:cubicBezTo>
                <a:cubicBezTo>
                  <a:pt x="361934" y="48044"/>
                  <a:pt x="367029" y="47312"/>
                  <a:pt x="370440" y="45847"/>
                </a:cubicBezTo>
                <a:cubicBezTo>
                  <a:pt x="373852" y="44382"/>
                  <a:pt x="376463" y="42138"/>
                  <a:pt x="378274" y="39117"/>
                </a:cubicBezTo>
                <a:cubicBezTo>
                  <a:pt x="380084" y="36093"/>
                  <a:pt x="380989" y="32791"/>
                  <a:pt x="380989" y="29210"/>
                </a:cubicBezTo>
                <a:cubicBezTo>
                  <a:pt x="380989" y="23677"/>
                  <a:pt x="378738" y="18957"/>
                  <a:pt x="374235" y="15051"/>
                </a:cubicBezTo>
                <a:cubicBezTo>
                  <a:pt x="369732" y="11144"/>
                  <a:pt x="363164" y="9191"/>
                  <a:pt x="354530" y="9191"/>
                </a:cubicBezTo>
                <a:cubicBezTo>
                  <a:pt x="349888" y="9191"/>
                  <a:pt x="345710" y="9725"/>
                  <a:pt x="341997" y="10793"/>
                </a:cubicBezTo>
                <a:lnTo>
                  <a:pt x="341997" y="47070"/>
                </a:lnTo>
                <a:moveTo>
                  <a:pt x="341997" y="92259"/>
                </a:moveTo>
                <a:cubicBezTo>
                  <a:pt x="347381" y="93512"/>
                  <a:pt x="352696" y="94139"/>
                  <a:pt x="357942" y="94139"/>
                </a:cubicBezTo>
                <a:cubicBezTo>
                  <a:pt x="366344" y="94139"/>
                  <a:pt x="372750" y="92248"/>
                  <a:pt x="377160" y="88464"/>
                </a:cubicBezTo>
                <a:cubicBezTo>
                  <a:pt x="381570" y="84681"/>
                  <a:pt x="383774" y="80004"/>
                  <a:pt x="383774" y="74434"/>
                </a:cubicBezTo>
                <a:cubicBezTo>
                  <a:pt x="383774" y="70767"/>
                  <a:pt x="382776" y="67239"/>
                  <a:pt x="380780" y="63850"/>
                </a:cubicBezTo>
                <a:cubicBezTo>
                  <a:pt x="378784" y="60462"/>
                  <a:pt x="375535" y="57793"/>
                  <a:pt x="371032" y="55843"/>
                </a:cubicBezTo>
                <a:cubicBezTo>
                  <a:pt x="366530" y="53893"/>
                  <a:pt x="360959" y="52918"/>
                  <a:pt x="354321" y="52918"/>
                </a:cubicBezTo>
                <a:cubicBezTo>
                  <a:pt x="351443" y="52918"/>
                  <a:pt x="348983" y="52965"/>
                  <a:pt x="346940" y="53058"/>
                </a:cubicBezTo>
                <a:cubicBezTo>
                  <a:pt x="344898" y="53151"/>
                  <a:pt x="343250" y="53313"/>
                  <a:pt x="341997" y="53545"/>
                </a:cubicBezTo>
                <a:lnTo>
                  <a:pt x="341997" y="92259"/>
                </a:lnTo>
                <a:close/>
                <a:moveTo>
                  <a:pt x="473598" y="50871"/>
                </a:moveTo>
                <a:cubicBezTo>
                  <a:pt x="480143" y="52262"/>
                  <a:pt x="485040" y="54488"/>
                  <a:pt x="488290" y="57549"/>
                </a:cubicBezTo>
                <a:cubicBezTo>
                  <a:pt x="492792" y="61817"/>
                  <a:pt x="495044" y="67034"/>
                  <a:pt x="495044" y="73202"/>
                </a:cubicBezTo>
                <a:cubicBezTo>
                  <a:pt x="495044" y="77886"/>
                  <a:pt x="493558" y="82374"/>
                  <a:pt x="490588" y="86665"/>
                </a:cubicBezTo>
                <a:cubicBezTo>
                  <a:pt x="487617" y="90954"/>
                  <a:pt x="483543" y="94085"/>
                  <a:pt x="478368" y="96056"/>
                </a:cubicBezTo>
                <a:cubicBezTo>
                  <a:pt x="473192" y="98028"/>
                  <a:pt x="465289" y="99013"/>
                  <a:pt x="454659" y="99013"/>
                </a:cubicBezTo>
                <a:lnTo>
                  <a:pt x="410096" y="99013"/>
                </a:lnTo>
                <a:lnTo>
                  <a:pt x="410096" y="96437"/>
                </a:lnTo>
                <a:lnTo>
                  <a:pt x="413647" y="96437"/>
                </a:lnTo>
                <a:cubicBezTo>
                  <a:pt x="417593" y="96437"/>
                  <a:pt x="420424" y="95184"/>
                  <a:pt x="422142" y="92677"/>
                </a:cubicBezTo>
                <a:cubicBezTo>
                  <a:pt x="423209" y="91052"/>
                  <a:pt x="423743" y="87594"/>
                  <a:pt x="423743" y="82302"/>
                </a:cubicBezTo>
                <a:lnTo>
                  <a:pt x="423743" y="21307"/>
                </a:lnTo>
                <a:cubicBezTo>
                  <a:pt x="423743" y="15458"/>
                  <a:pt x="423070" y="11767"/>
                  <a:pt x="421724" y="10236"/>
                </a:cubicBezTo>
                <a:cubicBezTo>
                  <a:pt x="419914" y="8193"/>
                  <a:pt x="417221" y="7172"/>
                  <a:pt x="413647" y="7172"/>
                </a:cubicBezTo>
                <a:lnTo>
                  <a:pt x="410096" y="7172"/>
                </a:lnTo>
                <a:lnTo>
                  <a:pt x="410096" y="4596"/>
                </a:lnTo>
                <a:lnTo>
                  <a:pt x="450899" y="4596"/>
                </a:lnTo>
                <a:cubicBezTo>
                  <a:pt x="458512" y="4596"/>
                  <a:pt x="464616" y="5153"/>
                  <a:pt x="469211" y="6269"/>
                </a:cubicBezTo>
                <a:cubicBezTo>
                  <a:pt x="476174" y="7941"/>
                  <a:pt x="481489" y="10904"/>
                  <a:pt x="485156" y="15155"/>
                </a:cubicBezTo>
                <a:cubicBezTo>
                  <a:pt x="488824" y="19406"/>
                  <a:pt x="490657" y="24295"/>
                  <a:pt x="490657" y="29823"/>
                </a:cubicBezTo>
                <a:cubicBezTo>
                  <a:pt x="490657" y="34562"/>
                  <a:pt x="489218" y="38803"/>
                  <a:pt x="486340" y="42544"/>
                </a:cubicBezTo>
                <a:cubicBezTo>
                  <a:pt x="483462" y="46283"/>
                  <a:pt x="479215" y="49059"/>
                  <a:pt x="473598" y="50871"/>
                </a:cubicBezTo>
                <a:moveTo>
                  <a:pt x="437112" y="47070"/>
                </a:moveTo>
                <a:cubicBezTo>
                  <a:pt x="438830" y="47395"/>
                  <a:pt x="440791" y="47638"/>
                  <a:pt x="442996" y="47801"/>
                </a:cubicBezTo>
                <a:cubicBezTo>
                  <a:pt x="445201" y="47963"/>
                  <a:pt x="447626" y="48044"/>
                  <a:pt x="450272" y="48044"/>
                </a:cubicBezTo>
                <a:cubicBezTo>
                  <a:pt x="457049" y="48044"/>
                  <a:pt x="462144" y="47312"/>
                  <a:pt x="465556" y="45847"/>
                </a:cubicBezTo>
                <a:cubicBezTo>
                  <a:pt x="468968" y="44382"/>
                  <a:pt x="471579" y="42138"/>
                  <a:pt x="473389" y="39117"/>
                </a:cubicBezTo>
                <a:cubicBezTo>
                  <a:pt x="475199" y="36093"/>
                  <a:pt x="476105" y="32791"/>
                  <a:pt x="476105" y="29210"/>
                </a:cubicBezTo>
                <a:cubicBezTo>
                  <a:pt x="476105" y="23677"/>
                  <a:pt x="473853" y="18957"/>
                  <a:pt x="469351" y="15051"/>
                </a:cubicBezTo>
                <a:cubicBezTo>
                  <a:pt x="464848" y="11144"/>
                  <a:pt x="458279" y="9191"/>
                  <a:pt x="449645" y="9191"/>
                </a:cubicBezTo>
                <a:cubicBezTo>
                  <a:pt x="445003" y="9191"/>
                  <a:pt x="440826" y="9725"/>
                  <a:pt x="437112" y="10793"/>
                </a:cubicBezTo>
                <a:lnTo>
                  <a:pt x="437112" y="47070"/>
                </a:lnTo>
                <a:moveTo>
                  <a:pt x="437112" y="92259"/>
                </a:moveTo>
                <a:cubicBezTo>
                  <a:pt x="442497" y="93512"/>
                  <a:pt x="447812" y="94139"/>
                  <a:pt x="453057" y="94139"/>
                </a:cubicBezTo>
                <a:cubicBezTo>
                  <a:pt x="461459" y="94139"/>
                  <a:pt x="467865" y="92248"/>
                  <a:pt x="472275" y="88464"/>
                </a:cubicBezTo>
                <a:cubicBezTo>
                  <a:pt x="476685" y="84681"/>
                  <a:pt x="478890" y="80004"/>
                  <a:pt x="478890" y="74434"/>
                </a:cubicBezTo>
                <a:cubicBezTo>
                  <a:pt x="478890" y="70767"/>
                  <a:pt x="477892" y="67239"/>
                  <a:pt x="475896" y="63850"/>
                </a:cubicBezTo>
                <a:cubicBezTo>
                  <a:pt x="473900" y="60462"/>
                  <a:pt x="470650" y="57793"/>
                  <a:pt x="466148" y="55843"/>
                </a:cubicBezTo>
                <a:cubicBezTo>
                  <a:pt x="461645" y="53893"/>
                  <a:pt x="456074" y="52918"/>
                  <a:pt x="449436" y="52918"/>
                </a:cubicBezTo>
                <a:cubicBezTo>
                  <a:pt x="446558" y="52918"/>
                  <a:pt x="444098" y="52965"/>
                  <a:pt x="442056" y="53058"/>
                </a:cubicBezTo>
                <a:cubicBezTo>
                  <a:pt x="440013" y="53151"/>
                  <a:pt x="438365" y="53313"/>
                  <a:pt x="437112" y="53545"/>
                </a:cubicBezTo>
                <a:lnTo>
                  <a:pt x="437112" y="92259"/>
                </a:lnTo>
                <a:close/>
                <a:moveTo>
                  <a:pt x="507996" y="52361"/>
                </a:moveTo>
                <a:cubicBezTo>
                  <a:pt x="507996" y="41592"/>
                  <a:pt x="509621" y="32320"/>
                  <a:pt x="512870" y="24544"/>
                </a:cubicBezTo>
                <a:cubicBezTo>
                  <a:pt x="516119" y="16769"/>
                  <a:pt x="520436" y="10978"/>
                  <a:pt x="525821" y="7172"/>
                </a:cubicBezTo>
                <a:cubicBezTo>
                  <a:pt x="529999" y="4155"/>
                  <a:pt x="534316" y="2646"/>
                  <a:pt x="538772" y="2646"/>
                </a:cubicBezTo>
                <a:cubicBezTo>
                  <a:pt x="546014" y="2646"/>
                  <a:pt x="552512" y="6336"/>
                  <a:pt x="558269" y="13717"/>
                </a:cubicBezTo>
                <a:cubicBezTo>
                  <a:pt x="565464" y="22862"/>
                  <a:pt x="569061" y="35256"/>
                  <a:pt x="569061" y="50899"/>
                </a:cubicBezTo>
                <a:cubicBezTo>
                  <a:pt x="569061" y="61854"/>
                  <a:pt x="567483" y="71161"/>
                  <a:pt x="564326" y="78821"/>
                </a:cubicBezTo>
                <a:cubicBezTo>
                  <a:pt x="561170" y="86480"/>
                  <a:pt x="557143" y="92039"/>
                  <a:pt x="552246" y="95497"/>
                </a:cubicBezTo>
                <a:cubicBezTo>
                  <a:pt x="547348" y="98955"/>
                  <a:pt x="542625" y="100684"/>
                  <a:pt x="538076" y="100684"/>
                </a:cubicBezTo>
                <a:cubicBezTo>
                  <a:pt x="529071" y="100684"/>
                  <a:pt x="521574" y="95369"/>
                  <a:pt x="515586" y="84739"/>
                </a:cubicBezTo>
                <a:cubicBezTo>
                  <a:pt x="510526" y="75780"/>
                  <a:pt x="507996" y="64988"/>
                  <a:pt x="507996" y="52361"/>
                </a:cubicBezTo>
                <a:moveTo>
                  <a:pt x="521643" y="54139"/>
                </a:moveTo>
                <a:cubicBezTo>
                  <a:pt x="521643" y="67147"/>
                  <a:pt x="523245" y="77762"/>
                  <a:pt x="526448" y="85984"/>
                </a:cubicBezTo>
                <a:cubicBezTo>
                  <a:pt x="529094" y="92906"/>
                  <a:pt x="533039" y="96367"/>
                  <a:pt x="538285" y="96367"/>
                </a:cubicBezTo>
                <a:cubicBezTo>
                  <a:pt x="540792" y="96367"/>
                  <a:pt x="543391" y="95241"/>
                  <a:pt x="546083" y="92988"/>
                </a:cubicBezTo>
                <a:cubicBezTo>
                  <a:pt x="548776" y="90735"/>
                  <a:pt x="550818" y="86961"/>
                  <a:pt x="552211" y="81665"/>
                </a:cubicBezTo>
                <a:cubicBezTo>
                  <a:pt x="554346" y="73673"/>
                  <a:pt x="555414" y="62408"/>
                  <a:pt x="555414" y="47868"/>
                </a:cubicBezTo>
                <a:cubicBezTo>
                  <a:pt x="555414" y="37090"/>
                  <a:pt x="554300" y="28101"/>
                  <a:pt x="552071" y="20900"/>
                </a:cubicBezTo>
                <a:cubicBezTo>
                  <a:pt x="550400" y="15557"/>
                  <a:pt x="548242" y="11771"/>
                  <a:pt x="545596" y="9541"/>
                </a:cubicBezTo>
                <a:cubicBezTo>
                  <a:pt x="543693" y="8008"/>
                  <a:pt x="541395" y="7241"/>
                  <a:pt x="538703" y="7241"/>
                </a:cubicBezTo>
                <a:cubicBezTo>
                  <a:pt x="535546" y="7241"/>
                  <a:pt x="532738" y="8659"/>
                  <a:pt x="530277" y="11493"/>
                </a:cubicBezTo>
                <a:cubicBezTo>
                  <a:pt x="526935" y="15349"/>
                  <a:pt x="524661" y="21412"/>
                  <a:pt x="523454" y="29682"/>
                </a:cubicBezTo>
                <a:cubicBezTo>
                  <a:pt x="522247" y="37950"/>
                  <a:pt x="521643" y="46103"/>
                  <a:pt x="521643" y="54139"/>
                </a:cubicBezTo>
                <a:close/>
                <a:moveTo>
                  <a:pt x="601508" y="51456"/>
                </a:moveTo>
                <a:cubicBezTo>
                  <a:pt x="594035" y="45329"/>
                  <a:pt x="589219" y="40408"/>
                  <a:pt x="587060" y="36695"/>
                </a:cubicBezTo>
                <a:cubicBezTo>
                  <a:pt x="584902" y="32981"/>
                  <a:pt x="583823" y="29128"/>
                  <a:pt x="583823" y="25136"/>
                </a:cubicBezTo>
                <a:cubicBezTo>
                  <a:pt x="583823" y="19009"/>
                  <a:pt x="586190" y="13729"/>
                  <a:pt x="590925" y="9296"/>
                </a:cubicBezTo>
                <a:cubicBezTo>
                  <a:pt x="595660" y="4862"/>
                  <a:pt x="601949" y="2646"/>
                  <a:pt x="609794" y="2646"/>
                </a:cubicBezTo>
                <a:cubicBezTo>
                  <a:pt x="617407" y="2646"/>
                  <a:pt x="623535" y="4712"/>
                  <a:pt x="628177" y="8843"/>
                </a:cubicBezTo>
                <a:cubicBezTo>
                  <a:pt x="632819" y="12974"/>
                  <a:pt x="635140" y="17686"/>
                  <a:pt x="635140" y="22978"/>
                </a:cubicBezTo>
                <a:cubicBezTo>
                  <a:pt x="635140" y="26506"/>
                  <a:pt x="633886" y="30103"/>
                  <a:pt x="631380" y="33770"/>
                </a:cubicBezTo>
                <a:cubicBezTo>
                  <a:pt x="628873" y="37437"/>
                  <a:pt x="623651" y="41755"/>
                  <a:pt x="615713" y="46721"/>
                </a:cubicBezTo>
                <a:cubicBezTo>
                  <a:pt x="623883" y="53034"/>
                  <a:pt x="629291" y="58001"/>
                  <a:pt x="631937" y="61622"/>
                </a:cubicBezTo>
                <a:cubicBezTo>
                  <a:pt x="635464" y="66357"/>
                  <a:pt x="637228" y="71347"/>
                  <a:pt x="637228" y="76592"/>
                </a:cubicBezTo>
                <a:cubicBezTo>
                  <a:pt x="637228" y="83231"/>
                  <a:pt x="634699" y="88905"/>
                  <a:pt x="629639" y="93617"/>
                </a:cubicBezTo>
                <a:cubicBezTo>
                  <a:pt x="624579" y="98329"/>
                  <a:pt x="617941" y="100684"/>
                  <a:pt x="609725" y="100684"/>
                </a:cubicBezTo>
                <a:cubicBezTo>
                  <a:pt x="600766" y="100684"/>
                  <a:pt x="593780" y="97876"/>
                  <a:pt x="588766" y="92259"/>
                </a:cubicBezTo>
                <a:cubicBezTo>
                  <a:pt x="584774" y="87756"/>
                  <a:pt x="582778" y="82836"/>
                  <a:pt x="582778" y="77498"/>
                </a:cubicBezTo>
                <a:cubicBezTo>
                  <a:pt x="582778" y="73320"/>
                  <a:pt x="584182" y="69177"/>
                  <a:pt x="586991" y="65069"/>
                </a:cubicBezTo>
                <a:cubicBezTo>
                  <a:pt x="589799" y="60961"/>
                  <a:pt x="594638" y="56423"/>
                  <a:pt x="601508" y="51456"/>
                </a:cubicBezTo>
                <a:moveTo>
                  <a:pt x="612440" y="44006"/>
                </a:moveTo>
                <a:cubicBezTo>
                  <a:pt x="618011" y="38993"/>
                  <a:pt x="621539" y="35035"/>
                  <a:pt x="623024" y="32134"/>
                </a:cubicBezTo>
                <a:cubicBezTo>
                  <a:pt x="624509" y="29233"/>
                  <a:pt x="625252" y="25949"/>
                  <a:pt x="625252" y="22281"/>
                </a:cubicBezTo>
                <a:cubicBezTo>
                  <a:pt x="625252" y="17407"/>
                  <a:pt x="623883" y="13589"/>
                  <a:pt x="621144" y="10827"/>
                </a:cubicBezTo>
                <a:cubicBezTo>
                  <a:pt x="618405" y="8065"/>
                  <a:pt x="614668" y="6684"/>
                  <a:pt x="609934" y="6684"/>
                </a:cubicBezTo>
                <a:cubicBezTo>
                  <a:pt x="605199" y="6684"/>
                  <a:pt x="601346" y="8054"/>
                  <a:pt x="598375" y="10793"/>
                </a:cubicBezTo>
                <a:cubicBezTo>
                  <a:pt x="595404" y="13531"/>
                  <a:pt x="593919" y="16734"/>
                  <a:pt x="593919" y="20401"/>
                </a:cubicBezTo>
                <a:cubicBezTo>
                  <a:pt x="593919" y="22815"/>
                  <a:pt x="594534" y="25229"/>
                  <a:pt x="595764" y="27643"/>
                </a:cubicBezTo>
                <a:cubicBezTo>
                  <a:pt x="596994" y="30057"/>
                  <a:pt x="598746" y="32355"/>
                  <a:pt x="601021" y="34536"/>
                </a:cubicBezTo>
                <a:lnTo>
                  <a:pt x="612440" y="44006"/>
                </a:lnTo>
                <a:moveTo>
                  <a:pt x="604781" y="54102"/>
                </a:moveTo>
                <a:cubicBezTo>
                  <a:pt x="600928" y="57352"/>
                  <a:pt x="598073" y="60891"/>
                  <a:pt x="596217" y="64721"/>
                </a:cubicBezTo>
                <a:cubicBezTo>
                  <a:pt x="594360" y="68550"/>
                  <a:pt x="593431" y="72693"/>
                  <a:pt x="593431" y="77150"/>
                </a:cubicBezTo>
                <a:cubicBezTo>
                  <a:pt x="593431" y="83138"/>
                  <a:pt x="595068" y="87930"/>
                  <a:pt x="598340" y="91528"/>
                </a:cubicBezTo>
                <a:cubicBezTo>
                  <a:pt x="601613" y="95126"/>
                  <a:pt x="605779" y="96924"/>
                  <a:pt x="610839" y="96924"/>
                </a:cubicBezTo>
                <a:cubicBezTo>
                  <a:pt x="615852" y="96924"/>
                  <a:pt x="619867" y="95509"/>
                  <a:pt x="622885" y="92677"/>
                </a:cubicBezTo>
                <a:cubicBezTo>
                  <a:pt x="625902" y="89845"/>
                  <a:pt x="627411" y="86410"/>
                  <a:pt x="627411" y="82372"/>
                </a:cubicBezTo>
                <a:cubicBezTo>
                  <a:pt x="627411" y="79030"/>
                  <a:pt x="626529" y="76035"/>
                  <a:pt x="624765" y="73390"/>
                </a:cubicBezTo>
                <a:cubicBezTo>
                  <a:pt x="621469" y="68469"/>
                  <a:pt x="614808" y="62040"/>
                  <a:pt x="604781" y="5410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c456a76ddd4ece"/>
          <a:stretch xmlns:a="http://schemas.openxmlformats.org/drawingml/2006/main"/>
        </p:blipFill>
        <p:spPr>
          <a:xfrm xmlns:a="http://schemas.openxmlformats.org/drawingml/2006/main">
            <a:off x="104809" y="1173646"/>
            <a:ext cx="1871998" cy="2481790"/>
          </a:xfrm>
          <a:prstGeom xmlns:a="http://schemas.openxmlformats.org/drawingml/2006/main" prst="rect">
            <a:avLst/>
          </a:prstGeom>
        </p:spPr>
      </p:pic>
      <p:sp>
        <p:nvSpPr>
          <p:cNvPr id="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EA7E37-6456-4ED6-96F2-DA84DB791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117" y="2946088"/>
            <a:ext cx="572188" cy="357751"/>
          </a:xfrm>
          <a:custGeom xmlns:a="http://schemas.openxmlformats.org/drawingml/2006/main">
            <a:pathLst>
              <a:path w="572188" h="357751" fill="none">
                <a:moveTo>
                  <a:pt x="0" y="0"/>
                </a:moveTo>
                <a:lnTo>
                  <a:pt x="572188" y="0"/>
                </a:lnTo>
                <a:lnTo>
                  <a:pt x="572188" y="357751"/>
                </a:lnTo>
                <a:lnTo>
                  <a:pt x="0" y="35775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913" cap="flat">
            <a:solidFill>
              <a:srgbClr val="FF3333"/>
            </a:solidFill>
            <a:miter/>
          </a:ln>
        </p:spPr>
      </p:sp>
      <p:sp>
        <p:nvSpPr>
          <p:cNvPr id="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1ED43B-AA7F-45E4-8983-5745F4F62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452" y="3252681"/>
            <a:ext cx="674415" cy="419069"/>
          </a:xfrm>
          <a:custGeom xmlns:a="http://schemas.openxmlformats.org/drawingml/2006/main">
            <a:pathLst>
              <a:path w="674415" h="419069" fill="none">
                <a:moveTo>
                  <a:pt x="0" y="0"/>
                </a:moveTo>
                <a:lnTo>
                  <a:pt x="674415" y="0"/>
                </a:lnTo>
                <a:lnTo>
                  <a:pt x="674415" y="419069"/>
                </a:lnTo>
                <a:lnTo>
                  <a:pt x="0" y="41906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913" cap="flat">
            <a:solidFill>
              <a:srgbClr val="FF3333"/>
            </a:solidFill>
            <a:miter/>
          </a:ln>
        </p:spPr>
      </p:sp>
      <p:pic>
        <p:nvPicPr>
          <p:cNvPr id="2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e9e2ef45154ba3"/>
          <a:stretch xmlns:a="http://schemas.openxmlformats.org/drawingml/2006/main"/>
        </p:blipFill>
        <p:spPr>
          <a:xfrm xmlns:a="http://schemas.openxmlformats.org/drawingml/2006/main">
            <a:off x="8963922" y="954305"/>
            <a:ext cx="1866542" cy="2495522"/>
          </a:xfrm>
          <a:prstGeom xmlns:a="http://schemas.openxmlformats.org/drawingml/2006/main" prst="rect">
            <a:avLst/>
          </a:prstGeom>
        </p:spPr>
      </p:pic>
      <p:sp>
        <p:nvSpPr>
          <p:cNvPr id="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F2E458-8CF6-45BA-A590-1AB9108D0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4169" y="2794752"/>
            <a:ext cx="474060" cy="312921"/>
          </a:xfrm>
          <a:custGeom xmlns:a="http://schemas.openxmlformats.org/drawingml/2006/main">
            <a:pathLst>
              <a:path w="474060" h="312921" fill="none">
                <a:moveTo>
                  <a:pt x="0" y="0"/>
                </a:moveTo>
                <a:lnTo>
                  <a:pt x="474060" y="0"/>
                </a:lnTo>
                <a:lnTo>
                  <a:pt x="474060" y="312921"/>
                </a:lnTo>
                <a:lnTo>
                  <a:pt x="0" y="31292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913" cap="flat">
            <a:solidFill>
              <a:srgbClr val="FF3333"/>
            </a:solidFill>
            <a:miter/>
          </a:ln>
        </p:spPr>
      </p:sp>
      <p:sp>
        <p:nvSpPr>
          <p:cNvPr id="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55772A-869E-4BFB-9439-425AE544F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292" y="3151166"/>
            <a:ext cx="576198" cy="261941"/>
          </a:xfrm>
          <a:custGeom xmlns:a="http://schemas.openxmlformats.org/drawingml/2006/main">
            <a:pathLst>
              <a:path w="576198" h="261941" fill="none">
                <a:moveTo>
                  <a:pt x="0" y="0"/>
                </a:moveTo>
                <a:lnTo>
                  <a:pt x="576198" y="0"/>
                </a:lnTo>
                <a:lnTo>
                  <a:pt x="576198" y="261941"/>
                </a:lnTo>
                <a:lnTo>
                  <a:pt x="0" y="26194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913" cap="flat">
            <a:solidFill>
              <a:srgbClr val="FF3333"/>
            </a:solidFill>
            <a:miter/>
          </a:ln>
        </p:spPr>
      </p:sp>
      <p:sp>
        <p:nvSpPr>
          <p:cNvPr id="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E8D1BB-3E5B-4643-A848-1AEFC7411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2932" y="806402"/>
            <a:ext cx="2254186" cy="1991691"/>
          </a:xfrm>
          <a:custGeom xmlns:a="http://schemas.openxmlformats.org/drawingml/2006/main">
            <a:pathLst>
              <a:path w="2254186" h="1991691">
                <a:moveTo>
                  <a:pt x="2248288" y="1991691"/>
                </a:moveTo>
                <a:lnTo>
                  <a:pt x="2228244" y="1973995"/>
                </a:lnTo>
                <a:lnTo>
                  <a:pt x="2234142" y="1967313"/>
                </a:lnTo>
                <a:lnTo>
                  <a:pt x="2254186" y="1985010"/>
                </a:lnTo>
                <a:moveTo>
                  <a:pt x="2208201" y="1956298"/>
                </a:moveTo>
                <a:lnTo>
                  <a:pt x="2188157" y="1938602"/>
                </a:lnTo>
                <a:lnTo>
                  <a:pt x="2194055" y="1931921"/>
                </a:lnTo>
                <a:lnTo>
                  <a:pt x="2214099" y="1949617"/>
                </a:lnTo>
                <a:moveTo>
                  <a:pt x="2168114" y="1920905"/>
                </a:moveTo>
                <a:lnTo>
                  <a:pt x="2148070" y="1903209"/>
                </a:lnTo>
                <a:lnTo>
                  <a:pt x="2153968" y="1896528"/>
                </a:lnTo>
                <a:lnTo>
                  <a:pt x="2174012" y="1914224"/>
                </a:lnTo>
                <a:moveTo>
                  <a:pt x="2128027" y="1885512"/>
                </a:moveTo>
                <a:lnTo>
                  <a:pt x="2107983" y="1867816"/>
                </a:lnTo>
                <a:lnTo>
                  <a:pt x="2113881" y="1861135"/>
                </a:lnTo>
                <a:lnTo>
                  <a:pt x="2133925" y="1878831"/>
                </a:lnTo>
                <a:moveTo>
                  <a:pt x="2087940" y="1850120"/>
                </a:moveTo>
                <a:lnTo>
                  <a:pt x="2067896" y="1832423"/>
                </a:lnTo>
                <a:lnTo>
                  <a:pt x="2073794" y="1825742"/>
                </a:lnTo>
                <a:lnTo>
                  <a:pt x="2093838" y="1843439"/>
                </a:lnTo>
                <a:moveTo>
                  <a:pt x="2047852" y="1814727"/>
                </a:moveTo>
                <a:lnTo>
                  <a:pt x="2027809" y="1797031"/>
                </a:lnTo>
                <a:lnTo>
                  <a:pt x="2033707" y="1790349"/>
                </a:lnTo>
                <a:lnTo>
                  <a:pt x="2053751" y="1808046"/>
                </a:lnTo>
                <a:moveTo>
                  <a:pt x="2007766" y="1779334"/>
                </a:moveTo>
                <a:lnTo>
                  <a:pt x="1987722" y="1761637"/>
                </a:lnTo>
                <a:lnTo>
                  <a:pt x="1993620" y="1754956"/>
                </a:lnTo>
                <a:lnTo>
                  <a:pt x="2013664" y="1772653"/>
                </a:lnTo>
                <a:moveTo>
                  <a:pt x="1967679" y="1743941"/>
                </a:moveTo>
                <a:lnTo>
                  <a:pt x="1947635" y="1726245"/>
                </a:lnTo>
                <a:lnTo>
                  <a:pt x="1953533" y="1719564"/>
                </a:lnTo>
                <a:lnTo>
                  <a:pt x="1973577" y="1737260"/>
                </a:lnTo>
                <a:moveTo>
                  <a:pt x="1927592" y="1708548"/>
                </a:moveTo>
                <a:lnTo>
                  <a:pt x="1907548" y="1690852"/>
                </a:lnTo>
                <a:lnTo>
                  <a:pt x="1913446" y="1684171"/>
                </a:lnTo>
                <a:lnTo>
                  <a:pt x="1933490" y="1701867"/>
                </a:lnTo>
                <a:moveTo>
                  <a:pt x="1887505" y="1673155"/>
                </a:moveTo>
                <a:lnTo>
                  <a:pt x="1867459" y="1655459"/>
                </a:lnTo>
                <a:lnTo>
                  <a:pt x="1873358" y="1648778"/>
                </a:lnTo>
                <a:lnTo>
                  <a:pt x="1893403" y="1666474"/>
                </a:lnTo>
                <a:moveTo>
                  <a:pt x="1847416" y="1637763"/>
                </a:moveTo>
                <a:lnTo>
                  <a:pt x="1827372" y="1620066"/>
                </a:lnTo>
                <a:lnTo>
                  <a:pt x="1833271" y="1613385"/>
                </a:lnTo>
                <a:lnTo>
                  <a:pt x="1853315" y="1631081"/>
                </a:lnTo>
                <a:moveTo>
                  <a:pt x="1807329" y="1602370"/>
                </a:moveTo>
                <a:lnTo>
                  <a:pt x="1787285" y="1584674"/>
                </a:lnTo>
                <a:lnTo>
                  <a:pt x="1793184" y="1577992"/>
                </a:lnTo>
                <a:lnTo>
                  <a:pt x="1813228" y="1595689"/>
                </a:lnTo>
                <a:moveTo>
                  <a:pt x="1767242" y="1566977"/>
                </a:moveTo>
                <a:lnTo>
                  <a:pt x="1747198" y="1549280"/>
                </a:lnTo>
                <a:lnTo>
                  <a:pt x="1753097" y="1542599"/>
                </a:lnTo>
                <a:lnTo>
                  <a:pt x="1773141" y="1560296"/>
                </a:lnTo>
                <a:moveTo>
                  <a:pt x="1727155" y="1531584"/>
                </a:moveTo>
                <a:lnTo>
                  <a:pt x="1707111" y="1513888"/>
                </a:lnTo>
                <a:lnTo>
                  <a:pt x="1713010" y="1507206"/>
                </a:lnTo>
                <a:lnTo>
                  <a:pt x="1733054" y="1524903"/>
                </a:lnTo>
                <a:moveTo>
                  <a:pt x="1687068" y="1496191"/>
                </a:moveTo>
                <a:lnTo>
                  <a:pt x="1667024" y="1478495"/>
                </a:lnTo>
                <a:lnTo>
                  <a:pt x="1672923" y="1471814"/>
                </a:lnTo>
                <a:lnTo>
                  <a:pt x="1692967" y="1489510"/>
                </a:lnTo>
                <a:moveTo>
                  <a:pt x="1646981" y="1460798"/>
                </a:moveTo>
                <a:lnTo>
                  <a:pt x="1626937" y="1443102"/>
                </a:lnTo>
                <a:lnTo>
                  <a:pt x="1632836" y="1436421"/>
                </a:lnTo>
                <a:lnTo>
                  <a:pt x="1652880" y="1454117"/>
                </a:lnTo>
                <a:moveTo>
                  <a:pt x="1606894" y="1425406"/>
                </a:moveTo>
                <a:lnTo>
                  <a:pt x="1586850" y="1407709"/>
                </a:lnTo>
                <a:lnTo>
                  <a:pt x="1592749" y="1401028"/>
                </a:lnTo>
                <a:lnTo>
                  <a:pt x="1612793" y="1418725"/>
                </a:lnTo>
                <a:moveTo>
                  <a:pt x="1566807" y="1390013"/>
                </a:moveTo>
                <a:lnTo>
                  <a:pt x="1546763" y="1372316"/>
                </a:lnTo>
                <a:lnTo>
                  <a:pt x="1552662" y="1365635"/>
                </a:lnTo>
                <a:lnTo>
                  <a:pt x="1572706" y="1383331"/>
                </a:lnTo>
                <a:moveTo>
                  <a:pt x="1526720" y="1354620"/>
                </a:moveTo>
                <a:lnTo>
                  <a:pt x="1506676" y="1336924"/>
                </a:lnTo>
                <a:lnTo>
                  <a:pt x="1512575" y="1330243"/>
                </a:lnTo>
                <a:lnTo>
                  <a:pt x="1532619" y="1347939"/>
                </a:lnTo>
                <a:moveTo>
                  <a:pt x="1486633" y="1319227"/>
                </a:moveTo>
                <a:lnTo>
                  <a:pt x="1466589" y="1301531"/>
                </a:lnTo>
                <a:lnTo>
                  <a:pt x="1472488" y="1294850"/>
                </a:lnTo>
                <a:lnTo>
                  <a:pt x="1492532" y="1312546"/>
                </a:lnTo>
                <a:moveTo>
                  <a:pt x="1446546" y="1283834"/>
                </a:moveTo>
                <a:lnTo>
                  <a:pt x="1426502" y="1266138"/>
                </a:lnTo>
                <a:lnTo>
                  <a:pt x="1432401" y="1259457"/>
                </a:lnTo>
                <a:lnTo>
                  <a:pt x="1452445" y="1277153"/>
                </a:lnTo>
                <a:moveTo>
                  <a:pt x="1406459" y="1248441"/>
                </a:moveTo>
                <a:lnTo>
                  <a:pt x="1386415" y="1230745"/>
                </a:lnTo>
                <a:lnTo>
                  <a:pt x="1392314" y="1224064"/>
                </a:lnTo>
                <a:lnTo>
                  <a:pt x="1412358" y="1241760"/>
                </a:lnTo>
                <a:moveTo>
                  <a:pt x="1366372" y="1213049"/>
                </a:moveTo>
                <a:lnTo>
                  <a:pt x="1346328" y="1195353"/>
                </a:lnTo>
                <a:lnTo>
                  <a:pt x="1352227" y="1188671"/>
                </a:lnTo>
                <a:lnTo>
                  <a:pt x="1372271" y="1206368"/>
                </a:lnTo>
                <a:moveTo>
                  <a:pt x="1326285" y="1177656"/>
                </a:moveTo>
                <a:lnTo>
                  <a:pt x="1306241" y="1159959"/>
                </a:lnTo>
                <a:lnTo>
                  <a:pt x="1312140" y="1153278"/>
                </a:lnTo>
                <a:lnTo>
                  <a:pt x="1332184" y="1170975"/>
                </a:lnTo>
                <a:moveTo>
                  <a:pt x="1286198" y="1142263"/>
                </a:moveTo>
                <a:lnTo>
                  <a:pt x="1266154" y="1124567"/>
                </a:lnTo>
                <a:lnTo>
                  <a:pt x="1272053" y="1117886"/>
                </a:lnTo>
                <a:lnTo>
                  <a:pt x="1292097" y="1135582"/>
                </a:lnTo>
                <a:moveTo>
                  <a:pt x="1246111" y="1106870"/>
                </a:moveTo>
                <a:lnTo>
                  <a:pt x="1226067" y="1089174"/>
                </a:lnTo>
                <a:lnTo>
                  <a:pt x="1231966" y="1082493"/>
                </a:lnTo>
                <a:lnTo>
                  <a:pt x="1252010" y="1100189"/>
                </a:lnTo>
                <a:moveTo>
                  <a:pt x="1206024" y="1071477"/>
                </a:moveTo>
                <a:lnTo>
                  <a:pt x="1185980" y="1053781"/>
                </a:lnTo>
                <a:lnTo>
                  <a:pt x="1191879" y="1047100"/>
                </a:lnTo>
                <a:lnTo>
                  <a:pt x="1211923" y="1064796"/>
                </a:lnTo>
                <a:moveTo>
                  <a:pt x="1165937" y="1036085"/>
                </a:moveTo>
                <a:lnTo>
                  <a:pt x="1145893" y="1018388"/>
                </a:lnTo>
                <a:lnTo>
                  <a:pt x="1151792" y="1011707"/>
                </a:lnTo>
                <a:lnTo>
                  <a:pt x="1171835" y="1029403"/>
                </a:lnTo>
                <a:moveTo>
                  <a:pt x="1125849" y="1000692"/>
                </a:moveTo>
                <a:lnTo>
                  <a:pt x="1105806" y="982995"/>
                </a:lnTo>
                <a:lnTo>
                  <a:pt x="1111705" y="976314"/>
                </a:lnTo>
                <a:lnTo>
                  <a:pt x="1131747" y="994010"/>
                </a:lnTo>
                <a:moveTo>
                  <a:pt x="1085762" y="965299"/>
                </a:moveTo>
                <a:lnTo>
                  <a:pt x="1065719" y="947602"/>
                </a:lnTo>
                <a:lnTo>
                  <a:pt x="1071618" y="940921"/>
                </a:lnTo>
                <a:lnTo>
                  <a:pt x="1091660" y="958618"/>
                </a:lnTo>
                <a:moveTo>
                  <a:pt x="1045675" y="929906"/>
                </a:moveTo>
                <a:lnTo>
                  <a:pt x="1025631" y="912210"/>
                </a:lnTo>
                <a:lnTo>
                  <a:pt x="1031530" y="905529"/>
                </a:lnTo>
                <a:lnTo>
                  <a:pt x="1051573" y="923225"/>
                </a:lnTo>
                <a:moveTo>
                  <a:pt x="1005587" y="894513"/>
                </a:moveTo>
                <a:lnTo>
                  <a:pt x="985543" y="876817"/>
                </a:lnTo>
                <a:lnTo>
                  <a:pt x="991443" y="870136"/>
                </a:lnTo>
                <a:lnTo>
                  <a:pt x="1011486" y="887832"/>
                </a:lnTo>
                <a:moveTo>
                  <a:pt x="965500" y="859120"/>
                </a:moveTo>
                <a:lnTo>
                  <a:pt x="945456" y="841424"/>
                </a:lnTo>
                <a:lnTo>
                  <a:pt x="951356" y="834743"/>
                </a:lnTo>
                <a:lnTo>
                  <a:pt x="971399" y="852439"/>
                </a:lnTo>
                <a:moveTo>
                  <a:pt x="925413" y="823727"/>
                </a:moveTo>
                <a:lnTo>
                  <a:pt x="905369" y="806031"/>
                </a:lnTo>
                <a:lnTo>
                  <a:pt x="911269" y="799350"/>
                </a:lnTo>
                <a:lnTo>
                  <a:pt x="931312" y="817046"/>
                </a:lnTo>
                <a:moveTo>
                  <a:pt x="885326" y="788335"/>
                </a:moveTo>
                <a:lnTo>
                  <a:pt x="865282" y="770638"/>
                </a:lnTo>
                <a:lnTo>
                  <a:pt x="871182" y="763957"/>
                </a:lnTo>
                <a:lnTo>
                  <a:pt x="891225" y="781653"/>
                </a:lnTo>
                <a:moveTo>
                  <a:pt x="845239" y="752942"/>
                </a:moveTo>
                <a:lnTo>
                  <a:pt x="825195" y="735246"/>
                </a:lnTo>
                <a:lnTo>
                  <a:pt x="831095" y="728564"/>
                </a:lnTo>
                <a:lnTo>
                  <a:pt x="851138" y="746261"/>
                </a:lnTo>
                <a:moveTo>
                  <a:pt x="805152" y="717549"/>
                </a:moveTo>
                <a:lnTo>
                  <a:pt x="785108" y="699853"/>
                </a:lnTo>
                <a:lnTo>
                  <a:pt x="791008" y="693172"/>
                </a:lnTo>
                <a:lnTo>
                  <a:pt x="811051" y="710868"/>
                </a:lnTo>
                <a:moveTo>
                  <a:pt x="765065" y="682156"/>
                </a:moveTo>
                <a:lnTo>
                  <a:pt x="745021" y="664460"/>
                </a:lnTo>
                <a:lnTo>
                  <a:pt x="750921" y="657779"/>
                </a:lnTo>
                <a:lnTo>
                  <a:pt x="770964" y="675475"/>
                </a:lnTo>
                <a:moveTo>
                  <a:pt x="724978" y="646763"/>
                </a:moveTo>
                <a:lnTo>
                  <a:pt x="704934" y="629067"/>
                </a:lnTo>
                <a:lnTo>
                  <a:pt x="710834" y="622386"/>
                </a:lnTo>
                <a:lnTo>
                  <a:pt x="730877" y="640082"/>
                </a:lnTo>
                <a:moveTo>
                  <a:pt x="684891" y="611371"/>
                </a:moveTo>
                <a:lnTo>
                  <a:pt x="664847" y="593674"/>
                </a:lnTo>
                <a:lnTo>
                  <a:pt x="670747" y="586993"/>
                </a:lnTo>
                <a:lnTo>
                  <a:pt x="690790" y="604689"/>
                </a:lnTo>
                <a:moveTo>
                  <a:pt x="644804" y="575978"/>
                </a:moveTo>
                <a:lnTo>
                  <a:pt x="624760" y="558281"/>
                </a:lnTo>
                <a:lnTo>
                  <a:pt x="630660" y="551600"/>
                </a:lnTo>
                <a:lnTo>
                  <a:pt x="650703" y="569297"/>
                </a:lnTo>
                <a:moveTo>
                  <a:pt x="604717" y="540585"/>
                </a:moveTo>
                <a:lnTo>
                  <a:pt x="584673" y="522888"/>
                </a:lnTo>
                <a:lnTo>
                  <a:pt x="590573" y="516207"/>
                </a:lnTo>
                <a:lnTo>
                  <a:pt x="610616" y="533904"/>
                </a:lnTo>
                <a:moveTo>
                  <a:pt x="564630" y="505192"/>
                </a:moveTo>
                <a:lnTo>
                  <a:pt x="544586" y="487496"/>
                </a:lnTo>
                <a:lnTo>
                  <a:pt x="550486" y="480815"/>
                </a:lnTo>
                <a:lnTo>
                  <a:pt x="570529" y="498511"/>
                </a:lnTo>
                <a:moveTo>
                  <a:pt x="524543" y="469799"/>
                </a:moveTo>
                <a:lnTo>
                  <a:pt x="504499" y="452103"/>
                </a:lnTo>
                <a:lnTo>
                  <a:pt x="510399" y="445422"/>
                </a:lnTo>
                <a:lnTo>
                  <a:pt x="530442" y="463118"/>
                </a:lnTo>
                <a:moveTo>
                  <a:pt x="484456" y="434406"/>
                </a:moveTo>
                <a:lnTo>
                  <a:pt x="464412" y="416710"/>
                </a:lnTo>
                <a:lnTo>
                  <a:pt x="470311" y="410029"/>
                </a:lnTo>
                <a:lnTo>
                  <a:pt x="490355" y="427725"/>
                </a:lnTo>
                <a:moveTo>
                  <a:pt x="444369" y="399014"/>
                </a:moveTo>
                <a:lnTo>
                  <a:pt x="424325" y="381317"/>
                </a:lnTo>
                <a:lnTo>
                  <a:pt x="430224" y="374636"/>
                </a:lnTo>
                <a:lnTo>
                  <a:pt x="450267" y="392332"/>
                </a:lnTo>
                <a:moveTo>
                  <a:pt x="404282" y="363621"/>
                </a:moveTo>
                <a:lnTo>
                  <a:pt x="384238" y="345924"/>
                </a:lnTo>
                <a:lnTo>
                  <a:pt x="390137" y="339243"/>
                </a:lnTo>
                <a:lnTo>
                  <a:pt x="410180" y="356940"/>
                </a:lnTo>
                <a:moveTo>
                  <a:pt x="364195" y="328228"/>
                </a:moveTo>
                <a:lnTo>
                  <a:pt x="344151" y="310531"/>
                </a:lnTo>
                <a:lnTo>
                  <a:pt x="350050" y="303850"/>
                </a:lnTo>
                <a:lnTo>
                  <a:pt x="370093" y="321547"/>
                </a:lnTo>
                <a:moveTo>
                  <a:pt x="324108" y="292835"/>
                </a:moveTo>
                <a:lnTo>
                  <a:pt x="304064" y="275139"/>
                </a:lnTo>
                <a:lnTo>
                  <a:pt x="309963" y="268458"/>
                </a:lnTo>
                <a:lnTo>
                  <a:pt x="330006" y="286154"/>
                </a:lnTo>
                <a:moveTo>
                  <a:pt x="284020" y="257442"/>
                </a:moveTo>
                <a:lnTo>
                  <a:pt x="263977" y="239746"/>
                </a:lnTo>
                <a:lnTo>
                  <a:pt x="269876" y="233065"/>
                </a:lnTo>
                <a:lnTo>
                  <a:pt x="289919" y="250761"/>
                </a:lnTo>
                <a:moveTo>
                  <a:pt x="243933" y="222049"/>
                </a:moveTo>
                <a:lnTo>
                  <a:pt x="223890" y="204353"/>
                </a:lnTo>
                <a:lnTo>
                  <a:pt x="229789" y="197672"/>
                </a:lnTo>
                <a:lnTo>
                  <a:pt x="249832" y="215368"/>
                </a:lnTo>
                <a:moveTo>
                  <a:pt x="203846" y="186657"/>
                </a:moveTo>
                <a:lnTo>
                  <a:pt x="183802" y="168960"/>
                </a:lnTo>
                <a:lnTo>
                  <a:pt x="189701" y="162279"/>
                </a:lnTo>
                <a:lnTo>
                  <a:pt x="209744" y="179975"/>
                </a:lnTo>
                <a:moveTo>
                  <a:pt x="163759" y="151264"/>
                </a:moveTo>
                <a:lnTo>
                  <a:pt x="143715" y="133567"/>
                </a:lnTo>
                <a:lnTo>
                  <a:pt x="149614" y="126886"/>
                </a:lnTo>
                <a:lnTo>
                  <a:pt x="169657" y="144583"/>
                </a:lnTo>
                <a:moveTo>
                  <a:pt x="123672" y="115871"/>
                </a:moveTo>
                <a:lnTo>
                  <a:pt x="103628" y="98174"/>
                </a:lnTo>
                <a:lnTo>
                  <a:pt x="109527" y="91493"/>
                </a:lnTo>
                <a:lnTo>
                  <a:pt x="129570" y="109190"/>
                </a:lnTo>
                <a:moveTo>
                  <a:pt x="83585" y="80478"/>
                </a:moveTo>
                <a:lnTo>
                  <a:pt x="63541" y="62782"/>
                </a:lnTo>
                <a:lnTo>
                  <a:pt x="69440" y="56101"/>
                </a:lnTo>
                <a:lnTo>
                  <a:pt x="89483" y="73797"/>
                </a:lnTo>
                <a:moveTo>
                  <a:pt x="43498" y="45085"/>
                </a:moveTo>
                <a:lnTo>
                  <a:pt x="23454" y="27389"/>
                </a:lnTo>
                <a:lnTo>
                  <a:pt x="29353" y="20708"/>
                </a:lnTo>
                <a:lnTo>
                  <a:pt x="49396" y="38404"/>
                </a:lnTo>
                <a:moveTo>
                  <a:pt x="3411" y="9693"/>
                </a:moveTo>
                <a:lnTo>
                  <a:pt x="0" y="6681"/>
                </a:lnTo>
                <a:lnTo>
                  <a:pt x="5899" y="0"/>
                </a:lnTo>
                <a:lnTo>
                  <a:pt x="9309" y="301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AB6509-BAA5-41F6-A8CD-089675F71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0855" y="778727"/>
            <a:ext cx="67379" cy="64705"/>
          </a:xfrm>
          <a:custGeom xmlns:a="http://schemas.openxmlformats.org/drawingml/2006/main">
            <a:pathLst>
              <a:path w="67379" h="64705">
                <a:moveTo>
                  <a:pt x="0" y="0"/>
                </a:moveTo>
                <a:lnTo>
                  <a:pt x="67379" y="17914"/>
                </a:lnTo>
                <a:lnTo>
                  <a:pt x="35026" y="31016"/>
                </a:lnTo>
                <a:lnTo>
                  <a:pt x="26114" y="6470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CD7B56-6605-4125-95B5-ED170F159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0855" y="778727"/>
            <a:ext cx="67379" cy="64705"/>
          </a:xfrm>
          <a:custGeom xmlns:a="http://schemas.openxmlformats.org/drawingml/2006/main">
            <a:pathLst>
              <a:path w="67379" h="64705" fill="none">
                <a:moveTo>
                  <a:pt x="0" y="0"/>
                </a:moveTo>
                <a:lnTo>
                  <a:pt x="67379" y="17914"/>
                </a:lnTo>
                <a:lnTo>
                  <a:pt x="35026" y="31016"/>
                </a:lnTo>
                <a:lnTo>
                  <a:pt x="26114" y="6470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913" cap="flat">
            <a:solidFill>
              <a:srgbClr val="000000"/>
            </a:solidFill>
            <a:miter/>
          </a:ln>
        </p:spPr>
      </p:sp>
      <p:sp>
        <p:nvSpPr>
          <p:cNvPr id="1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E47A2F-BC97-49D6-9327-A355BB0FE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8971" y="3408981"/>
            <a:ext cx="2157203" cy="886953"/>
          </a:xfrm>
          <a:custGeom xmlns:a="http://schemas.openxmlformats.org/drawingml/2006/main">
            <a:pathLst>
              <a:path w="2157203" h="886953">
                <a:moveTo>
                  <a:pt x="2157203" y="8252"/>
                </a:moveTo>
                <a:lnTo>
                  <a:pt x="2132446" y="18352"/>
                </a:lnTo>
                <a:lnTo>
                  <a:pt x="2129080" y="10100"/>
                </a:lnTo>
                <a:lnTo>
                  <a:pt x="2153836" y="0"/>
                </a:lnTo>
                <a:moveTo>
                  <a:pt x="2107690" y="28452"/>
                </a:moveTo>
                <a:lnTo>
                  <a:pt x="2082932" y="38552"/>
                </a:lnTo>
                <a:lnTo>
                  <a:pt x="2079566" y="30300"/>
                </a:lnTo>
                <a:lnTo>
                  <a:pt x="2104323" y="20200"/>
                </a:lnTo>
                <a:moveTo>
                  <a:pt x="2058176" y="48652"/>
                </a:moveTo>
                <a:lnTo>
                  <a:pt x="2033418" y="58752"/>
                </a:lnTo>
                <a:lnTo>
                  <a:pt x="2030053" y="50500"/>
                </a:lnTo>
                <a:lnTo>
                  <a:pt x="2054809" y="40400"/>
                </a:lnTo>
                <a:moveTo>
                  <a:pt x="2008662" y="68852"/>
                </a:moveTo>
                <a:lnTo>
                  <a:pt x="1983905" y="78952"/>
                </a:lnTo>
                <a:lnTo>
                  <a:pt x="1980539" y="70700"/>
                </a:lnTo>
                <a:lnTo>
                  <a:pt x="2005296" y="60600"/>
                </a:lnTo>
                <a:moveTo>
                  <a:pt x="1959149" y="89052"/>
                </a:moveTo>
                <a:lnTo>
                  <a:pt x="1934392" y="99152"/>
                </a:lnTo>
                <a:lnTo>
                  <a:pt x="1931025" y="90900"/>
                </a:lnTo>
                <a:lnTo>
                  <a:pt x="1955783" y="80800"/>
                </a:lnTo>
                <a:moveTo>
                  <a:pt x="1909635" y="109252"/>
                </a:moveTo>
                <a:lnTo>
                  <a:pt x="1884879" y="119352"/>
                </a:lnTo>
                <a:lnTo>
                  <a:pt x="1881512" y="111100"/>
                </a:lnTo>
                <a:lnTo>
                  <a:pt x="1906269" y="101000"/>
                </a:lnTo>
                <a:moveTo>
                  <a:pt x="1860121" y="129452"/>
                </a:moveTo>
                <a:lnTo>
                  <a:pt x="1835365" y="139552"/>
                </a:lnTo>
                <a:lnTo>
                  <a:pt x="1831999" y="131300"/>
                </a:lnTo>
                <a:lnTo>
                  <a:pt x="1856756" y="121200"/>
                </a:lnTo>
                <a:moveTo>
                  <a:pt x="1810608" y="149652"/>
                </a:moveTo>
                <a:lnTo>
                  <a:pt x="1785851" y="159752"/>
                </a:lnTo>
                <a:lnTo>
                  <a:pt x="1782485" y="151500"/>
                </a:lnTo>
                <a:lnTo>
                  <a:pt x="1807242" y="141400"/>
                </a:lnTo>
                <a:moveTo>
                  <a:pt x="1761095" y="169853"/>
                </a:moveTo>
                <a:lnTo>
                  <a:pt x="1736338" y="179952"/>
                </a:lnTo>
                <a:lnTo>
                  <a:pt x="1732972" y="171700"/>
                </a:lnTo>
                <a:lnTo>
                  <a:pt x="1757728" y="161600"/>
                </a:lnTo>
                <a:moveTo>
                  <a:pt x="1711582" y="190052"/>
                </a:moveTo>
                <a:lnTo>
                  <a:pt x="1686824" y="200153"/>
                </a:lnTo>
                <a:lnTo>
                  <a:pt x="1683459" y="191900"/>
                </a:lnTo>
                <a:lnTo>
                  <a:pt x="1708215" y="181800"/>
                </a:lnTo>
                <a:moveTo>
                  <a:pt x="1662068" y="210252"/>
                </a:moveTo>
                <a:lnTo>
                  <a:pt x="1637310" y="220352"/>
                </a:lnTo>
                <a:lnTo>
                  <a:pt x="1633944" y="212100"/>
                </a:lnTo>
                <a:lnTo>
                  <a:pt x="1658702" y="202000"/>
                </a:lnTo>
                <a:moveTo>
                  <a:pt x="1612554" y="230452"/>
                </a:moveTo>
                <a:lnTo>
                  <a:pt x="1587797" y="240553"/>
                </a:lnTo>
                <a:lnTo>
                  <a:pt x="1584431" y="232300"/>
                </a:lnTo>
                <a:lnTo>
                  <a:pt x="1609188" y="222200"/>
                </a:lnTo>
                <a:moveTo>
                  <a:pt x="1563041" y="250652"/>
                </a:moveTo>
                <a:lnTo>
                  <a:pt x="1538285" y="260752"/>
                </a:lnTo>
                <a:lnTo>
                  <a:pt x="1534918" y="252500"/>
                </a:lnTo>
                <a:lnTo>
                  <a:pt x="1559675" y="242400"/>
                </a:lnTo>
                <a:moveTo>
                  <a:pt x="1513528" y="270853"/>
                </a:moveTo>
                <a:lnTo>
                  <a:pt x="1488770" y="280953"/>
                </a:lnTo>
                <a:lnTo>
                  <a:pt x="1485404" y="272701"/>
                </a:lnTo>
                <a:lnTo>
                  <a:pt x="1510162" y="262600"/>
                </a:lnTo>
                <a:moveTo>
                  <a:pt x="1464013" y="291052"/>
                </a:moveTo>
                <a:lnTo>
                  <a:pt x="1439257" y="301153"/>
                </a:lnTo>
                <a:lnTo>
                  <a:pt x="1435891" y="292900"/>
                </a:lnTo>
                <a:lnTo>
                  <a:pt x="1460647" y="282800"/>
                </a:lnTo>
                <a:moveTo>
                  <a:pt x="1414500" y="311253"/>
                </a:moveTo>
                <a:lnTo>
                  <a:pt x="1389744" y="321353"/>
                </a:lnTo>
                <a:lnTo>
                  <a:pt x="1386378" y="313100"/>
                </a:lnTo>
                <a:lnTo>
                  <a:pt x="1411134" y="303000"/>
                </a:lnTo>
                <a:moveTo>
                  <a:pt x="1364987" y="331453"/>
                </a:moveTo>
                <a:lnTo>
                  <a:pt x="1340230" y="341553"/>
                </a:lnTo>
                <a:lnTo>
                  <a:pt x="1336863" y="333300"/>
                </a:lnTo>
                <a:lnTo>
                  <a:pt x="1361621" y="323200"/>
                </a:lnTo>
                <a:moveTo>
                  <a:pt x="1315473" y="351653"/>
                </a:moveTo>
                <a:lnTo>
                  <a:pt x="1290716" y="361753"/>
                </a:lnTo>
                <a:lnTo>
                  <a:pt x="1287350" y="353500"/>
                </a:lnTo>
                <a:lnTo>
                  <a:pt x="1312107" y="343401"/>
                </a:lnTo>
                <a:moveTo>
                  <a:pt x="1265960" y="371853"/>
                </a:moveTo>
                <a:lnTo>
                  <a:pt x="1241203" y="381953"/>
                </a:lnTo>
                <a:lnTo>
                  <a:pt x="1237837" y="373701"/>
                </a:lnTo>
                <a:lnTo>
                  <a:pt x="1262593" y="363601"/>
                </a:lnTo>
                <a:moveTo>
                  <a:pt x="1216447" y="392053"/>
                </a:moveTo>
                <a:lnTo>
                  <a:pt x="1191689" y="402153"/>
                </a:lnTo>
                <a:lnTo>
                  <a:pt x="1188323" y="393900"/>
                </a:lnTo>
                <a:lnTo>
                  <a:pt x="1213081" y="383800"/>
                </a:lnTo>
                <a:moveTo>
                  <a:pt x="1166933" y="412253"/>
                </a:moveTo>
                <a:lnTo>
                  <a:pt x="1142176" y="422353"/>
                </a:lnTo>
                <a:lnTo>
                  <a:pt x="1138810" y="414101"/>
                </a:lnTo>
                <a:lnTo>
                  <a:pt x="1163567" y="404000"/>
                </a:lnTo>
                <a:moveTo>
                  <a:pt x="1117419" y="432453"/>
                </a:moveTo>
                <a:lnTo>
                  <a:pt x="1092663" y="442553"/>
                </a:lnTo>
                <a:lnTo>
                  <a:pt x="1089296" y="434300"/>
                </a:lnTo>
                <a:lnTo>
                  <a:pt x="1114054" y="424200"/>
                </a:lnTo>
                <a:moveTo>
                  <a:pt x="1067906" y="452653"/>
                </a:moveTo>
                <a:lnTo>
                  <a:pt x="1043149" y="462753"/>
                </a:lnTo>
                <a:lnTo>
                  <a:pt x="1039783" y="454500"/>
                </a:lnTo>
                <a:lnTo>
                  <a:pt x="1064540" y="444401"/>
                </a:lnTo>
                <a:moveTo>
                  <a:pt x="1018392" y="472853"/>
                </a:moveTo>
                <a:lnTo>
                  <a:pt x="993636" y="482953"/>
                </a:lnTo>
                <a:lnTo>
                  <a:pt x="990270" y="474701"/>
                </a:lnTo>
                <a:lnTo>
                  <a:pt x="1015026" y="464601"/>
                </a:lnTo>
                <a:moveTo>
                  <a:pt x="968879" y="493053"/>
                </a:moveTo>
                <a:lnTo>
                  <a:pt x="944122" y="503153"/>
                </a:lnTo>
                <a:lnTo>
                  <a:pt x="940757" y="494901"/>
                </a:lnTo>
                <a:lnTo>
                  <a:pt x="965513" y="484801"/>
                </a:lnTo>
                <a:moveTo>
                  <a:pt x="919366" y="513253"/>
                </a:moveTo>
                <a:lnTo>
                  <a:pt x="894608" y="523353"/>
                </a:lnTo>
                <a:lnTo>
                  <a:pt x="891242" y="515101"/>
                </a:lnTo>
                <a:lnTo>
                  <a:pt x="916000" y="505001"/>
                </a:lnTo>
                <a:moveTo>
                  <a:pt x="869852" y="533453"/>
                </a:moveTo>
                <a:lnTo>
                  <a:pt x="845095" y="543553"/>
                </a:lnTo>
                <a:lnTo>
                  <a:pt x="841729" y="535300"/>
                </a:lnTo>
                <a:lnTo>
                  <a:pt x="866485" y="525201"/>
                </a:lnTo>
                <a:moveTo>
                  <a:pt x="820339" y="553653"/>
                </a:moveTo>
                <a:lnTo>
                  <a:pt x="795582" y="563753"/>
                </a:lnTo>
                <a:lnTo>
                  <a:pt x="792216" y="555501"/>
                </a:lnTo>
                <a:lnTo>
                  <a:pt x="816973" y="545401"/>
                </a:lnTo>
                <a:moveTo>
                  <a:pt x="770825" y="573853"/>
                </a:moveTo>
                <a:lnTo>
                  <a:pt x="746068" y="583953"/>
                </a:lnTo>
                <a:lnTo>
                  <a:pt x="742701" y="575701"/>
                </a:lnTo>
                <a:lnTo>
                  <a:pt x="767460" y="565601"/>
                </a:lnTo>
                <a:moveTo>
                  <a:pt x="721311" y="594053"/>
                </a:moveTo>
                <a:lnTo>
                  <a:pt x="696555" y="604153"/>
                </a:lnTo>
                <a:lnTo>
                  <a:pt x="693188" y="595901"/>
                </a:lnTo>
                <a:lnTo>
                  <a:pt x="717945" y="585801"/>
                </a:lnTo>
                <a:moveTo>
                  <a:pt x="671798" y="614253"/>
                </a:moveTo>
                <a:lnTo>
                  <a:pt x="647042" y="624353"/>
                </a:lnTo>
                <a:lnTo>
                  <a:pt x="643675" y="616101"/>
                </a:lnTo>
                <a:lnTo>
                  <a:pt x="668432" y="606001"/>
                </a:lnTo>
                <a:moveTo>
                  <a:pt x="622285" y="634453"/>
                </a:moveTo>
                <a:lnTo>
                  <a:pt x="597527" y="644553"/>
                </a:lnTo>
                <a:lnTo>
                  <a:pt x="594162" y="636301"/>
                </a:lnTo>
                <a:lnTo>
                  <a:pt x="618919" y="626201"/>
                </a:lnTo>
                <a:moveTo>
                  <a:pt x="572770" y="654653"/>
                </a:moveTo>
                <a:lnTo>
                  <a:pt x="548014" y="664753"/>
                </a:lnTo>
                <a:lnTo>
                  <a:pt x="544648" y="656501"/>
                </a:lnTo>
                <a:lnTo>
                  <a:pt x="569404" y="646401"/>
                </a:lnTo>
                <a:moveTo>
                  <a:pt x="523258" y="674853"/>
                </a:moveTo>
                <a:lnTo>
                  <a:pt x="498501" y="684953"/>
                </a:lnTo>
                <a:lnTo>
                  <a:pt x="495135" y="676701"/>
                </a:lnTo>
                <a:lnTo>
                  <a:pt x="519891" y="666601"/>
                </a:lnTo>
                <a:moveTo>
                  <a:pt x="473744" y="695053"/>
                </a:moveTo>
                <a:lnTo>
                  <a:pt x="448987" y="705153"/>
                </a:lnTo>
                <a:lnTo>
                  <a:pt x="445621" y="696901"/>
                </a:lnTo>
                <a:lnTo>
                  <a:pt x="470377" y="686801"/>
                </a:lnTo>
                <a:moveTo>
                  <a:pt x="424230" y="715253"/>
                </a:moveTo>
                <a:lnTo>
                  <a:pt x="399473" y="725353"/>
                </a:lnTo>
                <a:lnTo>
                  <a:pt x="396108" y="717101"/>
                </a:lnTo>
                <a:lnTo>
                  <a:pt x="420864" y="707001"/>
                </a:lnTo>
                <a:moveTo>
                  <a:pt x="374717" y="735453"/>
                </a:moveTo>
                <a:lnTo>
                  <a:pt x="349960" y="745553"/>
                </a:lnTo>
                <a:lnTo>
                  <a:pt x="346594" y="737301"/>
                </a:lnTo>
                <a:lnTo>
                  <a:pt x="371351" y="727201"/>
                </a:lnTo>
                <a:moveTo>
                  <a:pt x="325204" y="755653"/>
                </a:moveTo>
                <a:lnTo>
                  <a:pt x="300447" y="765753"/>
                </a:lnTo>
                <a:lnTo>
                  <a:pt x="297081" y="757501"/>
                </a:lnTo>
                <a:lnTo>
                  <a:pt x="321838" y="747401"/>
                </a:lnTo>
                <a:moveTo>
                  <a:pt x="275690" y="775853"/>
                </a:moveTo>
                <a:lnTo>
                  <a:pt x="250933" y="785953"/>
                </a:lnTo>
                <a:lnTo>
                  <a:pt x="247567" y="777701"/>
                </a:lnTo>
                <a:lnTo>
                  <a:pt x="272324" y="767601"/>
                </a:lnTo>
                <a:moveTo>
                  <a:pt x="226177" y="796053"/>
                </a:moveTo>
                <a:lnTo>
                  <a:pt x="201420" y="806153"/>
                </a:lnTo>
                <a:lnTo>
                  <a:pt x="198054" y="797901"/>
                </a:lnTo>
                <a:lnTo>
                  <a:pt x="222811" y="787801"/>
                </a:lnTo>
                <a:moveTo>
                  <a:pt x="176663" y="816254"/>
                </a:moveTo>
                <a:lnTo>
                  <a:pt x="151907" y="826353"/>
                </a:lnTo>
                <a:lnTo>
                  <a:pt x="148541" y="818101"/>
                </a:lnTo>
                <a:lnTo>
                  <a:pt x="173297" y="808001"/>
                </a:lnTo>
                <a:moveTo>
                  <a:pt x="127150" y="836453"/>
                </a:moveTo>
                <a:lnTo>
                  <a:pt x="102393" y="846554"/>
                </a:lnTo>
                <a:lnTo>
                  <a:pt x="99027" y="838301"/>
                </a:lnTo>
                <a:lnTo>
                  <a:pt x="123783" y="828201"/>
                </a:lnTo>
                <a:moveTo>
                  <a:pt x="77636" y="856653"/>
                </a:moveTo>
                <a:lnTo>
                  <a:pt x="52879" y="866754"/>
                </a:lnTo>
                <a:lnTo>
                  <a:pt x="49513" y="858501"/>
                </a:lnTo>
                <a:lnTo>
                  <a:pt x="74270" y="848401"/>
                </a:lnTo>
                <a:moveTo>
                  <a:pt x="28123" y="876853"/>
                </a:moveTo>
                <a:lnTo>
                  <a:pt x="3366" y="886953"/>
                </a:lnTo>
                <a:lnTo>
                  <a:pt x="0" y="878701"/>
                </a:lnTo>
                <a:lnTo>
                  <a:pt x="24756" y="86860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529C4D-7B41-46D0-99AB-51EEEF72D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5080" y="4266130"/>
            <a:ext cx="69518" cy="57754"/>
          </a:xfrm>
          <a:custGeom xmlns:a="http://schemas.openxmlformats.org/drawingml/2006/main">
            <a:pathLst>
              <a:path w="69518" h="57754">
                <a:moveTo>
                  <a:pt x="0" y="52495"/>
                </a:moveTo>
                <a:lnTo>
                  <a:pt x="45900" y="0"/>
                </a:lnTo>
                <a:lnTo>
                  <a:pt x="43315" y="34759"/>
                </a:lnTo>
                <a:lnTo>
                  <a:pt x="69518" y="57754"/>
                </a:lnTo>
                <a:lnTo>
                  <a:pt x="0" y="5249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DB6F2C-0578-4635-94FC-0CA93B0D2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5080" y="4266130"/>
            <a:ext cx="69518" cy="57754"/>
          </a:xfrm>
          <a:custGeom xmlns:a="http://schemas.openxmlformats.org/drawingml/2006/main">
            <a:pathLst>
              <a:path w="69518" h="57754" fill="none">
                <a:moveTo>
                  <a:pt x="0" y="52495"/>
                </a:moveTo>
                <a:lnTo>
                  <a:pt x="45900" y="0"/>
                </a:lnTo>
                <a:lnTo>
                  <a:pt x="43315" y="34759"/>
                </a:lnTo>
                <a:lnTo>
                  <a:pt x="69518" y="57754"/>
                </a:lnTo>
                <a:lnTo>
                  <a:pt x="0" y="5249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913" cap="flat">
            <a:solidFill>
              <a:srgbClr val="000000"/>
            </a:solidFill>
            <a:miter/>
          </a:ln>
        </p:spPr>
      </p:sp>
      <p:sp>
        <p:nvSpPr>
          <p:cNvPr id="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2266B5-51EE-41D3-9D0E-184B7B8EC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46" y="806843"/>
            <a:ext cx="1477373" cy="2141771"/>
          </a:xfrm>
          <a:custGeom xmlns:a="http://schemas.openxmlformats.org/drawingml/2006/main">
            <a:pathLst>
              <a:path w="1477373" h="2141771">
                <a:moveTo>
                  <a:pt x="0" y="2136719"/>
                </a:moveTo>
                <a:lnTo>
                  <a:pt x="15155" y="2114691"/>
                </a:lnTo>
                <a:lnTo>
                  <a:pt x="22498" y="2119742"/>
                </a:lnTo>
                <a:lnTo>
                  <a:pt x="7343" y="2141771"/>
                </a:lnTo>
                <a:moveTo>
                  <a:pt x="30310" y="2092663"/>
                </a:moveTo>
                <a:lnTo>
                  <a:pt x="45465" y="2070635"/>
                </a:lnTo>
                <a:lnTo>
                  <a:pt x="52807" y="2075687"/>
                </a:lnTo>
                <a:lnTo>
                  <a:pt x="37653" y="2097714"/>
                </a:lnTo>
                <a:moveTo>
                  <a:pt x="60620" y="2048607"/>
                </a:moveTo>
                <a:lnTo>
                  <a:pt x="75775" y="2026579"/>
                </a:lnTo>
                <a:lnTo>
                  <a:pt x="83117" y="2031631"/>
                </a:lnTo>
                <a:lnTo>
                  <a:pt x="67963" y="2053658"/>
                </a:lnTo>
                <a:moveTo>
                  <a:pt x="90930" y="2004551"/>
                </a:moveTo>
                <a:lnTo>
                  <a:pt x="106085" y="1982523"/>
                </a:lnTo>
                <a:lnTo>
                  <a:pt x="113427" y="1987574"/>
                </a:lnTo>
                <a:lnTo>
                  <a:pt x="98272" y="2009602"/>
                </a:lnTo>
                <a:moveTo>
                  <a:pt x="121240" y="1960495"/>
                </a:moveTo>
                <a:lnTo>
                  <a:pt x="136395" y="1938467"/>
                </a:lnTo>
                <a:lnTo>
                  <a:pt x="143737" y="1943518"/>
                </a:lnTo>
                <a:lnTo>
                  <a:pt x="128582" y="1965546"/>
                </a:lnTo>
                <a:moveTo>
                  <a:pt x="151550" y="1916439"/>
                </a:moveTo>
                <a:lnTo>
                  <a:pt x="166704" y="1894411"/>
                </a:lnTo>
                <a:lnTo>
                  <a:pt x="174047" y="1899462"/>
                </a:lnTo>
                <a:lnTo>
                  <a:pt x="158892" y="1921490"/>
                </a:lnTo>
                <a:moveTo>
                  <a:pt x="181859" y="1872383"/>
                </a:moveTo>
                <a:lnTo>
                  <a:pt x="197014" y="1850355"/>
                </a:lnTo>
                <a:lnTo>
                  <a:pt x="204357" y="1855406"/>
                </a:lnTo>
                <a:lnTo>
                  <a:pt x="189202" y="1877434"/>
                </a:lnTo>
                <a:moveTo>
                  <a:pt x="212169" y="1828327"/>
                </a:moveTo>
                <a:lnTo>
                  <a:pt x="227324" y="1806299"/>
                </a:lnTo>
                <a:lnTo>
                  <a:pt x="234667" y="1811350"/>
                </a:lnTo>
                <a:lnTo>
                  <a:pt x="219512" y="1833378"/>
                </a:lnTo>
                <a:moveTo>
                  <a:pt x="242479" y="1784271"/>
                </a:moveTo>
                <a:lnTo>
                  <a:pt x="257634" y="1762243"/>
                </a:lnTo>
                <a:lnTo>
                  <a:pt x="264977" y="1767294"/>
                </a:lnTo>
                <a:lnTo>
                  <a:pt x="249822" y="1789322"/>
                </a:lnTo>
                <a:moveTo>
                  <a:pt x="272789" y="1740215"/>
                </a:moveTo>
                <a:lnTo>
                  <a:pt x="287944" y="1718187"/>
                </a:lnTo>
                <a:lnTo>
                  <a:pt x="295287" y="1723238"/>
                </a:lnTo>
                <a:lnTo>
                  <a:pt x="280132" y="1745266"/>
                </a:lnTo>
                <a:moveTo>
                  <a:pt x="303099" y="1696159"/>
                </a:moveTo>
                <a:lnTo>
                  <a:pt x="318254" y="1674130"/>
                </a:lnTo>
                <a:lnTo>
                  <a:pt x="325597" y="1679182"/>
                </a:lnTo>
                <a:lnTo>
                  <a:pt x="310442" y="1701210"/>
                </a:lnTo>
                <a:moveTo>
                  <a:pt x="333409" y="1652103"/>
                </a:moveTo>
                <a:lnTo>
                  <a:pt x="348564" y="1630074"/>
                </a:lnTo>
                <a:lnTo>
                  <a:pt x="355907" y="1635126"/>
                </a:lnTo>
                <a:lnTo>
                  <a:pt x="340752" y="1657154"/>
                </a:lnTo>
                <a:moveTo>
                  <a:pt x="363719" y="1608046"/>
                </a:moveTo>
                <a:lnTo>
                  <a:pt x="378874" y="1586019"/>
                </a:lnTo>
                <a:lnTo>
                  <a:pt x="386216" y="1591070"/>
                </a:lnTo>
                <a:lnTo>
                  <a:pt x="371061" y="1613098"/>
                </a:lnTo>
                <a:moveTo>
                  <a:pt x="394029" y="1563991"/>
                </a:moveTo>
                <a:lnTo>
                  <a:pt x="409184" y="1541963"/>
                </a:lnTo>
                <a:lnTo>
                  <a:pt x="416526" y="1547014"/>
                </a:lnTo>
                <a:lnTo>
                  <a:pt x="401371" y="1569042"/>
                </a:lnTo>
                <a:moveTo>
                  <a:pt x="424339" y="1519934"/>
                </a:moveTo>
                <a:lnTo>
                  <a:pt x="439494" y="1497906"/>
                </a:lnTo>
                <a:lnTo>
                  <a:pt x="446836" y="1502958"/>
                </a:lnTo>
                <a:lnTo>
                  <a:pt x="431681" y="1524986"/>
                </a:lnTo>
                <a:moveTo>
                  <a:pt x="454648" y="1475878"/>
                </a:moveTo>
                <a:lnTo>
                  <a:pt x="469803" y="1453850"/>
                </a:lnTo>
                <a:lnTo>
                  <a:pt x="477146" y="1458901"/>
                </a:lnTo>
                <a:lnTo>
                  <a:pt x="461991" y="1480930"/>
                </a:lnTo>
                <a:moveTo>
                  <a:pt x="484958" y="1431822"/>
                </a:moveTo>
                <a:lnTo>
                  <a:pt x="500113" y="1409794"/>
                </a:lnTo>
                <a:lnTo>
                  <a:pt x="507456" y="1414846"/>
                </a:lnTo>
                <a:lnTo>
                  <a:pt x="492301" y="1436874"/>
                </a:lnTo>
                <a:moveTo>
                  <a:pt x="515268" y="1387766"/>
                </a:moveTo>
                <a:lnTo>
                  <a:pt x="530423" y="1365738"/>
                </a:lnTo>
                <a:lnTo>
                  <a:pt x="537766" y="1370790"/>
                </a:lnTo>
                <a:lnTo>
                  <a:pt x="522611" y="1392818"/>
                </a:lnTo>
                <a:moveTo>
                  <a:pt x="545578" y="1343710"/>
                </a:moveTo>
                <a:lnTo>
                  <a:pt x="560733" y="1321682"/>
                </a:lnTo>
                <a:lnTo>
                  <a:pt x="568076" y="1326733"/>
                </a:lnTo>
                <a:lnTo>
                  <a:pt x="552921" y="1348762"/>
                </a:lnTo>
                <a:moveTo>
                  <a:pt x="575888" y="1299654"/>
                </a:moveTo>
                <a:lnTo>
                  <a:pt x="591043" y="1277626"/>
                </a:lnTo>
                <a:lnTo>
                  <a:pt x="598386" y="1282677"/>
                </a:lnTo>
                <a:lnTo>
                  <a:pt x="583231" y="1304705"/>
                </a:lnTo>
                <a:moveTo>
                  <a:pt x="606198" y="1255598"/>
                </a:moveTo>
                <a:lnTo>
                  <a:pt x="621353" y="1233570"/>
                </a:lnTo>
                <a:lnTo>
                  <a:pt x="628696" y="1238622"/>
                </a:lnTo>
                <a:lnTo>
                  <a:pt x="613541" y="1260649"/>
                </a:lnTo>
                <a:moveTo>
                  <a:pt x="636508" y="1211542"/>
                </a:moveTo>
                <a:lnTo>
                  <a:pt x="651663" y="1189514"/>
                </a:lnTo>
                <a:lnTo>
                  <a:pt x="659006" y="1194565"/>
                </a:lnTo>
                <a:lnTo>
                  <a:pt x="643851" y="1216593"/>
                </a:lnTo>
                <a:moveTo>
                  <a:pt x="666818" y="1167486"/>
                </a:moveTo>
                <a:lnTo>
                  <a:pt x="681973" y="1145458"/>
                </a:lnTo>
                <a:lnTo>
                  <a:pt x="689315" y="1150509"/>
                </a:lnTo>
                <a:lnTo>
                  <a:pt x="674160" y="1172537"/>
                </a:lnTo>
                <a:moveTo>
                  <a:pt x="697128" y="1123430"/>
                </a:moveTo>
                <a:lnTo>
                  <a:pt x="712283" y="1101402"/>
                </a:lnTo>
                <a:lnTo>
                  <a:pt x="719625" y="1106453"/>
                </a:lnTo>
                <a:lnTo>
                  <a:pt x="704470" y="1128481"/>
                </a:lnTo>
                <a:moveTo>
                  <a:pt x="727438" y="1079373"/>
                </a:moveTo>
                <a:lnTo>
                  <a:pt x="742593" y="1057345"/>
                </a:lnTo>
                <a:lnTo>
                  <a:pt x="749935" y="1062397"/>
                </a:lnTo>
                <a:lnTo>
                  <a:pt x="734780" y="1084425"/>
                </a:lnTo>
                <a:moveTo>
                  <a:pt x="757747" y="1035318"/>
                </a:moveTo>
                <a:lnTo>
                  <a:pt x="772902" y="1013290"/>
                </a:lnTo>
                <a:lnTo>
                  <a:pt x="780245" y="1018341"/>
                </a:lnTo>
                <a:lnTo>
                  <a:pt x="765090" y="1040369"/>
                </a:lnTo>
                <a:moveTo>
                  <a:pt x="788057" y="991261"/>
                </a:moveTo>
                <a:lnTo>
                  <a:pt x="803212" y="969233"/>
                </a:lnTo>
                <a:lnTo>
                  <a:pt x="810555" y="974285"/>
                </a:lnTo>
                <a:lnTo>
                  <a:pt x="795400" y="996313"/>
                </a:lnTo>
                <a:moveTo>
                  <a:pt x="818367" y="947205"/>
                </a:moveTo>
                <a:lnTo>
                  <a:pt x="833522" y="925177"/>
                </a:lnTo>
                <a:lnTo>
                  <a:pt x="840865" y="930229"/>
                </a:lnTo>
                <a:lnTo>
                  <a:pt x="825710" y="952257"/>
                </a:lnTo>
                <a:moveTo>
                  <a:pt x="848677" y="903149"/>
                </a:moveTo>
                <a:lnTo>
                  <a:pt x="863832" y="881121"/>
                </a:lnTo>
                <a:lnTo>
                  <a:pt x="871175" y="886173"/>
                </a:lnTo>
                <a:lnTo>
                  <a:pt x="856020" y="908201"/>
                </a:lnTo>
                <a:moveTo>
                  <a:pt x="878987" y="859093"/>
                </a:moveTo>
                <a:lnTo>
                  <a:pt x="894142" y="837065"/>
                </a:lnTo>
                <a:lnTo>
                  <a:pt x="901485" y="842117"/>
                </a:lnTo>
                <a:lnTo>
                  <a:pt x="886329" y="864145"/>
                </a:lnTo>
                <a:moveTo>
                  <a:pt x="909297" y="815037"/>
                </a:moveTo>
                <a:lnTo>
                  <a:pt x="924452" y="793009"/>
                </a:lnTo>
                <a:lnTo>
                  <a:pt x="931794" y="798061"/>
                </a:lnTo>
                <a:lnTo>
                  <a:pt x="916640" y="820089"/>
                </a:lnTo>
                <a:moveTo>
                  <a:pt x="939607" y="770981"/>
                </a:moveTo>
                <a:lnTo>
                  <a:pt x="954762" y="748953"/>
                </a:lnTo>
                <a:lnTo>
                  <a:pt x="962105" y="754005"/>
                </a:lnTo>
                <a:lnTo>
                  <a:pt x="946950" y="776033"/>
                </a:lnTo>
                <a:moveTo>
                  <a:pt x="969917" y="726925"/>
                </a:moveTo>
                <a:lnTo>
                  <a:pt x="985072" y="704897"/>
                </a:lnTo>
                <a:lnTo>
                  <a:pt x="992414" y="709949"/>
                </a:lnTo>
                <a:lnTo>
                  <a:pt x="977259" y="731977"/>
                </a:lnTo>
                <a:moveTo>
                  <a:pt x="1000227" y="682869"/>
                </a:moveTo>
                <a:lnTo>
                  <a:pt x="1015382" y="660841"/>
                </a:lnTo>
                <a:lnTo>
                  <a:pt x="1022724" y="665893"/>
                </a:lnTo>
                <a:lnTo>
                  <a:pt x="1007569" y="687921"/>
                </a:lnTo>
                <a:moveTo>
                  <a:pt x="1030537" y="638813"/>
                </a:moveTo>
                <a:lnTo>
                  <a:pt x="1045692" y="616785"/>
                </a:lnTo>
                <a:lnTo>
                  <a:pt x="1053034" y="621837"/>
                </a:lnTo>
                <a:lnTo>
                  <a:pt x="1037879" y="643865"/>
                </a:lnTo>
                <a:moveTo>
                  <a:pt x="1060846" y="594757"/>
                </a:moveTo>
                <a:lnTo>
                  <a:pt x="1076001" y="572729"/>
                </a:lnTo>
                <a:lnTo>
                  <a:pt x="1083344" y="577781"/>
                </a:lnTo>
                <a:lnTo>
                  <a:pt x="1068189" y="599809"/>
                </a:lnTo>
                <a:moveTo>
                  <a:pt x="1091156" y="550701"/>
                </a:moveTo>
                <a:lnTo>
                  <a:pt x="1106311" y="528673"/>
                </a:lnTo>
                <a:lnTo>
                  <a:pt x="1113654" y="533724"/>
                </a:lnTo>
                <a:lnTo>
                  <a:pt x="1098499" y="555753"/>
                </a:lnTo>
                <a:moveTo>
                  <a:pt x="1121466" y="506645"/>
                </a:moveTo>
                <a:lnTo>
                  <a:pt x="1136621" y="484617"/>
                </a:lnTo>
                <a:lnTo>
                  <a:pt x="1143964" y="489668"/>
                </a:lnTo>
                <a:lnTo>
                  <a:pt x="1128809" y="511696"/>
                </a:lnTo>
                <a:moveTo>
                  <a:pt x="1151776" y="462589"/>
                </a:moveTo>
                <a:lnTo>
                  <a:pt x="1166931" y="440561"/>
                </a:lnTo>
                <a:lnTo>
                  <a:pt x="1174274" y="445612"/>
                </a:lnTo>
                <a:lnTo>
                  <a:pt x="1159119" y="467640"/>
                </a:lnTo>
                <a:moveTo>
                  <a:pt x="1182086" y="418533"/>
                </a:moveTo>
                <a:lnTo>
                  <a:pt x="1197241" y="396505"/>
                </a:lnTo>
                <a:lnTo>
                  <a:pt x="1204584" y="401556"/>
                </a:lnTo>
                <a:lnTo>
                  <a:pt x="1189428" y="423584"/>
                </a:lnTo>
                <a:moveTo>
                  <a:pt x="1212396" y="374477"/>
                </a:moveTo>
                <a:lnTo>
                  <a:pt x="1227551" y="352448"/>
                </a:lnTo>
                <a:lnTo>
                  <a:pt x="1234893" y="357500"/>
                </a:lnTo>
                <a:lnTo>
                  <a:pt x="1219739" y="379528"/>
                </a:lnTo>
                <a:moveTo>
                  <a:pt x="1242706" y="330421"/>
                </a:moveTo>
                <a:lnTo>
                  <a:pt x="1257861" y="308392"/>
                </a:lnTo>
                <a:lnTo>
                  <a:pt x="1265204" y="313444"/>
                </a:lnTo>
                <a:lnTo>
                  <a:pt x="1250049" y="335472"/>
                </a:lnTo>
                <a:moveTo>
                  <a:pt x="1273016" y="286364"/>
                </a:moveTo>
                <a:lnTo>
                  <a:pt x="1288171" y="264336"/>
                </a:lnTo>
                <a:lnTo>
                  <a:pt x="1295513" y="269388"/>
                </a:lnTo>
                <a:lnTo>
                  <a:pt x="1280358" y="291416"/>
                </a:lnTo>
                <a:moveTo>
                  <a:pt x="1303326" y="242308"/>
                </a:moveTo>
                <a:lnTo>
                  <a:pt x="1318481" y="220280"/>
                </a:lnTo>
                <a:lnTo>
                  <a:pt x="1325823" y="225332"/>
                </a:lnTo>
                <a:lnTo>
                  <a:pt x="1310668" y="247360"/>
                </a:lnTo>
                <a:moveTo>
                  <a:pt x="1333636" y="198252"/>
                </a:moveTo>
                <a:lnTo>
                  <a:pt x="1348790" y="176224"/>
                </a:lnTo>
                <a:lnTo>
                  <a:pt x="1356133" y="181276"/>
                </a:lnTo>
                <a:lnTo>
                  <a:pt x="1340978" y="203304"/>
                </a:lnTo>
                <a:moveTo>
                  <a:pt x="1363945" y="154196"/>
                </a:moveTo>
                <a:lnTo>
                  <a:pt x="1379101" y="132168"/>
                </a:lnTo>
                <a:lnTo>
                  <a:pt x="1386443" y="137220"/>
                </a:lnTo>
                <a:lnTo>
                  <a:pt x="1371288" y="159248"/>
                </a:lnTo>
                <a:moveTo>
                  <a:pt x="1394255" y="110140"/>
                </a:moveTo>
                <a:lnTo>
                  <a:pt x="1409410" y="88112"/>
                </a:lnTo>
                <a:lnTo>
                  <a:pt x="1416753" y="93164"/>
                </a:lnTo>
                <a:lnTo>
                  <a:pt x="1401598" y="115192"/>
                </a:lnTo>
                <a:moveTo>
                  <a:pt x="1424565" y="66084"/>
                </a:moveTo>
                <a:lnTo>
                  <a:pt x="1439720" y="44056"/>
                </a:lnTo>
                <a:lnTo>
                  <a:pt x="1447063" y="49108"/>
                </a:lnTo>
                <a:lnTo>
                  <a:pt x="1431908" y="71136"/>
                </a:lnTo>
                <a:moveTo>
                  <a:pt x="1454875" y="22028"/>
                </a:moveTo>
                <a:lnTo>
                  <a:pt x="1470030" y="0"/>
                </a:lnTo>
                <a:lnTo>
                  <a:pt x="1477373" y="5052"/>
                </a:lnTo>
                <a:lnTo>
                  <a:pt x="1462218" y="2708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10F400-C262-44FB-850F-654F00D1E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955" y="758674"/>
            <a:ext cx="61051" cy="69072"/>
          </a:xfrm>
          <a:custGeom xmlns:a="http://schemas.openxmlformats.org/drawingml/2006/main">
            <a:pathLst>
              <a:path w="61051" h="69072">
                <a:moveTo>
                  <a:pt x="61051" y="0"/>
                </a:moveTo>
                <a:lnTo>
                  <a:pt x="51426" y="69072"/>
                </a:lnTo>
                <a:lnTo>
                  <a:pt x="34581" y="38502"/>
                </a:lnTo>
                <a:lnTo>
                  <a:pt x="0" y="33690"/>
                </a:lnTo>
                <a:lnTo>
                  <a:pt x="6105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84A936-E0F1-4999-BEB6-80E5AA2D5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955" y="758674"/>
            <a:ext cx="61051" cy="69072"/>
          </a:xfrm>
          <a:custGeom xmlns:a="http://schemas.openxmlformats.org/drawingml/2006/main">
            <a:pathLst>
              <a:path w="61051" h="69072" fill="none">
                <a:moveTo>
                  <a:pt x="61051" y="0"/>
                </a:moveTo>
                <a:lnTo>
                  <a:pt x="51426" y="69072"/>
                </a:lnTo>
                <a:lnTo>
                  <a:pt x="34581" y="38502"/>
                </a:lnTo>
                <a:lnTo>
                  <a:pt x="0" y="33690"/>
                </a:lnTo>
                <a:lnTo>
                  <a:pt x="6105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913" cap="flat">
            <a:solidFill>
              <a:srgbClr val="000000"/>
            </a:solidFill>
            <a:miter/>
          </a:ln>
        </p:spPr>
      </p:sp>
      <p:sp>
        <p:nvSpPr>
          <p:cNvPr id="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275998-30D4-4746-8B50-44D9CFD5D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452" y="3671750"/>
            <a:ext cx="1409168" cy="1267725"/>
          </a:xfrm>
          <a:custGeom xmlns:a="http://schemas.openxmlformats.org/drawingml/2006/main">
            <a:pathLst>
              <a:path w="1409168" h="1267725" fill="none">
                <a:moveTo>
                  <a:pt x="0" y="0"/>
                </a:moveTo>
                <a:lnTo>
                  <a:pt x="1409168" y="1267725"/>
                </a:lnTo>
              </a:path>
            </a:pathLst>
          </a:custGeom>
          <a:noFill xmlns:a="http://schemas.openxmlformats.org/drawingml/2006/main"/>
          <a:ln xmlns:a="http://schemas.openxmlformats.org/drawingml/2006/main" w="8913" cap="flat">
            <a:solidFill>
              <a:srgbClr val="000000"/>
            </a:solidFill>
            <a:miter/>
          </a:ln>
        </p:spPr>
      </p:sp>
      <p:sp>
        <p:nvSpPr>
          <p:cNvPr id="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17A063-50EF-48E7-8DC3-1204D7916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8090" y="4905875"/>
            <a:ext cx="67290" cy="64884"/>
          </a:xfrm>
          <a:custGeom xmlns:a="http://schemas.openxmlformats.org/drawingml/2006/main">
            <a:pathLst>
              <a:path w="67290" h="64884">
                <a:moveTo>
                  <a:pt x="67290" y="64884"/>
                </a:moveTo>
                <a:lnTo>
                  <a:pt x="0" y="46345"/>
                </a:lnTo>
                <a:lnTo>
                  <a:pt x="32531" y="33600"/>
                </a:lnTo>
                <a:lnTo>
                  <a:pt x="41800" y="0"/>
                </a:lnTo>
                <a:lnTo>
                  <a:pt x="67290" y="6488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0DC95D-2E81-4360-A892-E12B81550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8090" y="4905875"/>
            <a:ext cx="67290" cy="64884"/>
          </a:xfrm>
          <a:custGeom xmlns:a="http://schemas.openxmlformats.org/drawingml/2006/main">
            <a:pathLst>
              <a:path w="67290" h="64884" fill="none">
                <a:moveTo>
                  <a:pt x="67290" y="64884"/>
                </a:moveTo>
                <a:lnTo>
                  <a:pt x="0" y="46345"/>
                </a:lnTo>
                <a:lnTo>
                  <a:pt x="32531" y="33600"/>
                </a:lnTo>
                <a:lnTo>
                  <a:pt x="41800" y="0"/>
                </a:lnTo>
                <a:lnTo>
                  <a:pt x="67290" y="6488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913" cap="flat">
            <a:solidFill>
              <a:srgbClr val="000000"/>
            </a:solidFill>
            <a:miter/>
          </a:ln>
        </p:spPr>
      </p:sp>
    </p:spTree>
    <p:extLst>
      <p:ext uri="{BB962C8B-B14F-4D97-AF65-F5344CB8AC3E}">
        <p14:creationId xmlns:p14="http://schemas.microsoft.com/office/powerpoint/2010/main" val="5902007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2026-09-08T03:29:26.0730000Z</dcterms:created>
  <dcterms:modified xsi:type="dcterms:W3CDTF">2026-09-08T03:29:26.0730000Z</dcterms:modified>
</coreProperties>
</file>