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718bfd64d4a55" /><Relationship Type="http://schemas.openxmlformats.org/officeDocument/2006/relationships/extended-properties" Target="/docProps/app.xml" Id="Re8061e64f9a94694" /><Relationship Type="http://schemas.openxmlformats.org/officeDocument/2006/relationships/officeDocument" Target="/ppt/presentation.xml" Id="Ra0ffebb18773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ebf79e56d44e4"/>
  </p:sldMasterIdLst>
  <p:notesMasterIdLst>
    <p:notesMasterId xmlns:r="http://schemas.openxmlformats.org/officeDocument/2006/relationships" r:id="R01c009aff7be4c0b"/>
  </p:notesMasterIdLst>
  <p:sldIdLst>
    <p:sldId xmlns:r="http://schemas.openxmlformats.org/officeDocument/2006/relationships" id="256" r:id="R267c76507ac04691"/>
  </p:sldIdLst>
  <p:sldSz cx="10401300" cy="3314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25466a9584f57" /><Relationship Type="http://schemas.openxmlformats.org/officeDocument/2006/relationships/slideMaster" Target="/ppt/slideMasters/slideMaster1.xml" Id="R8d5ebf79e56d44e4" /><Relationship Type="http://schemas.openxmlformats.org/officeDocument/2006/relationships/notesMaster" Target="/ppt/notesMasters/notesMaster1.xml" Id="R01c009aff7be4c0b" /><Relationship Type="http://schemas.openxmlformats.org/officeDocument/2006/relationships/presProps" Target="/ppt/presProps.xml" Id="R648670ae08054739" /><Relationship Type="http://schemas.openxmlformats.org/officeDocument/2006/relationships/tableStyles" Target="/ppt/tableStyles.xml" Id="R06dd0c3be4974b3c" /><Relationship Type="http://schemas.openxmlformats.org/officeDocument/2006/relationships/slide" Target="/ppt/slides/slide1.xml" Id="R267c76507ac0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cdd0100da64b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4af6785af64c1e" /><Relationship Type="http://schemas.openxmlformats.org/officeDocument/2006/relationships/notesMaster" Target="/ppt/notesMasters/notesMaster1.xml" Id="Re221b886c024482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素材ID：SE-007</ns1:t>
            </ns1:r>
          </ns1:p>
          <ns1:p>
            <ns1:r>
              <ns1:t>论文：Pinning Is Futile: You Need More Than Local Dependency Versioning to Defend Against Supply Chain Attacks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7，PDF第17页</ns1:t>
            </ns1:r>
          </ns1:p>
          <ns1:p>
            <ns1:r>
              <ns1:t>类型：动机案例</ns1:t>
            </ns1:r>
          </ns1:p>
          <ns1:p>
            <ns1:r>
              <ns1:t>借鉴点：左右对照依赖图，用红色约束与加粗重复节点说明看似安全配置引出新风险；可借鉴反直觉动机表达。</ns1:t>
            </ns1:r>
          </ns1:p>
          <ns1:p>
            <ns1:r>
              <ns1:t>论文URL：https://www.cs.cmu.edu/~ckaestne/pdf/fse25.pdf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db4b67e44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750660b6c4783" /><Relationship Type="http://schemas.openxmlformats.org/officeDocument/2006/relationships/slideLayout" Target="/ppt/slideLayouts/slideLayout1.xml" Id="R46ec0cc18404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c0cc18404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d3612f138439a" /><Relationship Type="http://schemas.openxmlformats.org/officeDocument/2006/relationships/notesSlide" Target="/ppt/notesSlides/notesSlide1.xml" Id="Raefe3fddae3b43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1058F-9377-4465-A5BE-CFD67D51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29378" cy="2877445"/>
          </a:xfrm>
          <a:custGeom xmlns:a="http://schemas.openxmlformats.org/drawingml/2006/main">
            <a:pathLst>
              <a:path w="5129378" h="2877445">
                <a:moveTo>
                  <a:pt x="5129378" y="0"/>
                </a:moveTo>
                <a:lnTo>
                  <a:pt x="5129378" y="2877445"/>
                </a:lnTo>
                <a:lnTo>
                  <a:pt x="0" y="2877445"/>
                </a:lnTo>
                <a:lnTo>
                  <a:pt x="0" y="0"/>
                </a:lnTo>
                <a:lnTo>
                  <a:pt x="51293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57BC2-F756-4628-A8CD-6F436A96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4" y="1412185"/>
            <a:ext cx="911179" cy="345221"/>
          </a:xfrm>
          <a:custGeom xmlns:a="http://schemas.openxmlformats.org/drawingml/2006/main">
            <a:pathLst>
              <a:path w="911179" h="345221">
                <a:moveTo>
                  <a:pt x="0" y="345221"/>
                </a:moveTo>
                <a:lnTo>
                  <a:pt x="0" y="0"/>
                </a:lnTo>
                <a:lnTo>
                  <a:pt x="911179" y="0"/>
                </a:lnTo>
                <a:lnTo>
                  <a:pt x="91117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DB3E5-4A67-4278-A35F-9A8BD225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4" y="1412184"/>
            <a:ext cx="911179" cy="345221"/>
          </a:xfrm>
          <a:custGeom xmlns:a="http://schemas.openxmlformats.org/drawingml/2006/main">
            <a:pathLst>
              <a:path w="911179" h="345221" fill="none">
                <a:moveTo>
                  <a:pt x="0" y="0"/>
                </a:moveTo>
                <a:lnTo>
                  <a:pt x="911179" y="0"/>
                </a:lnTo>
                <a:lnTo>
                  <a:pt x="91117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4" name="Text Project">
            <a:extLst xmlns:a="http://schemas.openxmlformats.org/drawingml/2006/main">
              <a:ext uri="{FF2B5EF4-FFF2-40B4-BE49-F238E27FC236}">
                <a16:creationId xmlns:a16="http://schemas.microsoft.com/office/drawing/2014/main" id="{6403DEB3-4F03-4EE4-B9E5-7C2653CC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67" y="1503363"/>
            <a:ext cx="697195" cy="213501"/>
          </a:xfrm>
          <a:custGeom xmlns:a="http://schemas.openxmlformats.org/drawingml/2006/main">
            <a:pathLst>
              <a:path w="697195" h="213501">
                <a:moveTo>
                  <a:pt x="0" y="164906"/>
                </a:moveTo>
                <a:lnTo>
                  <a:pt x="0" y="0"/>
                </a:lnTo>
                <a:lnTo>
                  <a:pt x="62205" y="0"/>
                </a:lnTo>
                <a:cubicBezTo>
                  <a:pt x="73154" y="0"/>
                  <a:pt x="81516" y="525"/>
                  <a:pt x="87290" y="1575"/>
                </a:cubicBezTo>
                <a:cubicBezTo>
                  <a:pt x="95389" y="2925"/>
                  <a:pt x="102176" y="5493"/>
                  <a:pt x="107650" y="9280"/>
                </a:cubicBezTo>
                <a:cubicBezTo>
                  <a:pt x="113125" y="13067"/>
                  <a:pt x="117530" y="18373"/>
                  <a:pt x="120868" y="25197"/>
                </a:cubicBezTo>
                <a:cubicBezTo>
                  <a:pt x="124205" y="32021"/>
                  <a:pt x="125873" y="39521"/>
                  <a:pt x="125873" y="47695"/>
                </a:cubicBezTo>
                <a:cubicBezTo>
                  <a:pt x="125873" y="61718"/>
                  <a:pt x="121411" y="73585"/>
                  <a:pt x="112487" y="83297"/>
                </a:cubicBezTo>
                <a:cubicBezTo>
                  <a:pt x="103563" y="93008"/>
                  <a:pt x="87440" y="97864"/>
                  <a:pt x="64118" y="97864"/>
                </a:cubicBezTo>
                <a:lnTo>
                  <a:pt x="21823" y="97864"/>
                </a:lnTo>
                <a:lnTo>
                  <a:pt x="21823" y="164906"/>
                </a:lnTo>
                <a:lnTo>
                  <a:pt x="0" y="164906"/>
                </a:lnTo>
                <a:moveTo>
                  <a:pt x="21823" y="78291"/>
                </a:moveTo>
                <a:lnTo>
                  <a:pt x="64455" y="78291"/>
                </a:lnTo>
                <a:cubicBezTo>
                  <a:pt x="78554" y="78291"/>
                  <a:pt x="88565" y="75677"/>
                  <a:pt x="94489" y="70449"/>
                </a:cubicBezTo>
                <a:cubicBezTo>
                  <a:pt x="100414" y="65218"/>
                  <a:pt x="103376" y="57859"/>
                  <a:pt x="103376" y="48373"/>
                </a:cubicBezTo>
                <a:cubicBezTo>
                  <a:pt x="103376" y="41500"/>
                  <a:pt x="101632" y="35616"/>
                  <a:pt x="98145" y="30723"/>
                </a:cubicBezTo>
                <a:cubicBezTo>
                  <a:pt x="94658" y="25830"/>
                  <a:pt x="90065" y="22598"/>
                  <a:pt x="84365" y="21028"/>
                </a:cubicBezTo>
                <a:cubicBezTo>
                  <a:pt x="80691" y="20058"/>
                  <a:pt x="73904" y="19573"/>
                  <a:pt x="64005" y="19573"/>
                </a:cubicBezTo>
                <a:lnTo>
                  <a:pt x="21823" y="19573"/>
                </a:lnTo>
                <a:lnTo>
                  <a:pt x="21823" y="78291"/>
                </a:lnTo>
                <a:close/>
                <a:moveTo>
                  <a:pt x="150617" y="164906"/>
                </a:moveTo>
                <a:lnTo>
                  <a:pt x="150617" y="45445"/>
                </a:lnTo>
                <a:lnTo>
                  <a:pt x="168840" y="45445"/>
                </a:lnTo>
                <a:lnTo>
                  <a:pt x="168840" y="63555"/>
                </a:lnTo>
                <a:cubicBezTo>
                  <a:pt x="173489" y="55081"/>
                  <a:pt x="177783" y="49494"/>
                  <a:pt x="181720" y="46795"/>
                </a:cubicBezTo>
                <a:cubicBezTo>
                  <a:pt x="185657" y="44095"/>
                  <a:pt x="189987" y="42745"/>
                  <a:pt x="194712" y="42745"/>
                </a:cubicBezTo>
                <a:cubicBezTo>
                  <a:pt x="201536" y="42745"/>
                  <a:pt x="208473" y="44920"/>
                  <a:pt x="215522" y="49269"/>
                </a:cubicBezTo>
                <a:lnTo>
                  <a:pt x="208548" y="68041"/>
                </a:lnTo>
                <a:cubicBezTo>
                  <a:pt x="203598" y="65125"/>
                  <a:pt x="198649" y="63668"/>
                  <a:pt x="193700" y="63668"/>
                </a:cubicBezTo>
                <a:cubicBezTo>
                  <a:pt x="189275" y="63668"/>
                  <a:pt x="185300" y="64999"/>
                  <a:pt x="181776" y="67661"/>
                </a:cubicBezTo>
                <a:cubicBezTo>
                  <a:pt x="178251" y="70323"/>
                  <a:pt x="175739" y="74017"/>
                  <a:pt x="174239" y="78741"/>
                </a:cubicBezTo>
                <a:cubicBezTo>
                  <a:pt x="171989" y="85940"/>
                  <a:pt x="170865" y="93814"/>
                  <a:pt x="170865" y="102363"/>
                </a:cubicBezTo>
                <a:lnTo>
                  <a:pt x="170865" y="164906"/>
                </a:lnTo>
                <a:lnTo>
                  <a:pt x="150617" y="164906"/>
                </a:lnTo>
                <a:close/>
                <a:moveTo>
                  <a:pt x="220020" y="105176"/>
                </a:moveTo>
                <a:cubicBezTo>
                  <a:pt x="220020" y="83053"/>
                  <a:pt x="226169" y="66667"/>
                  <a:pt x="238468" y="56019"/>
                </a:cubicBezTo>
                <a:cubicBezTo>
                  <a:pt x="248742" y="47170"/>
                  <a:pt x="261265" y="42745"/>
                  <a:pt x="276038" y="42745"/>
                </a:cubicBezTo>
                <a:cubicBezTo>
                  <a:pt x="292462" y="42745"/>
                  <a:pt x="305885" y="48126"/>
                  <a:pt x="316309" y="58887"/>
                </a:cubicBezTo>
                <a:cubicBezTo>
                  <a:pt x="326733" y="69648"/>
                  <a:pt x="331945" y="84515"/>
                  <a:pt x="331945" y="103488"/>
                </a:cubicBezTo>
                <a:cubicBezTo>
                  <a:pt x="331945" y="118862"/>
                  <a:pt x="329639" y="130954"/>
                  <a:pt x="325027" y="139765"/>
                </a:cubicBezTo>
                <a:cubicBezTo>
                  <a:pt x="320415" y="148577"/>
                  <a:pt x="313703" y="155420"/>
                  <a:pt x="304891" y="160294"/>
                </a:cubicBezTo>
                <a:cubicBezTo>
                  <a:pt x="296080" y="165169"/>
                  <a:pt x="286462" y="167606"/>
                  <a:pt x="276038" y="167606"/>
                </a:cubicBezTo>
                <a:cubicBezTo>
                  <a:pt x="259315" y="167606"/>
                  <a:pt x="245798" y="162244"/>
                  <a:pt x="235487" y="151520"/>
                </a:cubicBezTo>
                <a:cubicBezTo>
                  <a:pt x="225175" y="140797"/>
                  <a:pt x="220020" y="125348"/>
                  <a:pt x="220020" y="105176"/>
                </a:cubicBezTo>
                <a:moveTo>
                  <a:pt x="240830" y="105232"/>
                </a:moveTo>
                <a:cubicBezTo>
                  <a:pt x="240830" y="120511"/>
                  <a:pt x="244167" y="131952"/>
                  <a:pt x="250841" y="139555"/>
                </a:cubicBezTo>
                <a:cubicBezTo>
                  <a:pt x="257516" y="147157"/>
                  <a:pt x="265915" y="150958"/>
                  <a:pt x="276038" y="150958"/>
                </a:cubicBezTo>
                <a:cubicBezTo>
                  <a:pt x="286087" y="150958"/>
                  <a:pt x="294449" y="147138"/>
                  <a:pt x="301123" y="139498"/>
                </a:cubicBezTo>
                <a:cubicBezTo>
                  <a:pt x="307797" y="131859"/>
                  <a:pt x="311134" y="120211"/>
                  <a:pt x="311134" y="104557"/>
                </a:cubicBezTo>
                <a:cubicBezTo>
                  <a:pt x="311134" y="89802"/>
                  <a:pt x="307779" y="78624"/>
                  <a:pt x="301067" y="71022"/>
                </a:cubicBezTo>
                <a:cubicBezTo>
                  <a:pt x="294355" y="63419"/>
                  <a:pt x="286012" y="59618"/>
                  <a:pt x="276038" y="59618"/>
                </a:cubicBezTo>
                <a:cubicBezTo>
                  <a:pt x="265915" y="59618"/>
                  <a:pt x="257516" y="63401"/>
                  <a:pt x="250841" y="70965"/>
                </a:cubicBezTo>
                <a:cubicBezTo>
                  <a:pt x="244167" y="78530"/>
                  <a:pt x="240830" y="89952"/>
                  <a:pt x="240830" y="105232"/>
                </a:cubicBezTo>
                <a:close/>
                <a:moveTo>
                  <a:pt x="355532" y="23622"/>
                </a:moveTo>
                <a:lnTo>
                  <a:pt x="355532" y="0"/>
                </a:lnTo>
                <a:lnTo>
                  <a:pt x="375780" y="0"/>
                </a:lnTo>
                <a:lnTo>
                  <a:pt x="375780" y="23622"/>
                </a:lnTo>
                <a:lnTo>
                  <a:pt x="355532" y="23622"/>
                </a:lnTo>
                <a:moveTo>
                  <a:pt x="329885" y="211364"/>
                </a:moveTo>
                <a:lnTo>
                  <a:pt x="333709" y="194139"/>
                </a:lnTo>
                <a:cubicBezTo>
                  <a:pt x="337759" y="195198"/>
                  <a:pt x="340946" y="195728"/>
                  <a:pt x="343271" y="195728"/>
                </a:cubicBezTo>
                <a:cubicBezTo>
                  <a:pt x="347395" y="195728"/>
                  <a:pt x="350470" y="194358"/>
                  <a:pt x="352495" y="191619"/>
                </a:cubicBezTo>
                <a:cubicBezTo>
                  <a:pt x="354519" y="188879"/>
                  <a:pt x="355532" y="182031"/>
                  <a:pt x="355532" y="171076"/>
                </a:cubicBezTo>
                <a:lnTo>
                  <a:pt x="355532" y="45445"/>
                </a:lnTo>
                <a:lnTo>
                  <a:pt x="375780" y="45445"/>
                </a:lnTo>
                <a:lnTo>
                  <a:pt x="375780" y="171515"/>
                </a:lnTo>
                <a:cubicBezTo>
                  <a:pt x="375780" y="186223"/>
                  <a:pt x="373867" y="196466"/>
                  <a:pt x="370043" y="202245"/>
                </a:cubicBezTo>
                <a:cubicBezTo>
                  <a:pt x="365168" y="209749"/>
                  <a:pt x="357069" y="213501"/>
                  <a:pt x="345745" y="213501"/>
                </a:cubicBezTo>
                <a:cubicBezTo>
                  <a:pt x="340271" y="213501"/>
                  <a:pt x="334984" y="212788"/>
                  <a:pt x="329885" y="211364"/>
                </a:cubicBezTo>
                <a:close/>
                <a:moveTo>
                  <a:pt x="488566" y="126211"/>
                </a:moveTo>
                <a:lnTo>
                  <a:pt x="509488" y="128910"/>
                </a:lnTo>
                <a:cubicBezTo>
                  <a:pt x="506189" y="141169"/>
                  <a:pt x="500077" y="150684"/>
                  <a:pt x="491153" y="157454"/>
                </a:cubicBezTo>
                <a:cubicBezTo>
                  <a:pt x="482229" y="164222"/>
                  <a:pt x="470830" y="167606"/>
                  <a:pt x="456957" y="167606"/>
                </a:cubicBezTo>
                <a:cubicBezTo>
                  <a:pt x="439484" y="167606"/>
                  <a:pt x="425629" y="162225"/>
                  <a:pt x="415393" y="151464"/>
                </a:cubicBezTo>
                <a:cubicBezTo>
                  <a:pt x="405156" y="140703"/>
                  <a:pt x="400038" y="125611"/>
                  <a:pt x="400038" y="106188"/>
                </a:cubicBezTo>
                <a:cubicBezTo>
                  <a:pt x="400038" y="86090"/>
                  <a:pt x="405213" y="70492"/>
                  <a:pt x="415561" y="59393"/>
                </a:cubicBezTo>
                <a:cubicBezTo>
                  <a:pt x="425910" y="48295"/>
                  <a:pt x="439334" y="42745"/>
                  <a:pt x="455832" y="42745"/>
                </a:cubicBezTo>
                <a:cubicBezTo>
                  <a:pt x="471805" y="42745"/>
                  <a:pt x="484854" y="48174"/>
                  <a:pt x="494977" y="59031"/>
                </a:cubicBezTo>
                <a:cubicBezTo>
                  <a:pt x="505101" y="69886"/>
                  <a:pt x="510163" y="85159"/>
                  <a:pt x="510163" y="104849"/>
                </a:cubicBezTo>
                <a:cubicBezTo>
                  <a:pt x="510163" y="106046"/>
                  <a:pt x="510126" y="107842"/>
                  <a:pt x="510051" y="110238"/>
                </a:cubicBezTo>
                <a:lnTo>
                  <a:pt x="420961" y="110238"/>
                </a:lnTo>
                <a:cubicBezTo>
                  <a:pt x="421711" y="123399"/>
                  <a:pt x="425423" y="133476"/>
                  <a:pt x="432097" y="140468"/>
                </a:cubicBezTo>
                <a:cubicBezTo>
                  <a:pt x="438771" y="147461"/>
                  <a:pt x="447095" y="150958"/>
                  <a:pt x="457069" y="150958"/>
                </a:cubicBezTo>
                <a:cubicBezTo>
                  <a:pt x="464493" y="150958"/>
                  <a:pt x="470830" y="148991"/>
                  <a:pt x="476080" y="145056"/>
                </a:cubicBezTo>
                <a:cubicBezTo>
                  <a:pt x="481329" y="141119"/>
                  <a:pt x="485491" y="134837"/>
                  <a:pt x="488566" y="126211"/>
                </a:cubicBezTo>
                <a:moveTo>
                  <a:pt x="422086" y="93589"/>
                </a:moveTo>
                <a:lnTo>
                  <a:pt x="488791" y="93589"/>
                </a:lnTo>
                <a:cubicBezTo>
                  <a:pt x="487891" y="83573"/>
                  <a:pt x="485341" y="76061"/>
                  <a:pt x="481141" y="71053"/>
                </a:cubicBezTo>
                <a:cubicBezTo>
                  <a:pt x="474692" y="63280"/>
                  <a:pt x="466331" y="59393"/>
                  <a:pt x="456057" y="59393"/>
                </a:cubicBezTo>
                <a:cubicBezTo>
                  <a:pt x="446758" y="59393"/>
                  <a:pt x="438940" y="62496"/>
                  <a:pt x="432603" y="68702"/>
                </a:cubicBezTo>
                <a:cubicBezTo>
                  <a:pt x="426266" y="74905"/>
                  <a:pt x="422761" y="83201"/>
                  <a:pt x="422086" y="93589"/>
                </a:cubicBezTo>
                <a:close/>
                <a:moveTo>
                  <a:pt x="612829" y="121036"/>
                </a:moveTo>
                <a:lnTo>
                  <a:pt x="632739" y="123736"/>
                </a:lnTo>
                <a:cubicBezTo>
                  <a:pt x="630565" y="137459"/>
                  <a:pt x="624996" y="148202"/>
                  <a:pt x="616035" y="155964"/>
                </a:cubicBezTo>
                <a:cubicBezTo>
                  <a:pt x="607073" y="163725"/>
                  <a:pt x="596068" y="167606"/>
                  <a:pt x="583020" y="167606"/>
                </a:cubicBezTo>
                <a:cubicBezTo>
                  <a:pt x="566672" y="167606"/>
                  <a:pt x="553529" y="162263"/>
                  <a:pt x="543593" y="151577"/>
                </a:cubicBezTo>
                <a:cubicBezTo>
                  <a:pt x="533657" y="140890"/>
                  <a:pt x="528689" y="125573"/>
                  <a:pt x="528689" y="105626"/>
                </a:cubicBezTo>
                <a:cubicBezTo>
                  <a:pt x="528689" y="92727"/>
                  <a:pt x="530826" y="81441"/>
                  <a:pt x="535100" y="71767"/>
                </a:cubicBezTo>
                <a:cubicBezTo>
                  <a:pt x="539375" y="62093"/>
                  <a:pt x="545880" y="54838"/>
                  <a:pt x="554617" y="50001"/>
                </a:cubicBezTo>
                <a:cubicBezTo>
                  <a:pt x="563353" y="45164"/>
                  <a:pt x="572859" y="42745"/>
                  <a:pt x="583132" y="42745"/>
                </a:cubicBezTo>
                <a:cubicBezTo>
                  <a:pt x="596106" y="42745"/>
                  <a:pt x="606717" y="46007"/>
                  <a:pt x="614966" y="52532"/>
                </a:cubicBezTo>
                <a:cubicBezTo>
                  <a:pt x="623215" y="59053"/>
                  <a:pt x="628502" y="68315"/>
                  <a:pt x="630827" y="80316"/>
                </a:cubicBezTo>
                <a:lnTo>
                  <a:pt x="611142" y="83466"/>
                </a:lnTo>
                <a:cubicBezTo>
                  <a:pt x="609267" y="75479"/>
                  <a:pt x="605949" y="69470"/>
                  <a:pt x="601187" y="65439"/>
                </a:cubicBezTo>
                <a:cubicBezTo>
                  <a:pt x="596425" y="61409"/>
                  <a:pt x="590669" y="59393"/>
                  <a:pt x="583920" y="59393"/>
                </a:cubicBezTo>
                <a:cubicBezTo>
                  <a:pt x="573721" y="59393"/>
                  <a:pt x="565434" y="63049"/>
                  <a:pt x="559060" y="70361"/>
                </a:cubicBezTo>
                <a:cubicBezTo>
                  <a:pt x="552686" y="77672"/>
                  <a:pt x="549499" y="89240"/>
                  <a:pt x="549499" y="105063"/>
                </a:cubicBezTo>
                <a:cubicBezTo>
                  <a:pt x="549499" y="121111"/>
                  <a:pt x="552573" y="132772"/>
                  <a:pt x="558723" y="140047"/>
                </a:cubicBezTo>
                <a:cubicBezTo>
                  <a:pt x="564872" y="147321"/>
                  <a:pt x="572896" y="150958"/>
                  <a:pt x="582795" y="150958"/>
                </a:cubicBezTo>
                <a:cubicBezTo>
                  <a:pt x="590744" y="150958"/>
                  <a:pt x="597381" y="148511"/>
                  <a:pt x="602705" y="143618"/>
                </a:cubicBezTo>
                <a:cubicBezTo>
                  <a:pt x="608030" y="138725"/>
                  <a:pt x="611404" y="131198"/>
                  <a:pt x="612829" y="121036"/>
                </a:cubicBezTo>
                <a:close/>
                <a:moveTo>
                  <a:pt x="694270" y="146796"/>
                </a:moveTo>
                <a:lnTo>
                  <a:pt x="697195" y="164681"/>
                </a:lnTo>
                <a:cubicBezTo>
                  <a:pt x="691495" y="165881"/>
                  <a:pt x="686396" y="166481"/>
                  <a:pt x="681896" y="166481"/>
                </a:cubicBezTo>
                <a:cubicBezTo>
                  <a:pt x="674547" y="166481"/>
                  <a:pt x="668848" y="165319"/>
                  <a:pt x="664798" y="162994"/>
                </a:cubicBezTo>
                <a:cubicBezTo>
                  <a:pt x="660749" y="160669"/>
                  <a:pt x="657899" y="157613"/>
                  <a:pt x="656249" y="153826"/>
                </a:cubicBezTo>
                <a:cubicBezTo>
                  <a:pt x="654599" y="150039"/>
                  <a:pt x="653774" y="142071"/>
                  <a:pt x="653774" y="129923"/>
                </a:cubicBezTo>
                <a:lnTo>
                  <a:pt x="653774" y="61193"/>
                </a:lnTo>
                <a:lnTo>
                  <a:pt x="638926" y="61193"/>
                </a:lnTo>
                <a:lnTo>
                  <a:pt x="638926" y="45445"/>
                </a:lnTo>
                <a:lnTo>
                  <a:pt x="653774" y="45445"/>
                </a:lnTo>
                <a:lnTo>
                  <a:pt x="653774" y="15861"/>
                </a:lnTo>
                <a:lnTo>
                  <a:pt x="673910" y="3712"/>
                </a:lnTo>
                <a:lnTo>
                  <a:pt x="673910" y="45445"/>
                </a:lnTo>
                <a:lnTo>
                  <a:pt x="694270" y="45445"/>
                </a:lnTo>
                <a:lnTo>
                  <a:pt x="694270" y="61193"/>
                </a:lnTo>
                <a:lnTo>
                  <a:pt x="673910" y="61193"/>
                </a:lnTo>
                <a:lnTo>
                  <a:pt x="673910" y="131048"/>
                </a:lnTo>
                <a:cubicBezTo>
                  <a:pt x="673910" y="136822"/>
                  <a:pt x="674266" y="140534"/>
                  <a:pt x="674978" y="142184"/>
                </a:cubicBezTo>
                <a:cubicBezTo>
                  <a:pt x="675691" y="143834"/>
                  <a:pt x="676853" y="145146"/>
                  <a:pt x="678465" y="146121"/>
                </a:cubicBezTo>
                <a:cubicBezTo>
                  <a:pt x="680078" y="147096"/>
                  <a:pt x="682384" y="147583"/>
                  <a:pt x="685383" y="147583"/>
                </a:cubicBezTo>
                <a:cubicBezTo>
                  <a:pt x="687633" y="147583"/>
                  <a:pt x="690595" y="147321"/>
                  <a:pt x="694270" y="1467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D6471-A31C-4865-9135-3DB53B58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13" y="965891"/>
            <a:ext cx="1030561" cy="345221"/>
          </a:xfrm>
          <a:custGeom xmlns:a="http://schemas.openxmlformats.org/drawingml/2006/main">
            <a:pathLst>
              <a:path w="1030561" h="345221">
                <a:moveTo>
                  <a:pt x="0" y="345221"/>
                </a:moveTo>
                <a:lnTo>
                  <a:pt x="0" y="0"/>
                </a:lnTo>
                <a:lnTo>
                  <a:pt x="1030561" y="0"/>
                </a:lnTo>
                <a:lnTo>
                  <a:pt x="1030561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E8812-9E73-4CAC-BA77-41D8A7A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13" y="965891"/>
            <a:ext cx="1030561" cy="345221"/>
          </a:xfrm>
          <a:custGeom xmlns:a="http://schemas.openxmlformats.org/drawingml/2006/main">
            <a:pathLst>
              <a:path w="1030561" h="345221" fill="none">
                <a:moveTo>
                  <a:pt x="0" y="0"/>
                </a:moveTo>
                <a:lnTo>
                  <a:pt x="1030561" y="0"/>
                </a:lnTo>
                <a:lnTo>
                  <a:pt x="1030561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7" name="Text A@2.1.3">
            <a:extLst xmlns:a="http://schemas.openxmlformats.org/drawingml/2006/main">
              <a:ext uri="{FF2B5EF4-FFF2-40B4-BE49-F238E27FC236}">
                <a16:creationId xmlns:a16="http://schemas.microsoft.com/office/drawing/2014/main" id="{55C6E440-463B-4B71-BA1E-4085A1C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17" y="1053921"/>
            <a:ext cx="889061" cy="216651"/>
          </a:xfrm>
          <a:custGeom xmlns:a="http://schemas.openxmlformats.org/drawingml/2006/main">
            <a:pathLst>
              <a:path w="889061" h="216651">
                <a:moveTo>
                  <a:pt x="0" y="168056"/>
                </a:moveTo>
                <a:lnTo>
                  <a:pt x="63330" y="3150"/>
                </a:lnTo>
                <a:lnTo>
                  <a:pt x="86840" y="3150"/>
                </a:lnTo>
                <a:lnTo>
                  <a:pt x="154333" y="168056"/>
                </a:lnTo>
                <a:lnTo>
                  <a:pt x="129473" y="168056"/>
                </a:lnTo>
                <a:lnTo>
                  <a:pt x="110238" y="118112"/>
                </a:lnTo>
                <a:lnTo>
                  <a:pt x="41283" y="118112"/>
                </a:lnTo>
                <a:lnTo>
                  <a:pt x="23172" y="168056"/>
                </a:lnTo>
                <a:lnTo>
                  <a:pt x="0" y="168056"/>
                </a:lnTo>
                <a:moveTo>
                  <a:pt x="47582" y="100339"/>
                </a:moveTo>
                <a:lnTo>
                  <a:pt x="103488" y="100339"/>
                </a:lnTo>
                <a:lnTo>
                  <a:pt x="86278" y="54627"/>
                </a:lnTo>
                <a:cubicBezTo>
                  <a:pt x="81028" y="40774"/>
                  <a:pt x="77129" y="29315"/>
                  <a:pt x="74579" y="20248"/>
                </a:cubicBezTo>
                <a:cubicBezTo>
                  <a:pt x="72479" y="30960"/>
                  <a:pt x="69517" y="41534"/>
                  <a:pt x="65693" y="51969"/>
                </a:cubicBezTo>
                <a:lnTo>
                  <a:pt x="47582" y="100339"/>
                </a:lnTo>
                <a:close/>
                <a:moveTo>
                  <a:pt x="284364" y="149780"/>
                </a:moveTo>
                <a:cubicBezTo>
                  <a:pt x="279490" y="155421"/>
                  <a:pt x="274034" y="159952"/>
                  <a:pt x="267997" y="163374"/>
                </a:cubicBezTo>
                <a:cubicBezTo>
                  <a:pt x="261960" y="166795"/>
                  <a:pt x="255905" y="168506"/>
                  <a:pt x="249830" y="168506"/>
                </a:cubicBezTo>
                <a:cubicBezTo>
                  <a:pt x="243156" y="168506"/>
                  <a:pt x="236669" y="166551"/>
                  <a:pt x="230370" y="162643"/>
                </a:cubicBezTo>
                <a:cubicBezTo>
                  <a:pt x="224071" y="158731"/>
                  <a:pt x="218953" y="152716"/>
                  <a:pt x="215016" y="144595"/>
                </a:cubicBezTo>
                <a:cubicBezTo>
                  <a:pt x="211079" y="136473"/>
                  <a:pt x="209110" y="127561"/>
                  <a:pt x="209110" y="117859"/>
                </a:cubicBezTo>
                <a:cubicBezTo>
                  <a:pt x="209110" y="105902"/>
                  <a:pt x="212166" y="93927"/>
                  <a:pt x="218278" y="81933"/>
                </a:cubicBezTo>
                <a:cubicBezTo>
                  <a:pt x="224390" y="69939"/>
                  <a:pt x="231982" y="60934"/>
                  <a:pt x="241056" y="54918"/>
                </a:cubicBezTo>
                <a:cubicBezTo>
                  <a:pt x="250130" y="48903"/>
                  <a:pt x="258942" y="45895"/>
                  <a:pt x="267491" y="45895"/>
                </a:cubicBezTo>
                <a:cubicBezTo>
                  <a:pt x="274015" y="45895"/>
                  <a:pt x="280240" y="47606"/>
                  <a:pt x="286164" y="51027"/>
                </a:cubicBezTo>
                <a:cubicBezTo>
                  <a:pt x="292088" y="54449"/>
                  <a:pt x="297188" y="59656"/>
                  <a:pt x="301462" y="66649"/>
                </a:cubicBezTo>
                <a:lnTo>
                  <a:pt x="305287" y="49269"/>
                </a:lnTo>
                <a:lnTo>
                  <a:pt x="325422" y="49269"/>
                </a:lnTo>
                <a:lnTo>
                  <a:pt x="309224" y="125086"/>
                </a:lnTo>
                <a:cubicBezTo>
                  <a:pt x="306974" y="135632"/>
                  <a:pt x="305849" y="141470"/>
                  <a:pt x="305849" y="142602"/>
                </a:cubicBezTo>
                <a:cubicBezTo>
                  <a:pt x="305849" y="144634"/>
                  <a:pt x="306618" y="146385"/>
                  <a:pt x="308155" y="147854"/>
                </a:cubicBezTo>
                <a:cubicBezTo>
                  <a:pt x="309692" y="149323"/>
                  <a:pt x="311548" y="150058"/>
                  <a:pt x="313723" y="150058"/>
                </a:cubicBezTo>
                <a:cubicBezTo>
                  <a:pt x="317698" y="150058"/>
                  <a:pt x="322910" y="147763"/>
                  <a:pt x="329359" y="143172"/>
                </a:cubicBezTo>
                <a:cubicBezTo>
                  <a:pt x="337908" y="137154"/>
                  <a:pt x="344676" y="129085"/>
                  <a:pt x="349663" y="118966"/>
                </a:cubicBezTo>
                <a:cubicBezTo>
                  <a:pt x="354650" y="108844"/>
                  <a:pt x="357143" y="98403"/>
                  <a:pt x="357143" y="87642"/>
                </a:cubicBezTo>
                <a:cubicBezTo>
                  <a:pt x="357143" y="75076"/>
                  <a:pt x="353937" y="63339"/>
                  <a:pt x="347526" y="52430"/>
                </a:cubicBezTo>
                <a:cubicBezTo>
                  <a:pt x="341114" y="41518"/>
                  <a:pt x="331552" y="32790"/>
                  <a:pt x="318841" y="26245"/>
                </a:cubicBezTo>
                <a:cubicBezTo>
                  <a:pt x="306130" y="19697"/>
                  <a:pt x="292088" y="16423"/>
                  <a:pt x="276715" y="16423"/>
                </a:cubicBezTo>
                <a:cubicBezTo>
                  <a:pt x="259167" y="16423"/>
                  <a:pt x="243137" y="20535"/>
                  <a:pt x="228627" y="28758"/>
                </a:cubicBezTo>
                <a:cubicBezTo>
                  <a:pt x="214116" y="36979"/>
                  <a:pt x="202867" y="48767"/>
                  <a:pt x="194880" y="64121"/>
                </a:cubicBezTo>
                <a:cubicBezTo>
                  <a:pt x="186894" y="79476"/>
                  <a:pt x="182901" y="95938"/>
                  <a:pt x="182901" y="113507"/>
                </a:cubicBezTo>
                <a:cubicBezTo>
                  <a:pt x="182901" y="131901"/>
                  <a:pt x="186894" y="147743"/>
                  <a:pt x="194880" y="161033"/>
                </a:cubicBezTo>
                <a:cubicBezTo>
                  <a:pt x="202867" y="174322"/>
                  <a:pt x="214416" y="184139"/>
                  <a:pt x="229527" y="190483"/>
                </a:cubicBezTo>
                <a:cubicBezTo>
                  <a:pt x="244637" y="196829"/>
                  <a:pt x="261379" y="200002"/>
                  <a:pt x="279752" y="200002"/>
                </a:cubicBezTo>
                <a:cubicBezTo>
                  <a:pt x="299400" y="200002"/>
                  <a:pt x="315861" y="196703"/>
                  <a:pt x="329134" y="190104"/>
                </a:cubicBezTo>
                <a:cubicBezTo>
                  <a:pt x="342408" y="183504"/>
                  <a:pt x="352344" y="175480"/>
                  <a:pt x="358943" y="166031"/>
                </a:cubicBezTo>
                <a:lnTo>
                  <a:pt x="379303" y="166031"/>
                </a:lnTo>
                <a:cubicBezTo>
                  <a:pt x="375479" y="173905"/>
                  <a:pt x="368917" y="181929"/>
                  <a:pt x="359618" y="190104"/>
                </a:cubicBezTo>
                <a:cubicBezTo>
                  <a:pt x="350319" y="198278"/>
                  <a:pt x="339258" y="204746"/>
                  <a:pt x="326434" y="209508"/>
                </a:cubicBezTo>
                <a:cubicBezTo>
                  <a:pt x="313611" y="214270"/>
                  <a:pt x="298163" y="216651"/>
                  <a:pt x="280090" y="216651"/>
                </a:cubicBezTo>
                <a:cubicBezTo>
                  <a:pt x="263441" y="216651"/>
                  <a:pt x="248087" y="214511"/>
                  <a:pt x="234026" y="210232"/>
                </a:cubicBezTo>
                <a:cubicBezTo>
                  <a:pt x="219965" y="205953"/>
                  <a:pt x="207985" y="199515"/>
                  <a:pt x="198086" y="190919"/>
                </a:cubicBezTo>
                <a:cubicBezTo>
                  <a:pt x="188187" y="182325"/>
                  <a:pt x="180726" y="172436"/>
                  <a:pt x="175701" y="161251"/>
                </a:cubicBezTo>
                <a:cubicBezTo>
                  <a:pt x="169402" y="147061"/>
                  <a:pt x="166252" y="131746"/>
                  <a:pt x="166252" y="115307"/>
                </a:cubicBezTo>
                <a:cubicBezTo>
                  <a:pt x="166252" y="96990"/>
                  <a:pt x="170002" y="79537"/>
                  <a:pt x="177501" y="62947"/>
                </a:cubicBezTo>
                <a:cubicBezTo>
                  <a:pt x="186650" y="42603"/>
                  <a:pt x="199642" y="27026"/>
                  <a:pt x="216478" y="16216"/>
                </a:cubicBezTo>
                <a:cubicBezTo>
                  <a:pt x="233314" y="5405"/>
                  <a:pt x="253730" y="0"/>
                  <a:pt x="277727" y="0"/>
                </a:cubicBezTo>
                <a:cubicBezTo>
                  <a:pt x="296325" y="0"/>
                  <a:pt x="313030" y="3819"/>
                  <a:pt x="327840" y="11456"/>
                </a:cubicBezTo>
                <a:cubicBezTo>
                  <a:pt x="342651" y="19094"/>
                  <a:pt x="354331" y="30474"/>
                  <a:pt x="362880" y="45596"/>
                </a:cubicBezTo>
                <a:cubicBezTo>
                  <a:pt x="370154" y="58614"/>
                  <a:pt x="373791" y="72759"/>
                  <a:pt x="373791" y="88032"/>
                </a:cubicBezTo>
                <a:cubicBezTo>
                  <a:pt x="373791" y="109852"/>
                  <a:pt x="366142" y="129227"/>
                  <a:pt x="350844" y="146156"/>
                </a:cubicBezTo>
                <a:cubicBezTo>
                  <a:pt x="337196" y="161356"/>
                  <a:pt x="322272" y="168956"/>
                  <a:pt x="306074" y="168956"/>
                </a:cubicBezTo>
                <a:cubicBezTo>
                  <a:pt x="300900" y="168956"/>
                  <a:pt x="296719" y="168152"/>
                  <a:pt x="293532" y="166544"/>
                </a:cubicBezTo>
                <a:cubicBezTo>
                  <a:pt x="290345" y="164937"/>
                  <a:pt x="288001" y="162640"/>
                  <a:pt x="286501" y="159655"/>
                </a:cubicBezTo>
                <a:cubicBezTo>
                  <a:pt x="285526" y="157742"/>
                  <a:pt x="284814" y="154451"/>
                  <a:pt x="284364" y="149780"/>
                </a:cubicBezTo>
                <a:moveTo>
                  <a:pt x="229920" y="119268"/>
                </a:moveTo>
                <a:cubicBezTo>
                  <a:pt x="229920" y="129568"/>
                  <a:pt x="232357" y="137574"/>
                  <a:pt x="237232" y="143288"/>
                </a:cubicBezTo>
                <a:cubicBezTo>
                  <a:pt x="242106" y="149001"/>
                  <a:pt x="247693" y="151858"/>
                  <a:pt x="253992" y="151858"/>
                </a:cubicBezTo>
                <a:cubicBezTo>
                  <a:pt x="258192" y="151858"/>
                  <a:pt x="262617" y="150599"/>
                  <a:pt x="267266" y="148082"/>
                </a:cubicBezTo>
                <a:cubicBezTo>
                  <a:pt x="271915" y="145563"/>
                  <a:pt x="276359" y="141823"/>
                  <a:pt x="280596" y="136862"/>
                </a:cubicBezTo>
                <a:cubicBezTo>
                  <a:pt x="284833" y="131898"/>
                  <a:pt x="288301" y="125601"/>
                  <a:pt x="291001" y="117971"/>
                </a:cubicBezTo>
                <a:cubicBezTo>
                  <a:pt x="293701" y="110338"/>
                  <a:pt x="295050" y="102688"/>
                  <a:pt x="295050" y="95020"/>
                </a:cubicBezTo>
                <a:cubicBezTo>
                  <a:pt x="295050" y="84795"/>
                  <a:pt x="292519" y="76864"/>
                  <a:pt x="287457" y="71226"/>
                </a:cubicBezTo>
                <a:cubicBezTo>
                  <a:pt x="282396" y="65587"/>
                  <a:pt x="276227" y="62768"/>
                  <a:pt x="268953" y="62768"/>
                </a:cubicBezTo>
                <a:cubicBezTo>
                  <a:pt x="264154" y="62768"/>
                  <a:pt x="259636" y="63990"/>
                  <a:pt x="255399" y="66434"/>
                </a:cubicBezTo>
                <a:cubicBezTo>
                  <a:pt x="251162" y="68876"/>
                  <a:pt x="247056" y="72804"/>
                  <a:pt x="243081" y="78217"/>
                </a:cubicBezTo>
                <a:cubicBezTo>
                  <a:pt x="239107" y="83631"/>
                  <a:pt x="235920" y="90210"/>
                  <a:pt x="233520" y="97955"/>
                </a:cubicBezTo>
                <a:cubicBezTo>
                  <a:pt x="231120" y="105698"/>
                  <a:pt x="229920" y="112802"/>
                  <a:pt x="229920" y="119268"/>
                </a:cubicBezTo>
                <a:close/>
                <a:moveTo>
                  <a:pt x="503570" y="148483"/>
                </a:moveTo>
                <a:lnTo>
                  <a:pt x="503570" y="168056"/>
                </a:lnTo>
                <a:lnTo>
                  <a:pt x="394570" y="168056"/>
                </a:lnTo>
                <a:cubicBezTo>
                  <a:pt x="394420" y="163177"/>
                  <a:pt x="395208" y="158484"/>
                  <a:pt x="396932" y="153978"/>
                </a:cubicBezTo>
                <a:cubicBezTo>
                  <a:pt x="399707" y="146546"/>
                  <a:pt x="404150" y="139228"/>
                  <a:pt x="410262" y="132021"/>
                </a:cubicBezTo>
                <a:cubicBezTo>
                  <a:pt x="416374" y="124813"/>
                  <a:pt x="425204" y="116481"/>
                  <a:pt x="436753" y="107025"/>
                </a:cubicBezTo>
                <a:cubicBezTo>
                  <a:pt x="454676" y="92315"/>
                  <a:pt x="466787" y="80679"/>
                  <a:pt x="473086" y="72118"/>
                </a:cubicBezTo>
                <a:cubicBezTo>
                  <a:pt x="479386" y="63558"/>
                  <a:pt x="482535" y="55463"/>
                  <a:pt x="482535" y="47835"/>
                </a:cubicBezTo>
                <a:cubicBezTo>
                  <a:pt x="482535" y="39835"/>
                  <a:pt x="479667" y="33086"/>
                  <a:pt x="473930" y="27591"/>
                </a:cubicBezTo>
                <a:cubicBezTo>
                  <a:pt x="468193" y="22096"/>
                  <a:pt x="460713" y="19348"/>
                  <a:pt x="451489" y="19348"/>
                </a:cubicBezTo>
                <a:cubicBezTo>
                  <a:pt x="441740" y="19348"/>
                  <a:pt x="433941" y="22272"/>
                  <a:pt x="428091" y="28122"/>
                </a:cubicBezTo>
                <a:cubicBezTo>
                  <a:pt x="422242" y="33971"/>
                  <a:pt x="419280" y="42070"/>
                  <a:pt x="419205" y="52419"/>
                </a:cubicBezTo>
                <a:lnTo>
                  <a:pt x="398395" y="50169"/>
                </a:lnTo>
                <a:cubicBezTo>
                  <a:pt x="399820" y="34646"/>
                  <a:pt x="405181" y="22816"/>
                  <a:pt x="414480" y="14680"/>
                </a:cubicBezTo>
                <a:cubicBezTo>
                  <a:pt x="423779" y="6543"/>
                  <a:pt x="436265" y="2475"/>
                  <a:pt x="451939" y="2475"/>
                </a:cubicBezTo>
                <a:cubicBezTo>
                  <a:pt x="467762" y="2475"/>
                  <a:pt x="480285" y="6861"/>
                  <a:pt x="489509" y="15632"/>
                </a:cubicBezTo>
                <a:cubicBezTo>
                  <a:pt x="498733" y="24404"/>
                  <a:pt x="503345" y="35275"/>
                  <a:pt x="503345" y="48247"/>
                </a:cubicBezTo>
                <a:cubicBezTo>
                  <a:pt x="503345" y="54843"/>
                  <a:pt x="501995" y="61329"/>
                  <a:pt x="499296" y="67703"/>
                </a:cubicBezTo>
                <a:cubicBezTo>
                  <a:pt x="496596" y="74075"/>
                  <a:pt x="492115" y="80785"/>
                  <a:pt x="485854" y="87831"/>
                </a:cubicBezTo>
                <a:cubicBezTo>
                  <a:pt x="479592" y="94878"/>
                  <a:pt x="469187" y="104541"/>
                  <a:pt x="454638" y="116818"/>
                </a:cubicBezTo>
                <a:cubicBezTo>
                  <a:pt x="442490" y="126998"/>
                  <a:pt x="434691" y="133904"/>
                  <a:pt x="431241" y="137537"/>
                </a:cubicBezTo>
                <a:cubicBezTo>
                  <a:pt x="427791" y="141167"/>
                  <a:pt x="424942" y="144816"/>
                  <a:pt x="422692" y="148483"/>
                </a:cubicBezTo>
                <a:lnTo>
                  <a:pt x="503570" y="148483"/>
                </a:lnTo>
                <a:close/>
                <a:moveTo>
                  <a:pt x="536607" y="168056"/>
                </a:moveTo>
                <a:lnTo>
                  <a:pt x="536607" y="144884"/>
                </a:lnTo>
                <a:lnTo>
                  <a:pt x="559666" y="144884"/>
                </a:lnTo>
                <a:lnTo>
                  <a:pt x="559666" y="168056"/>
                </a:lnTo>
                <a:lnTo>
                  <a:pt x="536607" y="168056"/>
                </a:lnTo>
                <a:close/>
                <a:moveTo>
                  <a:pt x="665325" y="168056"/>
                </a:moveTo>
                <a:lnTo>
                  <a:pt x="645078" y="168056"/>
                </a:lnTo>
                <a:lnTo>
                  <a:pt x="645078" y="39033"/>
                </a:lnTo>
                <a:cubicBezTo>
                  <a:pt x="640203" y="43683"/>
                  <a:pt x="633810" y="48332"/>
                  <a:pt x="625899" y="52982"/>
                </a:cubicBezTo>
                <a:cubicBezTo>
                  <a:pt x="617987" y="57631"/>
                  <a:pt x="610882" y="61118"/>
                  <a:pt x="604582" y="63443"/>
                </a:cubicBezTo>
                <a:lnTo>
                  <a:pt x="604582" y="43870"/>
                </a:lnTo>
                <a:cubicBezTo>
                  <a:pt x="615906" y="38546"/>
                  <a:pt x="625805" y="32096"/>
                  <a:pt x="634279" y="24522"/>
                </a:cubicBezTo>
                <a:cubicBezTo>
                  <a:pt x="642753" y="16948"/>
                  <a:pt x="648752" y="9599"/>
                  <a:pt x="652277" y="2475"/>
                </a:cubicBezTo>
                <a:lnTo>
                  <a:pt x="665325" y="2475"/>
                </a:lnTo>
                <a:lnTo>
                  <a:pt x="665325" y="168056"/>
                </a:lnTo>
                <a:close/>
                <a:moveTo>
                  <a:pt x="728508" y="168056"/>
                </a:moveTo>
                <a:lnTo>
                  <a:pt x="728508" y="144884"/>
                </a:lnTo>
                <a:lnTo>
                  <a:pt x="751568" y="144884"/>
                </a:lnTo>
                <a:lnTo>
                  <a:pt x="751568" y="168056"/>
                </a:lnTo>
                <a:lnTo>
                  <a:pt x="728508" y="168056"/>
                </a:lnTo>
                <a:close/>
                <a:moveTo>
                  <a:pt x="781073" y="124186"/>
                </a:moveTo>
                <a:lnTo>
                  <a:pt x="801321" y="121486"/>
                </a:lnTo>
                <a:cubicBezTo>
                  <a:pt x="803645" y="132960"/>
                  <a:pt x="807601" y="141228"/>
                  <a:pt x="813188" y="146290"/>
                </a:cubicBezTo>
                <a:cubicBezTo>
                  <a:pt x="818775" y="151352"/>
                  <a:pt x="825580" y="153883"/>
                  <a:pt x="833604" y="153883"/>
                </a:cubicBezTo>
                <a:cubicBezTo>
                  <a:pt x="843128" y="153883"/>
                  <a:pt x="851171" y="150589"/>
                  <a:pt x="857733" y="144001"/>
                </a:cubicBezTo>
                <a:cubicBezTo>
                  <a:pt x="864295" y="137414"/>
                  <a:pt x="867576" y="129254"/>
                  <a:pt x="867576" y="119521"/>
                </a:cubicBezTo>
                <a:cubicBezTo>
                  <a:pt x="867576" y="110239"/>
                  <a:pt x="864538" y="102584"/>
                  <a:pt x="858464" y="96556"/>
                </a:cubicBezTo>
                <a:cubicBezTo>
                  <a:pt x="852390" y="90529"/>
                  <a:pt x="844666" y="87515"/>
                  <a:pt x="835292" y="87515"/>
                </a:cubicBezTo>
                <a:cubicBezTo>
                  <a:pt x="831467" y="87515"/>
                  <a:pt x="826705" y="88265"/>
                  <a:pt x="821006" y="89765"/>
                </a:cubicBezTo>
                <a:lnTo>
                  <a:pt x="823256" y="71992"/>
                </a:lnTo>
                <a:cubicBezTo>
                  <a:pt x="824605" y="72142"/>
                  <a:pt x="825693" y="72217"/>
                  <a:pt x="826518" y="72217"/>
                </a:cubicBezTo>
                <a:cubicBezTo>
                  <a:pt x="835142" y="72217"/>
                  <a:pt x="842903" y="69976"/>
                  <a:pt x="849803" y="65496"/>
                </a:cubicBezTo>
                <a:cubicBezTo>
                  <a:pt x="856702" y="61015"/>
                  <a:pt x="860151" y="54108"/>
                  <a:pt x="860151" y="44773"/>
                </a:cubicBezTo>
                <a:cubicBezTo>
                  <a:pt x="860151" y="37380"/>
                  <a:pt x="857639" y="31256"/>
                  <a:pt x="852615" y="26403"/>
                </a:cubicBezTo>
                <a:cubicBezTo>
                  <a:pt x="847590" y="21550"/>
                  <a:pt x="841104" y="19123"/>
                  <a:pt x="833155" y="19123"/>
                </a:cubicBezTo>
                <a:cubicBezTo>
                  <a:pt x="825280" y="19123"/>
                  <a:pt x="818719" y="21598"/>
                  <a:pt x="813469" y="26547"/>
                </a:cubicBezTo>
                <a:cubicBezTo>
                  <a:pt x="808220" y="31496"/>
                  <a:pt x="804845" y="38921"/>
                  <a:pt x="803345" y="48819"/>
                </a:cubicBezTo>
                <a:lnTo>
                  <a:pt x="783098" y="45220"/>
                </a:lnTo>
                <a:cubicBezTo>
                  <a:pt x="785572" y="31646"/>
                  <a:pt x="791197" y="21129"/>
                  <a:pt x="799971" y="13667"/>
                </a:cubicBezTo>
                <a:cubicBezTo>
                  <a:pt x="808745" y="6206"/>
                  <a:pt x="819656" y="2475"/>
                  <a:pt x="832705" y="2475"/>
                </a:cubicBezTo>
                <a:cubicBezTo>
                  <a:pt x="841704" y="2475"/>
                  <a:pt x="849990" y="4400"/>
                  <a:pt x="857564" y="8250"/>
                </a:cubicBezTo>
                <a:cubicBezTo>
                  <a:pt x="865138" y="12101"/>
                  <a:pt x="870932" y="17354"/>
                  <a:pt x="874944" y="24009"/>
                </a:cubicBezTo>
                <a:cubicBezTo>
                  <a:pt x="878956" y="30662"/>
                  <a:pt x="880962" y="37728"/>
                  <a:pt x="880962" y="45206"/>
                </a:cubicBezTo>
                <a:cubicBezTo>
                  <a:pt x="880962" y="52309"/>
                  <a:pt x="879049" y="58777"/>
                  <a:pt x="875225" y="64610"/>
                </a:cubicBezTo>
                <a:cubicBezTo>
                  <a:pt x="871400" y="70440"/>
                  <a:pt x="865738" y="75076"/>
                  <a:pt x="858239" y="78516"/>
                </a:cubicBezTo>
                <a:cubicBezTo>
                  <a:pt x="867988" y="80766"/>
                  <a:pt x="875562" y="85434"/>
                  <a:pt x="880962" y="92521"/>
                </a:cubicBezTo>
                <a:cubicBezTo>
                  <a:pt x="886361" y="99607"/>
                  <a:pt x="889061" y="108475"/>
                  <a:pt x="889061" y="119124"/>
                </a:cubicBezTo>
                <a:cubicBezTo>
                  <a:pt x="889061" y="133522"/>
                  <a:pt x="883811" y="145727"/>
                  <a:pt x="873312" y="155739"/>
                </a:cubicBezTo>
                <a:cubicBezTo>
                  <a:pt x="862814" y="165750"/>
                  <a:pt x="849540" y="170756"/>
                  <a:pt x="833492" y="170756"/>
                </a:cubicBezTo>
                <a:cubicBezTo>
                  <a:pt x="819019" y="170756"/>
                  <a:pt x="807001" y="166433"/>
                  <a:pt x="797440" y="157788"/>
                </a:cubicBezTo>
                <a:cubicBezTo>
                  <a:pt x="787878" y="149143"/>
                  <a:pt x="782423" y="137942"/>
                  <a:pt x="781073" y="124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D4F9A-F0A1-4E8A-851D-AFAAC6FB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13" y="1858591"/>
            <a:ext cx="1014065" cy="345221"/>
          </a:xfrm>
          <a:custGeom xmlns:a="http://schemas.openxmlformats.org/drawingml/2006/main">
            <a:pathLst>
              <a:path w="1014065" h="345221">
                <a:moveTo>
                  <a:pt x="0" y="345221"/>
                </a:moveTo>
                <a:lnTo>
                  <a:pt x="0" y="0"/>
                </a:lnTo>
                <a:lnTo>
                  <a:pt x="1014065" y="0"/>
                </a:lnTo>
                <a:lnTo>
                  <a:pt x="1014065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B15C7-BFC7-44F1-B735-15646BC0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13" y="1858590"/>
            <a:ext cx="1014065" cy="345221"/>
          </a:xfrm>
          <a:custGeom xmlns:a="http://schemas.openxmlformats.org/drawingml/2006/main">
            <a:pathLst>
              <a:path w="1014065" h="345221" fill="none">
                <a:moveTo>
                  <a:pt x="0" y="0"/>
                </a:moveTo>
                <a:lnTo>
                  <a:pt x="1014065" y="0"/>
                </a:lnTo>
                <a:lnTo>
                  <a:pt x="1014065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10" name="Text B@1.0.0">
            <a:extLst xmlns:a="http://schemas.openxmlformats.org/drawingml/2006/main">
              <a:ext uri="{FF2B5EF4-FFF2-40B4-BE49-F238E27FC236}">
                <a16:creationId xmlns:a16="http://schemas.microsoft.com/office/drawing/2014/main" id="{E07C97DE-9899-4478-ADD0-17807435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979" y="1946620"/>
            <a:ext cx="871288" cy="216651"/>
          </a:xfrm>
          <a:custGeom xmlns:a="http://schemas.openxmlformats.org/drawingml/2006/main">
            <a:pathLst>
              <a:path w="871288" h="216651">
                <a:moveTo>
                  <a:pt x="0" y="168056"/>
                </a:moveTo>
                <a:lnTo>
                  <a:pt x="0" y="3150"/>
                </a:lnTo>
                <a:lnTo>
                  <a:pt x="61868" y="3150"/>
                </a:lnTo>
                <a:cubicBezTo>
                  <a:pt x="74467" y="3150"/>
                  <a:pt x="84572" y="4814"/>
                  <a:pt x="92183" y="8141"/>
                </a:cubicBezTo>
                <a:cubicBezTo>
                  <a:pt x="99795" y="11469"/>
                  <a:pt x="105757" y="16591"/>
                  <a:pt x="110069" y="23506"/>
                </a:cubicBezTo>
                <a:cubicBezTo>
                  <a:pt x="114381" y="30422"/>
                  <a:pt x="116537" y="37656"/>
                  <a:pt x="116537" y="45209"/>
                </a:cubicBezTo>
                <a:cubicBezTo>
                  <a:pt x="116537" y="52237"/>
                  <a:pt x="114625" y="58855"/>
                  <a:pt x="110800" y="65063"/>
                </a:cubicBezTo>
                <a:cubicBezTo>
                  <a:pt x="106975" y="71269"/>
                  <a:pt x="101201" y="76278"/>
                  <a:pt x="93477" y="80091"/>
                </a:cubicBezTo>
                <a:cubicBezTo>
                  <a:pt x="103451" y="83023"/>
                  <a:pt x="111119" y="88022"/>
                  <a:pt x="116481" y="95090"/>
                </a:cubicBezTo>
                <a:cubicBezTo>
                  <a:pt x="121842" y="102158"/>
                  <a:pt x="124523" y="110504"/>
                  <a:pt x="124523" y="120126"/>
                </a:cubicBezTo>
                <a:cubicBezTo>
                  <a:pt x="124523" y="127871"/>
                  <a:pt x="122892" y="135070"/>
                  <a:pt x="119630" y="141723"/>
                </a:cubicBezTo>
                <a:cubicBezTo>
                  <a:pt x="116368" y="148377"/>
                  <a:pt x="112337" y="153508"/>
                  <a:pt x="107538" y="157117"/>
                </a:cubicBezTo>
                <a:cubicBezTo>
                  <a:pt x="102738" y="160726"/>
                  <a:pt x="96720" y="163451"/>
                  <a:pt x="89484" y="165293"/>
                </a:cubicBezTo>
                <a:cubicBezTo>
                  <a:pt x="82247" y="167135"/>
                  <a:pt x="73379" y="168056"/>
                  <a:pt x="62880" y="168056"/>
                </a:cubicBezTo>
                <a:lnTo>
                  <a:pt x="0" y="168056"/>
                </a:lnTo>
                <a:moveTo>
                  <a:pt x="21823" y="72217"/>
                </a:moveTo>
                <a:lnTo>
                  <a:pt x="57481" y="72217"/>
                </a:lnTo>
                <a:cubicBezTo>
                  <a:pt x="67155" y="72217"/>
                  <a:pt x="74092" y="71583"/>
                  <a:pt x="78291" y="70315"/>
                </a:cubicBezTo>
                <a:cubicBezTo>
                  <a:pt x="83841" y="68677"/>
                  <a:pt x="88021" y="65959"/>
                  <a:pt x="90833" y="62160"/>
                </a:cubicBezTo>
                <a:cubicBezTo>
                  <a:pt x="93646" y="58361"/>
                  <a:pt x="95052" y="53594"/>
                  <a:pt x="95052" y="47860"/>
                </a:cubicBezTo>
                <a:cubicBezTo>
                  <a:pt x="95052" y="42423"/>
                  <a:pt x="93739" y="37638"/>
                  <a:pt x="91115" y="33504"/>
                </a:cubicBezTo>
                <a:cubicBezTo>
                  <a:pt x="88490" y="29370"/>
                  <a:pt x="84740" y="26540"/>
                  <a:pt x="79866" y="25014"/>
                </a:cubicBezTo>
                <a:cubicBezTo>
                  <a:pt x="74992" y="23486"/>
                  <a:pt x="66630" y="22722"/>
                  <a:pt x="54781" y="22722"/>
                </a:cubicBezTo>
                <a:lnTo>
                  <a:pt x="21823" y="22722"/>
                </a:lnTo>
                <a:lnTo>
                  <a:pt x="21823" y="72217"/>
                </a:lnTo>
                <a:moveTo>
                  <a:pt x="21823" y="148483"/>
                </a:moveTo>
                <a:lnTo>
                  <a:pt x="62880" y="148483"/>
                </a:lnTo>
                <a:cubicBezTo>
                  <a:pt x="69930" y="148483"/>
                  <a:pt x="74879" y="148221"/>
                  <a:pt x="77729" y="147696"/>
                </a:cubicBezTo>
                <a:cubicBezTo>
                  <a:pt x="82753" y="146796"/>
                  <a:pt x="86953" y="145296"/>
                  <a:pt x="90327" y="143196"/>
                </a:cubicBezTo>
                <a:cubicBezTo>
                  <a:pt x="93702" y="141097"/>
                  <a:pt x="96477" y="138041"/>
                  <a:pt x="98651" y="134029"/>
                </a:cubicBezTo>
                <a:cubicBezTo>
                  <a:pt x="100826" y="130017"/>
                  <a:pt x="101913" y="125386"/>
                  <a:pt x="101913" y="120136"/>
                </a:cubicBezTo>
                <a:cubicBezTo>
                  <a:pt x="101913" y="113987"/>
                  <a:pt x="100339" y="108644"/>
                  <a:pt x="97189" y="104107"/>
                </a:cubicBezTo>
                <a:cubicBezTo>
                  <a:pt x="94039" y="99570"/>
                  <a:pt x="89671" y="96383"/>
                  <a:pt x="84084" y="94546"/>
                </a:cubicBezTo>
                <a:cubicBezTo>
                  <a:pt x="78497" y="92708"/>
                  <a:pt x="70455" y="91790"/>
                  <a:pt x="59956" y="91790"/>
                </a:cubicBezTo>
                <a:lnTo>
                  <a:pt x="21823" y="91790"/>
                </a:lnTo>
                <a:lnTo>
                  <a:pt x="21823" y="148483"/>
                </a:lnTo>
                <a:close/>
                <a:moveTo>
                  <a:pt x="267154" y="149780"/>
                </a:moveTo>
                <a:cubicBezTo>
                  <a:pt x="262279" y="155421"/>
                  <a:pt x="256824" y="159952"/>
                  <a:pt x="250787" y="163374"/>
                </a:cubicBezTo>
                <a:cubicBezTo>
                  <a:pt x="244750" y="166795"/>
                  <a:pt x="238695" y="168506"/>
                  <a:pt x="232620" y="168506"/>
                </a:cubicBezTo>
                <a:cubicBezTo>
                  <a:pt x="225946" y="168506"/>
                  <a:pt x="219459" y="166551"/>
                  <a:pt x="213160" y="162643"/>
                </a:cubicBezTo>
                <a:cubicBezTo>
                  <a:pt x="206861" y="158731"/>
                  <a:pt x="201742" y="152716"/>
                  <a:pt x="197805" y="144595"/>
                </a:cubicBezTo>
                <a:cubicBezTo>
                  <a:pt x="193868" y="136473"/>
                  <a:pt x="191900" y="127561"/>
                  <a:pt x="191900" y="117859"/>
                </a:cubicBezTo>
                <a:cubicBezTo>
                  <a:pt x="191900" y="105902"/>
                  <a:pt x="194956" y="93927"/>
                  <a:pt x="201068" y="81933"/>
                </a:cubicBezTo>
                <a:cubicBezTo>
                  <a:pt x="207179" y="69939"/>
                  <a:pt x="214772" y="60934"/>
                  <a:pt x="223846" y="54918"/>
                </a:cubicBezTo>
                <a:cubicBezTo>
                  <a:pt x="232920" y="48903"/>
                  <a:pt x="241732" y="45895"/>
                  <a:pt x="250281" y="45895"/>
                </a:cubicBezTo>
                <a:cubicBezTo>
                  <a:pt x="256805" y="45895"/>
                  <a:pt x="263029" y="47606"/>
                  <a:pt x="268954" y="51027"/>
                </a:cubicBezTo>
                <a:cubicBezTo>
                  <a:pt x="274878" y="54449"/>
                  <a:pt x="279977" y="59656"/>
                  <a:pt x="284252" y="66649"/>
                </a:cubicBezTo>
                <a:lnTo>
                  <a:pt x="288076" y="49269"/>
                </a:lnTo>
                <a:lnTo>
                  <a:pt x="308212" y="49269"/>
                </a:lnTo>
                <a:lnTo>
                  <a:pt x="292014" y="125086"/>
                </a:lnTo>
                <a:cubicBezTo>
                  <a:pt x="289764" y="135632"/>
                  <a:pt x="288639" y="141470"/>
                  <a:pt x="288639" y="142602"/>
                </a:cubicBezTo>
                <a:cubicBezTo>
                  <a:pt x="288639" y="144634"/>
                  <a:pt x="289408" y="146385"/>
                  <a:pt x="290945" y="147854"/>
                </a:cubicBezTo>
                <a:cubicBezTo>
                  <a:pt x="292482" y="149323"/>
                  <a:pt x="294338" y="150058"/>
                  <a:pt x="296513" y="150058"/>
                </a:cubicBezTo>
                <a:cubicBezTo>
                  <a:pt x="300488" y="150058"/>
                  <a:pt x="305699" y="147763"/>
                  <a:pt x="312149" y="143172"/>
                </a:cubicBezTo>
                <a:cubicBezTo>
                  <a:pt x="320698" y="137154"/>
                  <a:pt x="327466" y="129085"/>
                  <a:pt x="332453" y="118966"/>
                </a:cubicBezTo>
                <a:cubicBezTo>
                  <a:pt x="337440" y="108844"/>
                  <a:pt x="339933" y="98403"/>
                  <a:pt x="339933" y="87642"/>
                </a:cubicBezTo>
                <a:cubicBezTo>
                  <a:pt x="339933" y="75076"/>
                  <a:pt x="336727" y="63339"/>
                  <a:pt x="330315" y="52430"/>
                </a:cubicBezTo>
                <a:cubicBezTo>
                  <a:pt x="323904" y="41518"/>
                  <a:pt x="314342" y="32790"/>
                  <a:pt x="301631" y="26245"/>
                </a:cubicBezTo>
                <a:cubicBezTo>
                  <a:pt x="288920" y="19697"/>
                  <a:pt x="274878" y="16423"/>
                  <a:pt x="259505" y="16423"/>
                </a:cubicBezTo>
                <a:cubicBezTo>
                  <a:pt x="241957" y="16423"/>
                  <a:pt x="225927" y="20535"/>
                  <a:pt x="211416" y="28758"/>
                </a:cubicBezTo>
                <a:cubicBezTo>
                  <a:pt x="196906" y="36979"/>
                  <a:pt x="185657" y="48767"/>
                  <a:pt x="177670" y="64121"/>
                </a:cubicBezTo>
                <a:cubicBezTo>
                  <a:pt x="169684" y="79476"/>
                  <a:pt x="165690" y="95938"/>
                  <a:pt x="165690" y="113507"/>
                </a:cubicBezTo>
                <a:cubicBezTo>
                  <a:pt x="165690" y="131901"/>
                  <a:pt x="169684" y="147743"/>
                  <a:pt x="177670" y="161033"/>
                </a:cubicBezTo>
                <a:cubicBezTo>
                  <a:pt x="185657" y="174322"/>
                  <a:pt x="197205" y="184139"/>
                  <a:pt x="212316" y="190483"/>
                </a:cubicBezTo>
                <a:cubicBezTo>
                  <a:pt x="227427" y="196829"/>
                  <a:pt x="244169" y="200002"/>
                  <a:pt x="262542" y="200002"/>
                </a:cubicBezTo>
                <a:cubicBezTo>
                  <a:pt x="282190" y="200002"/>
                  <a:pt x="298650" y="196703"/>
                  <a:pt x="311924" y="190104"/>
                </a:cubicBezTo>
                <a:cubicBezTo>
                  <a:pt x="325197" y="183504"/>
                  <a:pt x="335134" y="175480"/>
                  <a:pt x="341733" y="166031"/>
                </a:cubicBezTo>
                <a:lnTo>
                  <a:pt x="362093" y="166031"/>
                </a:lnTo>
                <a:cubicBezTo>
                  <a:pt x="358269" y="173905"/>
                  <a:pt x="351707" y="181929"/>
                  <a:pt x="342408" y="190104"/>
                </a:cubicBezTo>
                <a:cubicBezTo>
                  <a:pt x="333109" y="198278"/>
                  <a:pt x="322048" y="204746"/>
                  <a:pt x="309224" y="209508"/>
                </a:cubicBezTo>
                <a:cubicBezTo>
                  <a:pt x="296401" y="214270"/>
                  <a:pt x="280952" y="216651"/>
                  <a:pt x="262879" y="216651"/>
                </a:cubicBezTo>
                <a:cubicBezTo>
                  <a:pt x="246231" y="216651"/>
                  <a:pt x="230877" y="214511"/>
                  <a:pt x="216816" y="210232"/>
                </a:cubicBezTo>
                <a:cubicBezTo>
                  <a:pt x="202755" y="205953"/>
                  <a:pt x="190775" y="199515"/>
                  <a:pt x="180876" y="190919"/>
                </a:cubicBezTo>
                <a:cubicBezTo>
                  <a:pt x="170977" y="182325"/>
                  <a:pt x="163516" y="172436"/>
                  <a:pt x="158491" y="161251"/>
                </a:cubicBezTo>
                <a:cubicBezTo>
                  <a:pt x="152192" y="147061"/>
                  <a:pt x="149042" y="131746"/>
                  <a:pt x="149042" y="115307"/>
                </a:cubicBezTo>
                <a:cubicBezTo>
                  <a:pt x="149042" y="96990"/>
                  <a:pt x="152792" y="79537"/>
                  <a:pt x="160291" y="62947"/>
                </a:cubicBezTo>
                <a:cubicBezTo>
                  <a:pt x="169440" y="42603"/>
                  <a:pt x="182432" y="27026"/>
                  <a:pt x="199268" y="16216"/>
                </a:cubicBezTo>
                <a:cubicBezTo>
                  <a:pt x="216103" y="5405"/>
                  <a:pt x="236520" y="0"/>
                  <a:pt x="260517" y="0"/>
                </a:cubicBezTo>
                <a:cubicBezTo>
                  <a:pt x="279115" y="0"/>
                  <a:pt x="295819" y="3819"/>
                  <a:pt x="310630" y="11456"/>
                </a:cubicBezTo>
                <a:cubicBezTo>
                  <a:pt x="325441" y="19094"/>
                  <a:pt x="337121" y="30474"/>
                  <a:pt x="345670" y="45596"/>
                </a:cubicBezTo>
                <a:cubicBezTo>
                  <a:pt x="352944" y="58614"/>
                  <a:pt x="356581" y="72759"/>
                  <a:pt x="356581" y="88032"/>
                </a:cubicBezTo>
                <a:cubicBezTo>
                  <a:pt x="356581" y="109852"/>
                  <a:pt x="348932" y="129227"/>
                  <a:pt x="333634" y="146156"/>
                </a:cubicBezTo>
                <a:cubicBezTo>
                  <a:pt x="319985" y="161356"/>
                  <a:pt x="305062" y="168956"/>
                  <a:pt x="288864" y="168956"/>
                </a:cubicBezTo>
                <a:cubicBezTo>
                  <a:pt x="283689" y="168956"/>
                  <a:pt x="279509" y="168152"/>
                  <a:pt x="276322" y="166544"/>
                </a:cubicBezTo>
                <a:cubicBezTo>
                  <a:pt x="273134" y="164937"/>
                  <a:pt x="270791" y="162640"/>
                  <a:pt x="269291" y="159655"/>
                </a:cubicBezTo>
                <a:cubicBezTo>
                  <a:pt x="268316" y="157742"/>
                  <a:pt x="267604" y="154451"/>
                  <a:pt x="267154" y="149780"/>
                </a:cubicBezTo>
                <a:moveTo>
                  <a:pt x="212710" y="119268"/>
                </a:moveTo>
                <a:cubicBezTo>
                  <a:pt x="212710" y="129568"/>
                  <a:pt x="215147" y="137574"/>
                  <a:pt x="220022" y="143288"/>
                </a:cubicBezTo>
                <a:cubicBezTo>
                  <a:pt x="224896" y="149001"/>
                  <a:pt x="230483" y="151858"/>
                  <a:pt x="236782" y="151858"/>
                </a:cubicBezTo>
                <a:cubicBezTo>
                  <a:pt x="240982" y="151858"/>
                  <a:pt x="245406" y="150599"/>
                  <a:pt x="250056" y="148082"/>
                </a:cubicBezTo>
                <a:cubicBezTo>
                  <a:pt x="254705" y="145563"/>
                  <a:pt x="259148" y="141823"/>
                  <a:pt x="263385" y="136862"/>
                </a:cubicBezTo>
                <a:cubicBezTo>
                  <a:pt x="267623" y="131898"/>
                  <a:pt x="271091" y="125601"/>
                  <a:pt x="273791" y="117971"/>
                </a:cubicBezTo>
                <a:cubicBezTo>
                  <a:pt x="276490" y="110338"/>
                  <a:pt x="277840" y="102688"/>
                  <a:pt x="277840" y="95020"/>
                </a:cubicBezTo>
                <a:cubicBezTo>
                  <a:pt x="277840" y="84795"/>
                  <a:pt x="275309" y="76864"/>
                  <a:pt x="270247" y="71226"/>
                </a:cubicBezTo>
                <a:cubicBezTo>
                  <a:pt x="265185" y="65587"/>
                  <a:pt x="259017" y="62768"/>
                  <a:pt x="251743" y="62768"/>
                </a:cubicBezTo>
                <a:cubicBezTo>
                  <a:pt x="246944" y="62768"/>
                  <a:pt x="242425" y="63990"/>
                  <a:pt x="238188" y="66434"/>
                </a:cubicBezTo>
                <a:cubicBezTo>
                  <a:pt x="233951" y="68876"/>
                  <a:pt x="229846" y="72804"/>
                  <a:pt x="225871" y="78217"/>
                </a:cubicBezTo>
                <a:cubicBezTo>
                  <a:pt x="221896" y="83631"/>
                  <a:pt x="218709" y="90210"/>
                  <a:pt x="216310" y="97955"/>
                </a:cubicBezTo>
                <a:cubicBezTo>
                  <a:pt x="213910" y="105698"/>
                  <a:pt x="212710" y="112802"/>
                  <a:pt x="212710" y="119268"/>
                </a:cubicBezTo>
                <a:close/>
                <a:moveTo>
                  <a:pt x="456213" y="168056"/>
                </a:moveTo>
                <a:lnTo>
                  <a:pt x="435966" y="168056"/>
                </a:lnTo>
                <a:lnTo>
                  <a:pt x="435966" y="39033"/>
                </a:lnTo>
                <a:cubicBezTo>
                  <a:pt x="431091" y="43683"/>
                  <a:pt x="424698" y="48332"/>
                  <a:pt x="416787" y="52982"/>
                </a:cubicBezTo>
                <a:cubicBezTo>
                  <a:pt x="408875" y="57631"/>
                  <a:pt x="401770" y="61118"/>
                  <a:pt x="395470" y="63443"/>
                </a:cubicBezTo>
                <a:lnTo>
                  <a:pt x="395470" y="43870"/>
                </a:lnTo>
                <a:cubicBezTo>
                  <a:pt x="406794" y="38546"/>
                  <a:pt x="416693" y="32096"/>
                  <a:pt x="425167" y="24522"/>
                </a:cubicBezTo>
                <a:cubicBezTo>
                  <a:pt x="433641" y="16948"/>
                  <a:pt x="439640" y="9599"/>
                  <a:pt x="443165" y="2475"/>
                </a:cubicBezTo>
                <a:lnTo>
                  <a:pt x="456213" y="2475"/>
                </a:lnTo>
                <a:lnTo>
                  <a:pt x="456213" y="168056"/>
                </a:lnTo>
                <a:close/>
                <a:moveTo>
                  <a:pt x="519396" y="168056"/>
                </a:moveTo>
                <a:lnTo>
                  <a:pt x="519396" y="144884"/>
                </a:lnTo>
                <a:lnTo>
                  <a:pt x="542456" y="144884"/>
                </a:lnTo>
                <a:lnTo>
                  <a:pt x="542456" y="168056"/>
                </a:lnTo>
                <a:lnTo>
                  <a:pt x="519396" y="168056"/>
                </a:lnTo>
                <a:close/>
                <a:moveTo>
                  <a:pt x="571849" y="86671"/>
                </a:moveTo>
                <a:cubicBezTo>
                  <a:pt x="571849" y="67188"/>
                  <a:pt x="573855" y="51506"/>
                  <a:pt x="577867" y="39627"/>
                </a:cubicBezTo>
                <a:cubicBezTo>
                  <a:pt x="581879" y="27748"/>
                  <a:pt x="587841" y="18586"/>
                  <a:pt x="595752" y="12142"/>
                </a:cubicBezTo>
                <a:cubicBezTo>
                  <a:pt x="603664" y="5697"/>
                  <a:pt x="613619" y="2475"/>
                  <a:pt x="625618" y="2475"/>
                </a:cubicBezTo>
                <a:cubicBezTo>
                  <a:pt x="634467" y="2475"/>
                  <a:pt x="642228" y="4255"/>
                  <a:pt x="648903" y="7814"/>
                </a:cubicBezTo>
                <a:cubicBezTo>
                  <a:pt x="655577" y="11374"/>
                  <a:pt x="661089" y="16508"/>
                  <a:pt x="665438" y="23215"/>
                </a:cubicBezTo>
                <a:cubicBezTo>
                  <a:pt x="669788" y="29922"/>
                  <a:pt x="673200" y="38091"/>
                  <a:pt x="675674" y="47723"/>
                </a:cubicBezTo>
                <a:cubicBezTo>
                  <a:pt x="678149" y="57352"/>
                  <a:pt x="679387" y="70335"/>
                  <a:pt x="679387" y="86671"/>
                </a:cubicBezTo>
                <a:cubicBezTo>
                  <a:pt x="679387" y="106005"/>
                  <a:pt x="677399" y="121612"/>
                  <a:pt x="673425" y="133491"/>
                </a:cubicBezTo>
                <a:cubicBezTo>
                  <a:pt x="669450" y="145370"/>
                  <a:pt x="663507" y="154551"/>
                  <a:pt x="655595" y="161033"/>
                </a:cubicBezTo>
                <a:cubicBezTo>
                  <a:pt x="647684" y="167515"/>
                  <a:pt x="637691" y="170756"/>
                  <a:pt x="625618" y="170756"/>
                </a:cubicBezTo>
                <a:cubicBezTo>
                  <a:pt x="609719" y="170756"/>
                  <a:pt x="597233" y="165060"/>
                  <a:pt x="588159" y="153668"/>
                </a:cubicBezTo>
                <a:cubicBezTo>
                  <a:pt x="577286" y="139954"/>
                  <a:pt x="571849" y="117622"/>
                  <a:pt x="571849" y="86671"/>
                </a:cubicBezTo>
                <a:moveTo>
                  <a:pt x="592659" y="86728"/>
                </a:moveTo>
                <a:cubicBezTo>
                  <a:pt x="592659" y="113755"/>
                  <a:pt x="595827" y="131743"/>
                  <a:pt x="602164" y="140690"/>
                </a:cubicBezTo>
                <a:cubicBezTo>
                  <a:pt x="608501" y="149635"/>
                  <a:pt x="616319" y="154108"/>
                  <a:pt x="625618" y="154108"/>
                </a:cubicBezTo>
                <a:cubicBezTo>
                  <a:pt x="634917" y="154108"/>
                  <a:pt x="642734" y="149616"/>
                  <a:pt x="649071" y="140634"/>
                </a:cubicBezTo>
                <a:cubicBezTo>
                  <a:pt x="655408" y="131649"/>
                  <a:pt x="658576" y="113680"/>
                  <a:pt x="658576" y="86728"/>
                </a:cubicBezTo>
                <a:cubicBezTo>
                  <a:pt x="658576" y="59625"/>
                  <a:pt x="655408" y="41620"/>
                  <a:pt x="649071" y="32713"/>
                </a:cubicBezTo>
                <a:cubicBezTo>
                  <a:pt x="642734" y="23803"/>
                  <a:pt x="634842" y="19348"/>
                  <a:pt x="625393" y="19348"/>
                </a:cubicBezTo>
                <a:cubicBezTo>
                  <a:pt x="616094" y="19348"/>
                  <a:pt x="608670" y="23278"/>
                  <a:pt x="603120" y="31138"/>
                </a:cubicBezTo>
                <a:cubicBezTo>
                  <a:pt x="596146" y="41170"/>
                  <a:pt x="592659" y="59700"/>
                  <a:pt x="592659" y="86728"/>
                </a:cubicBezTo>
                <a:close/>
                <a:moveTo>
                  <a:pt x="711298" y="168056"/>
                </a:moveTo>
                <a:lnTo>
                  <a:pt x="711298" y="144884"/>
                </a:lnTo>
                <a:lnTo>
                  <a:pt x="734358" y="144884"/>
                </a:lnTo>
                <a:lnTo>
                  <a:pt x="734358" y="168056"/>
                </a:lnTo>
                <a:lnTo>
                  <a:pt x="711298" y="168056"/>
                </a:lnTo>
                <a:close/>
                <a:moveTo>
                  <a:pt x="763750" y="86671"/>
                </a:moveTo>
                <a:cubicBezTo>
                  <a:pt x="763750" y="67188"/>
                  <a:pt x="765756" y="51506"/>
                  <a:pt x="769768" y="39627"/>
                </a:cubicBezTo>
                <a:cubicBezTo>
                  <a:pt x="773780" y="27748"/>
                  <a:pt x="779742" y="18586"/>
                  <a:pt x="787654" y="12142"/>
                </a:cubicBezTo>
                <a:cubicBezTo>
                  <a:pt x="795565" y="5697"/>
                  <a:pt x="805520" y="2475"/>
                  <a:pt x="817519" y="2475"/>
                </a:cubicBezTo>
                <a:cubicBezTo>
                  <a:pt x="826368" y="2475"/>
                  <a:pt x="834130" y="4255"/>
                  <a:pt x="840804" y="7814"/>
                </a:cubicBezTo>
                <a:cubicBezTo>
                  <a:pt x="847478" y="11374"/>
                  <a:pt x="852990" y="16508"/>
                  <a:pt x="857340" y="23215"/>
                </a:cubicBezTo>
                <a:cubicBezTo>
                  <a:pt x="861689" y="29922"/>
                  <a:pt x="865101" y="38091"/>
                  <a:pt x="867576" y="47723"/>
                </a:cubicBezTo>
                <a:cubicBezTo>
                  <a:pt x="870051" y="57352"/>
                  <a:pt x="871288" y="70335"/>
                  <a:pt x="871288" y="86671"/>
                </a:cubicBezTo>
                <a:cubicBezTo>
                  <a:pt x="871288" y="106005"/>
                  <a:pt x="869301" y="121612"/>
                  <a:pt x="865326" y="133491"/>
                </a:cubicBezTo>
                <a:cubicBezTo>
                  <a:pt x="861352" y="145370"/>
                  <a:pt x="855409" y="154551"/>
                  <a:pt x="847497" y="161033"/>
                </a:cubicBezTo>
                <a:cubicBezTo>
                  <a:pt x="839585" y="167515"/>
                  <a:pt x="829593" y="170756"/>
                  <a:pt x="817519" y="170756"/>
                </a:cubicBezTo>
                <a:cubicBezTo>
                  <a:pt x="801621" y="170756"/>
                  <a:pt x="789135" y="165060"/>
                  <a:pt x="780061" y="153668"/>
                </a:cubicBezTo>
                <a:cubicBezTo>
                  <a:pt x="769187" y="139954"/>
                  <a:pt x="763750" y="117622"/>
                  <a:pt x="763750" y="86671"/>
                </a:cubicBezTo>
                <a:moveTo>
                  <a:pt x="784560" y="86728"/>
                </a:moveTo>
                <a:cubicBezTo>
                  <a:pt x="784560" y="113755"/>
                  <a:pt x="787729" y="131743"/>
                  <a:pt x="794065" y="140690"/>
                </a:cubicBezTo>
                <a:cubicBezTo>
                  <a:pt x="800402" y="149635"/>
                  <a:pt x="808220" y="154108"/>
                  <a:pt x="817519" y="154108"/>
                </a:cubicBezTo>
                <a:cubicBezTo>
                  <a:pt x="826818" y="154108"/>
                  <a:pt x="834636" y="149616"/>
                  <a:pt x="840973" y="140634"/>
                </a:cubicBezTo>
                <a:cubicBezTo>
                  <a:pt x="847309" y="131649"/>
                  <a:pt x="850478" y="113680"/>
                  <a:pt x="850478" y="86728"/>
                </a:cubicBezTo>
                <a:cubicBezTo>
                  <a:pt x="850478" y="59625"/>
                  <a:pt x="847309" y="41620"/>
                  <a:pt x="840973" y="32713"/>
                </a:cubicBezTo>
                <a:cubicBezTo>
                  <a:pt x="834636" y="23803"/>
                  <a:pt x="826743" y="19348"/>
                  <a:pt x="817294" y="19348"/>
                </a:cubicBezTo>
                <a:cubicBezTo>
                  <a:pt x="807995" y="19348"/>
                  <a:pt x="800571" y="23278"/>
                  <a:pt x="795022" y="31138"/>
                </a:cubicBezTo>
                <a:cubicBezTo>
                  <a:pt x="788047" y="41170"/>
                  <a:pt x="784560" y="59700"/>
                  <a:pt x="784560" y="86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A5330-6660-4925-ACD1-7C59FF4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93" y="1138558"/>
            <a:ext cx="721562" cy="446236"/>
          </a:xfrm>
          <a:custGeom xmlns:a="http://schemas.openxmlformats.org/drawingml/2006/main">
            <a:pathLst>
              <a:path w="721562" h="446236">
                <a:moveTo>
                  <a:pt x="0" y="446236"/>
                </a:moveTo>
                <a:lnTo>
                  <a:pt x="360759" y="446236"/>
                </a:lnTo>
                <a:lnTo>
                  <a:pt x="360759" y="0"/>
                </a:lnTo>
                <a:lnTo>
                  <a:pt x="72156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27BDF-66CC-47B5-AE71-9261C08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93" y="1138558"/>
            <a:ext cx="624373" cy="446236"/>
          </a:xfrm>
          <a:custGeom xmlns:a="http://schemas.openxmlformats.org/drawingml/2006/main">
            <a:pathLst>
              <a:path w="624373" h="446236" fill="none">
                <a:moveTo>
                  <a:pt x="0" y="446236"/>
                </a:moveTo>
                <a:lnTo>
                  <a:pt x="360760" y="446236"/>
                </a:lnTo>
                <a:lnTo>
                  <a:pt x="360760" y="0"/>
                </a:lnTo>
                <a:lnTo>
                  <a:pt x="624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4A9AF-51EE-4926-9FEC-004BBA65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66" y="1111803"/>
            <a:ext cx="73508" cy="53510"/>
          </a:xfrm>
          <a:custGeom xmlns:a="http://schemas.openxmlformats.org/drawingml/2006/main">
            <a:pathLst>
              <a:path w="73508" h="53510">
                <a:moveTo>
                  <a:pt x="0" y="53510"/>
                </a:moveTo>
                <a:lnTo>
                  <a:pt x="0" y="0"/>
                </a:lnTo>
                <a:lnTo>
                  <a:pt x="73508" y="26755"/>
                </a:lnTo>
                <a:lnTo>
                  <a:pt x="0" y="5351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43595-4A40-4750-B936-2FEA7CC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66" y="1111803"/>
            <a:ext cx="73508" cy="53510"/>
          </a:xfrm>
          <a:custGeom xmlns:a="http://schemas.openxmlformats.org/drawingml/2006/main">
            <a:pathLst>
              <a:path w="73508" h="53510" fill="none">
                <a:moveTo>
                  <a:pt x="0" y="53510"/>
                </a:moveTo>
                <a:lnTo>
                  <a:pt x="73508" y="26755"/>
                </a:lnTo>
                <a:lnTo>
                  <a:pt x="0" y="0"/>
                </a:lnTo>
                <a:lnTo>
                  <a:pt x="0" y="53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7CF3F-1166-43B7-9234-D3323352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93" y="1584795"/>
            <a:ext cx="721562" cy="446406"/>
          </a:xfrm>
          <a:custGeom xmlns:a="http://schemas.openxmlformats.org/drawingml/2006/main">
            <a:pathLst>
              <a:path w="721562" h="446406">
                <a:moveTo>
                  <a:pt x="721562" y="446406"/>
                </a:moveTo>
                <a:lnTo>
                  <a:pt x="360759" y="446406"/>
                </a:lnTo>
                <a:lnTo>
                  <a:pt x="3607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1FF4E-1BD7-41C7-A2B7-3AE288A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93" y="1584795"/>
            <a:ext cx="624373" cy="446406"/>
          </a:xfrm>
          <a:custGeom xmlns:a="http://schemas.openxmlformats.org/drawingml/2006/main">
            <a:pathLst>
              <a:path w="624373" h="446406" fill="none">
                <a:moveTo>
                  <a:pt x="0" y="0"/>
                </a:moveTo>
                <a:lnTo>
                  <a:pt x="360760" y="0"/>
                </a:lnTo>
                <a:lnTo>
                  <a:pt x="360760" y="446406"/>
                </a:lnTo>
                <a:lnTo>
                  <a:pt x="624373" y="446406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6ADD5-EE1F-44BA-A9C1-225A159D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66" y="2004446"/>
            <a:ext cx="73508" cy="53509"/>
          </a:xfrm>
          <a:custGeom xmlns:a="http://schemas.openxmlformats.org/drawingml/2006/main">
            <a:pathLst>
              <a:path w="73508" h="53509">
                <a:moveTo>
                  <a:pt x="0" y="53509"/>
                </a:moveTo>
                <a:lnTo>
                  <a:pt x="0" y="0"/>
                </a:lnTo>
                <a:lnTo>
                  <a:pt x="73508" y="26755"/>
                </a:lnTo>
                <a:lnTo>
                  <a:pt x="0" y="5350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651F9-1612-437F-8F62-D1E09787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66" y="2004446"/>
            <a:ext cx="73508" cy="53509"/>
          </a:xfrm>
          <a:custGeom xmlns:a="http://schemas.openxmlformats.org/drawingml/2006/main">
            <a:pathLst>
              <a:path w="73508" h="53509" fill="none">
                <a:moveTo>
                  <a:pt x="0" y="53509"/>
                </a:moveTo>
                <a:lnTo>
                  <a:pt x="73508" y="26755"/>
                </a:lnTo>
                <a:lnTo>
                  <a:pt x="0" y="0"/>
                </a:lnTo>
                <a:lnTo>
                  <a:pt x="0" y="535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CB5CD-AB32-4D53-9647-F55FD22D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62" y="1016428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^2.0.0">
            <a:extLst xmlns:a="http://schemas.openxmlformats.org/drawingml/2006/main">
              <a:ext uri="{FF2B5EF4-FFF2-40B4-BE49-F238E27FC236}">
                <a16:creationId xmlns:a16="http://schemas.microsoft.com/office/drawing/2014/main" id="{D6017653-F5FD-4F7B-B88A-E39C2B7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31" y="1118350"/>
            <a:ext cx="602873" cy="170531"/>
          </a:xfrm>
          <a:custGeom xmlns:a="http://schemas.openxmlformats.org/drawingml/2006/main">
            <a:pathLst>
              <a:path w="602873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217945" y="148258"/>
                </a:moveTo>
                <a:lnTo>
                  <a:pt x="217945" y="167831"/>
                </a:lnTo>
                <a:lnTo>
                  <a:pt x="108945" y="167831"/>
                </a:lnTo>
                <a:cubicBezTo>
                  <a:pt x="108795" y="162952"/>
                  <a:pt x="109583" y="158259"/>
                  <a:pt x="111307" y="153753"/>
                </a:cubicBezTo>
                <a:cubicBezTo>
                  <a:pt x="114082" y="146321"/>
                  <a:pt x="118525" y="139003"/>
                  <a:pt x="124637" y="131796"/>
                </a:cubicBezTo>
                <a:cubicBezTo>
                  <a:pt x="130749" y="124588"/>
                  <a:pt x="139579" y="116256"/>
                  <a:pt x="151128" y="106800"/>
                </a:cubicBezTo>
                <a:cubicBezTo>
                  <a:pt x="169051" y="92090"/>
                  <a:pt x="181162" y="80454"/>
                  <a:pt x="187461" y="71893"/>
                </a:cubicBezTo>
                <a:cubicBezTo>
                  <a:pt x="193761" y="63333"/>
                  <a:pt x="196910" y="55238"/>
                  <a:pt x="196910" y="47610"/>
                </a:cubicBezTo>
                <a:cubicBezTo>
                  <a:pt x="196910" y="39610"/>
                  <a:pt x="194042" y="32862"/>
                  <a:pt x="188305" y="27366"/>
                </a:cubicBezTo>
                <a:cubicBezTo>
                  <a:pt x="182568" y="21871"/>
                  <a:pt x="175088" y="19123"/>
                  <a:pt x="165864" y="19123"/>
                </a:cubicBezTo>
                <a:cubicBezTo>
                  <a:pt x="156115" y="19123"/>
                  <a:pt x="148316" y="22048"/>
                  <a:pt x="142466" y="27897"/>
                </a:cubicBezTo>
                <a:cubicBezTo>
                  <a:pt x="136617" y="33746"/>
                  <a:pt x="133655" y="41845"/>
                  <a:pt x="133580" y="52194"/>
                </a:cubicBezTo>
                <a:lnTo>
                  <a:pt x="112770" y="49944"/>
                </a:lnTo>
                <a:cubicBezTo>
                  <a:pt x="114195" y="34421"/>
                  <a:pt x="119557" y="22591"/>
                  <a:pt x="128856" y="14455"/>
                </a:cubicBezTo>
                <a:cubicBezTo>
                  <a:pt x="138154" y="6318"/>
                  <a:pt x="150641" y="2250"/>
                  <a:pt x="166314" y="2250"/>
                </a:cubicBezTo>
                <a:cubicBezTo>
                  <a:pt x="182137" y="2250"/>
                  <a:pt x="194661" y="6636"/>
                  <a:pt x="203885" y="15407"/>
                </a:cubicBezTo>
                <a:cubicBezTo>
                  <a:pt x="213108" y="24179"/>
                  <a:pt x="217720" y="35050"/>
                  <a:pt x="217720" y="48022"/>
                </a:cubicBezTo>
                <a:cubicBezTo>
                  <a:pt x="217720" y="54618"/>
                  <a:pt x="216371" y="61104"/>
                  <a:pt x="213671" y="67478"/>
                </a:cubicBezTo>
                <a:cubicBezTo>
                  <a:pt x="210971" y="73850"/>
                  <a:pt x="206490" y="80560"/>
                  <a:pt x="200229" y="87606"/>
                </a:cubicBezTo>
                <a:cubicBezTo>
                  <a:pt x="193967" y="94653"/>
                  <a:pt x="183562" y="104316"/>
                  <a:pt x="169013" y="116593"/>
                </a:cubicBezTo>
                <a:cubicBezTo>
                  <a:pt x="156865" y="126773"/>
                  <a:pt x="149066" y="133679"/>
                  <a:pt x="145616" y="137312"/>
                </a:cubicBezTo>
                <a:cubicBezTo>
                  <a:pt x="142167" y="140942"/>
                  <a:pt x="139317" y="144591"/>
                  <a:pt x="137067" y="148258"/>
                </a:cubicBezTo>
                <a:lnTo>
                  <a:pt x="217945" y="148258"/>
                </a:ln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03434" y="86446"/>
                </a:moveTo>
                <a:cubicBezTo>
                  <a:pt x="303434" y="66963"/>
                  <a:pt x="305440" y="51281"/>
                  <a:pt x="309452" y="39402"/>
                </a:cubicBezTo>
                <a:cubicBezTo>
                  <a:pt x="313464" y="27523"/>
                  <a:pt x="319426" y="18361"/>
                  <a:pt x="327338" y="11917"/>
                </a:cubicBezTo>
                <a:cubicBezTo>
                  <a:pt x="335249" y="5472"/>
                  <a:pt x="345204" y="2250"/>
                  <a:pt x="357203" y="2250"/>
                </a:cubicBezTo>
                <a:cubicBezTo>
                  <a:pt x="366052" y="2250"/>
                  <a:pt x="373814" y="4030"/>
                  <a:pt x="380488" y="7589"/>
                </a:cubicBezTo>
                <a:cubicBezTo>
                  <a:pt x="387162" y="11149"/>
                  <a:pt x="392674" y="16283"/>
                  <a:pt x="397024" y="22990"/>
                </a:cubicBezTo>
                <a:cubicBezTo>
                  <a:pt x="401373" y="29697"/>
                  <a:pt x="404785" y="37866"/>
                  <a:pt x="407260" y="47498"/>
                </a:cubicBezTo>
                <a:cubicBezTo>
                  <a:pt x="409735" y="57127"/>
                  <a:pt x="410972" y="70110"/>
                  <a:pt x="410972" y="86446"/>
                </a:cubicBezTo>
                <a:cubicBezTo>
                  <a:pt x="410972" y="105780"/>
                  <a:pt x="408985" y="121387"/>
                  <a:pt x="405010" y="133266"/>
                </a:cubicBezTo>
                <a:cubicBezTo>
                  <a:pt x="401036" y="145145"/>
                  <a:pt x="395092" y="154326"/>
                  <a:pt x="387181" y="160808"/>
                </a:cubicBezTo>
                <a:cubicBezTo>
                  <a:pt x="379269" y="167290"/>
                  <a:pt x="369277" y="170531"/>
                  <a:pt x="357203" y="170531"/>
                </a:cubicBezTo>
                <a:cubicBezTo>
                  <a:pt x="341305" y="170531"/>
                  <a:pt x="328819" y="164835"/>
                  <a:pt x="319745" y="153443"/>
                </a:cubicBezTo>
                <a:cubicBezTo>
                  <a:pt x="308871" y="139729"/>
                  <a:pt x="303434" y="117397"/>
                  <a:pt x="303434" y="86446"/>
                </a:cubicBezTo>
                <a:moveTo>
                  <a:pt x="324244" y="86503"/>
                </a:moveTo>
                <a:cubicBezTo>
                  <a:pt x="324244" y="113530"/>
                  <a:pt x="327413" y="131518"/>
                  <a:pt x="333749" y="140465"/>
                </a:cubicBezTo>
                <a:cubicBezTo>
                  <a:pt x="340086" y="149410"/>
                  <a:pt x="347904" y="153883"/>
                  <a:pt x="357203" y="153883"/>
                </a:cubicBezTo>
                <a:cubicBezTo>
                  <a:pt x="366502" y="153883"/>
                  <a:pt x="374320" y="149391"/>
                  <a:pt x="380657" y="140409"/>
                </a:cubicBezTo>
                <a:cubicBezTo>
                  <a:pt x="386993" y="131424"/>
                  <a:pt x="390162" y="113455"/>
                  <a:pt x="390162" y="86503"/>
                </a:cubicBezTo>
                <a:cubicBezTo>
                  <a:pt x="390162" y="59400"/>
                  <a:pt x="386993" y="41395"/>
                  <a:pt x="380657" y="32488"/>
                </a:cubicBezTo>
                <a:cubicBezTo>
                  <a:pt x="374320" y="23578"/>
                  <a:pt x="366427" y="19123"/>
                  <a:pt x="356978" y="19123"/>
                </a:cubicBezTo>
                <a:cubicBezTo>
                  <a:pt x="347679" y="19123"/>
                  <a:pt x="340255" y="23053"/>
                  <a:pt x="334706" y="30913"/>
                </a:cubicBezTo>
                <a:cubicBezTo>
                  <a:pt x="327731" y="40945"/>
                  <a:pt x="324244" y="59475"/>
                  <a:pt x="324244" y="86503"/>
                </a:cubicBez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89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3" y="70110"/>
                  <a:pt x="602873" y="86446"/>
                </a:cubicBezTo>
                <a:cubicBezTo>
                  <a:pt x="602873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2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6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1B1CF-B630-44E8-8925-4EB68EE4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62" y="1744622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^1.0.0">
            <a:extLst xmlns:a="http://schemas.openxmlformats.org/drawingml/2006/main">
              <a:ext uri="{FF2B5EF4-FFF2-40B4-BE49-F238E27FC236}">
                <a16:creationId xmlns:a16="http://schemas.microsoft.com/office/drawing/2014/main" id="{013C02DC-DBC4-4B54-952A-E4375F6B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31" y="1846545"/>
            <a:ext cx="602873" cy="170531"/>
          </a:xfrm>
          <a:custGeom xmlns:a="http://schemas.openxmlformats.org/drawingml/2006/main">
            <a:pathLst>
              <a:path w="602873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87799" y="167831"/>
                </a:moveTo>
                <a:lnTo>
                  <a:pt x="167551" y="167831"/>
                </a:lnTo>
                <a:lnTo>
                  <a:pt x="167551" y="38808"/>
                </a:lnTo>
                <a:cubicBezTo>
                  <a:pt x="162677" y="43458"/>
                  <a:pt x="156284" y="48107"/>
                  <a:pt x="148372" y="52757"/>
                </a:cubicBezTo>
                <a:cubicBezTo>
                  <a:pt x="140460" y="57406"/>
                  <a:pt x="133355" y="60893"/>
                  <a:pt x="127056" y="63218"/>
                </a:cubicBezTo>
                <a:lnTo>
                  <a:pt x="127056" y="43645"/>
                </a:lnTo>
                <a:cubicBezTo>
                  <a:pt x="138379" y="38321"/>
                  <a:pt x="148278" y="31871"/>
                  <a:pt x="156752" y="24297"/>
                </a:cubicBezTo>
                <a:cubicBezTo>
                  <a:pt x="165226" y="16723"/>
                  <a:pt x="171226" y="9374"/>
                  <a:pt x="174750" y="2250"/>
                </a:cubicBezTo>
                <a:lnTo>
                  <a:pt x="187799" y="2250"/>
                </a:lnTo>
                <a:lnTo>
                  <a:pt x="187799" y="167831"/>
                </a:ln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03434" y="86446"/>
                </a:moveTo>
                <a:cubicBezTo>
                  <a:pt x="303434" y="66963"/>
                  <a:pt x="305440" y="51281"/>
                  <a:pt x="309452" y="39402"/>
                </a:cubicBezTo>
                <a:cubicBezTo>
                  <a:pt x="313464" y="27523"/>
                  <a:pt x="319426" y="18361"/>
                  <a:pt x="327338" y="11917"/>
                </a:cubicBezTo>
                <a:cubicBezTo>
                  <a:pt x="335249" y="5472"/>
                  <a:pt x="345204" y="2250"/>
                  <a:pt x="357203" y="2250"/>
                </a:cubicBezTo>
                <a:cubicBezTo>
                  <a:pt x="366052" y="2250"/>
                  <a:pt x="373814" y="4030"/>
                  <a:pt x="380488" y="7589"/>
                </a:cubicBezTo>
                <a:cubicBezTo>
                  <a:pt x="387162" y="11149"/>
                  <a:pt x="392674" y="16283"/>
                  <a:pt x="397024" y="22990"/>
                </a:cubicBezTo>
                <a:cubicBezTo>
                  <a:pt x="401373" y="29697"/>
                  <a:pt x="404785" y="37866"/>
                  <a:pt x="407260" y="47498"/>
                </a:cubicBezTo>
                <a:cubicBezTo>
                  <a:pt x="409735" y="57127"/>
                  <a:pt x="410972" y="70110"/>
                  <a:pt x="410972" y="86446"/>
                </a:cubicBezTo>
                <a:cubicBezTo>
                  <a:pt x="410972" y="105780"/>
                  <a:pt x="408985" y="121387"/>
                  <a:pt x="405010" y="133266"/>
                </a:cubicBezTo>
                <a:cubicBezTo>
                  <a:pt x="401036" y="145145"/>
                  <a:pt x="395092" y="154326"/>
                  <a:pt x="387181" y="160808"/>
                </a:cubicBezTo>
                <a:cubicBezTo>
                  <a:pt x="379269" y="167290"/>
                  <a:pt x="369277" y="170531"/>
                  <a:pt x="357203" y="170531"/>
                </a:cubicBezTo>
                <a:cubicBezTo>
                  <a:pt x="341305" y="170531"/>
                  <a:pt x="328819" y="164835"/>
                  <a:pt x="319745" y="153443"/>
                </a:cubicBezTo>
                <a:cubicBezTo>
                  <a:pt x="308871" y="139729"/>
                  <a:pt x="303434" y="117397"/>
                  <a:pt x="303434" y="86446"/>
                </a:cubicBezTo>
                <a:moveTo>
                  <a:pt x="324244" y="86503"/>
                </a:moveTo>
                <a:cubicBezTo>
                  <a:pt x="324244" y="113530"/>
                  <a:pt x="327413" y="131518"/>
                  <a:pt x="333749" y="140465"/>
                </a:cubicBezTo>
                <a:cubicBezTo>
                  <a:pt x="340086" y="149410"/>
                  <a:pt x="347904" y="153883"/>
                  <a:pt x="357203" y="153883"/>
                </a:cubicBezTo>
                <a:cubicBezTo>
                  <a:pt x="366502" y="153883"/>
                  <a:pt x="374320" y="149391"/>
                  <a:pt x="380657" y="140409"/>
                </a:cubicBezTo>
                <a:cubicBezTo>
                  <a:pt x="386993" y="131424"/>
                  <a:pt x="390162" y="113455"/>
                  <a:pt x="390162" y="86503"/>
                </a:cubicBezTo>
                <a:cubicBezTo>
                  <a:pt x="390162" y="59400"/>
                  <a:pt x="386993" y="41395"/>
                  <a:pt x="380657" y="32488"/>
                </a:cubicBezTo>
                <a:cubicBezTo>
                  <a:pt x="374320" y="23578"/>
                  <a:pt x="366427" y="19123"/>
                  <a:pt x="356978" y="19123"/>
                </a:cubicBezTo>
                <a:cubicBezTo>
                  <a:pt x="347679" y="19123"/>
                  <a:pt x="340255" y="23053"/>
                  <a:pt x="334706" y="30913"/>
                </a:cubicBezTo>
                <a:cubicBezTo>
                  <a:pt x="327731" y="40945"/>
                  <a:pt x="324244" y="59475"/>
                  <a:pt x="324244" y="86503"/>
                </a:cubicBez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89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3" y="70110"/>
                  <a:pt x="602873" y="86446"/>
                </a:cubicBezTo>
                <a:cubicBezTo>
                  <a:pt x="602873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2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6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0A24D-6998-405A-B238-82F26FC6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945" y="1311169"/>
            <a:ext cx="8333" cy="547422"/>
          </a:xfrm>
          <a:custGeom xmlns:a="http://schemas.openxmlformats.org/drawingml/2006/main">
            <a:pathLst>
              <a:path w="8333" h="547422">
                <a:moveTo>
                  <a:pt x="0" y="547422"/>
                </a:moveTo>
                <a:lnTo>
                  <a:pt x="833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24F68-77C7-4FD3-853B-A82FBBB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945" y="1408347"/>
            <a:ext cx="6853" cy="450244"/>
          </a:xfrm>
          <a:custGeom xmlns:a="http://schemas.openxmlformats.org/drawingml/2006/main">
            <a:pathLst>
              <a:path w="6853" h="450244" fill="none">
                <a:moveTo>
                  <a:pt x="0" y="450244"/>
                </a:moveTo>
                <a:lnTo>
                  <a:pt x="6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B9060-29A7-4108-8016-E0D7663E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047" y="1334846"/>
            <a:ext cx="53504" cy="73907"/>
          </a:xfrm>
          <a:custGeom xmlns:a="http://schemas.openxmlformats.org/drawingml/2006/main">
            <a:pathLst>
              <a:path w="53504" h="73907">
                <a:moveTo>
                  <a:pt x="53504" y="73907"/>
                </a:moveTo>
                <a:lnTo>
                  <a:pt x="0" y="73094"/>
                </a:lnTo>
                <a:lnTo>
                  <a:pt x="27871" y="0"/>
                </a:lnTo>
                <a:lnTo>
                  <a:pt x="53504" y="7390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1FA6A-EA2D-4E41-B8B4-236F5854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047" y="1334846"/>
            <a:ext cx="53504" cy="73907"/>
          </a:xfrm>
          <a:custGeom xmlns:a="http://schemas.openxmlformats.org/drawingml/2006/main">
            <a:pathLst>
              <a:path w="53504" h="73907" fill="none">
                <a:moveTo>
                  <a:pt x="53504" y="73907"/>
                </a:moveTo>
                <a:lnTo>
                  <a:pt x="27871" y="0"/>
                </a:lnTo>
                <a:lnTo>
                  <a:pt x="0" y="73094"/>
                </a:lnTo>
                <a:lnTo>
                  <a:pt x="53504" y="739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4D97D-FB81-4FCA-9915-DAB9EE77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945" y="1402123"/>
            <a:ext cx="765437" cy="385695"/>
          </a:xfrm>
          <a:custGeom xmlns:a="http://schemas.openxmlformats.org/drawingml/2006/main">
            <a:pathLst>
              <a:path w="765437" h="385695">
                <a:moveTo>
                  <a:pt x="0" y="385695"/>
                </a:moveTo>
                <a:lnTo>
                  <a:pt x="0" y="0"/>
                </a:lnTo>
                <a:lnTo>
                  <a:pt x="765437" y="0"/>
                </a:lnTo>
                <a:lnTo>
                  <a:pt x="765437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^2.1.0">
            <a:extLst xmlns:a="http://schemas.openxmlformats.org/drawingml/2006/main">
              <a:ext uri="{FF2B5EF4-FFF2-40B4-BE49-F238E27FC236}">
                <a16:creationId xmlns:a16="http://schemas.microsoft.com/office/drawing/2014/main" id="{5663BA04-C4A7-4D5B-8127-35E1490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614" y="1504045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217946" y="148258"/>
                </a:moveTo>
                <a:lnTo>
                  <a:pt x="217946" y="167831"/>
                </a:lnTo>
                <a:lnTo>
                  <a:pt x="108945" y="167831"/>
                </a:lnTo>
                <a:cubicBezTo>
                  <a:pt x="108795" y="162952"/>
                  <a:pt x="109583" y="158259"/>
                  <a:pt x="111308" y="153753"/>
                </a:cubicBezTo>
                <a:cubicBezTo>
                  <a:pt x="114082" y="146321"/>
                  <a:pt x="118526" y="139003"/>
                  <a:pt x="124637" y="131796"/>
                </a:cubicBezTo>
                <a:cubicBezTo>
                  <a:pt x="130749" y="124588"/>
                  <a:pt x="139579" y="116256"/>
                  <a:pt x="151128" y="106800"/>
                </a:cubicBezTo>
                <a:cubicBezTo>
                  <a:pt x="169051" y="92090"/>
                  <a:pt x="181162" y="80454"/>
                  <a:pt x="187462" y="71893"/>
                </a:cubicBezTo>
                <a:cubicBezTo>
                  <a:pt x="193761" y="63333"/>
                  <a:pt x="196910" y="55238"/>
                  <a:pt x="196910" y="47610"/>
                </a:cubicBezTo>
                <a:cubicBezTo>
                  <a:pt x="196910" y="39610"/>
                  <a:pt x="194042" y="32862"/>
                  <a:pt x="188305" y="27366"/>
                </a:cubicBezTo>
                <a:cubicBezTo>
                  <a:pt x="182568" y="21871"/>
                  <a:pt x="175088" y="19123"/>
                  <a:pt x="165864" y="19123"/>
                </a:cubicBezTo>
                <a:cubicBezTo>
                  <a:pt x="156115" y="19123"/>
                  <a:pt x="148316" y="22048"/>
                  <a:pt x="142467" y="27897"/>
                </a:cubicBezTo>
                <a:cubicBezTo>
                  <a:pt x="136617" y="33746"/>
                  <a:pt x="133655" y="41845"/>
                  <a:pt x="133580" y="52194"/>
                </a:cubicBezTo>
                <a:lnTo>
                  <a:pt x="112770" y="49944"/>
                </a:lnTo>
                <a:cubicBezTo>
                  <a:pt x="114195" y="34421"/>
                  <a:pt x="119557" y="22591"/>
                  <a:pt x="128856" y="14455"/>
                </a:cubicBezTo>
                <a:cubicBezTo>
                  <a:pt x="138155" y="6318"/>
                  <a:pt x="150641" y="2250"/>
                  <a:pt x="166314" y="2250"/>
                </a:cubicBezTo>
                <a:cubicBezTo>
                  <a:pt x="182137" y="2250"/>
                  <a:pt x="194661" y="6636"/>
                  <a:pt x="203885" y="15407"/>
                </a:cubicBezTo>
                <a:cubicBezTo>
                  <a:pt x="213109" y="24179"/>
                  <a:pt x="217721" y="35050"/>
                  <a:pt x="217721" y="48022"/>
                </a:cubicBezTo>
                <a:cubicBezTo>
                  <a:pt x="217721" y="54618"/>
                  <a:pt x="216371" y="61104"/>
                  <a:pt x="213671" y="67478"/>
                </a:cubicBezTo>
                <a:cubicBezTo>
                  <a:pt x="210971" y="73850"/>
                  <a:pt x="206491" y="80560"/>
                  <a:pt x="200229" y="87606"/>
                </a:cubicBezTo>
                <a:cubicBezTo>
                  <a:pt x="193967" y="94653"/>
                  <a:pt x="183562" y="104316"/>
                  <a:pt x="169014" y="116593"/>
                </a:cubicBezTo>
                <a:cubicBezTo>
                  <a:pt x="156865" y="126773"/>
                  <a:pt x="149066" y="133679"/>
                  <a:pt x="145616" y="137312"/>
                </a:cubicBezTo>
                <a:cubicBezTo>
                  <a:pt x="142167" y="140942"/>
                  <a:pt x="139317" y="144591"/>
                  <a:pt x="137067" y="148258"/>
                </a:cubicBezTo>
                <a:lnTo>
                  <a:pt x="217946" y="148258"/>
                </a:ln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1" y="144659"/>
                </a:lnTo>
                <a:lnTo>
                  <a:pt x="274041" y="167831"/>
                </a:lnTo>
                <a:lnTo>
                  <a:pt x="250982" y="167831"/>
                </a:lnTo>
                <a:close/>
                <a:moveTo>
                  <a:pt x="379700" y="167831"/>
                </a:moveTo>
                <a:lnTo>
                  <a:pt x="359453" y="167831"/>
                </a:lnTo>
                <a:lnTo>
                  <a:pt x="359453" y="38808"/>
                </a:lnTo>
                <a:cubicBezTo>
                  <a:pt x="354578" y="43458"/>
                  <a:pt x="348185" y="48107"/>
                  <a:pt x="340274" y="52757"/>
                </a:cubicBezTo>
                <a:cubicBezTo>
                  <a:pt x="332362" y="57406"/>
                  <a:pt x="325257" y="60893"/>
                  <a:pt x="318957" y="63218"/>
                </a:cubicBezTo>
                <a:lnTo>
                  <a:pt x="318957" y="43645"/>
                </a:lnTo>
                <a:cubicBezTo>
                  <a:pt x="330281" y="38321"/>
                  <a:pt x="340180" y="31871"/>
                  <a:pt x="348654" y="24297"/>
                </a:cubicBezTo>
                <a:cubicBezTo>
                  <a:pt x="357128" y="16723"/>
                  <a:pt x="363127" y="9374"/>
                  <a:pt x="366652" y="2250"/>
                </a:cubicBezTo>
                <a:lnTo>
                  <a:pt x="379700" y="2250"/>
                </a:lnTo>
                <a:lnTo>
                  <a:pt x="379700" y="167831"/>
                </a:ln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89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2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FEE4E-B784-4F0F-BF2D-799984F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96" y="1213044"/>
            <a:ext cx="1083789" cy="345221"/>
          </a:xfrm>
          <a:custGeom xmlns:a="http://schemas.openxmlformats.org/drawingml/2006/main">
            <a:pathLst>
              <a:path w="1083789" h="345221">
                <a:moveTo>
                  <a:pt x="0" y="345221"/>
                </a:moveTo>
                <a:lnTo>
                  <a:pt x="0" y="0"/>
                </a:ln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F2E85-947B-496F-93AB-8A97F1A5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95" y="1213045"/>
            <a:ext cx="1083789" cy="345221"/>
          </a:xfrm>
          <a:custGeom xmlns:a="http://schemas.openxmlformats.org/drawingml/2006/main">
            <a:pathLst>
              <a:path w="1083789" h="345221" fill="none">
                <a:moveTo>
                  <a:pt x="0" y="0"/>
                </a:move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31" name="Text D@3.8.2">
            <a:extLst xmlns:a="http://schemas.openxmlformats.org/drawingml/2006/main">
              <a:ext uri="{FF2B5EF4-FFF2-40B4-BE49-F238E27FC236}">
                <a16:creationId xmlns:a16="http://schemas.microsoft.com/office/drawing/2014/main" id="{A7CB4EC2-3A77-4578-A348-405FE51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670" y="1301074"/>
            <a:ext cx="882164" cy="216651"/>
          </a:xfrm>
          <a:custGeom xmlns:a="http://schemas.openxmlformats.org/drawingml/2006/main">
            <a:pathLst>
              <a:path w="882164" h="216651">
                <a:moveTo>
                  <a:pt x="0" y="168056"/>
                </a:moveTo>
                <a:lnTo>
                  <a:pt x="0" y="3150"/>
                </a:lnTo>
                <a:lnTo>
                  <a:pt x="56806" y="3150"/>
                </a:lnTo>
                <a:cubicBezTo>
                  <a:pt x="69630" y="3150"/>
                  <a:pt x="79416" y="3937"/>
                  <a:pt x="86165" y="5512"/>
                </a:cubicBezTo>
                <a:cubicBezTo>
                  <a:pt x="95614" y="7687"/>
                  <a:pt x="103676" y="11624"/>
                  <a:pt x="110350" y="17323"/>
                </a:cubicBezTo>
                <a:cubicBezTo>
                  <a:pt x="119049" y="24672"/>
                  <a:pt x="125555" y="34065"/>
                  <a:pt x="129867" y="45501"/>
                </a:cubicBezTo>
                <a:cubicBezTo>
                  <a:pt x="134179" y="56937"/>
                  <a:pt x="136335" y="70005"/>
                  <a:pt x="136335" y="84703"/>
                </a:cubicBezTo>
                <a:cubicBezTo>
                  <a:pt x="136335" y="97227"/>
                  <a:pt x="134872" y="108325"/>
                  <a:pt x="131948" y="117999"/>
                </a:cubicBezTo>
                <a:cubicBezTo>
                  <a:pt x="129023" y="127673"/>
                  <a:pt x="125273" y="135678"/>
                  <a:pt x="120699" y="142015"/>
                </a:cubicBezTo>
                <a:cubicBezTo>
                  <a:pt x="116124" y="148352"/>
                  <a:pt x="111119" y="153339"/>
                  <a:pt x="105682" y="156976"/>
                </a:cubicBezTo>
                <a:cubicBezTo>
                  <a:pt x="100245" y="160613"/>
                  <a:pt x="93683" y="163369"/>
                  <a:pt x="85997" y="165244"/>
                </a:cubicBezTo>
                <a:cubicBezTo>
                  <a:pt x="78310" y="167119"/>
                  <a:pt x="69480" y="168056"/>
                  <a:pt x="59506" y="168056"/>
                </a:cubicBezTo>
                <a:lnTo>
                  <a:pt x="0" y="168056"/>
                </a:lnTo>
                <a:moveTo>
                  <a:pt x="21823" y="148483"/>
                </a:moveTo>
                <a:lnTo>
                  <a:pt x="57031" y="148483"/>
                </a:lnTo>
                <a:cubicBezTo>
                  <a:pt x="67905" y="148483"/>
                  <a:pt x="76435" y="147473"/>
                  <a:pt x="82622" y="145453"/>
                </a:cubicBezTo>
                <a:cubicBezTo>
                  <a:pt x="88809" y="143431"/>
                  <a:pt x="93739" y="140586"/>
                  <a:pt x="97414" y="136918"/>
                </a:cubicBezTo>
                <a:cubicBezTo>
                  <a:pt x="102588" y="131753"/>
                  <a:pt x="106619" y="124811"/>
                  <a:pt x="109506" y="116090"/>
                </a:cubicBezTo>
                <a:cubicBezTo>
                  <a:pt x="112394" y="107368"/>
                  <a:pt x="113837" y="96794"/>
                  <a:pt x="113837" y="84369"/>
                </a:cubicBezTo>
                <a:cubicBezTo>
                  <a:pt x="113837" y="67151"/>
                  <a:pt x="111006" y="53920"/>
                  <a:pt x="105344" y="44675"/>
                </a:cubicBezTo>
                <a:cubicBezTo>
                  <a:pt x="99682" y="35430"/>
                  <a:pt x="92802" y="29235"/>
                  <a:pt x="84703" y="26090"/>
                </a:cubicBezTo>
                <a:cubicBezTo>
                  <a:pt x="78854" y="23845"/>
                  <a:pt x="69442" y="22722"/>
                  <a:pt x="56469" y="22722"/>
                </a:cubicBezTo>
                <a:lnTo>
                  <a:pt x="21823" y="22722"/>
                </a:lnTo>
                <a:lnTo>
                  <a:pt x="21823" y="148483"/>
                </a:lnTo>
                <a:close/>
                <a:moveTo>
                  <a:pt x="279155" y="149780"/>
                </a:moveTo>
                <a:cubicBezTo>
                  <a:pt x="274280" y="155421"/>
                  <a:pt x="268825" y="159952"/>
                  <a:pt x="262788" y="163374"/>
                </a:cubicBezTo>
                <a:cubicBezTo>
                  <a:pt x="256751" y="166795"/>
                  <a:pt x="250695" y="168506"/>
                  <a:pt x="244621" y="168506"/>
                </a:cubicBezTo>
                <a:cubicBezTo>
                  <a:pt x="237947" y="168506"/>
                  <a:pt x="231460" y="166551"/>
                  <a:pt x="225161" y="162643"/>
                </a:cubicBezTo>
                <a:cubicBezTo>
                  <a:pt x="218861" y="158731"/>
                  <a:pt x="213743" y="152716"/>
                  <a:pt x="209806" y="144595"/>
                </a:cubicBezTo>
                <a:cubicBezTo>
                  <a:pt x="205869" y="136473"/>
                  <a:pt x="203901" y="127561"/>
                  <a:pt x="203901" y="117859"/>
                </a:cubicBezTo>
                <a:cubicBezTo>
                  <a:pt x="203901" y="105902"/>
                  <a:pt x="206957" y="93927"/>
                  <a:pt x="213068" y="81933"/>
                </a:cubicBezTo>
                <a:cubicBezTo>
                  <a:pt x="219180" y="69939"/>
                  <a:pt x="226773" y="60934"/>
                  <a:pt x="235847" y="54918"/>
                </a:cubicBezTo>
                <a:cubicBezTo>
                  <a:pt x="244921" y="48903"/>
                  <a:pt x="253733" y="45895"/>
                  <a:pt x="262282" y="45895"/>
                </a:cubicBezTo>
                <a:cubicBezTo>
                  <a:pt x="268806" y="45895"/>
                  <a:pt x="275030" y="47606"/>
                  <a:pt x="280954" y="51027"/>
                </a:cubicBezTo>
                <a:cubicBezTo>
                  <a:pt x="286879" y="54449"/>
                  <a:pt x="291978" y="59656"/>
                  <a:pt x="296253" y="66649"/>
                </a:cubicBezTo>
                <a:lnTo>
                  <a:pt x="300077" y="49269"/>
                </a:lnTo>
                <a:lnTo>
                  <a:pt x="320213" y="49269"/>
                </a:lnTo>
                <a:lnTo>
                  <a:pt x="304014" y="125086"/>
                </a:lnTo>
                <a:cubicBezTo>
                  <a:pt x="301765" y="135632"/>
                  <a:pt x="300640" y="141470"/>
                  <a:pt x="300640" y="142602"/>
                </a:cubicBezTo>
                <a:cubicBezTo>
                  <a:pt x="300640" y="144634"/>
                  <a:pt x="301408" y="146385"/>
                  <a:pt x="302946" y="147854"/>
                </a:cubicBezTo>
                <a:cubicBezTo>
                  <a:pt x="304483" y="149323"/>
                  <a:pt x="306339" y="150058"/>
                  <a:pt x="308514" y="150058"/>
                </a:cubicBezTo>
                <a:cubicBezTo>
                  <a:pt x="312488" y="150058"/>
                  <a:pt x="317700" y="147763"/>
                  <a:pt x="324150" y="143172"/>
                </a:cubicBezTo>
                <a:cubicBezTo>
                  <a:pt x="332699" y="137154"/>
                  <a:pt x="339467" y="129085"/>
                  <a:pt x="344454" y="118966"/>
                </a:cubicBezTo>
                <a:cubicBezTo>
                  <a:pt x="349440" y="108844"/>
                  <a:pt x="351934" y="98403"/>
                  <a:pt x="351934" y="87642"/>
                </a:cubicBezTo>
                <a:cubicBezTo>
                  <a:pt x="351934" y="75076"/>
                  <a:pt x="348728" y="63339"/>
                  <a:pt x="342316" y="52430"/>
                </a:cubicBezTo>
                <a:cubicBezTo>
                  <a:pt x="335905" y="41518"/>
                  <a:pt x="326343" y="32790"/>
                  <a:pt x="313632" y="26245"/>
                </a:cubicBezTo>
                <a:cubicBezTo>
                  <a:pt x="300921" y="19697"/>
                  <a:pt x="286879" y="16423"/>
                  <a:pt x="271506" y="16423"/>
                </a:cubicBezTo>
                <a:cubicBezTo>
                  <a:pt x="253958" y="16423"/>
                  <a:pt x="237928" y="20535"/>
                  <a:pt x="223417" y="28758"/>
                </a:cubicBezTo>
                <a:cubicBezTo>
                  <a:pt x="208906" y="36979"/>
                  <a:pt x="197658" y="48767"/>
                  <a:pt x="189671" y="64121"/>
                </a:cubicBezTo>
                <a:cubicBezTo>
                  <a:pt x="181684" y="79476"/>
                  <a:pt x="177691" y="95938"/>
                  <a:pt x="177691" y="113507"/>
                </a:cubicBezTo>
                <a:cubicBezTo>
                  <a:pt x="177691" y="131901"/>
                  <a:pt x="181684" y="147743"/>
                  <a:pt x="189671" y="161033"/>
                </a:cubicBezTo>
                <a:cubicBezTo>
                  <a:pt x="197658" y="174322"/>
                  <a:pt x="209206" y="184139"/>
                  <a:pt x="224317" y="190483"/>
                </a:cubicBezTo>
                <a:cubicBezTo>
                  <a:pt x="239428" y="196829"/>
                  <a:pt x="256170" y="200002"/>
                  <a:pt x="274543" y="200002"/>
                </a:cubicBezTo>
                <a:cubicBezTo>
                  <a:pt x="294190" y="200002"/>
                  <a:pt x="310651" y="196703"/>
                  <a:pt x="323925" y="190104"/>
                </a:cubicBezTo>
                <a:cubicBezTo>
                  <a:pt x="337198" y="183504"/>
                  <a:pt x="347135" y="175480"/>
                  <a:pt x="353734" y="166031"/>
                </a:cubicBezTo>
                <a:lnTo>
                  <a:pt x="374094" y="166031"/>
                </a:lnTo>
                <a:cubicBezTo>
                  <a:pt x="370269" y="173905"/>
                  <a:pt x="363708" y="181929"/>
                  <a:pt x="354409" y="190104"/>
                </a:cubicBezTo>
                <a:cubicBezTo>
                  <a:pt x="345110" y="198278"/>
                  <a:pt x="334048" y="204746"/>
                  <a:pt x="321225" y="209508"/>
                </a:cubicBezTo>
                <a:cubicBezTo>
                  <a:pt x="308401" y="214270"/>
                  <a:pt x="292953" y="216651"/>
                  <a:pt x="274880" y="216651"/>
                </a:cubicBezTo>
                <a:cubicBezTo>
                  <a:pt x="258232" y="216651"/>
                  <a:pt x="242878" y="214511"/>
                  <a:pt x="228817" y="210232"/>
                </a:cubicBezTo>
                <a:cubicBezTo>
                  <a:pt x="214756" y="205953"/>
                  <a:pt x="202776" y="199515"/>
                  <a:pt x="192877" y="190919"/>
                </a:cubicBezTo>
                <a:cubicBezTo>
                  <a:pt x="182978" y="182325"/>
                  <a:pt x="175516" y="172436"/>
                  <a:pt x="170492" y="161251"/>
                </a:cubicBezTo>
                <a:cubicBezTo>
                  <a:pt x="164193" y="147061"/>
                  <a:pt x="161043" y="131746"/>
                  <a:pt x="161043" y="115307"/>
                </a:cubicBezTo>
                <a:cubicBezTo>
                  <a:pt x="161043" y="96990"/>
                  <a:pt x="164793" y="79537"/>
                  <a:pt x="172292" y="62947"/>
                </a:cubicBezTo>
                <a:cubicBezTo>
                  <a:pt x="181441" y="42603"/>
                  <a:pt x="194433" y="27026"/>
                  <a:pt x="211269" y="16216"/>
                </a:cubicBezTo>
                <a:cubicBezTo>
                  <a:pt x="228104" y="5405"/>
                  <a:pt x="248521" y="0"/>
                  <a:pt x="272518" y="0"/>
                </a:cubicBezTo>
                <a:cubicBezTo>
                  <a:pt x="291116" y="0"/>
                  <a:pt x="307820" y="3819"/>
                  <a:pt x="322631" y="11456"/>
                </a:cubicBezTo>
                <a:cubicBezTo>
                  <a:pt x="337442" y="19094"/>
                  <a:pt x="349122" y="30474"/>
                  <a:pt x="357671" y="45596"/>
                </a:cubicBezTo>
                <a:cubicBezTo>
                  <a:pt x="364945" y="58614"/>
                  <a:pt x="368582" y="72759"/>
                  <a:pt x="368582" y="88032"/>
                </a:cubicBezTo>
                <a:cubicBezTo>
                  <a:pt x="368582" y="109852"/>
                  <a:pt x="360933" y="129227"/>
                  <a:pt x="345635" y="146156"/>
                </a:cubicBezTo>
                <a:cubicBezTo>
                  <a:pt x="331986" y="161356"/>
                  <a:pt x="317063" y="168956"/>
                  <a:pt x="300865" y="168956"/>
                </a:cubicBezTo>
                <a:cubicBezTo>
                  <a:pt x="295690" y="168956"/>
                  <a:pt x="291510" y="168152"/>
                  <a:pt x="288322" y="166544"/>
                </a:cubicBezTo>
                <a:cubicBezTo>
                  <a:pt x="285135" y="164937"/>
                  <a:pt x="282792" y="162640"/>
                  <a:pt x="281292" y="159655"/>
                </a:cubicBezTo>
                <a:cubicBezTo>
                  <a:pt x="280317" y="157742"/>
                  <a:pt x="279605" y="154451"/>
                  <a:pt x="279155" y="149780"/>
                </a:cubicBezTo>
                <a:moveTo>
                  <a:pt x="224711" y="119268"/>
                </a:moveTo>
                <a:cubicBezTo>
                  <a:pt x="224711" y="129568"/>
                  <a:pt x="227148" y="137574"/>
                  <a:pt x="232023" y="143288"/>
                </a:cubicBezTo>
                <a:cubicBezTo>
                  <a:pt x="236897" y="149001"/>
                  <a:pt x="242484" y="151858"/>
                  <a:pt x="248783" y="151858"/>
                </a:cubicBezTo>
                <a:cubicBezTo>
                  <a:pt x="252983" y="151858"/>
                  <a:pt x="257407" y="150599"/>
                  <a:pt x="262057" y="148082"/>
                </a:cubicBezTo>
                <a:cubicBezTo>
                  <a:pt x="266706" y="145563"/>
                  <a:pt x="271149" y="141823"/>
                  <a:pt x="275386" y="136862"/>
                </a:cubicBezTo>
                <a:cubicBezTo>
                  <a:pt x="279623" y="131898"/>
                  <a:pt x="283092" y="125601"/>
                  <a:pt x="285791" y="117971"/>
                </a:cubicBezTo>
                <a:cubicBezTo>
                  <a:pt x="288491" y="110338"/>
                  <a:pt x="289841" y="102688"/>
                  <a:pt x="289841" y="95020"/>
                </a:cubicBezTo>
                <a:cubicBezTo>
                  <a:pt x="289841" y="84795"/>
                  <a:pt x="287310" y="76864"/>
                  <a:pt x="282248" y="71226"/>
                </a:cubicBezTo>
                <a:cubicBezTo>
                  <a:pt x="277186" y="65587"/>
                  <a:pt x="271018" y="62768"/>
                  <a:pt x="263744" y="62768"/>
                </a:cubicBezTo>
                <a:cubicBezTo>
                  <a:pt x="258944" y="62768"/>
                  <a:pt x="254426" y="63990"/>
                  <a:pt x="250189" y="66434"/>
                </a:cubicBezTo>
                <a:cubicBezTo>
                  <a:pt x="245952" y="68876"/>
                  <a:pt x="241846" y="72804"/>
                  <a:pt x="237872" y="78217"/>
                </a:cubicBezTo>
                <a:cubicBezTo>
                  <a:pt x="233897" y="83631"/>
                  <a:pt x="230710" y="90210"/>
                  <a:pt x="228310" y="97955"/>
                </a:cubicBezTo>
                <a:cubicBezTo>
                  <a:pt x="225911" y="105698"/>
                  <a:pt x="224711" y="112802"/>
                  <a:pt x="224711" y="119268"/>
                </a:cubicBezTo>
                <a:close/>
                <a:moveTo>
                  <a:pt x="392060" y="124186"/>
                </a:moveTo>
                <a:lnTo>
                  <a:pt x="412308" y="121486"/>
                </a:lnTo>
                <a:cubicBezTo>
                  <a:pt x="414633" y="132960"/>
                  <a:pt x="418589" y="141228"/>
                  <a:pt x="424175" y="146290"/>
                </a:cubicBezTo>
                <a:cubicBezTo>
                  <a:pt x="429762" y="151352"/>
                  <a:pt x="436568" y="153883"/>
                  <a:pt x="444592" y="153883"/>
                </a:cubicBezTo>
                <a:cubicBezTo>
                  <a:pt x="454116" y="153883"/>
                  <a:pt x="462159" y="150589"/>
                  <a:pt x="468720" y="144001"/>
                </a:cubicBezTo>
                <a:cubicBezTo>
                  <a:pt x="475282" y="137414"/>
                  <a:pt x="478563" y="129254"/>
                  <a:pt x="478563" y="119521"/>
                </a:cubicBezTo>
                <a:cubicBezTo>
                  <a:pt x="478563" y="110239"/>
                  <a:pt x="475526" y="102584"/>
                  <a:pt x="469452" y="96556"/>
                </a:cubicBezTo>
                <a:cubicBezTo>
                  <a:pt x="463377" y="90529"/>
                  <a:pt x="455653" y="87515"/>
                  <a:pt x="446279" y="87515"/>
                </a:cubicBezTo>
                <a:cubicBezTo>
                  <a:pt x="442455" y="87515"/>
                  <a:pt x="437693" y="88265"/>
                  <a:pt x="431993" y="89765"/>
                </a:cubicBezTo>
                <a:lnTo>
                  <a:pt x="434243" y="71992"/>
                </a:lnTo>
                <a:cubicBezTo>
                  <a:pt x="435593" y="72142"/>
                  <a:pt x="436680" y="72217"/>
                  <a:pt x="437505" y="72217"/>
                </a:cubicBezTo>
                <a:cubicBezTo>
                  <a:pt x="446129" y="72217"/>
                  <a:pt x="453891" y="69976"/>
                  <a:pt x="460790" y="65496"/>
                </a:cubicBezTo>
                <a:cubicBezTo>
                  <a:pt x="467689" y="61015"/>
                  <a:pt x="471139" y="54108"/>
                  <a:pt x="471139" y="44773"/>
                </a:cubicBezTo>
                <a:cubicBezTo>
                  <a:pt x="471139" y="37380"/>
                  <a:pt x="468627" y="31256"/>
                  <a:pt x="463602" y="26403"/>
                </a:cubicBezTo>
                <a:cubicBezTo>
                  <a:pt x="458578" y="21550"/>
                  <a:pt x="452091" y="19123"/>
                  <a:pt x="444142" y="19123"/>
                </a:cubicBezTo>
                <a:cubicBezTo>
                  <a:pt x="436268" y="19123"/>
                  <a:pt x="429706" y="21598"/>
                  <a:pt x="424457" y="26547"/>
                </a:cubicBezTo>
                <a:cubicBezTo>
                  <a:pt x="419207" y="31496"/>
                  <a:pt x="415833" y="38921"/>
                  <a:pt x="414333" y="48819"/>
                </a:cubicBezTo>
                <a:lnTo>
                  <a:pt x="394085" y="45220"/>
                </a:lnTo>
                <a:cubicBezTo>
                  <a:pt x="396560" y="31646"/>
                  <a:pt x="402184" y="21129"/>
                  <a:pt x="410958" y="13667"/>
                </a:cubicBezTo>
                <a:cubicBezTo>
                  <a:pt x="419732" y="6206"/>
                  <a:pt x="430643" y="2475"/>
                  <a:pt x="443692" y="2475"/>
                </a:cubicBezTo>
                <a:cubicBezTo>
                  <a:pt x="452691" y="2475"/>
                  <a:pt x="460978" y="4400"/>
                  <a:pt x="468552" y="8250"/>
                </a:cubicBezTo>
                <a:cubicBezTo>
                  <a:pt x="476126" y="12101"/>
                  <a:pt x="481919" y="17354"/>
                  <a:pt x="485931" y="24009"/>
                </a:cubicBezTo>
                <a:cubicBezTo>
                  <a:pt x="489943" y="30662"/>
                  <a:pt x="491949" y="37728"/>
                  <a:pt x="491949" y="45206"/>
                </a:cubicBezTo>
                <a:cubicBezTo>
                  <a:pt x="491949" y="52309"/>
                  <a:pt x="490037" y="58777"/>
                  <a:pt x="486212" y="64610"/>
                </a:cubicBezTo>
                <a:cubicBezTo>
                  <a:pt x="482388" y="70440"/>
                  <a:pt x="476726" y="75076"/>
                  <a:pt x="469227" y="78516"/>
                </a:cubicBezTo>
                <a:cubicBezTo>
                  <a:pt x="478976" y="80766"/>
                  <a:pt x="486550" y="85434"/>
                  <a:pt x="491949" y="92521"/>
                </a:cubicBezTo>
                <a:cubicBezTo>
                  <a:pt x="497348" y="99607"/>
                  <a:pt x="500048" y="108475"/>
                  <a:pt x="500048" y="119124"/>
                </a:cubicBezTo>
                <a:cubicBezTo>
                  <a:pt x="500048" y="133522"/>
                  <a:pt x="494799" y="145727"/>
                  <a:pt x="484300" y="155739"/>
                </a:cubicBezTo>
                <a:cubicBezTo>
                  <a:pt x="473801" y="165750"/>
                  <a:pt x="460528" y="170756"/>
                  <a:pt x="444479" y="170756"/>
                </a:cubicBezTo>
                <a:cubicBezTo>
                  <a:pt x="430006" y="170756"/>
                  <a:pt x="417989" y="166433"/>
                  <a:pt x="408427" y="157788"/>
                </a:cubicBezTo>
                <a:cubicBezTo>
                  <a:pt x="398866" y="149143"/>
                  <a:pt x="393410" y="137942"/>
                  <a:pt x="392060" y="124186"/>
                </a:cubicBezTo>
                <a:close/>
                <a:moveTo>
                  <a:pt x="531397" y="168056"/>
                </a:moveTo>
                <a:lnTo>
                  <a:pt x="531397" y="144884"/>
                </a:lnTo>
                <a:lnTo>
                  <a:pt x="554457" y="144884"/>
                </a:lnTo>
                <a:lnTo>
                  <a:pt x="554457" y="168056"/>
                </a:lnTo>
                <a:lnTo>
                  <a:pt x="531397" y="168056"/>
                </a:lnTo>
                <a:close/>
                <a:moveTo>
                  <a:pt x="615009" y="78456"/>
                </a:moveTo>
                <a:cubicBezTo>
                  <a:pt x="606609" y="75389"/>
                  <a:pt x="600385" y="71012"/>
                  <a:pt x="596336" y="65327"/>
                </a:cubicBezTo>
                <a:cubicBezTo>
                  <a:pt x="592286" y="59639"/>
                  <a:pt x="590261" y="52830"/>
                  <a:pt x="590261" y="44900"/>
                </a:cubicBezTo>
                <a:cubicBezTo>
                  <a:pt x="590261" y="32927"/>
                  <a:pt x="594573" y="22863"/>
                  <a:pt x="603197" y="14708"/>
                </a:cubicBezTo>
                <a:cubicBezTo>
                  <a:pt x="611821" y="6552"/>
                  <a:pt x="623295" y="2475"/>
                  <a:pt x="637618" y="2475"/>
                </a:cubicBezTo>
                <a:cubicBezTo>
                  <a:pt x="652017" y="2475"/>
                  <a:pt x="663603" y="6646"/>
                  <a:pt x="672377" y="14989"/>
                </a:cubicBezTo>
                <a:cubicBezTo>
                  <a:pt x="681151" y="23332"/>
                  <a:pt x="685538" y="33488"/>
                  <a:pt x="685538" y="45459"/>
                </a:cubicBezTo>
                <a:cubicBezTo>
                  <a:pt x="685538" y="53092"/>
                  <a:pt x="683532" y="59733"/>
                  <a:pt x="679520" y="65383"/>
                </a:cubicBezTo>
                <a:cubicBezTo>
                  <a:pt x="675508" y="71031"/>
                  <a:pt x="669415" y="75389"/>
                  <a:pt x="661241" y="78456"/>
                </a:cubicBezTo>
                <a:cubicBezTo>
                  <a:pt x="671365" y="81758"/>
                  <a:pt x="679070" y="87086"/>
                  <a:pt x="684357" y="94440"/>
                </a:cubicBezTo>
                <a:cubicBezTo>
                  <a:pt x="689644" y="101794"/>
                  <a:pt x="692287" y="110574"/>
                  <a:pt x="692287" y="120780"/>
                </a:cubicBezTo>
                <a:cubicBezTo>
                  <a:pt x="692287" y="134887"/>
                  <a:pt x="687300" y="146744"/>
                  <a:pt x="677327" y="156350"/>
                </a:cubicBezTo>
                <a:cubicBezTo>
                  <a:pt x="667353" y="165954"/>
                  <a:pt x="654229" y="170756"/>
                  <a:pt x="637956" y="170756"/>
                </a:cubicBezTo>
                <a:cubicBezTo>
                  <a:pt x="621683" y="170756"/>
                  <a:pt x="608559" y="165935"/>
                  <a:pt x="598585" y="156294"/>
                </a:cubicBezTo>
                <a:cubicBezTo>
                  <a:pt x="588612" y="146651"/>
                  <a:pt x="583625" y="134625"/>
                  <a:pt x="583625" y="120217"/>
                </a:cubicBezTo>
                <a:cubicBezTo>
                  <a:pt x="583625" y="109486"/>
                  <a:pt x="586343" y="100500"/>
                  <a:pt x="591780" y="93259"/>
                </a:cubicBezTo>
                <a:cubicBezTo>
                  <a:pt x="597217" y="86018"/>
                  <a:pt x="604960" y="81083"/>
                  <a:pt x="615009" y="78456"/>
                </a:cubicBezTo>
                <a:moveTo>
                  <a:pt x="610959" y="44211"/>
                </a:moveTo>
                <a:cubicBezTo>
                  <a:pt x="610959" y="51975"/>
                  <a:pt x="613471" y="58321"/>
                  <a:pt x="618496" y="63249"/>
                </a:cubicBezTo>
                <a:cubicBezTo>
                  <a:pt x="623520" y="68178"/>
                  <a:pt x="630044" y="70642"/>
                  <a:pt x="638068" y="70642"/>
                </a:cubicBezTo>
                <a:cubicBezTo>
                  <a:pt x="645868" y="70642"/>
                  <a:pt x="652261" y="68197"/>
                  <a:pt x="657248" y="63306"/>
                </a:cubicBezTo>
                <a:cubicBezTo>
                  <a:pt x="662234" y="58415"/>
                  <a:pt x="664728" y="52423"/>
                  <a:pt x="664728" y="45329"/>
                </a:cubicBezTo>
                <a:cubicBezTo>
                  <a:pt x="664728" y="37938"/>
                  <a:pt x="662159" y="31723"/>
                  <a:pt x="657023" y="26684"/>
                </a:cubicBezTo>
                <a:cubicBezTo>
                  <a:pt x="651886" y="21643"/>
                  <a:pt x="645493" y="19123"/>
                  <a:pt x="637843" y="19123"/>
                </a:cubicBezTo>
                <a:cubicBezTo>
                  <a:pt x="630119" y="19123"/>
                  <a:pt x="623708" y="21587"/>
                  <a:pt x="618608" y="26515"/>
                </a:cubicBezTo>
                <a:cubicBezTo>
                  <a:pt x="613509" y="31444"/>
                  <a:pt x="610959" y="37342"/>
                  <a:pt x="610959" y="44211"/>
                </a:cubicBezTo>
                <a:moveTo>
                  <a:pt x="604435" y="120361"/>
                </a:moveTo>
                <a:cubicBezTo>
                  <a:pt x="604435" y="126136"/>
                  <a:pt x="605803" y="131723"/>
                  <a:pt x="608541" y="137122"/>
                </a:cubicBezTo>
                <a:cubicBezTo>
                  <a:pt x="611278" y="142521"/>
                  <a:pt x="615346" y="146702"/>
                  <a:pt x="620745" y="149664"/>
                </a:cubicBezTo>
                <a:cubicBezTo>
                  <a:pt x="626145" y="152627"/>
                  <a:pt x="631957" y="154108"/>
                  <a:pt x="638181" y="154108"/>
                </a:cubicBezTo>
                <a:cubicBezTo>
                  <a:pt x="647855" y="154108"/>
                  <a:pt x="655841" y="150995"/>
                  <a:pt x="662141" y="144771"/>
                </a:cubicBezTo>
                <a:cubicBezTo>
                  <a:pt x="668440" y="138547"/>
                  <a:pt x="671590" y="130635"/>
                  <a:pt x="671590" y="121036"/>
                </a:cubicBezTo>
                <a:cubicBezTo>
                  <a:pt x="671590" y="111287"/>
                  <a:pt x="668346" y="103226"/>
                  <a:pt x="661860" y="96852"/>
                </a:cubicBezTo>
                <a:cubicBezTo>
                  <a:pt x="655373" y="90477"/>
                  <a:pt x="647255" y="87290"/>
                  <a:pt x="637506" y="87290"/>
                </a:cubicBezTo>
                <a:cubicBezTo>
                  <a:pt x="627982" y="87290"/>
                  <a:pt x="620089" y="90440"/>
                  <a:pt x="613827" y="96739"/>
                </a:cubicBezTo>
                <a:cubicBezTo>
                  <a:pt x="607566" y="103038"/>
                  <a:pt x="604435" y="110912"/>
                  <a:pt x="604435" y="120361"/>
                </a:cubicBezTo>
                <a:close/>
                <a:moveTo>
                  <a:pt x="723299" y="168056"/>
                </a:moveTo>
                <a:lnTo>
                  <a:pt x="723299" y="144884"/>
                </a:lnTo>
                <a:lnTo>
                  <a:pt x="746358" y="144884"/>
                </a:lnTo>
                <a:lnTo>
                  <a:pt x="746358" y="168056"/>
                </a:lnTo>
                <a:lnTo>
                  <a:pt x="723299" y="168056"/>
                </a:lnTo>
                <a:close/>
                <a:moveTo>
                  <a:pt x="882164" y="148483"/>
                </a:moveTo>
                <a:lnTo>
                  <a:pt x="882164" y="168056"/>
                </a:lnTo>
                <a:lnTo>
                  <a:pt x="773164" y="168056"/>
                </a:lnTo>
                <a:cubicBezTo>
                  <a:pt x="773014" y="163177"/>
                  <a:pt x="773801" y="158484"/>
                  <a:pt x="775526" y="153978"/>
                </a:cubicBezTo>
                <a:cubicBezTo>
                  <a:pt x="778301" y="146546"/>
                  <a:pt x="782744" y="139228"/>
                  <a:pt x="788856" y="132021"/>
                </a:cubicBezTo>
                <a:cubicBezTo>
                  <a:pt x="794968" y="124813"/>
                  <a:pt x="803798" y="116481"/>
                  <a:pt x="815347" y="107025"/>
                </a:cubicBezTo>
                <a:cubicBezTo>
                  <a:pt x="833269" y="92315"/>
                  <a:pt x="845381" y="80679"/>
                  <a:pt x="851680" y="72118"/>
                </a:cubicBezTo>
                <a:cubicBezTo>
                  <a:pt x="857979" y="63558"/>
                  <a:pt x="861129" y="55463"/>
                  <a:pt x="861129" y="47835"/>
                </a:cubicBezTo>
                <a:cubicBezTo>
                  <a:pt x="861129" y="39835"/>
                  <a:pt x="858260" y="33086"/>
                  <a:pt x="852524" y="27591"/>
                </a:cubicBezTo>
                <a:cubicBezTo>
                  <a:pt x="846787" y="22096"/>
                  <a:pt x="839306" y="19348"/>
                  <a:pt x="830082" y="19348"/>
                </a:cubicBezTo>
                <a:cubicBezTo>
                  <a:pt x="820333" y="19348"/>
                  <a:pt x="812534" y="22272"/>
                  <a:pt x="806685" y="28122"/>
                </a:cubicBezTo>
                <a:cubicBezTo>
                  <a:pt x="800836" y="33971"/>
                  <a:pt x="797873" y="42070"/>
                  <a:pt x="797798" y="52419"/>
                </a:cubicBezTo>
                <a:lnTo>
                  <a:pt x="776988" y="50169"/>
                </a:lnTo>
                <a:cubicBezTo>
                  <a:pt x="778413" y="34646"/>
                  <a:pt x="783775" y="22816"/>
                  <a:pt x="793074" y="14680"/>
                </a:cubicBezTo>
                <a:cubicBezTo>
                  <a:pt x="802373" y="6543"/>
                  <a:pt x="814859" y="2475"/>
                  <a:pt x="830532" y="2475"/>
                </a:cubicBezTo>
                <a:cubicBezTo>
                  <a:pt x="846356" y="2475"/>
                  <a:pt x="858879" y="6861"/>
                  <a:pt x="868103" y="15632"/>
                </a:cubicBezTo>
                <a:cubicBezTo>
                  <a:pt x="877327" y="24404"/>
                  <a:pt x="881939" y="35275"/>
                  <a:pt x="881939" y="48247"/>
                </a:cubicBezTo>
                <a:cubicBezTo>
                  <a:pt x="881939" y="54843"/>
                  <a:pt x="880589" y="61329"/>
                  <a:pt x="877889" y="67703"/>
                </a:cubicBezTo>
                <a:cubicBezTo>
                  <a:pt x="875190" y="74075"/>
                  <a:pt x="870709" y="80785"/>
                  <a:pt x="864447" y="87831"/>
                </a:cubicBezTo>
                <a:cubicBezTo>
                  <a:pt x="858185" y="94878"/>
                  <a:pt x="847780" y="104541"/>
                  <a:pt x="833232" y="116818"/>
                </a:cubicBezTo>
                <a:cubicBezTo>
                  <a:pt x="821083" y="126998"/>
                  <a:pt x="813284" y="133904"/>
                  <a:pt x="809835" y="137537"/>
                </a:cubicBezTo>
                <a:cubicBezTo>
                  <a:pt x="806385" y="141167"/>
                  <a:pt x="803535" y="144816"/>
                  <a:pt x="801286" y="148483"/>
                </a:cubicBezTo>
                <a:lnTo>
                  <a:pt x="882164" y="148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9CA2B-4804-4DAB-B0E9-9A1D31E4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96" y="718738"/>
            <a:ext cx="1083789" cy="345221"/>
          </a:xfrm>
          <a:custGeom xmlns:a="http://schemas.openxmlformats.org/drawingml/2006/main">
            <a:pathLst>
              <a:path w="1083789" h="345221">
                <a:moveTo>
                  <a:pt x="0" y="345221"/>
                </a:moveTo>
                <a:lnTo>
                  <a:pt x="0" y="0"/>
                </a:ln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2F057-0F0C-4F35-AF61-646F02D9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195" y="718738"/>
            <a:ext cx="1083789" cy="345221"/>
          </a:xfrm>
          <a:custGeom xmlns:a="http://schemas.openxmlformats.org/drawingml/2006/main">
            <a:pathLst>
              <a:path w="1083789" h="345221" fill="none">
                <a:moveTo>
                  <a:pt x="0" y="0"/>
                </a:move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34" name="Text C@0.2.3">
            <a:extLst xmlns:a="http://schemas.openxmlformats.org/drawingml/2006/main">
              <a:ext uri="{FF2B5EF4-FFF2-40B4-BE49-F238E27FC236}">
                <a16:creationId xmlns:a16="http://schemas.microsoft.com/office/drawing/2014/main" id="{0A43A83D-8E52-412D-8D18-DC0B980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71" y="806767"/>
            <a:ext cx="890151" cy="216651"/>
          </a:xfrm>
          <a:custGeom xmlns:a="http://schemas.openxmlformats.org/drawingml/2006/main">
            <a:pathLst>
              <a:path w="890151" h="216651">
                <a:moveTo>
                  <a:pt x="123961" y="110125"/>
                </a:moveTo>
                <a:lnTo>
                  <a:pt x="145784" y="115637"/>
                </a:lnTo>
                <a:cubicBezTo>
                  <a:pt x="141209" y="133560"/>
                  <a:pt x="132979" y="147227"/>
                  <a:pt x="121093" y="156639"/>
                </a:cubicBezTo>
                <a:cubicBezTo>
                  <a:pt x="109206" y="166050"/>
                  <a:pt x="94677" y="170756"/>
                  <a:pt x="77504" y="170756"/>
                </a:cubicBezTo>
                <a:cubicBezTo>
                  <a:pt x="59731" y="170756"/>
                  <a:pt x="45276" y="167137"/>
                  <a:pt x="34140" y="159901"/>
                </a:cubicBezTo>
                <a:cubicBezTo>
                  <a:pt x="23004" y="152664"/>
                  <a:pt x="14530" y="142184"/>
                  <a:pt x="8718" y="128460"/>
                </a:cubicBezTo>
                <a:cubicBezTo>
                  <a:pt x="2906" y="114737"/>
                  <a:pt x="0" y="100001"/>
                  <a:pt x="0" y="84253"/>
                </a:cubicBezTo>
                <a:cubicBezTo>
                  <a:pt x="0" y="67080"/>
                  <a:pt x="3281" y="52100"/>
                  <a:pt x="9843" y="39314"/>
                </a:cubicBezTo>
                <a:cubicBezTo>
                  <a:pt x="16404" y="26528"/>
                  <a:pt x="25741" y="16817"/>
                  <a:pt x="37852" y="10180"/>
                </a:cubicBezTo>
                <a:cubicBezTo>
                  <a:pt x="49963" y="3543"/>
                  <a:pt x="63293" y="225"/>
                  <a:pt x="77841" y="225"/>
                </a:cubicBezTo>
                <a:cubicBezTo>
                  <a:pt x="94339" y="225"/>
                  <a:pt x="108213" y="4425"/>
                  <a:pt x="119462" y="12824"/>
                </a:cubicBezTo>
                <a:cubicBezTo>
                  <a:pt x="130710" y="21223"/>
                  <a:pt x="138547" y="33034"/>
                  <a:pt x="142971" y="48257"/>
                </a:cubicBezTo>
                <a:lnTo>
                  <a:pt x="121486" y="53319"/>
                </a:lnTo>
                <a:cubicBezTo>
                  <a:pt x="117662" y="41320"/>
                  <a:pt x="112112" y="32584"/>
                  <a:pt x="104838" y="27109"/>
                </a:cubicBezTo>
                <a:cubicBezTo>
                  <a:pt x="97564" y="21635"/>
                  <a:pt x="88415" y="18898"/>
                  <a:pt x="77391" y="18898"/>
                </a:cubicBezTo>
                <a:cubicBezTo>
                  <a:pt x="64718" y="18898"/>
                  <a:pt x="54125" y="21935"/>
                  <a:pt x="45614" y="28009"/>
                </a:cubicBezTo>
                <a:cubicBezTo>
                  <a:pt x="37102" y="34084"/>
                  <a:pt x="31121" y="42239"/>
                  <a:pt x="27672" y="52475"/>
                </a:cubicBezTo>
                <a:cubicBezTo>
                  <a:pt x="24222" y="62712"/>
                  <a:pt x="22497" y="73267"/>
                  <a:pt x="22497" y="84140"/>
                </a:cubicBezTo>
                <a:cubicBezTo>
                  <a:pt x="22497" y="98164"/>
                  <a:pt x="24541" y="110406"/>
                  <a:pt x="28628" y="120868"/>
                </a:cubicBezTo>
                <a:cubicBezTo>
                  <a:pt x="32715" y="131329"/>
                  <a:pt x="39071" y="139147"/>
                  <a:pt x="47695" y="144321"/>
                </a:cubicBezTo>
                <a:cubicBezTo>
                  <a:pt x="56319" y="149496"/>
                  <a:pt x="65655" y="152083"/>
                  <a:pt x="75704" y="152083"/>
                </a:cubicBezTo>
                <a:cubicBezTo>
                  <a:pt x="87928" y="152083"/>
                  <a:pt x="98276" y="148558"/>
                  <a:pt x="106750" y="141509"/>
                </a:cubicBezTo>
                <a:cubicBezTo>
                  <a:pt x="115224" y="134460"/>
                  <a:pt x="120961" y="123998"/>
                  <a:pt x="123961" y="110125"/>
                </a:cubicBezTo>
                <a:close/>
                <a:moveTo>
                  <a:pt x="285454" y="149780"/>
                </a:moveTo>
                <a:cubicBezTo>
                  <a:pt x="280580" y="155421"/>
                  <a:pt x="275124" y="159952"/>
                  <a:pt x="269087" y="163374"/>
                </a:cubicBezTo>
                <a:cubicBezTo>
                  <a:pt x="263050" y="166795"/>
                  <a:pt x="256995" y="168506"/>
                  <a:pt x="250920" y="168506"/>
                </a:cubicBezTo>
                <a:cubicBezTo>
                  <a:pt x="244246" y="168506"/>
                  <a:pt x="237759" y="166551"/>
                  <a:pt x="231460" y="162643"/>
                </a:cubicBezTo>
                <a:cubicBezTo>
                  <a:pt x="225161" y="158731"/>
                  <a:pt x="220043" y="152716"/>
                  <a:pt x="216106" y="144595"/>
                </a:cubicBezTo>
                <a:cubicBezTo>
                  <a:pt x="212169" y="136473"/>
                  <a:pt x="210200" y="127561"/>
                  <a:pt x="210200" y="117859"/>
                </a:cubicBezTo>
                <a:cubicBezTo>
                  <a:pt x="210200" y="105902"/>
                  <a:pt x="213256" y="93927"/>
                  <a:pt x="219368" y="81933"/>
                </a:cubicBezTo>
                <a:cubicBezTo>
                  <a:pt x="225479" y="69939"/>
                  <a:pt x="233072" y="60934"/>
                  <a:pt x="242146" y="54918"/>
                </a:cubicBezTo>
                <a:cubicBezTo>
                  <a:pt x="251220" y="48903"/>
                  <a:pt x="260032" y="45895"/>
                  <a:pt x="268581" y="45895"/>
                </a:cubicBezTo>
                <a:cubicBezTo>
                  <a:pt x="275105" y="45895"/>
                  <a:pt x="281329" y="47606"/>
                  <a:pt x="287254" y="51027"/>
                </a:cubicBezTo>
                <a:cubicBezTo>
                  <a:pt x="293178" y="54449"/>
                  <a:pt x="298278" y="59656"/>
                  <a:pt x="302552" y="66649"/>
                </a:cubicBezTo>
                <a:lnTo>
                  <a:pt x="306377" y="49269"/>
                </a:lnTo>
                <a:lnTo>
                  <a:pt x="326512" y="49269"/>
                </a:lnTo>
                <a:lnTo>
                  <a:pt x="310314" y="125086"/>
                </a:lnTo>
                <a:cubicBezTo>
                  <a:pt x="308064" y="135632"/>
                  <a:pt x="306939" y="141470"/>
                  <a:pt x="306939" y="142602"/>
                </a:cubicBezTo>
                <a:cubicBezTo>
                  <a:pt x="306939" y="144634"/>
                  <a:pt x="307708" y="146385"/>
                  <a:pt x="309245" y="147854"/>
                </a:cubicBezTo>
                <a:cubicBezTo>
                  <a:pt x="310782" y="149323"/>
                  <a:pt x="312638" y="150058"/>
                  <a:pt x="314813" y="150058"/>
                </a:cubicBezTo>
                <a:cubicBezTo>
                  <a:pt x="318788" y="150058"/>
                  <a:pt x="324000" y="147763"/>
                  <a:pt x="330449" y="143172"/>
                </a:cubicBezTo>
                <a:cubicBezTo>
                  <a:pt x="338998" y="137154"/>
                  <a:pt x="345766" y="129085"/>
                  <a:pt x="350753" y="118966"/>
                </a:cubicBezTo>
                <a:cubicBezTo>
                  <a:pt x="355740" y="108844"/>
                  <a:pt x="358233" y="98403"/>
                  <a:pt x="358233" y="87642"/>
                </a:cubicBezTo>
                <a:cubicBezTo>
                  <a:pt x="358233" y="75076"/>
                  <a:pt x="355027" y="63339"/>
                  <a:pt x="348616" y="52430"/>
                </a:cubicBezTo>
                <a:cubicBezTo>
                  <a:pt x="342204" y="41518"/>
                  <a:pt x="332642" y="32790"/>
                  <a:pt x="319931" y="26245"/>
                </a:cubicBezTo>
                <a:cubicBezTo>
                  <a:pt x="307220" y="19697"/>
                  <a:pt x="293178" y="16423"/>
                  <a:pt x="277805" y="16423"/>
                </a:cubicBezTo>
                <a:cubicBezTo>
                  <a:pt x="260257" y="16423"/>
                  <a:pt x="244227" y="20535"/>
                  <a:pt x="229717" y="28758"/>
                </a:cubicBezTo>
                <a:cubicBezTo>
                  <a:pt x="215206" y="36979"/>
                  <a:pt x="203957" y="48767"/>
                  <a:pt x="195970" y="64121"/>
                </a:cubicBezTo>
                <a:cubicBezTo>
                  <a:pt x="187984" y="79476"/>
                  <a:pt x="183990" y="95938"/>
                  <a:pt x="183990" y="113507"/>
                </a:cubicBezTo>
                <a:cubicBezTo>
                  <a:pt x="183990" y="131901"/>
                  <a:pt x="187984" y="147743"/>
                  <a:pt x="195970" y="161033"/>
                </a:cubicBezTo>
                <a:cubicBezTo>
                  <a:pt x="203957" y="174322"/>
                  <a:pt x="215506" y="184139"/>
                  <a:pt x="230616" y="190483"/>
                </a:cubicBezTo>
                <a:cubicBezTo>
                  <a:pt x="245727" y="196829"/>
                  <a:pt x="262469" y="200002"/>
                  <a:pt x="280842" y="200002"/>
                </a:cubicBezTo>
                <a:cubicBezTo>
                  <a:pt x="300490" y="200002"/>
                  <a:pt x="316950" y="196703"/>
                  <a:pt x="330224" y="190104"/>
                </a:cubicBezTo>
                <a:cubicBezTo>
                  <a:pt x="343497" y="183504"/>
                  <a:pt x="353434" y="175480"/>
                  <a:pt x="360033" y="166031"/>
                </a:cubicBezTo>
                <a:lnTo>
                  <a:pt x="380393" y="166031"/>
                </a:lnTo>
                <a:cubicBezTo>
                  <a:pt x="376569" y="173905"/>
                  <a:pt x="370007" y="181929"/>
                  <a:pt x="360708" y="190104"/>
                </a:cubicBezTo>
                <a:cubicBezTo>
                  <a:pt x="351409" y="198278"/>
                  <a:pt x="340348" y="204746"/>
                  <a:pt x="327524" y="209508"/>
                </a:cubicBezTo>
                <a:cubicBezTo>
                  <a:pt x="314701" y="214270"/>
                  <a:pt x="299252" y="216651"/>
                  <a:pt x="281179" y="216651"/>
                </a:cubicBezTo>
                <a:cubicBezTo>
                  <a:pt x="264531" y="216651"/>
                  <a:pt x="249177" y="214511"/>
                  <a:pt x="235116" y="210232"/>
                </a:cubicBezTo>
                <a:cubicBezTo>
                  <a:pt x="221055" y="205953"/>
                  <a:pt x="209075" y="199515"/>
                  <a:pt x="199176" y="190919"/>
                </a:cubicBezTo>
                <a:cubicBezTo>
                  <a:pt x="189277" y="182325"/>
                  <a:pt x="181816" y="172436"/>
                  <a:pt x="176791" y="161251"/>
                </a:cubicBezTo>
                <a:cubicBezTo>
                  <a:pt x="170492" y="147061"/>
                  <a:pt x="167342" y="131746"/>
                  <a:pt x="167342" y="115307"/>
                </a:cubicBezTo>
                <a:cubicBezTo>
                  <a:pt x="167342" y="96990"/>
                  <a:pt x="171092" y="79537"/>
                  <a:pt x="178591" y="62947"/>
                </a:cubicBezTo>
                <a:cubicBezTo>
                  <a:pt x="187740" y="42603"/>
                  <a:pt x="200732" y="27026"/>
                  <a:pt x="217568" y="16216"/>
                </a:cubicBezTo>
                <a:cubicBezTo>
                  <a:pt x="234403" y="5405"/>
                  <a:pt x="254820" y="0"/>
                  <a:pt x="278817" y="0"/>
                </a:cubicBezTo>
                <a:cubicBezTo>
                  <a:pt x="297415" y="0"/>
                  <a:pt x="314119" y="3819"/>
                  <a:pt x="328930" y="11456"/>
                </a:cubicBezTo>
                <a:cubicBezTo>
                  <a:pt x="343741" y="19094"/>
                  <a:pt x="355421" y="30474"/>
                  <a:pt x="363970" y="45596"/>
                </a:cubicBezTo>
                <a:cubicBezTo>
                  <a:pt x="371244" y="58614"/>
                  <a:pt x="374881" y="72759"/>
                  <a:pt x="374881" y="88032"/>
                </a:cubicBezTo>
                <a:cubicBezTo>
                  <a:pt x="374881" y="109852"/>
                  <a:pt x="367232" y="129227"/>
                  <a:pt x="351934" y="146156"/>
                </a:cubicBezTo>
                <a:cubicBezTo>
                  <a:pt x="338285" y="161356"/>
                  <a:pt x="323362" y="168956"/>
                  <a:pt x="307164" y="168956"/>
                </a:cubicBezTo>
                <a:cubicBezTo>
                  <a:pt x="301990" y="168956"/>
                  <a:pt x="297809" y="168152"/>
                  <a:pt x="294622" y="166544"/>
                </a:cubicBezTo>
                <a:cubicBezTo>
                  <a:pt x="291435" y="164937"/>
                  <a:pt x="289091" y="162640"/>
                  <a:pt x="287591" y="159655"/>
                </a:cubicBezTo>
                <a:cubicBezTo>
                  <a:pt x="286616" y="157742"/>
                  <a:pt x="285904" y="154451"/>
                  <a:pt x="285454" y="149780"/>
                </a:cubicBezTo>
                <a:moveTo>
                  <a:pt x="231010" y="119268"/>
                </a:moveTo>
                <a:cubicBezTo>
                  <a:pt x="231010" y="129568"/>
                  <a:pt x="233447" y="137574"/>
                  <a:pt x="238322" y="143288"/>
                </a:cubicBezTo>
                <a:cubicBezTo>
                  <a:pt x="243196" y="149001"/>
                  <a:pt x="248783" y="151858"/>
                  <a:pt x="255082" y="151858"/>
                </a:cubicBezTo>
                <a:cubicBezTo>
                  <a:pt x="259282" y="151858"/>
                  <a:pt x="263706" y="150599"/>
                  <a:pt x="268356" y="148082"/>
                </a:cubicBezTo>
                <a:cubicBezTo>
                  <a:pt x="273005" y="145563"/>
                  <a:pt x="277449" y="141823"/>
                  <a:pt x="281686" y="136862"/>
                </a:cubicBezTo>
                <a:cubicBezTo>
                  <a:pt x="285923" y="131898"/>
                  <a:pt x="289391" y="125601"/>
                  <a:pt x="292091" y="117971"/>
                </a:cubicBezTo>
                <a:cubicBezTo>
                  <a:pt x="294790" y="110338"/>
                  <a:pt x="296140" y="102688"/>
                  <a:pt x="296140" y="95020"/>
                </a:cubicBezTo>
                <a:cubicBezTo>
                  <a:pt x="296140" y="84795"/>
                  <a:pt x="293609" y="76864"/>
                  <a:pt x="288547" y="71226"/>
                </a:cubicBezTo>
                <a:cubicBezTo>
                  <a:pt x="283485" y="65587"/>
                  <a:pt x="277317" y="62768"/>
                  <a:pt x="270043" y="62768"/>
                </a:cubicBezTo>
                <a:cubicBezTo>
                  <a:pt x="265244" y="62768"/>
                  <a:pt x="260726" y="63990"/>
                  <a:pt x="256488" y="66434"/>
                </a:cubicBezTo>
                <a:cubicBezTo>
                  <a:pt x="252251" y="68876"/>
                  <a:pt x="248146" y="72804"/>
                  <a:pt x="244171" y="78217"/>
                </a:cubicBezTo>
                <a:cubicBezTo>
                  <a:pt x="240197" y="83631"/>
                  <a:pt x="237009" y="90210"/>
                  <a:pt x="234610" y="97955"/>
                </a:cubicBezTo>
                <a:cubicBezTo>
                  <a:pt x="232210" y="105698"/>
                  <a:pt x="231010" y="112802"/>
                  <a:pt x="231010" y="119268"/>
                </a:cubicBezTo>
                <a:close/>
                <a:moveTo>
                  <a:pt x="398247" y="86671"/>
                </a:moveTo>
                <a:cubicBezTo>
                  <a:pt x="398247" y="67188"/>
                  <a:pt x="400253" y="51506"/>
                  <a:pt x="404265" y="39627"/>
                </a:cubicBezTo>
                <a:cubicBezTo>
                  <a:pt x="408277" y="27748"/>
                  <a:pt x="414239" y="18586"/>
                  <a:pt x="422151" y="12142"/>
                </a:cubicBezTo>
                <a:cubicBezTo>
                  <a:pt x="430062" y="5697"/>
                  <a:pt x="440017" y="2475"/>
                  <a:pt x="452016" y="2475"/>
                </a:cubicBezTo>
                <a:cubicBezTo>
                  <a:pt x="460865" y="2475"/>
                  <a:pt x="468627" y="4255"/>
                  <a:pt x="475301" y="7814"/>
                </a:cubicBezTo>
                <a:cubicBezTo>
                  <a:pt x="481975" y="11374"/>
                  <a:pt x="487487" y="16508"/>
                  <a:pt x="491837" y="23215"/>
                </a:cubicBezTo>
                <a:cubicBezTo>
                  <a:pt x="496186" y="29922"/>
                  <a:pt x="499598" y="38091"/>
                  <a:pt x="502073" y="47723"/>
                </a:cubicBezTo>
                <a:cubicBezTo>
                  <a:pt x="504548" y="57352"/>
                  <a:pt x="505785" y="70335"/>
                  <a:pt x="505785" y="86671"/>
                </a:cubicBezTo>
                <a:cubicBezTo>
                  <a:pt x="505785" y="106005"/>
                  <a:pt x="503798" y="121612"/>
                  <a:pt x="499823" y="133491"/>
                </a:cubicBezTo>
                <a:cubicBezTo>
                  <a:pt x="495849" y="145370"/>
                  <a:pt x="489906" y="154551"/>
                  <a:pt x="481994" y="161033"/>
                </a:cubicBezTo>
                <a:cubicBezTo>
                  <a:pt x="474082" y="167515"/>
                  <a:pt x="464090" y="170756"/>
                  <a:pt x="452016" y="170756"/>
                </a:cubicBezTo>
                <a:cubicBezTo>
                  <a:pt x="436118" y="170756"/>
                  <a:pt x="423632" y="165060"/>
                  <a:pt x="414558" y="153668"/>
                </a:cubicBezTo>
                <a:cubicBezTo>
                  <a:pt x="403684" y="139954"/>
                  <a:pt x="398247" y="117622"/>
                  <a:pt x="398247" y="86671"/>
                </a:cubicBezTo>
                <a:moveTo>
                  <a:pt x="419057" y="86728"/>
                </a:moveTo>
                <a:cubicBezTo>
                  <a:pt x="419057" y="113755"/>
                  <a:pt x="422226" y="131743"/>
                  <a:pt x="428562" y="140690"/>
                </a:cubicBezTo>
                <a:cubicBezTo>
                  <a:pt x="434899" y="149635"/>
                  <a:pt x="442717" y="154108"/>
                  <a:pt x="452016" y="154108"/>
                </a:cubicBezTo>
                <a:cubicBezTo>
                  <a:pt x="461315" y="154108"/>
                  <a:pt x="469133" y="149616"/>
                  <a:pt x="475470" y="140634"/>
                </a:cubicBezTo>
                <a:cubicBezTo>
                  <a:pt x="481806" y="131649"/>
                  <a:pt x="484975" y="113680"/>
                  <a:pt x="484975" y="86728"/>
                </a:cubicBezTo>
                <a:cubicBezTo>
                  <a:pt x="484975" y="59625"/>
                  <a:pt x="481806" y="41620"/>
                  <a:pt x="475470" y="32713"/>
                </a:cubicBezTo>
                <a:cubicBezTo>
                  <a:pt x="469133" y="23803"/>
                  <a:pt x="461240" y="19348"/>
                  <a:pt x="451791" y="19348"/>
                </a:cubicBezTo>
                <a:cubicBezTo>
                  <a:pt x="442492" y="19348"/>
                  <a:pt x="435068" y="23278"/>
                  <a:pt x="429519" y="31138"/>
                </a:cubicBezTo>
                <a:cubicBezTo>
                  <a:pt x="422544" y="41170"/>
                  <a:pt x="419057" y="59700"/>
                  <a:pt x="419057" y="86728"/>
                </a:cubicBezTo>
                <a:close/>
                <a:moveTo>
                  <a:pt x="537697" y="168056"/>
                </a:moveTo>
                <a:lnTo>
                  <a:pt x="537697" y="144884"/>
                </a:lnTo>
                <a:lnTo>
                  <a:pt x="560757" y="144884"/>
                </a:lnTo>
                <a:lnTo>
                  <a:pt x="560757" y="168056"/>
                </a:lnTo>
                <a:lnTo>
                  <a:pt x="537697" y="168056"/>
                </a:lnTo>
                <a:close/>
                <a:moveTo>
                  <a:pt x="696562" y="148483"/>
                </a:moveTo>
                <a:lnTo>
                  <a:pt x="696562" y="168056"/>
                </a:lnTo>
                <a:lnTo>
                  <a:pt x="587562" y="168056"/>
                </a:lnTo>
                <a:cubicBezTo>
                  <a:pt x="587412" y="163177"/>
                  <a:pt x="588199" y="158484"/>
                  <a:pt x="589924" y="153978"/>
                </a:cubicBezTo>
                <a:cubicBezTo>
                  <a:pt x="592699" y="146546"/>
                  <a:pt x="597142" y="139228"/>
                  <a:pt x="603254" y="132021"/>
                </a:cubicBezTo>
                <a:cubicBezTo>
                  <a:pt x="609365" y="124813"/>
                  <a:pt x="618196" y="116481"/>
                  <a:pt x="629744" y="107025"/>
                </a:cubicBezTo>
                <a:cubicBezTo>
                  <a:pt x="647667" y="92315"/>
                  <a:pt x="659778" y="80679"/>
                  <a:pt x="666078" y="72118"/>
                </a:cubicBezTo>
                <a:cubicBezTo>
                  <a:pt x="672377" y="63558"/>
                  <a:pt x="675527" y="55463"/>
                  <a:pt x="675527" y="47835"/>
                </a:cubicBezTo>
                <a:cubicBezTo>
                  <a:pt x="675527" y="39835"/>
                  <a:pt x="672658" y="33086"/>
                  <a:pt x="666921" y="27591"/>
                </a:cubicBezTo>
                <a:cubicBezTo>
                  <a:pt x="661185" y="22096"/>
                  <a:pt x="653704" y="19348"/>
                  <a:pt x="644480" y="19348"/>
                </a:cubicBezTo>
                <a:cubicBezTo>
                  <a:pt x="634731" y="19348"/>
                  <a:pt x="626932" y="22272"/>
                  <a:pt x="621083" y="28122"/>
                </a:cubicBezTo>
                <a:cubicBezTo>
                  <a:pt x="615234" y="33971"/>
                  <a:pt x="612271" y="42070"/>
                  <a:pt x="612196" y="52419"/>
                </a:cubicBezTo>
                <a:lnTo>
                  <a:pt x="591386" y="50169"/>
                </a:lnTo>
                <a:cubicBezTo>
                  <a:pt x="592811" y="34646"/>
                  <a:pt x="598173" y="22816"/>
                  <a:pt x="607472" y="14680"/>
                </a:cubicBezTo>
                <a:cubicBezTo>
                  <a:pt x="616771" y="6543"/>
                  <a:pt x="629257" y="2475"/>
                  <a:pt x="644930" y="2475"/>
                </a:cubicBezTo>
                <a:cubicBezTo>
                  <a:pt x="660753" y="2475"/>
                  <a:pt x="673277" y="6861"/>
                  <a:pt x="682501" y="15632"/>
                </a:cubicBezTo>
                <a:cubicBezTo>
                  <a:pt x="691725" y="24404"/>
                  <a:pt x="696337" y="35275"/>
                  <a:pt x="696337" y="48247"/>
                </a:cubicBezTo>
                <a:cubicBezTo>
                  <a:pt x="696337" y="54843"/>
                  <a:pt x="694987" y="61329"/>
                  <a:pt x="692287" y="67703"/>
                </a:cubicBezTo>
                <a:cubicBezTo>
                  <a:pt x="689588" y="74075"/>
                  <a:pt x="685107" y="80785"/>
                  <a:pt x="678845" y="87831"/>
                </a:cubicBezTo>
                <a:cubicBezTo>
                  <a:pt x="672583" y="94878"/>
                  <a:pt x="662178" y="104541"/>
                  <a:pt x="647630" y="116818"/>
                </a:cubicBezTo>
                <a:cubicBezTo>
                  <a:pt x="635481" y="126998"/>
                  <a:pt x="627682" y="133904"/>
                  <a:pt x="624233" y="137537"/>
                </a:cubicBezTo>
                <a:cubicBezTo>
                  <a:pt x="620783" y="141167"/>
                  <a:pt x="617933" y="144816"/>
                  <a:pt x="615683" y="148483"/>
                </a:cubicBezTo>
                <a:lnTo>
                  <a:pt x="696562" y="148483"/>
                </a:lnTo>
                <a:close/>
                <a:moveTo>
                  <a:pt x="729598" y="168056"/>
                </a:moveTo>
                <a:lnTo>
                  <a:pt x="729598" y="144884"/>
                </a:lnTo>
                <a:lnTo>
                  <a:pt x="752658" y="144884"/>
                </a:lnTo>
                <a:lnTo>
                  <a:pt x="752658" y="168056"/>
                </a:lnTo>
                <a:lnTo>
                  <a:pt x="729598" y="168056"/>
                </a:lnTo>
                <a:close/>
                <a:moveTo>
                  <a:pt x="782163" y="124186"/>
                </a:moveTo>
                <a:lnTo>
                  <a:pt x="802410" y="121486"/>
                </a:lnTo>
                <a:cubicBezTo>
                  <a:pt x="804735" y="132960"/>
                  <a:pt x="808691" y="141228"/>
                  <a:pt x="814278" y="146290"/>
                </a:cubicBezTo>
                <a:cubicBezTo>
                  <a:pt x="819865" y="151352"/>
                  <a:pt x="826670" y="153883"/>
                  <a:pt x="834694" y="153883"/>
                </a:cubicBezTo>
                <a:cubicBezTo>
                  <a:pt x="844218" y="153883"/>
                  <a:pt x="852261" y="150589"/>
                  <a:pt x="858823" y="144001"/>
                </a:cubicBezTo>
                <a:cubicBezTo>
                  <a:pt x="865385" y="137414"/>
                  <a:pt x="868665" y="129254"/>
                  <a:pt x="868665" y="119521"/>
                </a:cubicBezTo>
                <a:cubicBezTo>
                  <a:pt x="868665" y="110239"/>
                  <a:pt x="865628" y="102584"/>
                  <a:pt x="859554" y="96556"/>
                </a:cubicBezTo>
                <a:cubicBezTo>
                  <a:pt x="853480" y="90529"/>
                  <a:pt x="845756" y="87515"/>
                  <a:pt x="836382" y="87515"/>
                </a:cubicBezTo>
                <a:cubicBezTo>
                  <a:pt x="832557" y="87515"/>
                  <a:pt x="827795" y="88265"/>
                  <a:pt x="822096" y="89765"/>
                </a:cubicBezTo>
                <a:lnTo>
                  <a:pt x="824345" y="71992"/>
                </a:lnTo>
                <a:cubicBezTo>
                  <a:pt x="825695" y="72142"/>
                  <a:pt x="826783" y="72217"/>
                  <a:pt x="827608" y="72217"/>
                </a:cubicBezTo>
                <a:cubicBezTo>
                  <a:pt x="836232" y="72217"/>
                  <a:pt x="843993" y="69976"/>
                  <a:pt x="850892" y="65496"/>
                </a:cubicBezTo>
                <a:cubicBezTo>
                  <a:pt x="857792" y="61015"/>
                  <a:pt x="861241" y="54108"/>
                  <a:pt x="861241" y="44773"/>
                </a:cubicBezTo>
                <a:cubicBezTo>
                  <a:pt x="861241" y="37380"/>
                  <a:pt x="858729" y="31256"/>
                  <a:pt x="853705" y="26403"/>
                </a:cubicBezTo>
                <a:cubicBezTo>
                  <a:pt x="848680" y="21550"/>
                  <a:pt x="842193" y="19123"/>
                  <a:pt x="834244" y="19123"/>
                </a:cubicBezTo>
                <a:cubicBezTo>
                  <a:pt x="826370" y="19123"/>
                  <a:pt x="819809" y="21598"/>
                  <a:pt x="814559" y="26547"/>
                </a:cubicBezTo>
                <a:cubicBezTo>
                  <a:pt x="809310" y="31496"/>
                  <a:pt x="805935" y="38921"/>
                  <a:pt x="804435" y="48819"/>
                </a:cubicBezTo>
                <a:lnTo>
                  <a:pt x="784188" y="45220"/>
                </a:lnTo>
                <a:cubicBezTo>
                  <a:pt x="786662" y="31646"/>
                  <a:pt x="792287" y="21129"/>
                  <a:pt x="801061" y="13667"/>
                </a:cubicBezTo>
                <a:cubicBezTo>
                  <a:pt x="809835" y="6206"/>
                  <a:pt x="820746" y="2475"/>
                  <a:pt x="833794" y="2475"/>
                </a:cubicBezTo>
                <a:cubicBezTo>
                  <a:pt x="842793" y="2475"/>
                  <a:pt x="851080" y="4400"/>
                  <a:pt x="858654" y="8250"/>
                </a:cubicBezTo>
                <a:cubicBezTo>
                  <a:pt x="866228" y="12101"/>
                  <a:pt x="872021" y="17354"/>
                  <a:pt x="876033" y="24009"/>
                </a:cubicBezTo>
                <a:cubicBezTo>
                  <a:pt x="880045" y="30662"/>
                  <a:pt x="882051" y="37728"/>
                  <a:pt x="882051" y="45206"/>
                </a:cubicBezTo>
                <a:cubicBezTo>
                  <a:pt x="882051" y="52309"/>
                  <a:pt x="880139" y="58777"/>
                  <a:pt x="876315" y="64610"/>
                </a:cubicBezTo>
                <a:cubicBezTo>
                  <a:pt x="872490" y="70440"/>
                  <a:pt x="866828" y="75076"/>
                  <a:pt x="859329" y="78516"/>
                </a:cubicBezTo>
                <a:cubicBezTo>
                  <a:pt x="869078" y="80766"/>
                  <a:pt x="876652" y="85434"/>
                  <a:pt x="882051" y="92521"/>
                </a:cubicBezTo>
                <a:cubicBezTo>
                  <a:pt x="887451" y="99607"/>
                  <a:pt x="890151" y="108475"/>
                  <a:pt x="890151" y="119124"/>
                </a:cubicBezTo>
                <a:cubicBezTo>
                  <a:pt x="890151" y="133522"/>
                  <a:pt x="884901" y="145727"/>
                  <a:pt x="874402" y="155739"/>
                </a:cubicBezTo>
                <a:cubicBezTo>
                  <a:pt x="863904" y="165750"/>
                  <a:pt x="850630" y="170756"/>
                  <a:pt x="834582" y="170756"/>
                </a:cubicBezTo>
                <a:cubicBezTo>
                  <a:pt x="820108" y="170756"/>
                  <a:pt x="808091" y="166433"/>
                  <a:pt x="798530" y="157788"/>
                </a:cubicBezTo>
                <a:cubicBezTo>
                  <a:pt x="788968" y="149143"/>
                  <a:pt x="783513" y="137942"/>
                  <a:pt x="782163" y="124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9DE2D-9AF9-4163-BB20-E85C5CB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473" y="891405"/>
            <a:ext cx="1079708" cy="247097"/>
          </a:xfrm>
          <a:custGeom xmlns:a="http://schemas.openxmlformats.org/drawingml/2006/main">
            <a:pathLst>
              <a:path w="1079708" h="247097">
                <a:moveTo>
                  <a:pt x="1079708" y="0"/>
                </a:moveTo>
                <a:lnTo>
                  <a:pt x="539865" y="0"/>
                </a:lnTo>
                <a:lnTo>
                  <a:pt x="539865" y="247097"/>
                </a:lnTo>
                <a:lnTo>
                  <a:pt x="0" y="24709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45C41-D6A8-490C-9F98-7BFDF49B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473" y="891405"/>
            <a:ext cx="982519" cy="247096"/>
          </a:xfrm>
          <a:custGeom xmlns:a="http://schemas.openxmlformats.org/drawingml/2006/main">
            <a:pathLst>
              <a:path w="982519" h="247096" fill="none">
                <a:moveTo>
                  <a:pt x="0" y="247096"/>
                </a:moveTo>
                <a:lnTo>
                  <a:pt x="539865" y="247096"/>
                </a:lnTo>
                <a:lnTo>
                  <a:pt x="539865" y="0"/>
                </a:lnTo>
                <a:lnTo>
                  <a:pt x="982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C929D-281D-481F-B7A6-8892014C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92" y="864650"/>
            <a:ext cx="73508" cy="53510"/>
          </a:xfrm>
          <a:custGeom xmlns:a="http://schemas.openxmlformats.org/drawingml/2006/main">
            <a:pathLst>
              <a:path w="73508" h="53510">
                <a:moveTo>
                  <a:pt x="0" y="53510"/>
                </a:moveTo>
                <a:lnTo>
                  <a:pt x="0" y="0"/>
                </a:lnTo>
                <a:lnTo>
                  <a:pt x="73508" y="26755"/>
                </a:lnTo>
                <a:lnTo>
                  <a:pt x="0" y="5351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06636-B322-49B7-B1F9-007BA248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92" y="864650"/>
            <a:ext cx="73508" cy="53510"/>
          </a:xfrm>
          <a:custGeom xmlns:a="http://schemas.openxmlformats.org/drawingml/2006/main">
            <a:pathLst>
              <a:path w="73508" h="53510" fill="none">
                <a:moveTo>
                  <a:pt x="0" y="53510"/>
                </a:moveTo>
                <a:lnTo>
                  <a:pt x="73508" y="26755"/>
                </a:lnTo>
                <a:lnTo>
                  <a:pt x="0" y="0"/>
                </a:lnTo>
                <a:lnTo>
                  <a:pt x="0" y="53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E727C-294F-4B7A-B67A-4E89C4DD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473" y="1138502"/>
            <a:ext cx="1079708" cy="247096"/>
          </a:xfrm>
          <a:custGeom xmlns:a="http://schemas.openxmlformats.org/drawingml/2006/main">
            <a:pathLst>
              <a:path w="1079708" h="247096">
                <a:moveTo>
                  <a:pt x="0" y="0"/>
                </a:moveTo>
                <a:lnTo>
                  <a:pt x="539865" y="0"/>
                </a:lnTo>
                <a:lnTo>
                  <a:pt x="539865" y="247096"/>
                </a:lnTo>
                <a:lnTo>
                  <a:pt x="1079708" y="24709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B2D16-8D4C-4C59-AFA7-E467B57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473" y="1138502"/>
            <a:ext cx="982519" cy="247096"/>
          </a:xfrm>
          <a:custGeom xmlns:a="http://schemas.openxmlformats.org/drawingml/2006/main">
            <a:pathLst>
              <a:path w="982519" h="247096" fill="none">
                <a:moveTo>
                  <a:pt x="0" y="0"/>
                </a:moveTo>
                <a:lnTo>
                  <a:pt x="539865" y="0"/>
                </a:lnTo>
                <a:lnTo>
                  <a:pt x="539865" y="247096"/>
                </a:lnTo>
                <a:lnTo>
                  <a:pt x="982519" y="247096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5753B-3E83-4E21-9857-EED7EE33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92" y="1358843"/>
            <a:ext cx="73508" cy="53510"/>
          </a:xfrm>
          <a:custGeom xmlns:a="http://schemas.openxmlformats.org/drawingml/2006/main">
            <a:pathLst>
              <a:path w="73508" h="53510">
                <a:moveTo>
                  <a:pt x="0" y="53510"/>
                </a:moveTo>
                <a:lnTo>
                  <a:pt x="0" y="0"/>
                </a:lnTo>
                <a:lnTo>
                  <a:pt x="73508" y="26755"/>
                </a:lnTo>
                <a:lnTo>
                  <a:pt x="0" y="5351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F3284-F59D-4857-9CFB-EADE19B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92" y="1358843"/>
            <a:ext cx="73508" cy="53510"/>
          </a:xfrm>
          <a:custGeom xmlns:a="http://schemas.openxmlformats.org/drawingml/2006/main">
            <a:pathLst>
              <a:path w="73508" h="53510" fill="none">
                <a:moveTo>
                  <a:pt x="0" y="53510"/>
                </a:moveTo>
                <a:lnTo>
                  <a:pt x="73508" y="26755"/>
                </a:lnTo>
                <a:lnTo>
                  <a:pt x="0" y="0"/>
                </a:lnTo>
                <a:lnTo>
                  <a:pt x="0" y="53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640CD-8D53-4DB4-BFAE-0EF03E0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383" y="559619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^0.2.0">
            <a:extLst xmlns:a="http://schemas.openxmlformats.org/drawingml/2006/main">
              <a:ext uri="{FF2B5EF4-FFF2-40B4-BE49-F238E27FC236}">
                <a16:creationId xmlns:a16="http://schemas.microsoft.com/office/drawing/2014/main" id="{F6875DDC-64CF-4CCE-BE22-C94859D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2" y="661542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11533" y="86446"/>
                </a:moveTo>
                <a:cubicBezTo>
                  <a:pt x="111533" y="66963"/>
                  <a:pt x="113539" y="51281"/>
                  <a:pt x="117551" y="39402"/>
                </a:cubicBezTo>
                <a:cubicBezTo>
                  <a:pt x="121563" y="27523"/>
                  <a:pt x="127525" y="18361"/>
                  <a:pt x="135436" y="11917"/>
                </a:cubicBezTo>
                <a:cubicBezTo>
                  <a:pt x="143348" y="5472"/>
                  <a:pt x="153303" y="2250"/>
                  <a:pt x="165302" y="2250"/>
                </a:cubicBezTo>
                <a:cubicBezTo>
                  <a:pt x="174151" y="2250"/>
                  <a:pt x="181912" y="4030"/>
                  <a:pt x="188587" y="7589"/>
                </a:cubicBezTo>
                <a:cubicBezTo>
                  <a:pt x="195261" y="11149"/>
                  <a:pt x="200773" y="16283"/>
                  <a:pt x="205122" y="22990"/>
                </a:cubicBezTo>
                <a:cubicBezTo>
                  <a:pt x="209472" y="29697"/>
                  <a:pt x="212884" y="37866"/>
                  <a:pt x="215359" y="47498"/>
                </a:cubicBezTo>
                <a:cubicBezTo>
                  <a:pt x="217833" y="57127"/>
                  <a:pt x="219071" y="70110"/>
                  <a:pt x="219071" y="86446"/>
                </a:cubicBezTo>
                <a:cubicBezTo>
                  <a:pt x="219071" y="105780"/>
                  <a:pt x="217083" y="121387"/>
                  <a:pt x="213109" y="133266"/>
                </a:cubicBezTo>
                <a:cubicBezTo>
                  <a:pt x="209134" y="145145"/>
                  <a:pt x="203191" y="154326"/>
                  <a:pt x="195280" y="160808"/>
                </a:cubicBezTo>
                <a:cubicBezTo>
                  <a:pt x="187368" y="167290"/>
                  <a:pt x="177375" y="170531"/>
                  <a:pt x="165302" y="170531"/>
                </a:cubicBezTo>
                <a:cubicBezTo>
                  <a:pt x="149404" y="170531"/>
                  <a:pt x="136917" y="164835"/>
                  <a:pt x="127843" y="153443"/>
                </a:cubicBezTo>
                <a:cubicBezTo>
                  <a:pt x="116970" y="139729"/>
                  <a:pt x="111533" y="117397"/>
                  <a:pt x="111533" y="86446"/>
                </a:cubicBezTo>
                <a:moveTo>
                  <a:pt x="132343" y="86503"/>
                </a:moveTo>
                <a:cubicBezTo>
                  <a:pt x="132343" y="113530"/>
                  <a:pt x="135511" y="131518"/>
                  <a:pt x="141848" y="140465"/>
                </a:cubicBezTo>
                <a:cubicBezTo>
                  <a:pt x="148185" y="149410"/>
                  <a:pt x="156003" y="153883"/>
                  <a:pt x="165302" y="153883"/>
                </a:cubicBezTo>
                <a:cubicBezTo>
                  <a:pt x="174601" y="153883"/>
                  <a:pt x="182419" y="149391"/>
                  <a:pt x="188755" y="140409"/>
                </a:cubicBezTo>
                <a:cubicBezTo>
                  <a:pt x="195092" y="131424"/>
                  <a:pt x="198261" y="113455"/>
                  <a:pt x="198261" y="86503"/>
                </a:cubicBezTo>
                <a:cubicBezTo>
                  <a:pt x="198261" y="59400"/>
                  <a:pt x="195092" y="41395"/>
                  <a:pt x="188755" y="32488"/>
                </a:cubicBezTo>
                <a:cubicBezTo>
                  <a:pt x="182419" y="23578"/>
                  <a:pt x="174526" y="19123"/>
                  <a:pt x="165077" y="19123"/>
                </a:cubicBezTo>
                <a:cubicBezTo>
                  <a:pt x="155778" y="19123"/>
                  <a:pt x="148354" y="23053"/>
                  <a:pt x="142804" y="30913"/>
                </a:cubicBezTo>
                <a:cubicBezTo>
                  <a:pt x="135830" y="40945"/>
                  <a:pt x="132343" y="59475"/>
                  <a:pt x="132343" y="86503"/>
                </a:cubicBez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409847" y="148258"/>
                </a:moveTo>
                <a:lnTo>
                  <a:pt x="409847" y="167831"/>
                </a:lnTo>
                <a:lnTo>
                  <a:pt x="300847" y="167831"/>
                </a:lnTo>
                <a:cubicBezTo>
                  <a:pt x="300697" y="162952"/>
                  <a:pt x="301485" y="158259"/>
                  <a:pt x="303209" y="153753"/>
                </a:cubicBezTo>
                <a:cubicBezTo>
                  <a:pt x="305984" y="146321"/>
                  <a:pt x="310427" y="139003"/>
                  <a:pt x="316539" y="131796"/>
                </a:cubicBezTo>
                <a:cubicBezTo>
                  <a:pt x="322651" y="124588"/>
                  <a:pt x="331481" y="116256"/>
                  <a:pt x="343030" y="106800"/>
                </a:cubicBezTo>
                <a:cubicBezTo>
                  <a:pt x="360953" y="92090"/>
                  <a:pt x="373064" y="80454"/>
                  <a:pt x="379363" y="71893"/>
                </a:cubicBezTo>
                <a:cubicBezTo>
                  <a:pt x="385663" y="63333"/>
                  <a:pt x="388812" y="55238"/>
                  <a:pt x="388812" y="47610"/>
                </a:cubicBezTo>
                <a:cubicBezTo>
                  <a:pt x="388812" y="39610"/>
                  <a:pt x="385944" y="32862"/>
                  <a:pt x="380207" y="27366"/>
                </a:cubicBezTo>
                <a:cubicBezTo>
                  <a:pt x="374470" y="21871"/>
                  <a:pt x="366990" y="19123"/>
                  <a:pt x="357766" y="19123"/>
                </a:cubicBezTo>
                <a:cubicBezTo>
                  <a:pt x="348017" y="19123"/>
                  <a:pt x="340218" y="22048"/>
                  <a:pt x="334368" y="27897"/>
                </a:cubicBezTo>
                <a:cubicBezTo>
                  <a:pt x="328519" y="33746"/>
                  <a:pt x="325557" y="41845"/>
                  <a:pt x="325482" y="52194"/>
                </a:cubicBezTo>
                <a:lnTo>
                  <a:pt x="304672" y="49944"/>
                </a:lnTo>
                <a:cubicBezTo>
                  <a:pt x="306097" y="34421"/>
                  <a:pt x="311458" y="22591"/>
                  <a:pt x="320757" y="14455"/>
                </a:cubicBezTo>
                <a:cubicBezTo>
                  <a:pt x="330056" y="6318"/>
                  <a:pt x="342542" y="2250"/>
                  <a:pt x="358216" y="2250"/>
                </a:cubicBezTo>
                <a:cubicBezTo>
                  <a:pt x="374039" y="2250"/>
                  <a:pt x="386562" y="6636"/>
                  <a:pt x="395786" y="15407"/>
                </a:cubicBezTo>
                <a:cubicBezTo>
                  <a:pt x="405010" y="24179"/>
                  <a:pt x="409622" y="35050"/>
                  <a:pt x="409622" y="48022"/>
                </a:cubicBezTo>
                <a:cubicBezTo>
                  <a:pt x="409622" y="54618"/>
                  <a:pt x="408272" y="61104"/>
                  <a:pt x="405573" y="67478"/>
                </a:cubicBezTo>
                <a:cubicBezTo>
                  <a:pt x="402873" y="73850"/>
                  <a:pt x="398392" y="80560"/>
                  <a:pt x="392131" y="87606"/>
                </a:cubicBezTo>
                <a:cubicBezTo>
                  <a:pt x="385869" y="94653"/>
                  <a:pt x="375464" y="104316"/>
                  <a:pt x="360915" y="116593"/>
                </a:cubicBezTo>
                <a:cubicBezTo>
                  <a:pt x="348767" y="126773"/>
                  <a:pt x="340968" y="133679"/>
                  <a:pt x="337518" y="137312"/>
                </a:cubicBezTo>
                <a:cubicBezTo>
                  <a:pt x="334068" y="140942"/>
                  <a:pt x="331219" y="144591"/>
                  <a:pt x="328969" y="148258"/>
                </a:cubicBezTo>
                <a:lnTo>
                  <a:pt x="409847" y="148258"/>
                </a:lnTo>
                <a:close/>
                <a:moveTo>
                  <a:pt x="442884" y="167831"/>
                </a:moveTo>
                <a:lnTo>
                  <a:pt x="442884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4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26642-4552-4AF4-90A2-14E5C4F7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563" y="1391940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^3.8.0">
            <a:extLst xmlns:a="http://schemas.openxmlformats.org/drawingml/2006/main">
              <a:ext uri="{FF2B5EF4-FFF2-40B4-BE49-F238E27FC236}">
                <a16:creationId xmlns:a16="http://schemas.microsoft.com/office/drawing/2014/main" id="{75908221-B959-40ED-9F21-BA8BD4E5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232" y="1493863"/>
            <a:ext cx="602873" cy="170531"/>
          </a:xfrm>
          <a:custGeom xmlns:a="http://schemas.openxmlformats.org/drawingml/2006/main">
            <a:pathLst>
              <a:path w="602873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11645" y="123961"/>
                </a:moveTo>
                <a:lnTo>
                  <a:pt x="131893" y="121261"/>
                </a:lnTo>
                <a:cubicBezTo>
                  <a:pt x="134218" y="132735"/>
                  <a:pt x="138173" y="141003"/>
                  <a:pt x="143760" y="146065"/>
                </a:cubicBezTo>
                <a:cubicBezTo>
                  <a:pt x="149347" y="151127"/>
                  <a:pt x="156153" y="153658"/>
                  <a:pt x="164177" y="153658"/>
                </a:cubicBezTo>
                <a:cubicBezTo>
                  <a:pt x="173701" y="153658"/>
                  <a:pt x="181743" y="150364"/>
                  <a:pt x="188305" y="143776"/>
                </a:cubicBezTo>
                <a:cubicBezTo>
                  <a:pt x="194867" y="137189"/>
                  <a:pt x="198148" y="129029"/>
                  <a:pt x="198148" y="119296"/>
                </a:cubicBezTo>
                <a:cubicBezTo>
                  <a:pt x="198148" y="110014"/>
                  <a:pt x="195111" y="102359"/>
                  <a:pt x="189036" y="96331"/>
                </a:cubicBezTo>
                <a:cubicBezTo>
                  <a:pt x="182962" y="90304"/>
                  <a:pt x="175238" y="87290"/>
                  <a:pt x="165864" y="87290"/>
                </a:cubicBezTo>
                <a:cubicBezTo>
                  <a:pt x="162039" y="87290"/>
                  <a:pt x="157277" y="88040"/>
                  <a:pt x="151578" y="89540"/>
                </a:cubicBezTo>
                <a:lnTo>
                  <a:pt x="153828" y="71767"/>
                </a:lnTo>
                <a:cubicBezTo>
                  <a:pt x="155178" y="71917"/>
                  <a:pt x="156265" y="71992"/>
                  <a:pt x="157090" y="71992"/>
                </a:cubicBezTo>
                <a:cubicBezTo>
                  <a:pt x="165714" y="71992"/>
                  <a:pt x="173476" y="69751"/>
                  <a:pt x="180375" y="65271"/>
                </a:cubicBezTo>
                <a:cubicBezTo>
                  <a:pt x="187274" y="60790"/>
                  <a:pt x="190724" y="53883"/>
                  <a:pt x="190724" y="44548"/>
                </a:cubicBezTo>
                <a:cubicBezTo>
                  <a:pt x="190724" y="37155"/>
                  <a:pt x="188211" y="31031"/>
                  <a:pt x="183187" y="26178"/>
                </a:cubicBezTo>
                <a:cubicBezTo>
                  <a:pt x="178163" y="21325"/>
                  <a:pt x="171676" y="18898"/>
                  <a:pt x="163727" y="18898"/>
                </a:cubicBezTo>
                <a:cubicBezTo>
                  <a:pt x="155853" y="18898"/>
                  <a:pt x="149291" y="21373"/>
                  <a:pt x="144041" y="26322"/>
                </a:cubicBezTo>
                <a:cubicBezTo>
                  <a:pt x="138792" y="31271"/>
                  <a:pt x="135417" y="38696"/>
                  <a:pt x="133918" y="48595"/>
                </a:cubicBezTo>
                <a:lnTo>
                  <a:pt x="113670" y="44995"/>
                </a:lnTo>
                <a:cubicBezTo>
                  <a:pt x="116145" y="31421"/>
                  <a:pt x="121769" y="20904"/>
                  <a:pt x="130543" y="13442"/>
                </a:cubicBezTo>
                <a:cubicBezTo>
                  <a:pt x="139317" y="5981"/>
                  <a:pt x="150228" y="2250"/>
                  <a:pt x="163277" y="2250"/>
                </a:cubicBezTo>
                <a:cubicBezTo>
                  <a:pt x="172276" y="2250"/>
                  <a:pt x="180562" y="4175"/>
                  <a:pt x="188136" y="8025"/>
                </a:cubicBezTo>
                <a:cubicBezTo>
                  <a:pt x="195711" y="11876"/>
                  <a:pt x="201504" y="17129"/>
                  <a:pt x="205516" y="23784"/>
                </a:cubicBezTo>
                <a:cubicBezTo>
                  <a:pt x="209528" y="30437"/>
                  <a:pt x="211534" y="37503"/>
                  <a:pt x="211534" y="44981"/>
                </a:cubicBezTo>
                <a:cubicBezTo>
                  <a:pt x="211534" y="52084"/>
                  <a:pt x="209622" y="58552"/>
                  <a:pt x="205797" y="64385"/>
                </a:cubicBezTo>
                <a:cubicBezTo>
                  <a:pt x="201972" y="70215"/>
                  <a:pt x="196311" y="74851"/>
                  <a:pt x="188811" y="78291"/>
                </a:cubicBezTo>
                <a:cubicBezTo>
                  <a:pt x="198560" y="80541"/>
                  <a:pt x="206134" y="85209"/>
                  <a:pt x="211534" y="92296"/>
                </a:cubicBezTo>
                <a:cubicBezTo>
                  <a:pt x="216933" y="99383"/>
                  <a:pt x="219633" y="108250"/>
                  <a:pt x="219633" y="118899"/>
                </a:cubicBezTo>
                <a:cubicBezTo>
                  <a:pt x="219633" y="133297"/>
                  <a:pt x="214384" y="145502"/>
                  <a:pt x="203885" y="155514"/>
                </a:cubicBezTo>
                <a:cubicBezTo>
                  <a:pt x="193386" y="165525"/>
                  <a:pt x="180112" y="170531"/>
                  <a:pt x="164064" y="170531"/>
                </a:cubicBezTo>
                <a:cubicBezTo>
                  <a:pt x="149591" y="170531"/>
                  <a:pt x="137573" y="166208"/>
                  <a:pt x="128012" y="157563"/>
                </a:cubicBezTo>
                <a:cubicBezTo>
                  <a:pt x="118451" y="148918"/>
                  <a:pt x="112995" y="137717"/>
                  <a:pt x="111645" y="123961"/>
                </a:cubicBez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34593" y="78231"/>
                </a:moveTo>
                <a:cubicBezTo>
                  <a:pt x="326194" y="75164"/>
                  <a:pt x="319970" y="70787"/>
                  <a:pt x="315920" y="65102"/>
                </a:cubicBezTo>
                <a:cubicBezTo>
                  <a:pt x="311871" y="59414"/>
                  <a:pt x="309846" y="52605"/>
                  <a:pt x="309846" y="44675"/>
                </a:cubicBezTo>
                <a:cubicBezTo>
                  <a:pt x="309846" y="32702"/>
                  <a:pt x="314158" y="22638"/>
                  <a:pt x="322782" y="14483"/>
                </a:cubicBezTo>
                <a:cubicBezTo>
                  <a:pt x="331406" y="6327"/>
                  <a:pt x="342880" y="2250"/>
                  <a:pt x="357203" y="2250"/>
                </a:cubicBezTo>
                <a:cubicBezTo>
                  <a:pt x="371601" y="2250"/>
                  <a:pt x="383188" y="6421"/>
                  <a:pt x="391962" y="14764"/>
                </a:cubicBezTo>
                <a:cubicBezTo>
                  <a:pt x="400736" y="23107"/>
                  <a:pt x="405123" y="33263"/>
                  <a:pt x="405123" y="45234"/>
                </a:cubicBezTo>
                <a:cubicBezTo>
                  <a:pt x="405123" y="52867"/>
                  <a:pt x="403117" y="59508"/>
                  <a:pt x="399105" y="65158"/>
                </a:cubicBezTo>
                <a:cubicBezTo>
                  <a:pt x="395092" y="70806"/>
                  <a:pt x="388999" y="75164"/>
                  <a:pt x="380825" y="78231"/>
                </a:cubicBezTo>
                <a:cubicBezTo>
                  <a:pt x="390949" y="81533"/>
                  <a:pt x="398655" y="86861"/>
                  <a:pt x="403941" y="94215"/>
                </a:cubicBezTo>
                <a:cubicBezTo>
                  <a:pt x="409228" y="101569"/>
                  <a:pt x="411872" y="110349"/>
                  <a:pt x="411872" y="120555"/>
                </a:cubicBezTo>
                <a:cubicBezTo>
                  <a:pt x="411872" y="134663"/>
                  <a:pt x="406885" y="146519"/>
                  <a:pt x="396911" y="156125"/>
                </a:cubicBezTo>
                <a:cubicBezTo>
                  <a:pt x="386937" y="165729"/>
                  <a:pt x="373814" y="170531"/>
                  <a:pt x="357540" y="170531"/>
                </a:cubicBezTo>
                <a:cubicBezTo>
                  <a:pt x="341267" y="170531"/>
                  <a:pt x="328144" y="165710"/>
                  <a:pt x="318170" y="156069"/>
                </a:cubicBezTo>
                <a:cubicBezTo>
                  <a:pt x="308196" y="146426"/>
                  <a:pt x="303209" y="134400"/>
                  <a:pt x="303209" y="119992"/>
                </a:cubicBezTo>
                <a:cubicBezTo>
                  <a:pt x="303209" y="109261"/>
                  <a:pt x="305928" y="100275"/>
                  <a:pt x="311364" y="93034"/>
                </a:cubicBezTo>
                <a:cubicBezTo>
                  <a:pt x="316801" y="85793"/>
                  <a:pt x="324544" y="80858"/>
                  <a:pt x="334593" y="78231"/>
                </a:cubicBezTo>
                <a:moveTo>
                  <a:pt x="330544" y="43986"/>
                </a:moveTo>
                <a:cubicBezTo>
                  <a:pt x="330544" y="51750"/>
                  <a:pt x="333056" y="58096"/>
                  <a:pt x="338080" y="63025"/>
                </a:cubicBezTo>
                <a:cubicBezTo>
                  <a:pt x="343105" y="67953"/>
                  <a:pt x="349629" y="70417"/>
                  <a:pt x="357653" y="70417"/>
                </a:cubicBezTo>
                <a:cubicBezTo>
                  <a:pt x="365452" y="70417"/>
                  <a:pt x="371845" y="67972"/>
                  <a:pt x="376832" y="63081"/>
                </a:cubicBezTo>
                <a:cubicBezTo>
                  <a:pt x="381819" y="58190"/>
                  <a:pt x="384312" y="52198"/>
                  <a:pt x="384312" y="45104"/>
                </a:cubicBezTo>
                <a:cubicBezTo>
                  <a:pt x="384312" y="37713"/>
                  <a:pt x="381744" y="31498"/>
                  <a:pt x="376607" y="26459"/>
                </a:cubicBezTo>
                <a:cubicBezTo>
                  <a:pt x="371470" y="21418"/>
                  <a:pt x="365077" y="18898"/>
                  <a:pt x="357428" y="18898"/>
                </a:cubicBezTo>
                <a:cubicBezTo>
                  <a:pt x="349704" y="18898"/>
                  <a:pt x="343292" y="21362"/>
                  <a:pt x="338193" y="26290"/>
                </a:cubicBezTo>
                <a:cubicBezTo>
                  <a:pt x="333093" y="31219"/>
                  <a:pt x="330544" y="37117"/>
                  <a:pt x="330544" y="43986"/>
                </a:cubicBezTo>
                <a:moveTo>
                  <a:pt x="324019" y="120136"/>
                </a:moveTo>
                <a:cubicBezTo>
                  <a:pt x="324019" y="125911"/>
                  <a:pt x="325388" y="131498"/>
                  <a:pt x="328125" y="136897"/>
                </a:cubicBezTo>
                <a:cubicBezTo>
                  <a:pt x="330862" y="142296"/>
                  <a:pt x="334931" y="146477"/>
                  <a:pt x="340330" y="149439"/>
                </a:cubicBezTo>
                <a:cubicBezTo>
                  <a:pt x="345729" y="152402"/>
                  <a:pt x="351541" y="153883"/>
                  <a:pt x="357765" y="153883"/>
                </a:cubicBezTo>
                <a:cubicBezTo>
                  <a:pt x="367439" y="153883"/>
                  <a:pt x="375426" y="150770"/>
                  <a:pt x="381725" y="144546"/>
                </a:cubicBezTo>
                <a:cubicBezTo>
                  <a:pt x="388025" y="138322"/>
                  <a:pt x="391174" y="130410"/>
                  <a:pt x="391174" y="120811"/>
                </a:cubicBezTo>
                <a:cubicBezTo>
                  <a:pt x="391174" y="111062"/>
                  <a:pt x="387931" y="103001"/>
                  <a:pt x="381444" y="96627"/>
                </a:cubicBezTo>
                <a:cubicBezTo>
                  <a:pt x="374957" y="90252"/>
                  <a:pt x="366839" y="87065"/>
                  <a:pt x="357091" y="87065"/>
                </a:cubicBezTo>
                <a:cubicBezTo>
                  <a:pt x="347567" y="87065"/>
                  <a:pt x="339674" y="90215"/>
                  <a:pt x="333412" y="96514"/>
                </a:cubicBezTo>
                <a:cubicBezTo>
                  <a:pt x="327150" y="102813"/>
                  <a:pt x="324019" y="110687"/>
                  <a:pt x="324019" y="120136"/>
                </a:cubicBez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5" y="86446"/>
                </a:moveTo>
                <a:cubicBezTo>
                  <a:pt x="495335" y="66963"/>
                  <a:pt x="497342" y="51281"/>
                  <a:pt x="501354" y="39402"/>
                </a:cubicBezTo>
                <a:cubicBezTo>
                  <a:pt x="505366" y="27523"/>
                  <a:pt x="511327" y="18361"/>
                  <a:pt x="519239" y="11917"/>
                </a:cubicBezTo>
                <a:cubicBezTo>
                  <a:pt x="527151" y="5472"/>
                  <a:pt x="537106" y="2250"/>
                  <a:pt x="549104" y="2250"/>
                </a:cubicBezTo>
                <a:cubicBezTo>
                  <a:pt x="557953" y="2250"/>
                  <a:pt x="565715" y="4030"/>
                  <a:pt x="572389" y="7589"/>
                </a:cubicBezTo>
                <a:cubicBezTo>
                  <a:pt x="579064" y="11149"/>
                  <a:pt x="584575" y="16283"/>
                  <a:pt x="588925" y="22990"/>
                </a:cubicBezTo>
                <a:cubicBezTo>
                  <a:pt x="593274" y="29697"/>
                  <a:pt x="596687" y="37866"/>
                  <a:pt x="599161" y="47498"/>
                </a:cubicBezTo>
                <a:cubicBezTo>
                  <a:pt x="601636" y="57127"/>
                  <a:pt x="602873" y="70110"/>
                  <a:pt x="602873" y="86446"/>
                </a:cubicBezTo>
                <a:cubicBezTo>
                  <a:pt x="602873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2" y="160808"/>
                </a:cubicBezTo>
                <a:cubicBezTo>
                  <a:pt x="571171" y="167290"/>
                  <a:pt x="561178" y="170531"/>
                  <a:pt x="549104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2" y="139729"/>
                  <a:pt x="495335" y="117397"/>
                  <a:pt x="495335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5" y="153883"/>
                  <a:pt x="549104" y="153883"/>
                </a:cubicBezTo>
                <a:cubicBezTo>
                  <a:pt x="558403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8" y="19123"/>
                  <a:pt x="548879" y="19123"/>
                </a:cubicBezTo>
                <a:cubicBezTo>
                  <a:pt x="539580" y="19123"/>
                  <a:pt x="532156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(a)Notpinning(5foatingedges)">
            <a:extLst xmlns:a="http://schemas.openxmlformats.org/drawingml/2006/main">
              <a:ext uri="{FF2B5EF4-FFF2-40B4-BE49-F238E27FC236}">
                <a16:creationId xmlns:a16="http://schemas.microsoft.com/office/drawing/2014/main" id="{EBF4D42A-BB87-487D-9192-BEEC402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84" y="3057846"/>
            <a:ext cx="3099274" cy="215510"/>
          </a:xfrm>
          <a:custGeom xmlns:a="http://schemas.openxmlformats.org/drawingml/2006/main">
            <a:pathLst>
              <a:path w="3099274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121846" y="108101"/>
                </a:moveTo>
                <a:lnTo>
                  <a:pt x="121846" y="138178"/>
                </a:lnTo>
                <a:cubicBezTo>
                  <a:pt x="121846" y="141142"/>
                  <a:pt x="120477" y="142737"/>
                  <a:pt x="118656" y="144103"/>
                </a:cubicBezTo>
                <a:cubicBezTo>
                  <a:pt x="112734" y="148888"/>
                  <a:pt x="104991" y="154132"/>
                  <a:pt x="98615" y="154132"/>
                </a:cubicBezTo>
                <a:cubicBezTo>
                  <a:pt x="87227" y="154132"/>
                  <a:pt x="82216" y="145017"/>
                  <a:pt x="82216" y="137952"/>
                </a:cubicBezTo>
                <a:cubicBezTo>
                  <a:pt x="82216" y="127697"/>
                  <a:pt x="87001" y="117212"/>
                  <a:pt x="103852" y="112886"/>
                </a:cubicBezTo>
                <a:lnTo>
                  <a:pt x="121846" y="108101"/>
                </a:lnTo>
                <a:moveTo>
                  <a:pt x="121846" y="150257"/>
                </a:moveTo>
                <a:cubicBezTo>
                  <a:pt x="123212" y="157319"/>
                  <a:pt x="125717" y="163466"/>
                  <a:pt x="137105" y="163466"/>
                </a:cubicBezTo>
                <a:cubicBezTo>
                  <a:pt x="145758" y="163466"/>
                  <a:pt x="153956" y="159595"/>
                  <a:pt x="158738" y="155043"/>
                </a:cubicBezTo>
                <a:cubicBezTo>
                  <a:pt x="158282" y="152308"/>
                  <a:pt x="157372" y="150257"/>
                  <a:pt x="154866" y="148892"/>
                </a:cubicBezTo>
                <a:cubicBezTo>
                  <a:pt x="153275" y="150257"/>
                  <a:pt x="149400" y="152537"/>
                  <a:pt x="146439" y="152537"/>
                </a:cubicBezTo>
                <a:cubicBezTo>
                  <a:pt x="139837" y="152537"/>
                  <a:pt x="139607" y="143648"/>
                  <a:pt x="139607" y="133167"/>
                </a:cubicBezTo>
                <a:lnTo>
                  <a:pt x="139607" y="99667"/>
                </a:lnTo>
                <a:cubicBezTo>
                  <a:pt x="139607" y="67310"/>
                  <a:pt x="121846" y="61159"/>
                  <a:pt x="105217" y="61159"/>
                </a:cubicBezTo>
                <a:cubicBezTo>
                  <a:pt x="86542" y="61159"/>
                  <a:pt x="67641" y="73461"/>
                  <a:pt x="67641" y="86451"/>
                </a:cubicBezTo>
                <a:cubicBezTo>
                  <a:pt x="67641" y="91920"/>
                  <a:pt x="70372" y="94655"/>
                  <a:pt x="75613" y="94655"/>
                </a:cubicBezTo>
                <a:cubicBezTo>
                  <a:pt x="82216" y="94655"/>
                  <a:pt x="86316" y="89870"/>
                  <a:pt x="86316" y="86906"/>
                </a:cubicBezTo>
                <a:cubicBezTo>
                  <a:pt x="86316" y="85311"/>
                  <a:pt x="86087" y="83716"/>
                  <a:pt x="85632" y="82805"/>
                </a:cubicBezTo>
                <a:cubicBezTo>
                  <a:pt x="85406" y="82121"/>
                  <a:pt x="85176" y="80755"/>
                  <a:pt x="85176" y="78246"/>
                </a:cubicBezTo>
                <a:cubicBezTo>
                  <a:pt x="85176" y="71181"/>
                  <a:pt x="94743" y="68675"/>
                  <a:pt x="103396" y="68675"/>
                </a:cubicBezTo>
                <a:cubicBezTo>
                  <a:pt x="111139" y="68675"/>
                  <a:pt x="121846" y="72550"/>
                  <a:pt x="121846" y="98301"/>
                </a:cubicBezTo>
                <a:cubicBezTo>
                  <a:pt x="121846" y="99896"/>
                  <a:pt x="121161" y="100806"/>
                  <a:pt x="120477" y="101036"/>
                </a:cubicBezTo>
                <a:lnTo>
                  <a:pt x="100891" y="105821"/>
                </a:lnTo>
                <a:cubicBezTo>
                  <a:pt x="79029" y="111291"/>
                  <a:pt x="63314" y="123367"/>
                  <a:pt x="63314" y="138862"/>
                </a:cubicBezTo>
                <a:cubicBezTo>
                  <a:pt x="63314" y="157548"/>
                  <a:pt x="76068" y="163466"/>
                  <a:pt x="92008" y="163466"/>
                </a:cubicBezTo>
                <a:cubicBezTo>
                  <a:pt x="99980" y="163466"/>
                  <a:pt x="106812" y="161645"/>
                  <a:pt x="116835" y="153903"/>
                </a:cubicBezTo>
                <a:lnTo>
                  <a:pt x="121391" y="150257"/>
                </a:lnTo>
                <a:lnTo>
                  <a:pt x="121846" y="150257"/>
                </a:lnTo>
                <a:close/>
                <a:moveTo>
                  <a:pt x="217043" y="103851"/>
                </a:moveTo>
                <a:cubicBezTo>
                  <a:pt x="217043" y="93602"/>
                  <a:pt x="216133" y="40993"/>
                  <a:pt x="168760" y="0"/>
                </a:cubicBezTo>
                <a:cubicBezTo>
                  <a:pt x="166483" y="455"/>
                  <a:pt x="164659" y="2050"/>
                  <a:pt x="163978" y="3871"/>
                </a:cubicBezTo>
                <a:cubicBezTo>
                  <a:pt x="171491" y="12524"/>
                  <a:pt x="198138" y="43953"/>
                  <a:pt x="198138" y="103851"/>
                </a:cubicBezTo>
                <a:cubicBezTo>
                  <a:pt x="198138" y="163748"/>
                  <a:pt x="171265" y="195177"/>
                  <a:pt x="163978" y="203378"/>
                </a:cubicBezTo>
                <a:cubicBezTo>
                  <a:pt x="164659" y="205654"/>
                  <a:pt x="166254" y="207249"/>
                  <a:pt x="168760" y="207475"/>
                </a:cubicBezTo>
                <a:cubicBezTo>
                  <a:pt x="195862" y="184248"/>
                  <a:pt x="217043" y="146212"/>
                  <a:pt x="217043" y="103851"/>
                </a:cubicBezTo>
                <a:close/>
                <a:moveTo>
                  <a:pt x="447522" y="44548"/>
                </a:moveTo>
                <a:lnTo>
                  <a:pt x="447522" y="119075"/>
                </a:lnTo>
                <a:cubicBezTo>
                  <a:pt x="447522" y="123405"/>
                  <a:pt x="447522" y="125914"/>
                  <a:pt x="445927" y="125914"/>
                </a:cubicBezTo>
                <a:cubicBezTo>
                  <a:pt x="445017" y="125914"/>
                  <a:pt x="441601" y="121810"/>
                  <a:pt x="434994" y="113376"/>
                </a:cubicBezTo>
                <a:lnTo>
                  <a:pt x="356877" y="14245"/>
                </a:lnTo>
                <a:lnTo>
                  <a:pt x="326133" y="13786"/>
                </a:lnTo>
                <a:cubicBezTo>
                  <a:pt x="324767" y="15155"/>
                  <a:pt x="324767" y="19937"/>
                  <a:pt x="326133" y="21302"/>
                </a:cubicBezTo>
                <a:cubicBezTo>
                  <a:pt x="335926" y="21987"/>
                  <a:pt x="342758" y="29963"/>
                  <a:pt x="344123" y="35888"/>
                </a:cubicBezTo>
                <a:lnTo>
                  <a:pt x="344123" y="130925"/>
                </a:lnTo>
                <a:cubicBezTo>
                  <a:pt x="344123" y="151210"/>
                  <a:pt x="340252" y="152579"/>
                  <a:pt x="324312" y="154174"/>
                </a:cubicBezTo>
                <a:cubicBezTo>
                  <a:pt x="322943" y="155540"/>
                  <a:pt x="322943" y="160321"/>
                  <a:pt x="324312" y="161687"/>
                </a:cubicBezTo>
                <a:cubicBezTo>
                  <a:pt x="334105" y="161461"/>
                  <a:pt x="344353" y="161232"/>
                  <a:pt x="349819" y="161232"/>
                </a:cubicBezTo>
                <a:cubicBezTo>
                  <a:pt x="355056" y="161232"/>
                  <a:pt x="365534" y="161461"/>
                  <a:pt x="375097" y="161687"/>
                </a:cubicBezTo>
                <a:cubicBezTo>
                  <a:pt x="376463" y="160321"/>
                  <a:pt x="376463" y="155540"/>
                  <a:pt x="375097" y="154174"/>
                </a:cubicBezTo>
                <a:cubicBezTo>
                  <a:pt x="359157" y="152579"/>
                  <a:pt x="355282" y="151665"/>
                  <a:pt x="355282" y="130925"/>
                </a:cubicBezTo>
                <a:lnTo>
                  <a:pt x="355282" y="61186"/>
                </a:lnTo>
                <a:cubicBezTo>
                  <a:pt x="355282" y="53437"/>
                  <a:pt x="355282" y="50017"/>
                  <a:pt x="357106" y="50017"/>
                </a:cubicBezTo>
                <a:cubicBezTo>
                  <a:pt x="358472" y="50017"/>
                  <a:pt x="360978" y="52526"/>
                  <a:pt x="364849" y="57541"/>
                </a:cubicBezTo>
                <a:lnTo>
                  <a:pt x="444332" y="158045"/>
                </a:lnTo>
                <a:cubicBezTo>
                  <a:pt x="446838" y="161416"/>
                  <a:pt x="449798" y="163466"/>
                  <a:pt x="453444" y="163466"/>
                </a:cubicBezTo>
                <a:cubicBezTo>
                  <a:pt x="456630" y="163466"/>
                  <a:pt x="458681" y="160735"/>
                  <a:pt x="458681" y="156405"/>
                </a:cubicBezTo>
                <a:lnTo>
                  <a:pt x="458681" y="44541"/>
                </a:lnTo>
                <a:cubicBezTo>
                  <a:pt x="458681" y="24267"/>
                  <a:pt x="462552" y="22898"/>
                  <a:pt x="478496" y="21302"/>
                </a:cubicBezTo>
                <a:cubicBezTo>
                  <a:pt x="479862" y="19937"/>
                  <a:pt x="479862" y="15155"/>
                  <a:pt x="478496" y="13786"/>
                </a:cubicBezTo>
                <a:cubicBezTo>
                  <a:pt x="469158" y="14015"/>
                  <a:pt x="458451" y="14245"/>
                  <a:pt x="452985" y="14245"/>
                </a:cubicBezTo>
                <a:cubicBezTo>
                  <a:pt x="448203" y="14245"/>
                  <a:pt x="437729" y="14015"/>
                  <a:pt x="427707" y="13786"/>
                </a:cubicBezTo>
                <a:cubicBezTo>
                  <a:pt x="426341" y="15155"/>
                  <a:pt x="426341" y="19937"/>
                  <a:pt x="427707" y="21302"/>
                </a:cubicBezTo>
                <a:cubicBezTo>
                  <a:pt x="443647" y="22898"/>
                  <a:pt x="447522" y="23808"/>
                  <a:pt x="447522" y="44548"/>
                </a:cubicBezTo>
                <a:close/>
                <a:moveTo>
                  <a:pt x="489424" y="114477"/>
                </a:moveTo>
                <a:cubicBezTo>
                  <a:pt x="489424" y="137723"/>
                  <a:pt x="504913" y="163466"/>
                  <a:pt x="537252" y="163466"/>
                </a:cubicBezTo>
                <a:cubicBezTo>
                  <a:pt x="551827" y="163466"/>
                  <a:pt x="562989" y="158229"/>
                  <a:pt x="570731" y="150713"/>
                </a:cubicBezTo>
                <a:cubicBezTo>
                  <a:pt x="580980" y="140683"/>
                  <a:pt x="585535" y="126328"/>
                  <a:pt x="585535" y="112427"/>
                </a:cubicBezTo>
                <a:cubicBezTo>
                  <a:pt x="585535" y="88727"/>
                  <a:pt x="572552" y="61159"/>
                  <a:pt x="537707" y="61159"/>
                </a:cubicBezTo>
                <a:cubicBezTo>
                  <a:pt x="522677" y="61159"/>
                  <a:pt x="510379" y="67310"/>
                  <a:pt x="501952" y="77106"/>
                </a:cubicBezTo>
                <a:cubicBezTo>
                  <a:pt x="493754" y="86906"/>
                  <a:pt x="489424" y="100122"/>
                  <a:pt x="489424" y="114477"/>
                </a:cubicBezTo>
                <a:moveTo>
                  <a:pt x="534291" y="69131"/>
                </a:moveTo>
                <a:cubicBezTo>
                  <a:pt x="553877" y="69131"/>
                  <a:pt x="565950" y="86906"/>
                  <a:pt x="565950" y="119721"/>
                </a:cubicBezTo>
                <a:cubicBezTo>
                  <a:pt x="565950" y="148433"/>
                  <a:pt x="551146" y="155498"/>
                  <a:pt x="540442" y="155498"/>
                </a:cubicBezTo>
                <a:cubicBezTo>
                  <a:pt x="516756" y="155498"/>
                  <a:pt x="509013" y="126783"/>
                  <a:pt x="509013" y="109237"/>
                </a:cubicBezTo>
                <a:cubicBezTo>
                  <a:pt x="509013" y="89411"/>
                  <a:pt x="513795" y="69131"/>
                  <a:pt x="534291" y="69131"/>
                </a:cubicBezTo>
                <a:close/>
                <a:moveTo>
                  <a:pt x="604666" y="63605"/>
                </a:moveTo>
                <a:cubicBezTo>
                  <a:pt x="601476" y="63605"/>
                  <a:pt x="600566" y="66340"/>
                  <a:pt x="600566" y="68161"/>
                </a:cubicBezTo>
                <a:lnTo>
                  <a:pt x="600566" y="71122"/>
                </a:lnTo>
                <a:cubicBezTo>
                  <a:pt x="600566" y="72262"/>
                  <a:pt x="600792" y="72488"/>
                  <a:pt x="601706" y="72488"/>
                </a:cubicBezTo>
                <a:lnTo>
                  <a:pt x="615141" y="72488"/>
                </a:lnTo>
                <a:lnTo>
                  <a:pt x="615141" y="140937"/>
                </a:lnTo>
                <a:cubicBezTo>
                  <a:pt x="615141" y="157089"/>
                  <a:pt x="622202" y="163466"/>
                  <a:pt x="632676" y="163466"/>
                </a:cubicBezTo>
                <a:cubicBezTo>
                  <a:pt x="643153" y="163466"/>
                  <a:pt x="654541" y="158459"/>
                  <a:pt x="663424" y="148440"/>
                </a:cubicBezTo>
                <a:cubicBezTo>
                  <a:pt x="662969" y="146167"/>
                  <a:pt x="661603" y="144801"/>
                  <a:pt x="659323" y="144576"/>
                </a:cubicBezTo>
                <a:cubicBezTo>
                  <a:pt x="653402" y="149124"/>
                  <a:pt x="646570" y="150942"/>
                  <a:pt x="640648" y="150942"/>
                </a:cubicBezTo>
                <a:cubicBezTo>
                  <a:pt x="634500" y="150942"/>
                  <a:pt x="633135" y="144120"/>
                  <a:pt x="633135" y="130022"/>
                </a:cubicBezTo>
                <a:lnTo>
                  <a:pt x="633135" y="72488"/>
                </a:lnTo>
                <a:lnTo>
                  <a:pt x="656818" y="72488"/>
                </a:lnTo>
                <a:cubicBezTo>
                  <a:pt x="659097" y="72488"/>
                  <a:pt x="662284" y="71577"/>
                  <a:pt x="662284" y="69527"/>
                </a:cubicBezTo>
                <a:lnTo>
                  <a:pt x="662284" y="64974"/>
                </a:lnTo>
                <a:cubicBezTo>
                  <a:pt x="662284" y="64064"/>
                  <a:pt x="661603" y="63605"/>
                  <a:pt x="660463" y="63605"/>
                </a:cubicBezTo>
                <a:lnTo>
                  <a:pt x="633135" y="63605"/>
                </a:lnTo>
                <a:lnTo>
                  <a:pt x="633135" y="54726"/>
                </a:lnTo>
                <a:cubicBezTo>
                  <a:pt x="633135" y="39922"/>
                  <a:pt x="634045" y="30810"/>
                  <a:pt x="634045" y="30810"/>
                </a:cubicBezTo>
                <a:cubicBezTo>
                  <a:pt x="634045" y="29445"/>
                  <a:pt x="633361" y="28760"/>
                  <a:pt x="632221" y="28760"/>
                </a:cubicBezTo>
                <a:cubicBezTo>
                  <a:pt x="631310" y="28760"/>
                  <a:pt x="629260" y="29674"/>
                  <a:pt x="627213" y="30810"/>
                </a:cubicBezTo>
                <a:cubicBezTo>
                  <a:pt x="624708" y="32180"/>
                  <a:pt x="622428" y="33316"/>
                  <a:pt x="619467" y="34001"/>
                </a:cubicBezTo>
                <a:cubicBezTo>
                  <a:pt x="616736" y="34911"/>
                  <a:pt x="614459" y="35596"/>
                  <a:pt x="614459" y="37187"/>
                </a:cubicBezTo>
                <a:cubicBezTo>
                  <a:pt x="614459" y="39922"/>
                  <a:pt x="615141" y="38327"/>
                  <a:pt x="615141" y="63605"/>
                </a:cubicBezTo>
                <a:lnTo>
                  <a:pt x="604666" y="63605"/>
                </a:lnTo>
                <a:close/>
                <a:moveTo>
                  <a:pt x="763630" y="85766"/>
                </a:moveTo>
                <a:cubicBezTo>
                  <a:pt x="769552" y="78472"/>
                  <a:pt x="780029" y="71636"/>
                  <a:pt x="786632" y="71636"/>
                </a:cubicBezTo>
                <a:cubicBezTo>
                  <a:pt x="801210" y="71636"/>
                  <a:pt x="813735" y="88042"/>
                  <a:pt x="813735" y="113793"/>
                </a:cubicBezTo>
                <a:cubicBezTo>
                  <a:pt x="813735" y="132482"/>
                  <a:pt x="807132" y="155724"/>
                  <a:pt x="781624" y="155724"/>
                </a:cubicBezTo>
                <a:cubicBezTo>
                  <a:pt x="777524" y="155724"/>
                  <a:pt x="769552" y="154584"/>
                  <a:pt x="765455" y="150938"/>
                </a:cubicBezTo>
                <a:cubicBezTo>
                  <a:pt x="760899" y="146838"/>
                  <a:pt x="759988" y="145469"/>
                  <a:pt x="759988" y="137267"/>
                </a:cubicBezTo>
                <a:lnTo>
                  <a:pt x="759988" y="95792"/>
                </a:lnTo>
                <a:cubicBezTo>
                  <a:pt x="759988" y="91007"/>
                  <a:pt x="760899" y="88956"/>
                  <a:pt x="763630" y="85766"/>
                </a:cubicBezTo>
                <a:moveTo>
                  <a:pt x="759304" y="77332"/>
                </a:moveTo>
                <a:cubicBezTo>
                  <a:pt x="759078" y="70496"/>
                  <a:pt x="758623" y="64578"/>
                  <a:pt x="757483" y="62299"/>
                </a:cubicBezTo>
                <a:cubicBezTo>
                  <a:pt x="757028" y="61159"/>
                  <a:pt x="756572" y="60478"/>
                  <a:pt x="754748" y="60478"/>
                </a:cubicBezTo>
                <a:cubicBezTo>
                  <a:pt x="748371" y="62983"/>
                  <a:pt x="742449" y="65033"/>
                  <a:pt x="726735" y="67080"/>
                </a:cubicBezTo>
                <a:cubicBezTo>
                  <a:pt x="726280" y="68449"/>
                  <a:pt x="726735" y="72091"/>
                  <a:pt x="727194" y="73461"/>
                </a:cubicBezTo>
                <a:cubicBezTo>
                  <a:pt x="739489" y="74600"/>
                  <a:pt x="741994" y="75737"/>
                  <a:pt x="741994" y="88956"/>
                </a:cubicBezTo>
                <a:lnTo>
                  <a:pt x="741994" y="186315"/>
                </a:lnTo>
                <a:cubicBezTo>
                  <a:pt x="741994" y="205279"/>
                  <a:pt x="739489" y="206422"/>
                  <a:pt x="725599" y="207107"/>
                </a:cubicBezTo>
                <a:cubicBezTo>
                  <a:pt x="724233" y="208473"/>
                  <a:pt x="724233" y="213254"/>
                  <a:pt x="725599" y="214620"/>
                </a:cubicBezTo>
                <a:cubicBezTo>
                  <a:pt x="733570" y="214394"/>
                  <a:pt x="741994" y="214165"/>
                  <a:pt x="751106" y="214165"/>
                </a:cubicBezTo>
                <a:cubicBezTo>
                  <a:pt x="760214" y="214165"/>
                  <a:pt x="771147" y="214394"/>
                  <a:pt x="778664" y="214620"/>
                </a:cubicBezTo>
                <a:cubicBezTo>
                  <a:pt x="780029" y="213254"/>
                  <a:pt x="780029" y="208473"/>
                  <a:pt x="778664" y="207107"/>
                </a:cubicBezTo>
                <a:cubicBezTo>
                  <a:pt x="762494" y="206193"/>
                  <a:pt x="759988" y="205279"/>
                  <a:pt x="759988" y="186315"/>
                </a:cubicBezTo>
                <a:lnTo>
                  <a:pt x="759988" y="161645"/>
                </a:lnTo>
                <a:cubicBezTo>
                  <a:pt x="759988" y="158685"/>
                  <a:pt x="760899" y="158914"/>
                  <a:pt x="763175" y="160050"/>
                </a:cubicBezTo>
                <a:cubicBezTo>
                  <a:pt x="768871" y="162101"/>
                  <a:pt x="775703" y="163466"/>
                  <a:pt x="782990" y="163466"/>
                </a:cubicBezTo>
                <a:cubicBezTo>
                  <a:pt x="795744" y="163466"/>
                  <a:pt x="807132" y="159595"/>
                  <a:pt x="816470" y="150713"/>
                </a:cubicBezTo>
                <a:cubicBezTo>
                  <a:pt x="827173" y="140228"/>
                  <a:pt x="833320" y="126098"/>
                  <a:pt x="833320" y="107642"/>
                </a:cubicBezTo>
                <a:cubicBezTo>
                  <a:pt x="833320" y="83486"/>
                  <a:pt x="816240" y="61159"/>
                  <a:pt x="793009" y="61159"/>
                </a:cubicBezTo>
                <a:cubicBezTo>
                  <a:pt x="782535" y="61159"/>
                  <a:pt x="770918" y="68220"/>
                  <a:pt x="761809" y="78246"/>
                </a:cubicBezTo>
                <a:cubicBezTo>
                  <a:pt x="760444" y="79612"/>
                  <a:pt x="759533" y="79612"/>
                  <a:pt x="759304" y="77332"/>
                </a:cubicBezTo>
                <a:close/>
                <a:moveTo>
                  <a:pt x="862474" y="24719"/>
                </a:moveTo>
                <a:cubicBezTo>
                  <a:pt x="862474" y="30640"/>
                  <a:pt x="867940" y="36562"/>
                  <a:pt x="873403" y="36562"/>
                </a:cubicBezTo>
                <a:cubicBezTo>
                  <a:pt x="879780" y="36562"/>
                  <a:pt x="885246" y="30414"/>
                  <a:pt x="885246" y="25629"/>
                </a:cubicBezTo>
                <a:cubicBezTo>
                  <a:pt x="885246" y="20166"/>
                  <a:pt x="880464" y="13786"/>
                  <a:pt x="874317" y="13786"/>
                </a:cubicBezTo>
                <a:cubicBezTo>
                  <a:pt x="868851" y="13786"/>
                  <a:pt x="862474" y="19252"/>
                  <a:pt x="862474" y="24719"/>
                </a:cubicBezTo>
                <a:moveTo>
                  <a:pt x="883199" y="133445"/>
                </a:moveTo>
                <a:lnTo>
                  <a:pt x="883199" y="88119"/>
                </a:lnTo>
                <a:cubicBezTo>
                  <a:pt x="883199" y="76731"/>
                  <a:pt x="884110" y="62104"/>
                  <a:pt x="884110" y="62104"/>
                </a:cubicBezTo>
                <a:cubicBezTo>
                  <a:pt x="884110" y="61183"/>
                  <a:pt x="882970" y="60491"/>
                  <a:pt x="881149" y="60491"/>
                </a:cubicBezTo>
                <a:cubicBezTo>
                  <a:pt x="874772" y="63025"/>
                  <a:pt x="865660" y="65096"/>
                  <a:pt x="849946" y="67164"/>
                </a:cubicBezTo>
                <a:cubicBezTo>
                  <a:pt x="849491" y="68533"/>
                  <a:pt x="849946" y="72175"/>
                  <a:pt x="850401" y="73544"/>
                </a:cubicBezTo>
                <a:cubicBezTo>
                  <a:pt x="862929" y="74680"/>
                  <a:pt x="865205" y="76050"/>
                  <a:pt x="865205" y="89033"/>
                </a:cubicBezTo>
                <a:lnTo>
                  <a:pt x="865205" y="133445"/>
                </a:lnTo>
                <a:cubicBezTo>
                  <a:pt x="865205" y="152349"/>
                  <a:pt x="862700" y="153034"/>
                  <a:pt x="848810" y="154174"/>
                </a:cubicBezTo>
                <a:cubicBezTo>
                  <a:pt x="847440" y="155540"/>
                  <a:pt x="847440" y="160321"/>
                  <a:pt x="848810" y="161687"/>
                </a:cubicBezTo>
                <a:cubicBezTo>
                  <a:pt x="856323" y="161461"/>
                  <a:pt x="865205" y="161232"/>
                  <a:pt x="874317" y="161232"/>
                </a:cubicBezTo>
                <a:cubicBezTo>
                  <a:pt x="883425" y="161232"/>
                  <a:pt x="892078" y="161461"/>
                  <a:pt x="899595" y="161687"/>
                </a:cubicBezTo>
                <a:cubicBezTo>
                  <a:pt x="900961" y="160321"/>
                  <a:pt x="900961" y="155540"/>
                  <a:pt x="899595" y="154174"/>
                </a:cubicBezTo>
                <a:cubicBezTo>
                  <a:pt x="885701" y="153263"/>
                  <a:pt x="883199" y="152349"/>
                  <a:pt x="883199" y="133445"/>
                </a:cubicBezTo>
                <a:close/>
                <a:moveTo>
                  <a:pt x="945600" y="79615"/>
                </a:moveTo>
                <a:cubicBezTo>
                  <a:pt x="944234" y="81210"/>
                  <a:pt x="942868" y="81669"/>
                  <a:pt x="942868" y="79615"/>
                </a:cubicBezTo>
                <a:cubicBezTo>
                  <a:pt x="942639" y="73461"/>
                  <a:pt x="942184" y="64578"/>
                  <a:pt x="941044" y="62299"/>
                </a:cubicBezTo>
                <a:cubicBezTo>
                  <a:pt x="940589" y="61159"/>
                  <a:pt x="940133" y="60478"/>
                  <a:pt x="938312" y="60478"/>
                </a:cubicBezTo>
                <a:cubicBezTo>
                  <a:pt x="931935" y="62983"/>
                  <a:pt x="926014" y="65033"/>
                  <a:pt x="910299" y="67080"/>
                </a:cubicBezTo>
                <a:cubicBezTo>
                  <a:pt x="909844" y="68449"/>
                  <a:pt x="910299" y="72091"/>
                  <a:pt x="910755" y="73461"/>
                </a:cubicBezTo>
                <a:cubicBezTo>
                  <a:pt x="923053" y="74600"/>
                  <a:pt x="925559" y="75740"/>
                  <a:pt x="925559" y="88963"/>
                </a:cubicBezTo>
                <a:lnTo>
                  <a:pt x="925559" y="133424"/>
                </a:lnTo>
                <a:cubicBezTo>
                  <a:pt x="925559" y="152120"/>
                  <a:pt x="923282" y="153034"/>
                  <a:pt x="909615" y="154174"/>
                </a:cubicBezTo>
                <a:cubicBezTo>
                  <a:pt x="908249" y="155540"/>
                  <a:pt x="908249" y="160321"/>
                  <a:pt x="909615" y="161687"/>
                </a:cubicBezTo>
                <a:cubicBezTo>
                  <a:pt x="916450" y="161461"/>
                  <a:pt x="925559" y="161232"/>
                  <a:pt x="934667" y="161232"/>
                </a:cubicBezTo>
                <a:cubicBezTo>
                  <a:pt x="943779" y="161232"/>
                  <a:pt x="950611" y="161461"/>
                  <a:pt x="957443" y="161687"/>
                </a:cubicBezTo>
                <a:cubicBezTo>
                  <a:pt x="958809" y="160321"/>
                  <a:pt x="958809" y="155540"/>
                  <a:pt x="957443" y="154174"/>
                </a:cubicBezTo>
                <a:cubicBezTo>
                  <a:pt x="945829" y="153034"/>
                  <a:pt x="943549" y="152120"/>
                  <a:pt x="943549" y="133424"/>
                </a:cubicBezTo>
                <a:lnTo>
                  <a:pt x="943549" y="96032"/>
                </a:lnTo>
                <a:cubicBezTo>
                  <a:pt x="943549" y="91243"/>
                  <a:pt x="945600" y="88508"/>
                  <a:pt x="947421" y="86458"/>
                </a:cubicBezTo>
                <a:cubicBezTo>
                  <a:pt x="956077" y="78020"/>
                  <a:pt x="966325" y="73002"/>
                  <a:pt x="975208" y="73002"/>
                </a:cubicBezTo>
                <a:cubicBezTo>
                  <a:pt x="979764" y="73002"/>
                  <a:pt x="984545" y="75966"/>
                  <a:pt x="987277" y="81210"/>
                </a:cubicBezTo>
                <a:cubicBezTo>
                  <a:pt x="989556" y="85773"/>
                  <a:pt x="990012" y="91927"/>
                  <a:pt x="990012" y="98766"/>
                </a:cubicBezTo>
                <a:lnTo>
                  <a:pt x="990012" y="133424"/>
                </a:lnTo>
                <a:cubicBezTo>
                  <a:pt x="990012" y="152120"/>
                  <a:pt x="987732" y="153034"/>
                  <a:pt x="975889" y="154174"/>
                </a:cubicBezTo>
                <a:cubicBezTo>
                  <a:pt x="974752" y="155540"/>
                  <a:pt x="974752" y="160321"/>
                  <a:pt x="975889" y="161687"/>
                </a:cubicBezTo>
                <a:cubicBezTo>
                  <a:pt x="982724" y="161461"/>
                  <a:pt x="990012" y="161232"/>
                  <a:pt x="999120" y="161232"/>
                </a:cubicBezTo>
                <a:cubicBezTo>
                  <a:pt x="1008232" y="161232"/>
                  <a:pt x="1016430" y="161461"/>
                  <a:pt x="1023262" y="161687"/>
                </a:cubicBezTo>
                <a:cubicBezTo>
                  <a:pt x="1024402" y="160321"/>
                  <a:pt x="1024402" y="155540"/>
                  <a:pt x="1023262" y="154174"/>
                </a:cubicBezTo>
                <a:cubicBezTo>
                  <a:pt x="1010508" y="153034"/>
                  <a:pt x="1008002" y="152120"/>
                  <a:pt x="1008002" y="133424"/>
                </a:cubicBezTo>
                <a:lnTo>
                  <a:pt x="1008002" y="99451"/>
                </a:lnTo>
                <a:cubicBezTo>
                  <a:pt x="1008002" y="86913"/>
                  <a:pt x="1007092" y="75966"/>
                  <a:pt x="1001855" y="68905"/>
                </a:cubicBezTo>
                <a:cubicBezTo>
                  <a:pt x="997980" y="63894"/>
                  <a:pt x="990922" y="61159"/>
                  <a:pt x="982950" y="61159"/>
                </a:cubicBezTo>
                <a:cubicBezTo>
                  <a:pt x="971792" y="61159"/>
                  <a:pt x="959038" y="64119"/>
                  <a:pt x="945600" y="79615"/>
                </a:cubicBezTo>
                <a:close/>
                <a:moveTo>
                  <a:pt x="1069038" y="79615"/>
                </a:moveTo>
                <a:cubicBezTo>
                  <a:pt x="1067672" y="81210"/>
                  <a:pt x="1066306" y="81669"/>
                  <a:pt x="1066306" y="79615"/>
                </a:cubicBezTo>
                <a:cubicBezTo>
                  <a:pt x="1066077" y="73461"/>
                  <a:pt x="1065622" y="64578"/>
                  <a:pt x="1064482" y="62299"/>
                </a:cubicBezTo>
                <a:cubicBezTo>
                  <a:pt x="1064027" y="61159"/>
                  <a:pt x="1063572" y="60478"/>
                  <a:pt x="1061751" y="60478"/>
                </a:cubicBezTo>
                <a:cubicBezTo>
                  <a:pt x="1055374" y="62983"/>
                  <a:pt x="1049452" y="65033"/>
                  <a:pt x="1033738" y="67080"/>
                </a:cubicBezTo>
                <a:cubicBezTo>
                  <a:pt x="1033282" y="68449"/>
                  <a:pt x="1033738" y="72091"/>
                  <a:pt x="1034193" y="73461"/>
                </a:cubicBezTo>
                <a:cubicBezTo>
                  <a:pt x="1046491" y="74600"/>
                  <a:pt x="1048997" y="75740"/>
                  <a:pt x="1048997" y="88963"/>
                </a:cubicBezTo>
                <a:lnTo>
                  <a:pt x="1048997" y="133424"/>
                </a:lnTo>
                <a:cubicBezTo>
                  <a:pt x="1048997" y="152120"/>
                  <a:pt x="1046721" y="153034"/>
                  <a:pt x="1033053" y="154174"/>
                </a:cubicBezTo>
                <a:cubicBezTo>
                  <a:pt x="1031687" y="155540"/>
                  <a:pt x="1031687" y="160321"/>
                  <a:pt x="1033053" y="161687"/>
                </a:cubicBezTo>
                <a:cubicBezTo>
                  <a:pt x="1039889" y="161461"/>
                  <a:pt x="1048997" y="161232"/>
                  <a:pt x="1058105" y="161232"/>
                </a:cubicBezTo>
                <a:cubicBezTo>
                  <a:pt x="1067217" y="161232"/>
                  <a:pt x="1074049" y="161461"/>
                  <a:pt x="1080881" y="161687"/>
                </a:cubicBezTo>
                <a:cubicBezTo>
                  <a:pt x="1082247" y="160321"/>
                  <a:pt x="1082247" y="155540"/>
                  <a:pt x="1080881" y="154174"/>
                </a:cubicBezTo>
                <a:cubicBezTo>
                  <a:pt x="1069267" y="153034"/>
                  <a:pt x="1066988" y="152120"/>
                  <a:pt x="1066988" y="133424"/>
                </a:cubicBezTo>
                <a:lnTo>
                  <a:pt x="1066988" y="96032"/>
                </a:lnTo>
                <a:cubicBezTo>
                  <a:pt x="1066988" y="91243"/>
                  <a:pt x="1069038" y="88508"/>
                  <a:pt x="1070859" y="86458"/>
                </a:cubicBezTo>
                <a:cubicBezTo>
                  <a:pt x="1079515" y="78020"/>
                  <a:pt x="1089764" y="73002"/>
                  <a:pt x="1098646" y="73002"/>
                </a:cubicBezTo>
                <a:cubicBezTo>
                  <a:pt x="1103202" y="73002"/>
                  <a:pt x="1107984" y="75966"/>
                  <a:pt x="1110715" y="81210"/>
                </a:cubicBezTo>
                <a:cubicBezTo>
                  <a:pt x="1112995" y="85773"/>
                  <a:pt x="1113450" y="91927"/>
                  <a:pt x="1113450" y="98766"/>
                </a:cubicBezTo>
                <a:lnTo>
                  <a:pt x="1113450" y="133424"/>
                </a:lnTo>
                <a:cubicBezTo>
                  <a:pt x="1113450" y="152120"/>
                  <a:pt x="1111170" y="153034"/>
                  <a:pt x="1099327" y="154174"/>
                </a:cubicBezTo>
                <a:cubicBezTo>
                  <a:pt x="1098191" y="155540"/>
                  <a:pt x="1098191" y="160321"/>
                  <a:pt x="1099327" y="161687"/>
                </a:cubicBezTo>
                <a:cubicBezTo>
                  <a:pt x="1106163" y="161461"/>
                  <a:pt x="1113450" y="161232"/>
                  <a:pt x="1122558" y="161232"/>
                </a:cubicBezTo>
                <a:cubicBezTo>
                  <a:pt x="1131670" y="161232"/>
                  <a:pt x="1139868" y="161461"/>
                  <a:pt x="1146700" y="161687"/>
                </a:cubicBezTo>
                <a:cubicBezTo>
                  <a:pt x="1147840" y="160321"/>
                  <a:pt x="1147840" y="155540"/>
                  <a:pt x="1146700" y="154174"/>
                </a:cubicBezTo>
                <a:cubicBezTo>
                  <a:pt x="1133946" y="153034"/>
                  <a:pt x="1131441" y="152120"/>
                  <a:pt x="1131441" y="133424"/>
                </a:cubicBezTo>
                <a:lnTo>
                  <a:pt x="1131441" y="99451"/>
                </a:lnTo>
                <a:cubicBezTo>
                  <a:pt x="1131441" y="86913"/>
                  <a:pt x="1130530" y="75966"/>
                  <a:pt x="1125293" y="68905"/>
                </a:cubicBezTo>
                <a:cubicBezTo>
                  <a:pt x="1121418" y="63894"/>
                  <a:pt x="1114360" y="61159"/>
                  <a:pt x="1106388" y="61159"/>
                </a:cubicBezTo>
                <a:cubicBezTo>
                  <a:pt x="1095230" y="61159"/>
                  <a:pt x="1082476" y="64119"/>
                  <a:pt x="1069038" y="79615"/>
                </a:cubicBezTo>
                <a:close/>
                <a:moveTo>
                  <a:pt x="1171069" y="24719"/>
                </a:moveTo>
                <a:cubicBezTo>
                  <a:pt x="1171069" y="30640"/>
                  <a:pt x="1176536" y="36562"/>
                  <a:pt x="1181998" y="36562"/>
                </a:cubicBezTo>
                <a:cubicBezTo>
                  <a:pt x="1188375" y="36562"/>
                  <a:pt x="1193842" y="30414"/>
                  <a:pt x="1193842" y="25629"/>
                </a:cubicBezTo>
                <a:cubicBezTo>
                  <a:pt x="1193842" y="20166"/>
                  <a:pt x="1189060" y="13786"/>
                  <a:pt x="1182912" y="13786"/>
                </a:cubicBezTo>
                <a:cubicBezTo>
                  <a:pt x="1177446" y="13786"/>
                  <a:pt x="1171069" y="19252"/>
                  <a:pt x="1171069" y="24719"/>
                </a:cubicBezTo>
                <a:moveTo>
                  <a:pt x="1191795" y="133445"/>
                </a:moveTo>
                <a:lnTo>
                  <a:pt x="1191795" y="88119"/>
                </a:lnTo>
                <a:cubicBezTo>
                  <a:pt x="1191795" y="76731"/>
                  <a:pt x="1192705" y="62104"/>
                  <a:pt x="1192705" y="62104"/>
                </a:cubicBezTo>
                <a:cubicBezTo>
                  <a:pt x="1192705" y="61183"/>
                  <a:pt x="1191565" y="60491"/>
                  <a:pt x="1189744" y="60491"/>
                </a:cubicBezTo>
                <a:cubicBezTo>
                  <a:pt x="1183368" y="63025"/>
                  <a:pt x="1174256" y="65096"/>
                  <a:pt x="1158541" y="67164"/>
                </a:cubicBezTo>
                <a:cubicBezTo>
                  <a:pt x="1158086" y="68533"/>
                  <a:pt x="1158541" y="72175"/>
                  <a:pt x="1158997" y="73544"/>
                </a:cubicBezTo>
                <a:cubicBezTo>
                  <a:pt x="1171524" y="74680"/>
                  <a:pt x="1173801" y="76050"/>
                  <a:pt x="1173801" y="89033"/>
                </a:cubicBezTo>
                <a:lnTo>
                  <a:pt x="1173801" y="133445"/>
                </a:lnTo>
                <a:cubicBezTo>
                  <a:pt x="1173801" y="152349"/>
                  <a:pt x="1171295" y="153034"/>
                  <a:pt x="1157405" y="154174"/>
                </a:cubicBezTo>
                <a:cubicBezTo>
                  <a:pt x="1156036" y="155540"/>
                  <a:pt x="1156036" y="160321"/>
                  <a:pt x="1157405" y="161687"/>
                </a:cubicBezTo>
                <a:cubicBezTo>
                  <a:pt x="1164918" y="161461"/>
                  <a:pt x="1173801" y="161232"/>
                  <a:pt x="1182912" y="161232"/>
                </a:cubicBezTo>
                <a:cubicBezTo>
                  <a:pt x="1192021" y="161232"/>
                  <a:pt x="1200674" y="161461"/>
                  <a:pt x="1208190" y="161687"/>
                </a:cubicBezTo>
                <a:cubicBezTo>
                  <a:pt x="1209556" y="160321"/>
                  <a:pt x="1209556" y="155540"/>
                  <a:pt x="1208190" y="154174"/>
                </a:cubicBezTo>
                <a:cubicBezTo>
                  <a:pt x="1194297" y="153263"/>
                  <a:pt x="1191795" y="152349"/>
                  <a:pt x="1191795" y="133445"/>
                </a:cubicBezTo>
                <a:close/>
                <a:moveTo>
                  <a:pt x="1254195" y="79615"/>
                </a:moveTo>
                <a:cubicBezTo>
                  <a:pt x="1252829" y="81210"/>
                  <a:pt x="1251464" y="81669"/>
                  <a:pt x="1251464" y="79615"/>
                </a:cubicBezTo>
                <a:cubicBezTo>
                  <a:pt x="1251234" y="73461"/>
                  <a:pt x="1250779" y="64578"/>
                  <a:pt x="1249639" y="62299"/>
                </a:cubicBezTo>
                <a:cubicBezTo>
                  <a:pt x="1249184" y="61159"/>
                  <a:pt x="1248729" y="60478"/>
                  <a:pt x="1246908" y="60478"/>
                </a:cubicBezTo>
                <a:cubicBezTo>
                  <a:pt x="1240531" y="62983"/>
                  <a:pt x="1234609" y="65033"/>
                  <a:pt x="1218895" y="67080"/>
                </a:cubicBezTo>
                <a:cubicBezTo>
                  <a:pt x="1218439" y="68449"/>
                  <a:pt x="1218895" y="72091"/>
                  <a:pt x="1219350" y="73461"/>
                </a:cubicBezTo>
                <a:cubicBezTo>
                  <a:pt x="1231648" y="74600"/>
                  <a:pt x="1234154" y="75740"/>
                  <a:pt x="1234154" y="88963"/>
                </a:cubicBezTo>
                <a:lnTo>
                  <a:pt x="1234154" y="133424"/>
                </a:lnTo>
                <a:cubicBezTo>
                  <a:pt x="1234154" y="152120"/>
                  <a:pt x="1231878" y="153034"/>
                  <a:pt x="1218210" y="154174"/>
                </a:cubicBezTo>
                <a:cubicBezTo>
                  <a:pt x="1216844" y="155540"/>
                  <a:pt x="1216844" y="160321"/>
                  <a:pt x="1218210" y="161687"/>
                </a:cubicBezTo>
                <a:cubicBezTo>
                  <a:pt x="1225046" y="161461"/>
                  <a:pt x="1234154" y="161232"/>
                  <a:pt x="1243262" y="161232"/>
                </a:cubicBezTo>
                <a:cubicBezTo>
                  <a:pt x="1252374" y="161232"/>
                  <a:pt x="1259206" y="161461"/>
                  <a:pt x="1266038" y="161687"/>
                </a:cubicBezTo>
                <a:cubicBezTo>
                  <a:pt x="1267404" y="160321"/>
                  <a:pt x="1267404" y="155540"/>
                  <a:pt x="1266038" y="154174"/>
                </a:cubicBezTo>
                <a:cubicBezTo>
                  <a:pt x="1254424" y="153034"/>
                  <a:pt x="1252145" y="152120"/>
                  <a:pt x="1252145" y="133424"/>
                </a:cubicBezTo>
                <a:lnTo>
                  <a:pt x="1252145" y="96032"/>
                </a:lnTo>
                <a:cubicBezTo>
                  <a:pt x="1252145" y="91243"/>
                  <a:pt x="1254195" y="88508"/>
                  <a:pt x="1256016" y="86458"/>
                </a:cubicBezTo>
                <a:cubicBezTo>
                  <a:pt x="1264673" y="78020"/>
                  <a:pt x="1274921" y="73002"/>
                  <a:pt x="1283803" y="73002"/>
                </a:cubicBezTo>
                <a:cubicBezTo>
                  <a:pt x="1288359" y="73002"/>
                  <a:pt x="1293141" y="75966"/>
                  <a:pt x="1295872" y="81210"/>
                </a:cubicBezTo>
                <a:cubicBezTo>
                  <a:pt x="1298152" y="85773"/>
                  <a:pt x="1298607" y="91927"/>
                  <a:pt x="1298607" y="98766"/>
                </a:cubicBezTo>
                <a:lnTo>
                  <a:pt x="1298607" y="133424"/>
                </a:lnTo>
                <a:cubicBezTo>
                  <a:pt x="1298607" y="152120"/>
                  <a:pt x="1296327" y="153034"/>
                  <a:pt x="1284484" y="154174"/>
                </a:cubicBezTo>
                <a:cubicBezTo>
                  <a:pt x="1283348" y="155540"/>
                  <a:pt x="1283348" y="160321"/>
                  <a:pt x="1284484" y="161687"/>
                </a:cubicBezTo>
                <a:cubicBezTo>
                  <a:pt x="1291320" y="161461"/>
                  <a:pt x="1298607" y="161232"/>
                  <a:pt x="1307715" y="161232"/>
                </a:cubicBezTo>
                <a:cubicBezTo>
                  <a:pt x="1316827" y="161232"/>
                  <a:pt x="1325025" y="161461"/>
                  <a:pt x="1331857" y="161687"/>
                </a:cubicBezTo>
                <a:cubicBezTo>
                  <a:pt x="1332997" y="160321"/>
                  <a:pt x="1332997" y="155540"/>
                  <a:pt x="1331857" y="154174"/>
                </a:cubicBezTo>
                <a:cubicBezTo>
                  <a:pt x="1319103" y="153034"/>
                  <a:pt x="1316598" y="152120"/>
                  <a:pt x="1316598" y="133424"/>
                </a:cubicBezTo>
                <a:lnTo>
                  <a:pt x="1316598" y="99451"/>
                </a:lnTo>
                <a:cubicBezTo>
                  <a:pt x="1316598" y="86913"/>
                  <a:pt x="1315687" y="75966"/>
                  <a:pt x="1310450" y="68905"/>
                </a:cubicBezTo>
                <a:cubicBezTo>
                  <a:pt x="1306576" y="63894"/>
                  <a:pt x="1299518" y="61159"/>
                  <a:pt x="1291546" y="61159"/>
                </a:cubicBezTo>
                <a:cubicBezTo>
                  <a:pt x="1280387" y="61159"/>
                  <a:pt x="1267633" y="64119"/>
                  <a:pt x="1254195" y="79615"/>
                </a:cubicBezTo>
                <a:close/>
                <a:moveTo>
                  <a:pt x="1408381" y="97654"/>
                </a:moveTo>
                <a:cubicBezTo>
                  <a:pt x="1408381" y="118877"/>
                  <a:pt x="1397674" y="123210"/>
                  <a:pt x="1389247" y="123210"/>
                </a:cubicBezTo>
                <a:cubicBezTo>
                  <a:pt x="1370116" y="123210"/>
                  <a:pt x="1368070" y="107013"/>
                  <a:pt x="1368070" y="92407"/>
                </a:cubicBezTo>
                <a:cubicBezTo>
                  <a:pt x="1368070" y="76435"/>
                  <a:pt x="1373762" y="68220"/>
                  <a:pt x="1386290" y="68220"/>
                </a:cubicBezTo>
                <a:cubicBezTo>
                  <a:pt x="1400635" y="68220"/>
                  <a:pt x="1408381" y="78718"/>
                  <a:pt x="1408381" y="97654"/>
                </a:cubicBezTo>
                <a:moveTo>
                  <a:pt x="1365790" y="163456"/>
                </a:moveTo>
                <a:cubicBezTo>
                  <a:pt x="1368295" y="164140"/>
                  <a:pt x="1371941" y="164599"/>
                  <a:pt x="1374902" y="164599"/>
                </a:cubicBezTo>
                <a:cubicBezTo>
                  <a:pt x="1381960" y="164599"/>
                  <a:pt x="1388336" y="163911"/>
                  <a:pt x="1391527" y="163911"/>
                </a:cubicBezTo>
                <a:cubicBezTo>
                  <a:pt x="1402915" y="163911"/>
                  <a:pt x="1412478" y="164140"/>
                  <a:pt x="1419084" y="167796"/>
                </a:cubicBezTo>
                <a:cubicBezTo>
                  <a:pt x="1427967" y="172821"/>
                  <a:pt x="1430698" y="176018"/>
                  <a:pt x="1430698" y="181957"/>
                </a:cubicBezTo>
                <a:cubicBezTo>
                  <a:pt x="1430698" y="198405"/>
                  <a:pt x="1406557" y="207086"/>
                  <a:pt x="1386060" y="207086"/>
                </a:cubicBezTo>
                <a:cubicBezTo>
                  <a:pt x="1377862" y="207086"/>
                  <a:pt x="1358732" y="200459"/>
                  <a:pt x="1358732" y="184929"/>
                </a:cubicBezTo>
                <a:cubicBezTo>
                  <a:pt x="1358732" y="177162"/>
                  <a:pt x="1359187" y="171452"/>
                  <a:pt x="1365790" y="163456"/>
                </a:cubicBezTo>
                <a:moveTo>
                  <a:pt x="1436849" y="73012"/>
                </a:moveTo>
                <a:cubicBezTo>
                  <a:pt x="1441176" y="73012"/>
                  <a:pt x="1445273" y="68905"/>
                  <a:pt x="1445273" y="64349"/>
                </a:cubicBezTo>
                <a:cubicBezTo>
                  <a:pt x="1445273" y="59567"/>
                  <a:pt x="1440946" y="55922"/>
                  <a:pt x="1434799" y="55922"/>
                </a:cubicBezTo>
                <a:cubicBezTo>
                  <a:pt x="1428877" y="55922"/>
                  <a:pt x="1417944" y="59793"/>
                  <a:pt x="1412023" y="67539"/>
                </a:cubicBezTo>
                <a:cubicBezTo>
                  <a:pt x="1409291" y="65715"/>
                  <a:pt x="1401775" y="61159"/>
                  <a:pt x="1388336" y="61159"/>
                </a:cubicBezTo>
                <a:cubicBezTo>
                  <a:pt x="1368070" y="61159"/>
                  <a:pt x="1349394" y="74837"/>
                  <a:pt x="1349394" y="95830"/>
                </a:cubicBezTo>
                <a:cubicBezTo>
                  <a:pt x="1349394" y="108153"/>
                  <a:pt x="1354861" y="115225"/>
                  <a:pt x="1361237" y="121386"/>
                </a:cubicBezTo>
                <a:cubicBezTo>
                  <a:pt x="1354861" y="126856"/>
                  <a:pt x="1351215" y="136628"/>
                  <a:pt x="1351215" y="144346"/>
                </a:cubicBezTo>
                <a:cubicBezTo>
                  <a:pt x="1351215" y="152527"/>
                  <a:pt x="1355771" y="158903"/>
                  <a:pt x="1361693" y="161864"/>
                </a:cubicBezTo>
                <a:cubicBezTo>
                  <a:pt x="1349394" y="169165"/>
                  <a:pt x="1343017" y="179674"/>
                  <a:pt x="1343017" y="189495"/>
                </a:cubicBezTo>
                <a:cubicBezTo>
                  <a:pt x="1343017" y="209362"/>
                  <a:pt x="1361693" y="215510"/>
                  <a:pt x="1379228" y="215510"/>
                </a:cubicBezTo>
                <a:cubicBezTo>
                  <a:pt x="1409973" y="215510"/>
                  <a:pt x="1443226" y="200688"/>
                  <a:pt x="1443226" y="176018"/>
                </a:cubicBezTo>
                <a:cubicBezTo>
                  <a:pt x="1443226" y="168710"/>
                  <a:pt x="1439810" y="163001"/>
                  <a:pt x="1433204" y="157534"/>
                </a:cubicBezTo>
                <a:cubicBezTo>
                  <a:pt x="1424321" y="150247"/>
                  <a:pt x="1408381" y="150021"/>
                  <a:pt x="1399954" y="150021"/>
                </a:cubicBezTo>
                <a:cubicBezTo>
                  <a:pt x="1395853" y="150021"/>
                  <a:pt x="1390161" y="150476"/>
                  <a:pt x="1384695" y="151157"/>
                </a:cubicBezTo>
                <a:cubicBezTo>
                  <a:pt x="1381278" y="151387"/>
                  <a:pt x="1378999" y="151616"/>
                  <a:pt x="1377862" y="151616"/>
                </a:cubicBezTo>
                <a:cubicBezTo>
                  <a:pt x="1371256" y="151616"/>
                  <a:pt x="1363284" y="148433"/>
                  <a:pt x="1363284" y="138671"/>
                </a:cubicBezTo>
                <a:cubicBezTo>
                  <a:pt x="1363284" y="134133"/>
                  <a:pt x="1364653" y="129361"/>
                  <a:pt x="1367385" y="125490"/>
                </a:cubicBezTo>
                <a:cubicBezTo>
                  <a:pt x="1372851" y="128677"/>
                  <a:pt x="1379228" y="130272"/>
                  <a:pt x="1388111" y="130272"/>
                </a:cubicBezTo>
                <a:cubicBezTo>
                  <a:pt x="1408152" y="130272"/>
                  <a:pt x="1426598" y="117737"/>
                  <a:pt x="1426598" y="95375"/>
                </a:cubicBezTo>
                <a:cubicBezTo>
                  <a:pt x="1426598" y="84651"/>
                  <a:pt x="1423411" y="78489"/>
                  <a:pt x="1416805" y="71643"/>
                </a:cubicBezTo>
                <a:cubicBezTo>
                  <a:pt x="1418400" y="69360"/>
                  <a:pt x="1422956" y="66170"/>
                  <a:pt x="1425916" y="66170"/>
                </a:cubicBezTo>
                <a:cubicBezTo>
                  <a:pt x="1427512" y="66170"/>
                  <a:pt x="1429103" y="66854"/>
                  <a:pt x="1430472" y="68905"/>
                </a:cubicBezTo>
                <a:cubicBezTo>
                  <a:pt x="1431383" y="70729"/>
                  <a:pt x="1434344" y="73012"/>
                  <a:pt x="1436849" y="73012"/>
                </a:cubicBezTo>
                <a:close/>
                <a:moveTo>
                  <a:pt x="1516558" y="103851"/>
                </a:moveTo>
                <a:cubicBezTo>
                  <a:pt x="1516558" y="114102"/>
                  <a:pt x="1517468" y="166709"/>
                  <a:pt x="1564841" y="207705"/>
                </a:cubicBezTo>
                <a:cubicBezTo>
                  <a:pt x="1567117" y="207249"/>
                  <a:pt x="1568938" y="205654"/>
                  <a:pt x="1569623" y="203833"/>
                </a:cubicBezTo>
                <a:cubicBezTo>
                  <a:pt x="1562106" y="195177"/>
                  <a:pt x="1535463" y="163748"/>
                  <a:pt x="1535463" y="103851"/>
                </a:cubicBezTo>
                <a:cubicBezTo>
                  <a:pt x="1535463" y="43953"/>
                  <a:pt x="1562336" y="12524"/>
                  <a:pt x="1569623" y="4327"/>
                </a:cubicBezTo>
                <a:cubicBezTo>
                  <a:pt x="1568938" y="2050"/>
                  <a:pt x="1567347" y="455"/>
                  <a:pt x="1564841" y="226"/>
                </a:cubicBezTo>
                <a:cubicBezTo>
                  <a:pt x="1537739" y="23457"/>
                  <a:pt x="1516558" y="61492"/>
                  <a:pt x="1516558" y="103851"/>
                </a:cubicBezTo>
                <a:close/>
                <a:moveTo>
                  <a:pt x="1648083" y="118415"/>
                </a:moveTo>
                <a:cubicBezTo>
                  <a:pt x="1648083" y="140708"/>
                  <a:pt x="1640111" y="153448"/>
                  <a:pt x="1627584" y="153448"/>
                </a:cubicBezTo>
                <a:cubicBezTo>
                  <a:pt x="1623031" y="153448"/>
                  <a:pt x="1618705" y="148899"/>
                  <a:pt x="1615059" y="143210"/>
                </a:cubicBezTo>
                <a:cubicBezTo>
                  <a:pt x="1612098" y="138661"/>
                  <a:pt x="1606406" y="134338"/>
                  <a:pt x="1597979" y="134338"/>
                </a:cubicBezTo>
                <a:cubicBezTo>
                  <a:pt x="1589778" y="134338"/>
                  <a:pt x="1586362" y="140027"/>
                  <a:pt x="1586362" y="145031"/>
                </a:cubicBezTo>
                <a:cubicBezTo>
                  <a:pt x="1586362" y="148899"/>
                  <a:pt x="1589778" y="154132"/>
                  <a:pt x="1595473" y="157089"/>
                </a:cubicBezTo>
                <a:cubicBezTo>
                  <a:pt x="1604356" y="161645"/>
                  <a:pt x="1618020" y="163466"/>
                  <a:pt x="1628953" y="163466"/>
                </a:cubicBezTo>
                <a:cubicBezTo>
                  <a:pt x="1659242" y="163466"/>
                  <a:pt x="1679057" y="138661"/>
                  <a:pt x="1679057" y="111360"/>
                </a:cubicBezTo>
                <a:cubicBezTo>
                  <a:pt x="1679057" y="88612"/>
                  <a:pt x="1662658" y="71535"/>
                  <a:pt x="1635785" y="71535"/>
                </a:cubicBezTo>
                <a:cubicBezTo>
                  <a:pt x="1628723" y="71535"/>
                  <a:pt x="1614375" y="73130"/>
                  <a:pt x="1608908" y="74496"/>
                </a:cubicBezTo>
                <a:cubicBezTo>
                  <a:pt x="1610503" y="62677"/>
                  <a:pt x="1611869" y="51772"/>
                  <a:pt x="1613238" y="44499"/>
                </a:cubicBezTo>
                <a:cubicBezTo>
                  <a:pt x="1620526" y="45184"/>
                  <a:pt x="1636695" y="45639"/>
                  <a:pt x="1646259" y="45639"/>
                </a:cubicBezTo>
                <a:cubicBezTo>
                  <a:pt x="1654460" y="45621"/>
                  <a:pt x="1658557" y="45166"/>
                  <a:pt x="1672451" y="44256"/>
                </a:cubicBezTo>
                <a:lnTo>
                  <a:pt x="1676777" y="24684"/>
                </a:lnTo>
                <a:lnTo>
                  <a:pt x="1671540" y="21709"/>
                </a:lnTo>
                <a:cubicBezTo>
                  <a:pt x="1654915" y="23318"/>
                  <a:pt x="1646488" y="24684"/>
                  <a:pt x="1632824" y="24684"/>
                </a:cubicBezTo>
                <a:cubicBezTo>
                  <a:pt x="1623486" y="24684"/>
                  <a:pt x="1616199" y="23318"/>
                  <a:pt x="1603216" y="22408"/>
                </a:cubicBezTo>
                <a:lnTo>
                  <a:pt x="1594108" y="90204"/>
                </a:lnTo>
                <a:lnTo>
                  <a:pt x="1597068" y="92025"/>
                </a:lnTo>
                <a:cubicBezTo>
                  <a:pt x="1613693" y="85884"/>
                  <a:pt x="1617791" y="84289"/>
                  <a:pt x="1629179" y="84289"/>
                </a:cubicBezTo>
                <a:cubicBezTo>
                  <a:pt x="1639882" y="84289"/>
                  <a:pt x="1648083" y="95667"/>
                  <a:pt x="1648083" y="118415"/>
                </a:cubicBezTo>
                <a:close/>
                <a:moveTo>
                  <a:pt x="1851455" y="133469"/>
                </a:moveTo>
                <a:lnTo>
                  <a:pt x="1851455" y="28454"/>
                </a:lnTo>
                <a:cubicBezTo>
                  <a:pt x="1851455" y="13619"/>
                  <a:pt x="1851681" y="4500"/>
                  <a:pt x="1851681" y="4500"/>
                </a:cubicBezTo>
                <a:cubicBezTo>
                  <a:pt x="1851681" y="2905"/>
                  <a:pt x="1850771" y="2221"/>
                  <a:pt x="1848721" y="2221"/>
                </a:cubicBezTo>
                <a:cubicBezTo>
                  <a:pt x="1845760" y="4045"/>
                  <a:pt x="1840067" y="6551"/>
                  <a:pt x="1836422" y="7461"/>
                </a:cubicBezTo>
                <a:cubicBezTo>
                  <a:pt x="1831414" y="4045"/>
                  <a:pt x="1820937" y="2221"/>
                  <a:pt x="1812965" y="2221"/>
                </a:cubicBezTo>
                <a:cubicBezTo>
                  <a:pt x="1793834" y="2221"/>
                  <a:pt x="1770377" y="18866"/>
                  <a:pt x="1770377" y="56759"/>
                </a:cubicBezTo>
                <a:lnTo>
                  <a:pt x="1770377" y="63605"/>
                </a:lnTo>
                <a:lnTo>
                  <a:pt x="1758763" y="63605"/>
                </a:lnTo>
                <a:cubicBezTo>
                  <a:pt x="1754663" y="63605"/>
                  <a:pt x="1753523" y="66340"/>
                  <a:pt x="1753523" y="68161"/>
                </a:cubicBezTo>
                <a:lnTo>
                  <a:pt x="1753523" y="71122"/>
                </a:lnTo>
                <a:cubicBezTo>
                  <a:pt x="1753523" y="72262"/>
                  <a:pt x="1753752" y="72488"/>
                  <a:pt x="1754663" y="72488"/>
                </a:cubicBezTo>
                <a:lnTo>
                  <a:pt x="1769922" y="72488"/>
                </a:lnTo>
                <a:lnTo>
                  <a:pt x="1769922" y="133469"/>
                </a:lnTo>
                <a:cubicBezTo>
                  <a:pt x="1769922" y="152353"/>
                  <a:pt x="1767417" y="153263"/>
                  <a:pt x="1755118" y="154174"/>
                </a:cubicBezTo>
                <a:cubicBezTo>
                  <a:pt x="1753752" y="155540"/>
                  <a:pt x="1753752" y="160321"/>
                  <a:pt x="1755118" y="161687"/>
                </a:cubicBezTo>
                <a:cubicBezTo>
                  <a:pt x="1762861" y="161461"/>
                  <a:pt x="1771288" y="161232"/>
                  <a:pt x="1779030" y="161232"/>
                </a:cubicBezTo>
                <a:cubicBezTo>
                  <a:pt x="1787232" y="161232"/>
                  <a:pt x="1795655" y="161461"/>
                  <a:pt x="1803627" y="161687"/>
                </a:cubicBezTo>
                <a:cubicBezTo>
                  <a:pt x="1804993" y="160321"/>
                  <a:pt x="1804993" y="155540"/>
                  <a:pt x="1803627" y="154174"/>
                </a:cubicBezTo>
                <a:cubicBezTo>
                  <a:pt x="1790874" y="153034"/>
                  <a:pt x="1787913" y="152353"/>
                  <a:pt x="1787913" y="133469"/>
                </a:cubicBezTo>
                <a:lnTo>
                  <a:pt x="1787913" y="72488"/>
                </a:lnTo>
                <a:lnTo>
                  <a:pt x="1809094" y="72488"/>
                </a:lnTo>
                <a:cubicBezTo>
                  <a:pt x="1811144" y="72488"/>
                  <a:pt x="1814331" y="71577"/>
                  <a:pt x="1814331" y="69527"/>
                </a:cubicBezTo>
                <a:lnTo>
                  <a:pt x="1814331" y="64974"/>
                </a:lnTo>
                <a:cubicBezTo>
                  <a:pt x="1814331" y="64064"/>
                  <a:pt x="1813650" y="63605"/>
                  <a:pt x="1812510" y="63605"/>
                </a:cubicBezTo>
                <a:lnTo>
                  <a:pt x="1787458" y="63605"/>
                </a:lnTo>
                <a:lnTo>
                  <a:pt x="1787458" y="52877"/>
                </a:lnTo>
                <a:cubicBezTo>
                  <a:pt x="1787458" y="17727"/>
                  <a:pt x="1801806" y="9967"/>
                  <a:pt x="1809323" y="9967"/>
                </a:cubicBezTo>
                <a:cubicBezTo>
                  <a:pt x="1816155" y="9967"/>
                  <a:pt x="1824353" y="13619"/>
                  <a:pt x="1827314" y="21150"/>
                </a:cubicBezTo>
                <a:cubicBezTo>
                  <a:pt x="1828679" y="24117"/>
                  <a:pt x="1830959" y="26401"/>
                  <a:pt x="1833691" y="27314"/>
                </a:cubicBezTo>
                <a:cubicBezTo>
                  <a:pt x="1833691" y="28454"/>
                  <a:pt x="1833461" y="30967"/>
                  <a:pt x="1833461" y="33021"/>
                </a:cubicBezTo>
                <a:lnTo>
                  <a:pt x="1833461" y="133469"/>
                </a:lnTo>
                <a:cubicBezTo>
                  <a:pt x="1833461" y="152353"/>
                  <a:pt x="1831414" y="153489"/>
                  <a:pt x="1820026" y="154174"/>
                </a:cubicBezTo>
                <a:cubicBezTo>
                  <a:pt x="1818661" y="155540"/>
                  <a:pt x="1818661" y="160321"/>
                  <a:pt x="1820026" y="161687"/>
                </a:cubicBezTo>
                <a:cubicBezTo>
                  <a:pt x="1826859" y="161461"/>
                  <a:pt x="1833691" y="161232"/>
                  <a:pt x="1842573" y="161232"/>
                </a:cubicBezTo>
                <a:cubicBezTo>
                  <a:pt x="1852366" y="161232"/>
                  <a:pt x="1860108" y="161461"/>
                  <a:pt x="1867396" y="161687"/>
                </a:cubicBezTo>
                <a:cubicBezTo>
                  <a:pt x="1868765" y="160321"/>
                  <a:pt x="1868765" y="155540"/>
                  <a:pt x="1867396" y="154174"/>
                </a:cubicBezTo>
                <a:cubicBezTo>
                  <a:pt x="1854642" y="153263"/>
                  <a:pt x="1851455" y="152353"/>
                  <a:pt x="1851455" y="133469"/>
                </a:cubicBezTo>
                <a:close/>
                <a:moveTo>
                  <a:pt x="1880832" y="114477"/>
                </a:moveTo>
                <a:cubicBezTo>
                  <a:pt x="1880832" y="137723"/>
                  <a:pt x="1896321" y="163466"/>
                  <a:pt x="1928660" y="163466"/>
                </a:cubicBezTo>
                <a:cubicBezTo>
                  <a:pt x="1943235" y="163466"/>
                  <a:pt x="1954397" y="158229"/>
                  <a:pt x="1962139" y="150713"/>
                </a:cubicBezTo>
                <a:cubicBezTo>
                  <a:pt x="1972388" y="140683"/>
                  <a:pt x="1976943" y="126328"/>
                  <a:pt x="1976943" y="112427"/>
                </a:cubicBezTo>
                <a:cubicBezTo>
                  <a:pt x="1976943" y="88727"/>
                  <a:pt x="1963960" y="61159"/>
                  <a:pt x="1929115" y="61159"/>
                </a:cubicBezTo>
                <a:cubicBezTo>
                  <a:pt x="1914085" y="61159"/>
                  <a:pt x="1901787" y="67310"/>
                  <a:pt x="1893360" y="77106"/>
                </a:cubicBezTo>
                <a:cubicBezTo>
                  <a:pt x="1885162" y="86906"/>
                  <a:pt x="1880832" y="100122"/>
                  <a:pt x="1880832" y="114477"/>
                </a:cubicBezTo>
                <a:moveTo>
                  <a:pt x="1925699" y="69131"/>
                </a:moveTo>
                <a:cubicBezTo>
                  <a:pt x="1945285" y="69131"/>
                  <a:pt x="1957358" y="86906"/>
                  <a:pt x="1957358" y="119721"/>
                </a:cubicBezTo>
                <a:cubicBezTo>
                  <a:pt x="1957358" y="148433"/>
                  <a:pt x="1942554" y="155498"/>
                  <a:pt x="1931850" y="155498"/>
                </a:cubicBezTo>
                <a:cubicBezTo>
                  <a:pt x="1908164" y="155498"/>
                  <a:pt x="1900421" y="126783"/>
                  <a:pt x="1900421" y="109237"/>
                </a:cubicBezTo>
                <a:cubicBezTo>
                  <a:pt x="1900421" y="89411"/>
                  <a:pt x="1905203" y="69131"/>
                  <a:pt x="1925699" y="69131"/>
                </a:cubicBezTo>
                <a:close/>
                <a:moveTo>
                  <a:pt x="2053011" y="108101"/>
                </a:moveTo>
                <a:lnTo>
                  <a:pt x="2053011" y="138178"/>
                </a:lnTo>
                <a:cubicBezTo>
                  <a:pt x="2053011" y="141142"/>
                  <a:pt x="2051642" y="142737"/>
                  <a:pt x="2049821" y="144103"/>
                </a:cubicBezTo>
                <a:cubicBezTo>
                  <a:pt x="2043899" y="148888"/>
                  <a:pt x="2036157" y="154132"/>
                  <a:pt x="2029780" y="154132"/>
                </a:cubicBezTo>
                <a:cubicBezTo>
                  <a:pt x="2018392" y="154132"/>
                  <a:pt x="2013381" y="145017"/>
                  <a:pt x="2013381" y="137952"/>
                </a:cubicBezTo>
                <a:cubicBezTo>
                  <a:pt x="2013381" y="127697"/>
                  <a:pt x="2018166" y="117212"/>
                  <a:pt x="2035017" y="112886"/>
                </a:cubicBezTo>
                <a:lnTo>
                  <a:pt x="2053011" y="108101"/>
                </a:lnTo>
                <a:moveTo>
                  <a:pt x="2053011" y="150257"/>
                </a:moveTo>
                <a:cubicBezTo>
                  <a:pt x="2054377" y="157319"/>
                  <a:pt x="2056882" y="163466"/>
                  <a:pt x="2068270" y="163466"/>
                </a:cubicBezTo>
                <a:cubicBezTo>
                  <a:pt x="2076923" y="163466"/>
                  <a:pt x="2085121" y="159595"/>
                  <a:pt x="2089903" y="155043"/>
                </a:cubicBezTo>
                <a:cubicBezTo>
                  <a:pt x="2089448" y="152308"/>
                  <a:pt x="2088537" y="150257"/>
                  <a:pt x="2086032" y="148892"/>
                </a:cubicBezTo>
                <a:cubicBezTo>
                  <a:pt x="2084440" y="150257"/>
                  <a:pt x="2080565" y="152537"/>
                  <a:pt x="2077604" y="152537"/>
                </a:cubicBezTo>
                <a:cubicBezTo>
                  <a:pt x="2071002" y="152537"/>
                  <a:pt x="2070772" y="143648"/>
                  <a:pt x="2070772" y="133167"/>
                </a:cubicBezTo>
                <a:lnTo>
                  <a:pt x="2070772" y="99667"/>
                </a:lnTo>
                <a:cubicBezTo>
                  <a:pt x="2070772" y="67310"/>
                  <a:pt x="2053011" y="61159"/>
                  <a:pt x="2036382" y="61159"/>
                </a:cubicBezTo>
                <a:cubicBezTo>
                  <a:pt x="2017707" y="61159"/>
                  <a:pt x="1998806" y="73461"/>
                  <a:pt x="1998806" y="86451"/>
                </a:cubicBezTo>
                <a:cubicBezTo>
                  <a:pt x="1998806" y="91920"/>
                  <a:pt x="2001537" y="94655"/>
                  <a:pt x="2006778" y="94655"/>
                </a:cubicBezTo>
                <a:cubicBezTo>
                  <a:pt x="2013381" y="94655"/>
                  <a:pt x="2017481" y="89870"/>
                  <a:pt x="2017481" y="86906"/>
                </a:cubicBezTo>
                <a:cubicBezTo>
                  <a:pt x="2017481" y="85311"/>
                  <a:pt x="2017252" y="83716"/>
                  <a:pt x="2016797" y="82805"/>
                </a:cubicBezTo>
                <a:cubicBezTo>
                  <a:pt x="2016571" y="82121"/>
                  <a:pt x="2016341" y="80755"/>
                  <a:pt x="2016341" y="78246"/>
                </a:cubicBezTo>
                <a:cubicBezTo>
                  <a:pt x="2016341" y="71181"/>
                  <a:pt x="2025908" y="68675"/>
                  <a:pt x="2034562" y="68675"/>
                </a:cubicBezTo>
                <a:cubicBezTo>
                  <a:pt x="2042304" y="68675"/>
                  <a:pt x="2053011" y="72550"/>
                  <a:pt x="2053011" y="98301"/>
                </a:cubicBezTo>
                <a:cubicBezTo>
                  <a:pt x="2053011" y="99896"/>
                  <a:pt x="2052326" y="100806"/>
                  <a:pt x="2051642" y="101036"/>
                </a:cubicBezTo>
                <a:lnTo>
                  <a:pt x="2032056" y="105821"/>
                </a:lnTo>
                <a:cubicBezTo>
                  <a:pt x="2010194" y="111291"/>
                  <a:pt x="1994479" y="123367"/>
                  <a:pt x="1994479" y="138862"/>
                </a:cubicBezTo>
                <a:cubicBezTo>
                  <a:pt x="1994479" y="157548"/>
                  <a:pt x="2007233" y="163466"/>
                  <a:pt x="2023174" y="163466"/>
                </a:cubicBezTo>
                <a:cubicBezTo>
                  <a:pt x="2031145" y="163466"/>
                  <a:pt x="2037978" y="161645"/>
                  <a:pt x="2048000" y="153903"/>
                </a:cubicBezTo>
                <a:lnTo>
                  <a:pt x="2052556" y="150257"/>
                </a:lnTo>
                <a:lnTo>
                  <a:pt x="2053011" y="150257"/>
                </a:lnTo>
                <a:close/>
                <a:moveTo>
                  <a:pt x="2100154" y="63605"/>
                </a:moveTo>
                <a:cubicBezTo>
                  <a:pt x="2096964" y="63605"/>
                  <a:pt x="2096054" y="66340"/>
                  <a:pt x="2096054" y="68161"/>
                </a:cubicBezTo>
                <a:lnTo>
                  <a:pt x="2096054" y="71122"/>
                </a:lnTo>
                <a:cubicBezTo>
                  <a:pt x="2096054" y="72262"/>
                  <a:pt x="2096280" y="72488"/>
                  <a:pt x="2097194" y="72488"/>
                </a:cubicBezTo>
                <a:lnTo>
                  <a:pt x="2110628" y="72488"/>
                </a:lnTo>
                <a:lnTo>
                  <a:pt x="2110628" y="140937"/>
                </a:lnTo>
                <a:cubicBezTo>
                  <a:pt x="2110628" y="157089"/>
                  <a:pt x="2117690" y="163466"/>
                  <a:pt x="2128164" y="163466"/>
                </a:cubicBezTo>
                <a:cubicBezTo>
                  <a:pt x="2138641" y="163466"/>
                  <a:pt x="2150029" y="158459"/>
                  <a:pt x="2158912" y="148440"/>
                </a:cubicBezTo>
                <a:cubicBezTo>
                  <a:pt x="2158457" y="146167"/>
                  <a:pt x="2157091" y="144801"/>
                  <a:pt x="2154811" y="144576"/>
                </a:cubicBezTo>
                <a:cubicBezTo>
                  <a:pt x="2148890" y="149124"/>
                  <a:pt x="2142057" y="150942"/>
                  <a:pt x="2136136" y="150942"/>
                </a:cubicBezTo>
                <a:cubicBezTo>
                  <a:pt x="2129988" y="150942"/>
                  <a:pt x="2128623" y="144120"/>
                  <a:pt x="2128623" y="130022"/>
                </a:cubicBezTo>
                <a:lnTo>
                  <a:pt x="2128623" y="72488"/>
                </a:lnTo>
                <a:lnTo>
                  <a:pt x="2152306" y="72488"/>
                </a:lnTo>
                <a:cubicBezTo>
                  <a:pt x="2154585" y="72488"/>
                  <a:pt x="2157772" y="71577"/>
                  <a:pt x="2157772" y="69527"/>
                </a:cubicBezTo>
                <a:lnTo>
                  <a:pt x="2157772" y="64974"/>
                </a:lnTo>
                <a:cubicBezTo>
                  <a:pt x="2157772" y="64064"/>
                  <a:pt x="2157091" y="63605"/>
                  <a:pt x="2155951" y="63605"/>
                </a:cubicBezTo>
                <a:lnTo>
                  <a:pt x="2128623" y="63605"/>
                </a:lnTo>
                <a:lnTo>
                  <a:pt x="2128623" y="54726"/>
                </a:lnTo>
                <a:cubicBezTo>
                  <a:pt x="2128623" y="39922"/>
                  <a:pt x="2129533" y="30810"/>
                  <a:pt x="2129533" y="30810"/>
                </a:cubicBezTo>
                <a:cubicBezTo>
                  <a:pt x="2129533" y="29445"/>
                  <a:pt x="2128848" y="28760"/>
                  <a:pt x="2127709" y="28760"/>
                </a:cubicBezTo>
                <a:cubicBezTo>
                  <a:pt x="2126798" y="28760"/>
                  <a:pt x="2124748" y="29674"/>
                  <a:pt x="2122701" y="30810"/>
                </a:cubicBezTo>
                <a:cubicBezTo>
                  <a:pt x="2120195" y="32180"/>
                  <a:pt x="2117916" y="33316"/>
                  <a:pt x="2114955" y="34001"/>
                </a:cubicBezTo>
                <a:cubicBezTo>
                  <a:pt x="2112224" y="34911"/>
                  <a:pt x="2109947" y="35596"/>
                  <a:pt x="2109947" y="37187"/>
                </a:cubicBezTo>
                <a:cubicBezTo>
                  <a:pt x="2109947" y="39922"/>
                  <a:pt x="2110628" y="38327"/>
                  <a:pt x="2110628" y="63605"/>
                </a:cubicBezTo>
                <a:lnTo>
                  <a:pt x="2100154" y="63605"/>
                </a:lnTo>
                <a:close/>
                <a:moveTo>
                  <a:pt x="2182825" y="24719"/>
                </a:moveTo>
                <a:cubicBezTo>
                  <a:pt x="2182825" y="30640"/>
                  <a:pt x="2188292" y="36562"/>
                  <a:pt x="2193755" y="36562"/>
                </a:cubicBezTo>
                <a:cubicBezTo>
                  <a:pt x="2200131" y="36562"/>
                  <a:pt x="2205598" y="30414"/>
                  <a:pt x="2205598" y="25629"/>
                </a:cubicBezTo>
                <a:cubicBezTo>
                  <a:pt x="2205598" y="20166"/>
                  <a:pt x="2200816" y="13786"/>
                  <a:pt x="2194669" y="13786"/>
                </a:cubicBezTo>
                <a:cubicBezTo>
                  <a:pt x="2189202" y="13786"/>
                  <a:pt x="2182825" y="19252"/>
                  <a:pt x="2182825" y="24719"/>
                </a:cubicBezTo>
                <a:moveTo>
                  <a:pt x="2203551" y="133445"/>
                </a:moveTo>
                <a:lnTo>
                  <a:pt x="2203551" y="88119"/>
                </a:lnTo>
                <a:cubicBezTo>
                  <a:pt x="2203551" y="76731"/>
                  <a:pt x="2204461" y="62104"/>
                  <a:pt x="2204461" y="62104"/>
                </a:cubicBezTo>
                <a:cubicBezTo>
                  <a:pt x="2204461" y="61183"/>
                  <a:pt x="2203322" y="60491"/>
                  <a:pt x="2201501" y="60491"/>
                </a:cubicBezTo>
                <a:cubicBezTo>
                  <a:pt x="2195124" y="63025"/>
                  <a:pt x="2186012" y="65096"/>
                  <a:pt x="2170298" y="67164"/>
                </a:cubicBezTo>
                <a:cubicBezTo>
                  <a:pt x="2169842" y="68533"/>
                  <a:pt x="2170298" y="72175"/>
                  <a:pt x="2170753" y="73544"/>
                </a:cubicBezTo>
                <a:cubicBezTo>
                  <a:pt x="2183281" y="74680"/>
                  <a:pt x="2185557" y="76050"/>
                  <a:pt x="2185557" y="89033"/>
                </a:cubicBezTo>
                <a:lnTo>
                  <a:pt x="2185557" y="133445"/>
                </a:lnTo>
                <a:cubicBezTo>
                  <a:pt x="2185557" y="152349"/>
                  <a:pt x="2183051" y="153034"/>
                  <a:pt x="2169161" y="154174"/>
                </a:cubicBezTo>
                <a:cubicBezTo>
                  <a:pt x="2167792" y="155540"/>
                  <a:pt x="2167792" y="160321"/>
                  <a:pt x="2169161" y="161687"/>
                </a:cubicBezTo>
                <a:cubicBezTo>
                  <a:pt x="2176674" y="161461"/>
                  <a:pt x="2185557" y="161232"/>
                  <a:pt x="2194669" y="161232"/>
                </a:cubicBezTo>
                <a:cubicBezTo>
                  <a:pt x="2203777" y="161232"/>
                  <a:pt x="2212430" y="161461"/>
                  <a:pt x="2219947" y="161687"/>
                </a:cubicBezTo>
                <a:cubicBezTo>
                  <a:pt x="2221312" y="160321"/>
                  <a:pt x="2221312" y="155540"/>
                  <a:pt x="2219947" y="154174"/>
                </a:cubicBezTo>
                <a:cubicBezTo>
                  <a:pt x="2206053" y="153263"/>
                  <a:pt x="2203551" y="152349"/>
                  <a:pt x="2203551" y="133445"/>
                </a:cubicBezTo>
                <a:close/>
                <a:moveTo>
                  <a:pt x="2265951" y="79615"/>
                </a:moveTo>
                <a:cubicBezTo>
                  <a:pt x="2264586" y="81210"/>
                  <a:pt x="2263220" y="81669"/>
                  <a:pt x="2263220" y="79615"/>
                </a:cubicBezTo>
                <a:cubicBezTo>
                  <a:pt x="2262990" y="73461"/>
                  <a:pt x="2262535" y="64578"/>
                  <a:pt x="2261395" y="62299"/>
                </a:cubicBezTo>
                <a:cubicBezTo>
                  <a:pt x="2260940" y="61159"/>
                  <a:pt x="2260485" y="60478"/>
                  <a:pt x="2258664" y="60478"/>
                </a:cubicBezTo>
                <a:cubicBezTo>
                  <a:pt x="2252287" y="62983"/>
                  <a:pt x="2246365" y="65033"/>
                  <a:pt x="2230651" y="67080"/>
                </a:cubicBezTo>
                <a:cubicBezTo>
                  <a:pt x="2230196" y="68449"/>
                  <a:pt x="2230651" y="72091"/>
                  <a:pt x="2231106" y="73461"/>
                </a:cubicBezTo>
                <a:cubicBezTo>
                  <a:pt x="2243405" y="74600"/>
                  <a:pt x="2245910" y="75740"/>
                  <a:pt x="2245910" y="88963"/>
                </a:cubicBezTo>
                <a:lnTo>
                  <a:pt x="2245910" y="133424"/>
                </a:lnTo>
                <a:cubicBezTo>
                  <a:pt x="2245910" y="152120"/>
                  <a:pt x="2243634" y="153034"/>
                  <a:pt x="2229966" y="154174"/>
                </a:cubicBezTo>
                <a:cubicBezTo>
                  <a:pt x="2228601" y="155540"/>
                  <a:pt x="2228601" y="160321"/>
                  <a:pt x="2229966" y="161687"/>
                </a:cubicBezTo>
                <a:cubicBezTo>
                  <a:pt x="2236802" y="161461"/>
                  <a:pt x="2245910" y="161232"/>
                  <a:pt x="2255019" y="161232"/>
                </a:cubicBezTo>
                <a:cubicBezTo>
                  <a:pt x="2264130" y="161232"/>
                  <a:pt x="2270962" y="161461"/>
                  <a:pt x="2277794" y="161687"/>
                </a:cubicBezTo>
                <a:cubicBezTo>
                  <a:pt x="2279160" y="160321"/>
                  <a:pt x="2279160" y="155540"/>
                  <a:pt x="2277794" y="154174"/>
                </a:cubicBezTo>
                <a:cubicBezTo>
                  <a:pt x="2266181" y="153034"/>
                  <a:pt x="2263901" y="152120"/>
                  <a:pt x="2263901" y="133424"/>
                </a:cubicBezTo>
                <a:lnTo>
                  <a:pt x="2263901" y="96032"/>
                </a:lnTo>
                <a:cubicBezTo>
                  <a:pt x="2263901" y="91243"/>
                  <a:pt x="2265951" y="88508"/>
                  <a:pt x="2267772" y="86458"/>
                </a:cubicBezTo>
                <a:cubicBezTo>
                  <a:pt x="2276429" y="78020"/>
                  <a:pt x="2286677" y="73002"/>
                  <a:pt x="2295559" y="73002"/>
                </a:cubicBezTo>
                <a:cubicBezTo>
                  <a:pt x="2300115" y="73002"/>
                  <a:pt x="2304897" y="75966"/>
                  <a:pt x="2307628" y="81210"/>
                </a:cubicBezTo>
                <a:cubicBezTo>
                  <a:pt x="2309908" y="85773"/>
                  <a:pt x="2310363" y="91927"/>
                  <a:pt x="2310363" y="98766"/>
                </a:cubicBezTo>
                <a:lnTo>
                  <a:pt x="2310363" y="133424"/>
                </a:lnTo>
                <a:cubicBezTo>
                  <a:pt x="2310363" y="152120"/>
                  <a:pt x="2308084" y="153034"/>
                  <a:pt x="2296240" y="154174"/>
                </a:cubicBezTo>
                <a:cubicBezTo>
                  <a:pt x="2295104" y="155540"/>
                  <a:pt x="2295104" y="160321"/>
                  <a:pt x="2296240" y="161687"/>
                </a:cubicBezTo>
                <a:cubicBezTo>
                  <a:pt x="2303076" y="161461"/>
                  <a:pt x="2310363" y="161232"/>
                  <a:pt x="2319472" y="161232"/>
                </a:cubicBezTo>
                <a:cubicBezTo>
                  <a:pt x="2328583" y="161232"/>
                  <a:pt x="2336781" y="161461"/>
                  <a:pt x="2343613" y="161687"/>
                </a:cubicBezTo>
                <a:cubicBezTo>
                  <a:pt x="2344753" y="160321"/>
                  <a:pt x="2344753" y="155540"/>
                  <a:pt x="2343613" y="154174"/>
                </a:cubicBezTo>
                <a:cubicBezTo>
                  <a:pt x="2330860" y="153034"/>
                  <a:pt x="2328354" y="152120"/>
                  <a:pt x="2328354" y="133424"/>
                </a:cubicBezTo>
                <a:lnTo>
                  <a:pt x="2328354" y="99451"/>
                </a:lnTo>
                <a:cubicBezTo>
                  <a:pt x="2328354" y="86913"/>
                  <a:pt x="2327444" y="75966"/>
                  <a:pt x="2322207" y="68905"/>
                </a:cubicBezTo>
                <a:cubicBezTo>
                  <a:pt x="2318332" y="63894"/>
                  <a:pt x="2311274" y="61159"/>
                  <a:pt x="2303302" y="61159"/>
                </a:cubicBezTo>
                <a:cubicBezTo>
                  <a:pt x="2292143" y="61159"/>
                  <a:pt x="2279390" y="64119"/>
                  <a:pt x="2265951" y="79615"/>
                </a:cubicBezTo>
                <a:close/>
                <a:moveTo>
                  <a:pt x="2420137" y="97654"/>
                </a:moveTo>
                <a:cubicBezTo>
                  <a:pt x="2420137" y="118877"/>
                  <a:pt x="2409430" y="123210"/>
                  <a:pt x="2401003" y="123210"/>
                </a:cubicBezTo>
                <a:cubicBezTo>
                  <a:pt x="2381873" y="123210"/>
                  <a:pt x="2379826" y="107013"/>
                  <a:pt x="2379826" y="92407"/>
                </a:cubicBezTo>
                <a:cubicBezTo>
                  <a:pt x="2379826" y="76435"/>
                  <a:pt x="2385518" y="68220"/>
                  <a:pt x="2398046" y="68220"/>
                </a:cubicBezTo>
                <a:cubicBezTo>
                  <a:pt x="2412391" y="68220"/>
                  <a:pt x="2420137" y="78718"/>
                  <a:pt x="2420137" y="97654"/>
                </a:cubicBezTo>
                <a:moveTo>
                  <a:pt x="2377546" y="163456"/>
                </a:moveTo>
                <a:cubicBezTo>
                  <a:pt x="2380052" y="164140"/>
                  <a:pt x="2383697" y="164599"/>
                  <a:pt x="2386658" y="164599"/>
                </a:cubicBezTo>
                <a:cubicBezTo>
                  <a:pt x="2393716" y="164599"/>
                  <a:pt x="2400093" y="163911"/>
                  <a:pt x="2403283" y="163911"/>
                </a:cubicBezTo>
                <a:cubicBezTo>
                  <a:pt x="2414671" y="163911"/>
                  <a:pt x="2424234" y="164140"/>
                  <a:pt x="2430840" y="167796"/>
                </a:cubicBezTo>
                <a:cubicBezTo>
                  <a:pt x="2439723" y="172821"/>
                  <a:pt x="2442454" y="176018"/>
                  <a:pt x="2442454" y="181957"/>
                </a:cubicBezTo>
                <a:cubicBezTo>
                  <a:pt x="2442454" y="198405"/>
                  <a:pt x="2418313" y="207086"/>
                  <a:pt x="2397816" y="207086"/>
                </a:cubicBezTo>
                <a:cubicBezTo>
                  <a:pt x="2389619" y="207086"/>
                  <a:pt x="2370488" y="200459"/>
                  <a:pt x="2370488" y="184929"/>
                </a:cubicBezTo>
                <a:cubicBezTo>
                  <a:pt x="2370488" y="177162"/>
                  <a:pt x="2370943" y="171452"/>
                  <a:pt x="2377546" y="163456"/>
                </a:cubicBezTo>
                <a:moveTo>
                  <a:pt x="2448605" y="73012"/>
                </a:moveTo>
                <a:cubicBezTo>
                  <a:pt x="2452932" y="73012"/>
                  <a:pt x="2457029" y="68905"/>
                  <a:pt x="2457029" y="64349"/>
                </a:cubicBezTo>
                <a:cubicBezTo>
                  <a:pt x="2457029" y="59567"/>
                  <a:pt x="2452702" y="55922"/>
                  <a:pt x="2446555" y="55922"/>
                </a:cubicBezTo>
                <a:cubicBezTo>
                  <a:pt x="2440633" y="55922"/>
                  <a:pt x="2429701" y="59793"/>
                  <a:pt x="2423779" y="67539"/>
                </a:cubicBezTo>
                <a:cubicBezTo>
                  <a:pt x="2421048" y="65715"/>
                  <a:pt x="2413531" y="61159"/>
                  <a:pt x="2400093" y="61159"/>
                </a:cubicBezTo>
                <a:cubicBezTo>
                  <a:pt x="2379826" y="61159"/>
                  <a:pt x="2361150" y="74837"/>
                  <a:pt x="2361150" y="95830"/>
                </a:cubicBezTo>
                <a:cubicBezTo>
                  <a:pt x="2361150" y="108153"/>
                  <a:pt x="2366617" y="115225"/>
                  <a:pt x="2372994" y="121386"/>
                </a:cubicBezTo>
                <a:cubicBezTo>
                  <a:pt x="2366617" y="126856"/>
                  <a:pt x="2362971" y="136628"/>
                  <a:pt x="2362971" y="144346"/>
                </a:cubicBezTo>
                <a:cubicBezTo>
                  <a:pt x="2362971" y="152527"/>
                  <a:pt x="2367527" y="158903"/>
                  <a:pt x="2373449" y="161864"/>
                </a:cubicBezTo>
                <a:cubicBezTo>
                  <a:pt x="2361150" y="169165"/>
                  <a:pt x="2354774" y="179674"/>
                  <a:pt x="2354774" y="189495"/>
                </a:cubicBezTo>
                <a:cubicBezTo>
                  <a:pt x="2354774" y="209362"/>
                  <a:pt x="2373449" y="215510"/>
                  <a:pt x="2390984" y="215510"/>
                </a:cubicBezTo>
                <a:cubicBezTo>
                  <a:pt x="2421729" y="215510"/>
                  <a:pt x="2454982" y="200688"/>
                  <a:pt x="2454982" y="176018"/>
                </a:cubicBezTo>
                <a:cubicBezTo>
                  <a:pt x="2454982" y="168710"/>
                  <a:pt x="2451566" y="163001"/>
                  <a:pt x="2444960" y="157534"/>
                </a:cubicBezTo>
                <a:cubicBezTo>
                  <a:pt x="2436078" y="150247"/>
                  <a:pt x="2420137" y="150021"/>
                  <a:pt x="2411710" y="150021"/>
                </a:cubicBezTo>
                <a:cubicBezTo>
                  <a:pt x="2407609" y="150021"/>
                  <a:pt x="2401917" y="150476"/>
                  <a:pt x="2396451" y="151157"/>
                </a:cubicBezTo>
                <a:cubicBezTo>
                  <a:pt x="2393035" y="151387"/>
                  <a:pt x="2390755" y="151616"/>
                  <a:pt x="2389619" y="151616"/>
                </a:cubicBezTo>
                <a:cubicBezTo>
                  <a:pt x="2383012" y="151616"/>
                  <a:pt x="2375040" y="148433"/>
                  <a:pt x="2375040" y="138671"/>
                </a:cubicBezTo>
                <a:cubicBezTo>
                  <a:pt x="2375040" y="134133"/>
                  <a:pt x="2376410" y="129361"/>
                  <a:pt x="2379141" y="125490"/>
                </a:cubicBezTo>
                <a:cubicBezTo>
                  <a:pt x="2384607" y="128677"/>
                  <a:pt x="2390984" y="130272"/>
                  <a:pt x="2399867" y="130272"/>
                </a:cubicBezTo>
                <a:cubicBezTo>
                  <a:pt x="2419908" y="130272"/>
                  <a:pt x="2438354" y="117737"/>
                  <a:pt x="2438354" y="95375"/>
                </a:cubicBezTo>
                <a:cubicBezTo>
                  <a:pt x="2438354" y="84651"/>
                  <a:pt x="2435167" y="78489"/>
                  <a:pt x="2428561" y="71643"/>
                </a:cubicBezTo>
                <a:cubicBezTo>
                  <a:pt x="2430156" y="69360"/>
                  <a:pt x="2434712" y="66170"/>
                  <a:pt x="2437673" y="66170"/>
                </a:cubicBezTo>
                <a:cubicBezTo>
                  <a:pt x="2439268" y="66170"/>
                  <a:pt x="2440859" y="66854"/>
                  <a:pt x="2442228" y="68905"/>
                </a:cubicBezTo>
                <a:cubicBezTo>
                  <a:pt x="2443139" y="70729"/>
                  <a:pt x="2446100" y="73012"/>
                  <a:pt x="2448605" y="73012"/>
                </a:cubicBezTo>
                <a:close/>
                <a:moveTo>
                  <a:pt x="2546534" y="97008"/>
                </a:moveTo>
                <a:cubicBezTo>
                  <a:pt x="2550861" y="71382"/>
                  <a:pt x="2566805" y="69343"/>
                  <a:pt x="2572271" y="69343"/>
                </a:cubicBezTo>
                <a:cubicBezTo>
                  <a:pt x="2580924" y="69343"/>
                  <a:pt x="2591172" y="74107"/>
                  <a:pt x="2591172" y="93154"/>
                </a:cubicBezTo>
                <a:cubicBezTo>
                  <a:pt x="2591172" y="95194"/>
                  <a:pt x="2590262" y="96330"/>
                  <a:pt x="2587756" y="96330"/>
                </a:cubicBezTo>
                <a:lnTo>
                  <a:pt x="2546534" y="97008"/>
                </a:lnTo>
                <a:moveTo>
                  <a:pt x="2606202" y="140020"/>
                </a:moveTo>
                <a:cubicBezTo>
                  <a:pt x="2597778" y="148669"/>
                  <a:pt x="2591172" y="152308"/>
                  <a:pt x="2577963" y="152308"/>
                </a:cubicBezTo>
                <a:cubicBezTo>
                  <a:pt x="2569765" y="152308"/>
                  <a:pt x="2560198" y="147529"/>
                  <a:pt x="2553140" y="135926"/>
                </a:cubicBezTo>
                <a:cubicBezTo>
                  <a:pt x="2548584" y="128416"/>
                  <a:pt x="2545850" y="117949"/>
                  <a:pt x="2545850" y="104751"/>
                </a:cubicBezTo>
                <a:lnTo>
                  <a:pt x="2606431" y="105206"/>
                </a:lnTo>
                <a:cubicBezTo>
                  <a:pt x="2609163" y="105206"/>
                  <a:pt x="2610758" y="103840"/>
                  <a:pt x="2610758" y="101335"/>
                </a:cubicBezTo>
                <a:cubicBezTo>
                  <a:pt x="2610758" y="82270"/>
                  <a:pt x="2603926" y="61826"/>
                  <a:pt x="2572271" y="61826"/>
                </a:cubicBezTo>
                <a:cubicBezTo>
                  <a:pt x="2552456" y="61826"/>
                  <a:pt x="2526719" y="80682"/>
                  <a:pt x="2526719" y="115218"/>
                </a:cubicBezTo>
                <a:cubicBezTo>
                  <a:pt x="2526719" y="127961"/>
                  <a:pt x="2529909" y="140249"/>
                  <a:pt x="2537426" y="148895"/>
                </a:cubicBezTo>
                <a:cubicBezTo>
                  <a:pt x="2545168" y="158003"/>
                  <a:pt x="2555872" y="163466"/>
                  <a:pt x="2572271" y="163466"/>
                </a:cubicBezTo>
                <a:cubicBezTo>
                  <a:pt x="2589577" y="163466"/>
                  <a:pt x="2601875" y="155498"/>
                  <a:pt x="2610987" y="143662"/>
                </a:cubicBezTo>
                <a:cubicBezTo>
                  <a:pt x="2610303" y="141385"/>
                  <a:pt x="2608937" y="140249"/>
                  <a:pt x="2606202" y="140020"/>
                </a:cubicBezTo>
                <a:close/>
                <a:moveTo>
                  <a:pt x="2700261" y="132937"/>
                </a:moveTo>
                <a:cubicBezTo>
                  <a:pt x="2700261" y="137267"/>
                  <a:pt x="2699806" y="139092"/>
                  <a:pt x="2696619" y="141827"/>
                </a:cubicBezTo>
                <a:cubicBezTo>
                  <a:pt x="2688192" y="149117"/>
                  <a:pt x="2680904" y="152763"/>
                  <a:pt x="2675209" y="152763"/>
                </a:cubicBezTo>
                <a:cubicBezTo>
                  <a:pt x="2662914" y="152763"/>
                  <a:pt x="2650160" y="139318"/>
                  <a:pt x="2650160" y="110832"/>
                </a:cubicBezTo>
                <a:cubicBezTo>
                  <a:pt x="2650160" y="94426"/>
                  <a:pt x="2653347" y="85311"/>
                  <a:pt x="2656763" y="80526"/>
                </a:cubicBezTo>
                <a:cubicBezTo>
                  <a:pt x="2663824" y="69815"/>
                  <a:pt x="2673388" y="69131"/>
                  <a:pt x="2677944" y="69131"/>
                </a:cubicBezTo>
                <a:cubicBezTo>
                  <a:pt x="2686141" y="69131"/>
                  <a:pt x="2691837" y="72095"/>
                  <a:pt x="2696390" y="77335"/>
                </a:cubicBezTo>
                <a:cubicBezTo>
                  <a:pt x="2699580" y="80981"/>
                  <a:pt x="2700261" y="82576"/>
                  <a:pt x="2700261" y="89641"/>
                </a:cubicBezTo>
                <a:lnTo>
                  <a:pt x="2700261" y="132937"/>
                </a:lnTo>
                <a:moveTo>
                  <a:pt x="2697759" y="149802"/>
                </a:moveTo>
                <a:cubicBezTo>
                  <a:pt x="2698895" y="148892"/>
                  <a:pt x="2700945" y="148433"/>
                  <a:pt x="2701175" y="150028"/>
                </a:cubicBezTo>
                <a:cubicBezTo>
                  <a:pt x="2701856" y="155498"/>
                  <a:pt x="2703680" y="163466"/>
                  <a:pt x="2703680" y="163466"/>
                </a:cubicBezTo>
                <a:cubicBezTo>
                  <a:pt x="2705501" y="164151"/>
                  <a:pt x="2706638" y="163925"/>
                  <a:pt x="2708007" y="163466"/>
                </a:cubicBezTo>
                <a:cubicBezTo>
                  <a:pt x="2713015" y="159359"/>
                  <a:pt x="2720987" y="155943"/>
                  <a:pt x="2734880" y="154348"/>
                </a:cubicBezTo>
                <a:cubicBezTo>
                  <a:pt x="2736246" y="152982"/>
                  <a:pt x="2736246" y="149566"/>
                  <a:pt x="2734880" y="148200"/>
                </a:cubicBezTo>
                <a:cubicBezTo>
                  <a:pt x="2720305" y="147060"/>
                  <a:pt x="2718255" y="142730"/>
                  <a:pt x="2718255" y="131565"/>
                </a:cubicBezTo>
                <a:lnTo>
                  <a:pt x="2718255" y="28340"/>
                </a:lnTo>
                <a:cubicBezTo>
                  <a:pt x="2718255" y="13529"/>
                  <a:pt x="2719166" y="4469"/>
                  <a:pt x="2719166" y="4469"/>
                </a:cubicBezTo>
                <a:cubicBezTo>
                  <a:pt x="2719166" y="2898"/>
                  <a:pt x="2718255" y="2221"/>
                  <a:pt x="2716205" y="2221"/>
                </a:cubicBezTo>
                <a:cubicBezTo>
                  <a:pt x="2710513" y="4469"/>
                  <a:pt x="2693429" y="7614"/>
                  <a:pt x="2684321" y="8288"/>
                </a:cubicBezTo>
                <a:cubicBezTo>
                  <a:pt x="2683865" y="10113"/>
                  <a:pt x="2684321" y="13755"/>
                  <a:pt x="2685686" y="15120"/>
                </a:cubicBezTo>
                <a:cubicBezTo>
                  <a:pt x="2697529" y="15805"/>
                  <a:pt x="2700261" y="14665"/>
                  <a:pt x="2700261" y="33809"/>
                </a:cubicBezTo>
                <a:lnTo>
                  <a:pt x="2700261" y="62983"/>
                </a:lnTo>
                <a:cubicBezTo>
                  <a:pt x="2700261" y="64578"/>
                  <a:pt x="2699806" y="65033"/>
                  <a:pt x="2698214" y="65033"/>
                </a:cubicBezTo>
                <a:cubicBezTo>
                  <a:pt x="2697300" y="65033"/>
                  <a:pt x="2687966" y="61159"/>
                  <a:pt x="2680449" y="61159"/>
                </a:cubicBezTo>
                <a:cubicBezTo>
                  <a:pt x="2665416" y="61159"/>
                  <a:pt x="2655397" y="66170"/>
                  <a:pt x="2646285" y="74826"/>
                </a:cubicBezTo>
                <a:cubicBezTo>
                  <a:pt x="2636492" y="84626"/>
                  <a:pt x="2630571" y="98071"/>
                  <a:pt x="2630571" y="114933"/>
                </a:cubicBezTo>
                <a:cubicBezTo>
                  <a:pt x="2630571" y="142967"/>
                  <a:pt x="2644694" y="163466"/>
                  <a:pt x="2669291" y="163466"/>
                </a:cubicBezTo>
                <a:cubicBezTo>
                  <a:pt x="2678170" y="163466"/>
                  <a:pt x="2686597" y="158914"/>
                  <a:pt x="2697759" y="149802"/>
                </a:cubicBezTo>
                <a:close/>
                <a:moveTo>
                  <a:pt x="2809582" y="97654"/>
                </a:moveTo>
                <a:cubicBezTo>
                  <a:pt x="2809582" y="118877"/>
                  <a:pt x="2798875" y="123210"/>
                  <a:pt x="2790448" y="123210"/>
                </a:cubicBezTo>
                <a:cubicBezTo>
                  <a:pt x="2771318" y="123210"/>
                  <a:pt x="2769271" y="107013"/>
                  <a:pt x="2769271" y="92407"/>
                </a:cubicBezTo>
                <a:cubicBezTo>
                  <a:pt x="2769271" y="76435"/>
                  <a:pt x="2774963" y="68220"/>
                  <a:pt x="2787491" y="68220"/>
                </a:cubicBezTo>
                <a:cubicBezTo>
                  <a:pt x="2801836" y="68220"/>
                  <a:pt x="2809582" y="78718"/>
                  <a:pt x="2809582" y="97654"/>
                </a:cubicBezTo>
                <a:moveTo>
                  <a:pt x="2766991" y="163456"/>
                </a:moveTo>
                <a:cubicBezTo>
                  <a:pt x="2769497" y="164140"/>
                  <a:pt x="2773142" y="164599"/>
                  <a:pt x="2776103" y="164599"/>
                </a:cubicBezTo>
                <a:cubicBezTo>
                  <a:pt x="2783161" y="164599"/>
                  <a:pt x="2789538" y="163911"/>
                  <a:pt x="2792728" y="163911"/>
                </a:cubicBezTo>
                <a:cubicBezTo>
                  <a:pt x="2804116" y="163911"/>
                  <a:pt x="2813679" y="164140"/>
                  <a:pt x="2820285" y="167796"/>
                </a:cubicBezTo>
                <a:cubicBezTo>
                  <a:pt x="2829168" y="172821"/>
                  <a:pt x="2831899" y="176018"/>
                  <a:pt x="2831899" y="181957"/>
                </a:cubicBezTo>
                <a:cubicBezTo>
                  <a:pt x="2831899" y="198405"/>
                  <a:pt x="2807758" y="207086"/>
                  <a:pt x="2787261" y="207086"/>
                </a:cubicBezTo>
                <a:cubicBezTo>
                  <a:pt x="2779064" y="207086"/>
                  <a:pt x="2759933" y="200459"/>
                  <a:pt x="2759933" y="184929"/>
                </a:cubicBezTo>
                <a:cubicBezTo>
                  <a:pt x="2759933" y="177162"/>
                  <a:pt x="2760388" y="171452"/>
                  <a:pt x="2766991" y="163456"/>
                </a:cubicBezTo>
                <a:moveTo>
                  <a:pt x="2838050" y="73012"/>
                </a:moveTo>
                <a:cubicBezTo>
                  <a:pt x="2842377" y="73012"/>
                  <a:pt x="2846474" y="68905"/>
                  <a:pt x="2846474" y="64349"/>
                </a:cubicBezTo>
                <a:cubicBezTo>
                  <a:pt x="2846474" y="59567"/>
                  <a:pt x="2842147" y="55922"/>
                  <a:pt x="2836000" y="55922"/>
                </a:cubicBezTo>
                <a:cubicBezTo>
                  <a:pt x="2830078" y="55922"/>
                  <a:pt x="2819146" y="59793"/>
                  <a:pt x="2813224" y="67539"/>
                </a:cubicBezTo>
                <a:cubicBezTo>
                  <a:pt x="2810493" y="65715"/>
                  <a:pt x="2802976" y="61159"/>
                  <a:pt x="2789538" y="61159"/>
                </a:cubicBezTo>
                <a:cubicBezTo>
                  <a:pt x="2769271" y="61159"/>
                  <a:pt x="2750595" y="74837"/>
                  <a:pt x="2750595" y="95830"/>
                </a:cubicBezTo>
                <a:cubicBezTo>
                  <a:pt x="2750595" y="108153"/>
                  <a:pt x="2756062" y="115225"/>
                  <a:pt x="2762439" y="121386"/>
                </a:cubicBezTo>
                <a:cubicBezTo>
                  <a:pt x="2756062" y="126856"/>
                  <a:pt x="2752416" y="136628"/>
                  <a:pt x="2752416" y="144346"/>
                </a:cubicBezTo>
                <a:cubicBezTo>
                  <a:pt x="2752416" y="152527"/>
                  <a:pt x="2756972" y="158903"/>
                  <a:pt x="2762894" y="161864"/>
                </a:cubicBezTo>
                <a:cubicBezTo>
                  <a:pt x="2750595" y="169165"/>
                  <a:pt x="2744219" y="179674"/>
                  <a:pt x="2744219" y="189495"/>
                </a:cubicBezTo>
                <a:cubicBezTo>
                  <a:pt x="2744219" y="209362"/>
                  <a:pt x="2762894" y="215510"/>
                  <a:pt x="2780429" y="215510"/>
                </a:cubicBezTo>
                <a:cubicBezTo>
                  <a:pt x="2811174" y="215510"/>
                  <a:pt x="2844427" y="200688"/>
                  <a:pt x="2844427" y="176018"/>
                </a:cubicBezTo>
                <a:cubicBezTo>
                  <a:pt x="2844427" y="168710"/>
                  <a:pt x="2841011" y="163001"/>
                  <a:pt x="2834405" y="157534"/>
                </a:cubicBezTo>
                <a:cubicBezTo>
                  <a:pt x="2825522" y="150247"/>
                  <a:pt x="2809582" y="150021"/>
                  <a:pt x="2801155" y="150021"/>
                </a:cubicBezTo>
                <a:cubicBezTo>
                  <a:pt x="2797054" y="150021"/>
                  <a:pt x="2791362" y="150476"/>
                  <a:pt x="2785896" y="151157"/>
                </a:cubicBezTo>
                <a:cubicBezTo>
                  <a:pt x="2782480" y="151387"/>
                  <a:pt x="2780200" y="151616"/>
                  <a:pt x="2779064" y="151616"/>
                </a:cubicBezTo>
                <a:cubicBezTo>
                  <a:pt x="2772457" y="151616"/>
                  <a:pt x="2764485" y="148433"/>
                  <a:pt x="2764485" y="138671"/>
                </a:cubicBezTo>
                <a:cubicBezTo>
                  <a:pt x="2764485" y="134133"/>
                  <a:pt x="2765855" y="129361"/>
                  <a:pt x="2768586" y="125490"/>
                </a:cubicBezTo>
                <a:cubicBezTo>
                  <a:pt x="2774052" y="128677"/>
                  <a:pt x="2780429" y="130272"/>
                  <a:pt x="2789312" y="130272"/>
                </a:cubicBezTo>
                <a:cubicBezTo>
                  <a:pt x="2809353" y="130272"/>
                  <a:pt x="2827799" y="117737"/>
                  <a:pt x="2827799" y="95375"/>
                </a:cubicBezTo>
                <a:cubicBezTo>
                  <a:pt x="2827799" y="84651"/>
                  <a:pt x="2824612" y="78489"/>
                  <a:pt x="2818006" y="71643"/>
                </a:cubicBezTo>
                <a:cubicBezTo>
                  <a:pt x="2819601" y="69360"/>
                  <a:pt x="2824157" y="66170"/>
                  <a:pt x="2827118" y="66170"/>
                </a:cubicBezTo>
                <a:cubicBezTo>
                  <a:pt x="2828713" y="66170"/>
                  <a:pt x="2830304" y="66854"/>
                  <a:pt x="2831673" y="68905"/>
                </a:cubicBezTo>
                <a:cubicBezTo>
                  <a:pt x="2832584" y="70729"/>
                  <a:pt x="2835545" y="73012"/>
                  <a:pt x="2838050" y="73012"/>
                </a:cubicBezTo>
                <a:close/>
                <a:moveTo>
                  <a:pt x="2879043" y="97008"/>
                </a:moveTo>
                <a:cubicBezTo>
                  <a:pt x="2883369" y="71382"/>
                  <a:pt x="2899313" y="69343"/>
                  <a:pt x="2904779" y="69343"/>
                </a:cubicBezTo>
                <a:cubicBezTo>
                  <a:pt x="2913432" y="69343"/>
                  <a:pt x="2923680" y="74107"/>
                  <a:pt x="2923680" y="93154"/>
                </a:cubicBezTo>
                <a:cubicBezTo>
                  <a:pt x="2923680" y="95194"/>
                  <a:pt x="2922770" y="96330"/>
                  <a:pt x="2920264" y="96330"/>
                </a:cubicBezTo>
                <a:lnTo>
                  <a:pt x="2879043" y="97008"/>
                </a:lnTo>
                <a:moveTo>
                  <a:pt x="2938710" y="140020"/>
                </a:moveTo>
                <a:cubicBezTo>
                  <a:pt x="2930287" y="148669"/>
                  <a:pt x="2923680" y="152308"/>
                  <a:pt x="2910472" y="152308"/>
                </a:cubicBezTo>
                <a:cubicBezTo>
                  <a:pt x="2902274" y="152308"/>
                  <a:pt x="2892707" y="147529"/>
                  <a:pt x="2885649" y="135926"/>
                </a:cubicBezTo>
                <a:cubicBezTo>
                  <a:pt x="2881093" y="128416"/>
                  <a:pt x="2878358" y="117949"/>
                  <a:pt x="2878358" y="104751"/>
                </a:cubicBezTo>
                <a:lnTo>
                  <a:pt x="2938940" y="105206"/>
                </a:lnTo>
                <a:cubicBezTo>
                  <a:pt x="2941671" y="105206"/>
                  <a:pt x="2943266" y="103840"/>
                  <a:pt x="2943266" y="101335"/>
                </a:cubicBezTo>
                <a:cubicBezTo>
                  <a:pt x="2943266" y="82270"/>
                  <a:pt x="2936434" y="61826"/>
                  <a:pt x="2904779" y="61826"/>
                </a:cubicBezTo>
                <a:cubicBezTo>
                  <a:pt x="2884964" y="61826"/>
                  <a:pt x="2859227" y="80682"/>
                  <a:pt x="2859227" y="115218"/>
                </a:cubicBezTo>
                <a:cubicBezTo>
                  <a:pt x="2859227" y="127961"/>
                  <a:pt x="2862418" y="140249"/>
                  <a:pt x="2869934" y="148895"/>
                </a:cubicBezTo>
                <a:cubicBezTo>
                  <a:pt x="2877677" y="158003"/>
                  <a:pt x="2888380" y="163466"/>
                  <a:pt x="2904779" y="163466"/>
                </a:cubicBezTo>
                <a:cubicBezTo>
                  <a:pt x="2922085" y="163466"/>
                  <a:pt x="2934384" y="155498"/>
                  <a:pt x="2943496" y="143662"/>
                </a:cubicBezTo>
                <a:cubicBezTo>
                  <a:pt x="2942811" y="141385"/>
                  <a:pt x="2941445" y="140249"/>
                  <a:pt x="2938710" y="140020"/>
                </a:cubicBezTo>
                <a:close/>
                <a:moveTo>
                  <a:pt x="2963535" y="129747"/>
                </a:moveTo>
                <a:cubicBezTo>
                  <a:pt x="2964446" y="140913"/>
                  <a:pt x="2965130" y="151623"/>
                  <a:pt x="2965130" y="161190"/>
                </a:cubicBezTo>
                <a:cubicBezTo>
                  <a:pt x="2967406" y="160735"/>
                  <a:pt x="2969686" y="160509"/>
                  <a:pt x="2970822" y="160509"/>
                </a:cubicBezTo>
                <a:cubicBezTo>
                  <a:pt x="2972418" y="160509"/>
                  <a:pt x="2973783" y="160509"/>
                  <a:pt x="2975378" y="160964"/>
                </a:cubicBezTo>
                <a:cubicBezTo>
                  <a:pt x="2981529" y="162556"/>
                  <a:pt x="2987677" y="163466"/>
                  <a:pt x="2996104" y="163466"/>
                </a:cubicBezTo>
                <a:cubicBezTo>
                  <a:pt x="3008858" y="163466"/>
                  <a:pt x="3032315" y="157319"/>
                  <a:pt x="3032315" y="134758"/>
                </a:cubicBezTo>
                <a:cubicBezTo>
                  <a:pt x="3032315" y="119266"/>
                  <a:pt x="3021156" y="110151"/>
                  <a:pt x="3005667" y="104452"/>
                </a:cubicBezTo>
                <a:cubicBezTo>
                  <a:pt x="2992003" y="99211"/>
                  <a:pt x="2982895" y="95792"/>
                  <a:pt x="2982895" y="83260"/>
                </a:cubicBezTo>
                <a:cubicBezTo>
                  <a:pt x="2982895" y="73916"/>
                  <a:pt x="2991093" y="68675"/>
                  <a:pt x="2998835" y="68675"/>
                </a:cubicBezTo>
                <a:cubicBezTo>
                  <a:pt x="3003847" y="68675"/>
                  <a:pt x="3017055" y="70500"/>
                  <a:pt x="3020016" y="89870"/>
                </a:cubicBezTo>
                <a:cubicBezTo>
                  <a:pt x="3021382" y="91236"/>
                  <a:pt x="3025938" y="91007"/>
                  <a:pt x="3027304" y="89641"/>
                </a:cubicBezTo>
                <a:cubicBezTo>
                  <a:pt x="3027988" y="81436"/>
                  <a:pt x="3028443" y="73005"/>
                  <a:pt x="3028673" y="65489"/>
                </a:cubicBezTo>
                <a:cubicBezTo>
                  <a:pt x="3021611" y="64349"/>
                  <a:pt x="3010679" y="61159"/>
                  <a:pt x="2998835" y="61159"/>
                </a:cubicBezTo>
                <a:cubicBezTo>
                  <a:pt x="2981985" y="61159"/>
                  <a:pt x="2966725" y="72095"/>
                  <a:pt x="2966725" y="86680"/>
                </a:cubicBezTo>
                <a:cubicBezTo>
                  <a:pt x="2966725" y="103312"/>
                  <a:pt x="2974238" y="110377"/>
                  <a:pt x="2991777" y="117671"/>
                </a:cubicBezTo>
                <a:cubicBezTo>
                  <a:pt x="3010679" y="125417"/>
                  <a:pt x="3015005" y="130202"/>
                  <a:pt x="3015005" y="140002"/>
                </a:cubicBezTo>
                <a:cubicBezTo>
                  <a:pt x="3015005" y="151168"/>
                  <a:pt x="3004076" y="155953"/>
                  <a:pt x="2995649" y="155953"/>
                </a:cubicBezTo>
                <a:cubicBezTo>
                  <a:pt x="2986766" y="155953"/>
                  <a:pt x="2981755" y="152989"/>
                  <a:pt x="2979479" y="150483"/>
                </a:cubicBezTo>
                <a:cubicBezTo>
                  <a:pt x="2974468" y="145243"/>
                  <a:pt x="2971962" y="135217"/>
                  <a:pt x="2970597" y="129518"/>
                </a:cubicBezTo>
                <a:cubicBezTo>
                  <a:pt x="2969231" y="128152"/>
                  <a:pt x="2964901" y="128378"/>
                  <a:pt x="2963535" y="129747"/>
                </a:cubicBezTo>
                <a:close/>
                <a:moveTo>
                  <a:pt x="3099274" y="103851"/>
                </a:moveTo>
                <a:cubicBezTo>
                  <a:pt x="3099274" y="93602"/>
                  <a:pt x="3098363" y="40993"/>
                  <a:pt x="3050990" y="0"/>
                </a:cubicBezTo>
                <a:cubicBezTo>
                  <a:pt x="3048714" y="455"/>
                  <a:pt x="3046890" y="2050"/>
                  <a:pt x="3046209" y="3871"/>
                </a:cubicBezTo>
                <a:cubicBezTo>
                  <a:pt x="3053722" y="12524"/>
                  <a:pt x="3080369" y="43953"/>
                  <a:pt x="3080369" y="103851"/>
                </a:cubicBezTo>
                <a:cubicBezTo>
                  <a:pt x="3080369" y="163748"/>
                  <a:pt x="3053496" y="195177"/>
                  <a:pt x="3046209" y="203378"/>
                </a:cubicBezTo>
                <a:cubicBezTo>
                  <a:pt x="3046890" y="205654"/>
                  <a:pt x="3048485" y="207249"/>
                  <a:pt x="3050990" y="207475"/>
                </a:cubicBezTo>
                <a:cubicBezTo>
                  <a:pt x="3078093" y="184248"/>
                  <a:pt x="3099274" y="146212"/>
                  <a:pt x="3099274" y="103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8C9BA-E719-4609-BFA1-DC8D6AE5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0"/>
            <a:ext cx="5183414" cy="2877445"/>
          </a:xfrm>
          <a:custGeom xmlns:a="http://schemas.openxmlformats.org/drawingml/2006/main">
            <a:pathLst>
              <a:path w="5183414" h="2877445">
                <a:moveTo>
                  <a:pt x="5183414" y="0"/>
                </a:moveTo>
                <a:lnTo>
                  <a:pt x="5183414" y="2877445"/>
                </a:lnTo>
                <a:lnTo>
                  <a:pt x="0" y="2877445"/>
                </a:lnTo>
                <a:lnTo>
                  <a:pt x="0" y="0"/>
                </a:lnTo>
                <a:lnTo>
                  <a:pt x="518341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5B2F3-999A-49EB-9CF5-C5CED1A7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797" y="955156"/>
            <a:ext cx="911179" cy="345221"/>
          </a:xfrm>
          <a:custGeom xmlns:a="http://schemas.openxmlformats.org/drawingml/2006/main">
            <a:pathLst>
              <a:path w="911179" h="345221">
                <a:moveTo>
                  <a:pt x="0" y="345221"/>
                </a:moveTo>
                <a:lnTo>
                  <a:pt x="0" y="0"/>
                </a:lnTo>
                <a:lnTo>
                  <a:pt x="911179" y="0"/>
                </a:lnTo>
                <a:lnTo>
                  <a:pt x="91117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012A4-76D4-4685-919A-30A63B19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797" y="955156"/>
            <a:ext cx="911179" cy="345221"/>
          </a:xfrm>
          <a:custGeom xmlns:a="http://schemas.openxmlformats.org/drawingml/2006/main">
            <a:pathLst>
              <a:path w="911179" h="345221" fill="none">
                <a:moveTo>
                  <a:pt x="0" y="0"/>
                </a:moveTo>
                <a:lnTo>
                  <a:pt x="911179" y="0"/>
                </a:lnTo>
                <a:lnTo>
                  <a:pt x="91117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51" name="Text Project">
            <a:extLst xmlns:a="http://schemas.openxmlformats.org/drawingml/2006/main">
              <a:ext uri="{FF2B5EF4-FFF2-40B4-BE49-F238E27FC236}">
                <a16:creationId xmlns:a16="http://schemas.microsoft.com/office/drawing/2014/main" id="{31C0C558-43FB-497C-8275-9B4DCB2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750" y="1046335"/>
            <a:ext cx="697195" cy="213501"/>
          </a:xfrm>
          <a:custGeom xmlns:a="http://schemas.openxmlformats.org/drawingml/2006/main">
            <a:pathLst>
              <a:path w="697195" h="213501">
                <a:moveTo>
                  <a:pt x="0" y="164906"/>
                </a:moveTo>
                <a:lnTo>
                  <a:pt x="0" y="0"/>
                </a:lnTo>
                <a:lnTo>
                  <a:pt x="62205" y="0"/>
                </a:lnTo>
                <a:cubicBezTo>
                  <a:pt x="73154" y="0"/>
                  <a:pt x="81516" y="525"/>
                  <a:pt x="87290" y="1575"/>
                </a:cubicBezTo>
                <a:cubicBezTo>
                  <a:pt x="95389" y="2925"/>
                  <a:pt x="102176" y="5493"/>
                  <a:pt x="107650" y="9280"/>
                </a:cubicBezTo>
                <a:cubicBezTo>
                  <a:pt x="113125" y="13067"/>
                  <a:pt x="117530" y="18373"/>
                  <a:pt x="120868" y="25197"/>
                </a:cubicBezTo>
                <a:cubicBezTo>
                  <a:pt x="124205" y="32021"/>
                  <a:pt x="125873" y="39521"/>
                  <a:pt x="125873" y="47695"/>
                </a:cubicBezTo>
                <a:cubicBezTo>
                  <a:pt x="125873" y="61718"/>
                  <a:pt x="121411" y="73585"/>
                  <a:pt x="112487" y="83297"/>
                </a:cubicBezTo>
                <a:cubicBezTo>
                  <a:pt x="103563" y="93008"/>
                  <a:pt x="87440" y="97864"/>
                  <a:pt x="64118" y="97864"/>
                </a:cubicBezTo>
                <a:lnTo>
                  <a:pt x="21823" y="97864"/>
                </a:lnTo>
                <a:lnTo>
                  <a:pt x="21823" y="164906"/>
                </a:lnTo>
                <a:lnTo>
                  <a:pt x="0" y="164906"/>
                </a:lnTo>
                <a:moveTo>
                  <a:pt x="21823" y="78291"/>
                </a:moveTo>
                <a:lnTo>
                  <a:pt x="64455" y="78291"/>
                </a:lnTo>
                <a:cubicBezTo>
                  <a:pt x="78554" y="78291"/>
                  <a:pt x="88565" y="75677"/>
                  <a:pt x="94489" y="70449"/>
                </a:cubicBezTo>
                <a:cubicBezTo>
                  <a:pt x="100414" y="65218"/>
                  <a:pt x="103376" y="57859"/>
                  <a:pt x="103376" y="48373"/>
                </a:cubicBezTo>
                <a:cubicBezTo>
                  <a:pt x="103376" y="41500"/>
                  <a:pt x="101632" y="35616"/>
                  <a:pt x="98145" y="30723"/>
                </a:cubicBezTo>
                <a:cubicBezTo>
                  <a:pt x="94658" y="25830"/>
                  <a:pt x="90065" y="22598"/>
                  <a:pt x="84365" y="21028"/>
                </a:cubicBezTo>
                <a:cubicBezTo>
                  <a:pt x="80691" y="20058"/>
                  <a:pt x="73904" y="19573"/>
                  <a:pt x="64005" y="19573"/>
                </a:cubicBezTo>
                <a:lnTo>
                  <a:pt x="21823" y="19573"/>
                </a:lnTo>
                <a:lnTo>
                  <a:pt x="21823" y="78291"/>
                </a:lnTo>
                <a:close/>
                <a:moveTo>
                  <a:pt x="150617" y="164906"/>
                </a:moveTo>
                <a:lnTo>
                  <a:pt x="150617" y="45445"/>
                </a:lnTo>
                <a:lnTo>
                  <a:pt x="168840" y="45445"/>
                </a:lnTo>
                <a:lnTo>
                  <a:pt x="168840" y="63555"/>
                </a:lnTo>
                <a:cubicBezTo>
                  <a:pt x="173489" y="55081"/>
                  <a:pt x="177782" y="49494"/>
                  <a:pt x="181719" y="46795"/>
                </a:cubicBezTo>
                <a:cubicBezTo>
                  <a:pt x="185656" y="44095"/>
                  <a:pt x="189987" y="42745"/>
                  <a:pt x="194712" y="42745"/>
                </a:cubicBezTo>
                <a:cubicBezTo>
                  <a:pt x="201536" y="42745"/>
                  <a:pt x="208473" y="44920"/>
                  <a:pt x="215522" y="49269"/>
                </a:cubicBezTo>
                <a:lnTo>
                  <a:pt x="208548" y="68041"/>
                </a:lnTo>
                <a:cubicBezTo>
                  <a:pt x="203598" y="65125"/>
                  <a:pt x="198649" y="63668"/>
                  <a:pt x="193699" y="63668"/>
                </a:cubicBezTo>
                <a:cubicBezTo>
                  <a:pt x="189275" y="63668"/>
                  <a:pt x="185300" y="64999"/>
                  <a:pt x="181776" y="67661"/>
                </a:cubicBezTo>
                <a:cubicBezTo>
                  <a:pt x="178251" y="70323"/>
                  <a:pt x="175739" y="74017"/>
                  <a:pt x="174239" y="78741"/>
                </a:cubicBezTo>
                <a:cubicBezTo>
                  <a:pt x="171989" y="85940"/>
                  <a:pt x="170864" y="93814"/>
                  <a:pt x="170864" y="102363"/>
                </a:cubicBezTo>
                <a:lnTo>
                  <a:pt x="170864" y="164906"/>
                </a:lnTo>
                <a:lnTo>
                  <a:pt x="150617" y="164906"/>
                </a:lnTo>
                <a:close/>
                <a:moveTo>
                  <a:pt x="220020" y="105176"/>
                </a:moveTo>
                <a:cubicBezTo>
                  <a:pt x="220020" y="83053"/>
                  <a:pt x="226169" y="66667"/>
                  <a:pt x="238468" y="56019"/>
                </a:cubicBezTo>
                <a:cubicBezTo>
                  <a:pt x="248742" y="47170"/>
                  <a:pt x="261265" y="42745"/>
                  <a:pt x="276038" y="42745"/>
                </a:cubicBezTo>
                <a:cubicBezTo>
                  <a:pt x="292462" y="42745"/>
                  <a:pt x="305885" y="48126"/>
                  <a:pt x="316309" y="58887"/>
                </a:cubicBezTo>
                <a:cubicBezTo>
                  <a:pt x="326733" y="69648"/>
                  <a:pt x="331945" y="84515"/>
                  <a:pt x="331945" y="103488"/>
                </a:cubicBezTo>
                <a:cubicBezTo>
                  <a:pt x="331945" y="118862"/>
                  <a:pt x="329639" y="130954"/>
                  <a:pt x="325027" y="139765"/>
                </a:cubicBezTo>
                <a:cubicBezTo>
                  <a:pt x="320415" y="148577"/>
                  <a:pt x="313703" y="155420"/>
                  <a:pt x="304891" y="160294"/>
                </a:cubicBezTo>
                <a:cubicBezTo>
                  <a:pt x="296080" y="165169"/>
                  <a:pt x="286462" y="167606"/>
                  <a:pt x="276038" y="167606"/>
                </a:cubicBezTo>
                <a:cubicBezTo>
                  <a:pt x="259315" y="167606"/>
                  <a:pt x="245798" y="162244"/>
                  <a:pt x="235487" y="151520"/>
                </a:cubicBezTo>
                <a:cubicBezTo>
                  <a:pt x="225175" y="140797"/>
                  <a:pt x="220020" y="125348"/>
                  <a:pt x="220020" y="105176"/>
                </a:cubicBezTo>
                <a:moveTo>
                  <a:pt x="240830" y="105232"/>
                </a:moveTo>
                <a:cubicBezTo>
                  <a:pt x="240830" y="120511"/>
                  <a:pt x="244167" y="131952"/>
                  <a:pt x="250841" y="139555"/>
                </a:cubicBezTo>
                <a:cubicBezTo>
                  <a:pt x="257516" y="147157"/>
                  <a:pt x="265915" y="150958"/>
                  <a:pt x="276038" y="150958"/>
                </a:cubicBezTo>
                <a:cubicBezTo>
                  <a:pt x="286087" y="150958"/>
                  <a:pt x="294449" y="147138"/>
                  <a:pt x="301123" y="139498"/>
                </a:cubicBezTo>
                <a:cubicBezTo>
                  <a:pt x="307797" y="131859"/>
                  <a:pt x="311134" y="120211"/>
                  <a:pt x="311134" y="104557"/>
                </a:cubicBezTo>
                <a:cubicBezTo>
                  <a:pt x="311134" y="89802"/>
                  <a:pt x="307779" y="78624"/>
                  <a:pt x="301067" y="71022"/>
                </a:cubicBezTo>
                <a:cubicBezTo>
                  <a:pt x="294355" y="63419"/>
                  <a:pt x="286012" y="59618"/>
                  <a:pt x="276038" y="59618"/>
                </a:cubicBezTo>
                <a:cubicBezTo>
                  <a:pt x="265915" y="59618"/>
                  <a:pt x="257516" y="63401"/>
                  <a:pt x="250841" y="70965"/>
                </a:cubicBezTo>
                <a:cubicBezTo>
                  <a:pt x="244167" y="78530"/>
                  <a:pt x="240830" y="89952"/>
                  <a:pt x="240830" y="105232"/>
                </a:cubicBezTo>
                <a:close/>
                <a:moveTo>
                  <a:pt x="355532" y="23622"/>
                </a:moveTo>
                <a:lnTo>
                  <a:pt x="355532" y="0"/>
                </a:lnTo>
                <a:lnTo>
                  <a:pt x="375779" y="0"/>
                </a:lnTo>
                <a:lnTo>
                  <a:pt x="375779" y="23622"/>
                </a:lnTo>
                <a:lnTo>
                  <a:pt x="355532" y="23622"/>
                </a:lnTo>
                <a:moveTo>
                  <a:pt x="329885" y="211364"/>
                </a:moveTo>
                <a:lnTo>
                  <a:pt x="333709" y="194139"/>
                </a:lnTo>
                <a:cubicBezTo>
                  <a:pt x="337759" y="195198"/>
                  <a:pt x="340946" y="195728"/>
                  <a:pt x="343271" y="195728"/>
                </a:cubicBezTo>
                <a:cubicBezTo>
                  <a:pt x="347395" y="195728"/>
                  <a:pt x="350470" y="194358"/>
                  <a:pt x="352494" y="191619"/>
                </a:cubicBezTo>
                <a:cubicBezTo>
                  <a:pt x="354519" y="188879"/>
                  <a:pt x="355532" y="182031"/>
                  <a:pt x="355532" y="171076"/>
                </a:cubicBezTo>
                <a:lnTo>
                  <a:pt x="355532" y="45445"/>
                </a:lnTo>
                <a:lnTo>
                  <a:pt x="375779" y="45445"/>
                </a:lnTo>
                <a:lnTo>
                  <a:pt x="375779" y="171515"/>
                </a:lnTo>
                <a:cubicBezTo>
                  <a:pt x="375779" y="186223"/>
                  <a:pt x="373867" y="196466"/>
                  <a:pt x="370043" y="202245"/>
                </a:cubicBezTo>
                <a:cubicBezTo>
                  <a:pt x="365168" y="209749"/>
                  <a:pt x="357069" y="213501"/>
                  <a:pt x="345745" y="213501"/>
                </a:cubicBezTo>
                <a:cubicBezTo>
                  <a:pt x="340271" y="213501"/>
                  <a:pt x="334984" y="212788"/>
                  <a:pt x="329885" y="211364"/>
                </a:cubicBezTo>
                <a:close/>
                <a:moveTo>
                  <a:pt x="488565" y="126211"/>
                </a:moveTo>
                <a:lnTo>
                  <a:pt x="509488" y="128910"/>
                </a:lnTo>
                <a:cubicBezTo>
                  <a:pt x="506188" y="141169"/>
                  <a:pt x="500077" y="150684"/>
                  <a:pt x="491153" y="157454"/>
                </a:cubicBezTo>
                <a:cubicBezTo>
                  <a:pt x="482229" y="164222"/>
                  <a:pt x="470830" y="167606"/>
                  <a:pt x="456956" y="167606"/>
                </a:cubicBezTo>
                <a:cubicBezTo>
                  <a:pt x="439483" y="167606"/>
                  <a:pt x="425629" y="162225"/>
                  <a:pt x="415392" y="151464"/>
                </a:cubicBezTo>
                <a:cubicBezTo>
                  <a:pt x="405156" y="140703"/>
                  <a:pt x="400038" y="125611"/>
                  <a:pt x="400038" y="106188"/>
                </a:cubicBezTo>
                <a:cubicBezTo>
                  <a:pt x="400038" y="86090"/>
                  <a:pt x="405212" y="70492"/>
                  <a:pt x="415561" y="59393"/>
                </a:cubicBezTo>
                <a:cubicBezTo>
                  <a:pt x="425910" y="48295"/>
                  <a:pt x="439333" y="42745"/>
                  <a:pt x="455832" y="42745"/>
                </a:cubicBezTo>
                <a:cubicBezTo>
                  <a:pt x="471805" y="42745"/>
                  <a:pt x="484853" y="48174"/>
                  <a:pt x="494977" y="59031"/>
                </a:cubicBezTo>
                <a:cubicBezTo>
                  <a:pt x="505101" y="69886"/>
                  <a:pt x="510163" y="85159"/>
                  <a:pt x="510163" y="104849"/>
                </a:cubicBezTo>
                <a:cubicBezTo>
                  <a:pt x="510163" y="106046"/>
                  <a:pt x="510125" y="107842"/>
                  <a:pt x="510050" y="110238"/>
                </a:cubicBezTo>
                <a:lnTo>
                  <a:pt x="420960" y="110238"/>
                </a:lnTo>
                <a:cubicBezTo>
                  <a:pt x="421710" y="123399"/>
                  <a:pt x="425422" y="133476"/>
                  <a:pt x="432097" y="140468"/>
                </a:cubicBezTo>
                <a:cubicBezTo>
                  <a:pt x="438771" y="147461"/>
                  <a:pt x="447095" y="150958"/>
                  <a:pt x="457069" y="150958"/>
                </a:cubicBezTo>
                <a:cubicBezTo>
                  <a:pt x="464493" y="150958"/>
                  <a:pt x="470830" y="148991"/>
                  <a:pt x="476079" y="145056"/>
                </a:cubicBezTo>
                <a:cubicBezTo>
                  <a:pt x="481329" y="141119"/>
                  <a:pt x="485491" y="134837"/>
                  <a:pt x="488565" y="126211"/>
                </a:cubicBezTo>
                <a:moveTo>
                  <a:pt x="422085" y="93589"/>
                </a:moveTo>
                <a:lnTo>
                  <a:pt x="488790" y="93589"/>
                </a:lnTo>
                <a:cubicBezTo>
                  <a:pt x="487890" y="83573"/>
                  <a:pt x="485341" y="76061"/>
                  <a:pt x="481141" y="71053"/>
                </a:cubicBezTo>
                <a:cubicBezTo>
                  <a:pt x="474692" y="63280"/>
                  <a:pt x="466330" y="59393"/>
                  <a:pt x="456057" y="59393"/>
                </a:cubicBezTo>
                <a:cubicBezTo>
                  <a:pt x="446758" y="59393"/>
                  <a:pt x="438940" y="62496"/>
                  <a:pt x="432603" y="68702"/>
                </a:cubicBezTo>
                <a:cubicBezTo>
                  <a:pt x="426266" y="74905"/>
                  <a:pt x="422760" y="83201"/>
                  <a:pt x="422085" y="93589"/>
                </a:cubicBezTo>
                <a:close/>
                <a:moveTo>
                  <a:pt x="612829" y="121036"/>
                </a:moveTo>
                <a:lnTo>
                  <a:pt x="632739" y="123736"/>
                </a:lnTo>
                <a:cubicBezTo>
                  <a:pt x="630565" y="137459"/>
                  <a:pt x="624996" y="148202"/>
                  <a:pt x="616035" y="155964"/>
                </a:cubicBezTo>
                <a:cubicBezTo>
                  <a:pt x="607073" y="163725"/>
                  <a:pt x="596068" y="167606"/>
                  <a:pt x="583020" y="167606"/>
                </a:cubicBezTo>
                <a:cubicBezTo>
                  <a:pt x="566672" y="167606"/>
                  <a:pt x="553530" y="162263"/>
                  <a:pt x="543593" y="151577"/>
                </a:cubicBezTo>
                <a:cubicBezTo>
                  <a:pt x="533657" y="140890"/>
                  <a:pt x="528689" y="125573"/>
                  <a:pt x="528689" y="105626"/>
                </a:cubicBezTo>
                <a:cubicBezTo>
                  <a:pt x="528689" y="92727"/>
                  <a:pt x="530826" y="81441"/>
                  <a:pt x="535100" y="71767"/>
                </a:cubicBezTo>
                <a:cubicBezTo>
                  <a:pt x="539375" y="62093"/>
                  <a:pt x="545880" y="54838"/>
                  <a:pt x="554617" y="50001"/>
                </a:cubicBezTo>
                <a:cubicBezTo>
                  <a:pt x="563353" y="45164"/>
                  <a:pt x="572859" y="42745"/>
                  <a:pt x="583132" y="42745"/>
                </a:cubicBezTo>
                <a:cubicBezTo>
                  <a:pt x="596106" y="42745"/>
                  <a:pt x="606717" y="46007"/>
                  <a:pt x="614966" y="52532"/>
                </a:cubicBezTo>
                <a:cubicBezTo>
                  <a:pt x="623215" y="59053"/>
                  <a:pt x="628502" y="68315"/>
                  <a:pt x="630827" y="80316"/>
                </a:cubicBezTo>
                <a:lnTo>
                  <a:pt x="611142" y="83466"/>
                </a:lnTo>
                <a:cubicBezTo>
                  <a:pt x="609267" y="75479"/>
                  <a:pt x="605949" y="69470"/>
                  <a:pt x="601187" y="65439"/>
                </a:cubicBezTo>
                <a:cubicBezTo>
                  <a:pt x="596425" y="61409"/>
                  <a:pt x="590669" y="59393"/>
                  <a:pt x="583920" y="59393"/>
                </a:cubicBezTo>
                <a:cubicBezTo>
                  <a:pt x="573721" y="59393"/>
                  <a:pt x="565434" y="63049"/>
                  <a:pt x="559060" y="70361"/>
                </a:cubicBezTo>
                <a:cubicBezTo>
                  <a:pt x="552686" y="77672"/>
                  <a:pt x="549499" y="89240"/>
                  <a:pt x="549499" y="105063"/>
                </a:cubicBezTo>
                <a:cubicBezTo>
                  <a:pt x="549499" y="121111"/>
                  <a:pt x="552573" y="132772"/>
                  <a:pt x="558723" y="140047"/>
                </a:cubicBezTo>
                <a:cubicBezTo>
                  <a:pt x="564872" y="147321"/>
                  <a:pt x="572896" y="150958"/>
                  <a:pt x="582795" y="150958"/>
                </a:cubicBezTo>
                <a:cubicBezTo>
                  <a:pt x="590744" y="150958"/>
                  <a:pt x="597381" y="148511"/>
                  <a:pt x="602705" y="143618"/>
                </a:cubicBezTo>
                <a:cubicBezTo>
                  <a:pt x="608030" y="138725"/>
                  <a:pt x="611404" y="131198"/>
                  <a:pt x="612829" y="121036"/>
                </a:cubicBezTo>
                <a:close/>
                <a:moveTo>
                  <a:pt x="694270" y="146796"/>
                </a:moveTo>
                <a:lnTo>
                  <a:pt x="697195" y="164681"/>
                </a:lnTo>
                <a:cubicBezTo>
                  <a:pt x="691495" y="165881"/>
                  <a:pt x="686396" y="166481"/>
                  <a:pt x="681896" y="166481"/>
                </a:cubicBezTo>
                <a:cubicBezTo>
                  <a:pt x="674547" y="166481"/>
                  <a:pt x="668848" y="165319"/>
                  <a:pt x="664798" y="162994"/>
                </a:cubicBezTo>
                <a:cubicBezTo>
                  <a:pt x="660749" y="160669"/>
                  <a:pt x="657899" y="157613"/>
                  <a:pt x="656249" y="153826"/>
                </a:cubicBezTo>
                <a:cubicBezTo>
                  <a:pt x="654599" y="150039"/>
                  <a:pt x="653774" y="142071"/>
                  <a:pt x="653774" y="129923"/>
                </a:cubicBezTo>
                <a:lnTo>
                  <a:pt x="653774" y="61193"/>
                </a:lnTo>
                <a:lnTo>
                  <a:pt x="638926" y="61193"/>
                </a:lnTo>
                <a:lnTo>
                  <a:pt x="638926" y="45445"/>
                </a:lnTo>
                <a:lnTo>
                  <a:pt x="653774" y="45445"/>
                </a:lnTo>
                <a:lnTo>
                  <a:pt x="653774" y="15861"/>
                </a:lnTo>
                <a:lnTo>
                  <a:pt x="673910" y="3712"/>
                </a:lnTo>
                <a:lnTo>
                  <a:pt x="673910" y="45445"/>
                </a:lnTo>
                <a:lnTo>
                  <a:pt x="694270" y="45445"/>
                </a:lnTo>
                <a:lnTo>
                  <a:pt x="694270" y="61193"/>
                </a:lnTo>
                <a:lnTo>
                  <a:pt x="673910" y="61193"/>
                </a:lnTo>
                <a:lnTo>
                  <a:pt x="673910" y="131048"/>
                </a:lnTo>
                <a:cubicBezTo>
                  <a:pt x="673910" y="136822"/>
                  <a:pt x="674266" y="140534"/>
                  <a:pt x="674978" y="142184"/>
                </a:cubicBezTo>
                <a:cubicBezTo>
                  <a:pt x="675691" y="143834"/>
                  <a:pt x="676853" y="145146"/>
                  <a:pt x="678465" y="146121"/>
                </a:cubicBezTo>
                <a:cubicBezTo>
                  <a:pt x="680078" y="147096"/>
                  <a:pt x="682384" y="147583"/>
                  <a:pt x="685383" y="147583"/>
                </a:cubicBezTo>
                <a:cubicBezTo>
                  <a:pt x="687633" y="147583"/>
                  <a:pt x="690595" y="147321"/>
                  <a:pt x="694270" y="1467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E7CAC-B41C-4DFE-A123-EF6F0151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496" y="508864"/>
            <a:ext cx="1030561" cy="345221"/>
          </a:xfrm>
          <a:custGeom xmlns:a="http://schemas.openxmlformats.org/drawingml/2006/main">
            <a:pathLst>
              <a:path w="1030561" h="345221">
                <a:moveTo>
                  <a:pt x="0" y="345221"/>
                </a:moveTo>
                <a:lnTo>
                  <a:pt x="0" y="0"/>
                </a:lnTo>
                <a:lnTo>
                  <a:pt x="1030561" y="0"/>
                </a:lnTo>
                <a:lnTo>
                  <a:pt x="1030561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BCDB6-E736-4861-90FC-756F1610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496" y="508864"/>
            <a:ext cx="1030561" cy="345221"/>
          </a:xfrm>
          <a:custGeom xmlns:a="http://schemas.openxmlformats.org/drawingml/2006/main">
            <a:pathLst>
              <a:path w="1030561" h="345221" fill="none">
                <a:moveTo>
                  <a:pt x="0" y="0"/>
                </a:moveTo>
                <a:lnTo>
                  <a:pt x="1030561" y="0"/>
                </a:lnTo>
                <a:lnTo>
                  <a:pt x="1030561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54" name="Text A@2.0.0">
            <a:extLst xmlns:a="http://schemas.openxmlformats.org/drawingml/2006/main">
              <a:ext uri="{FF2B5EF4-FFF2-40B4-BE49-F238E27FC236}">
                <a16:creationId xmlns:a16="http://schemas.microsoft.com/office/drawing/2014/main" id="{332AEDFD-3EAC-4193-902F-6897476A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599" y="596893"/>
            <a:ext cx="888499" cy="216651"/>
          </a:xfrm>
          <a:custGeom xmlns:a="http://schemas.openxmlformats.org/drawingml/2006/main">
            <a:pathLst>
              <a:path w="888499" h="216651">
                <a:moveTo>
                  <a:pt x="0" y="168056"/>
                </a:moveTo>
                <a:lnTo>
                  <a:pt x="63330" y="3150"/>
                </a:lnTo>
                <a:lnTo>
                  <a:pt x="86840" y="3150"/>
                </a:lnTo>
                <a:lnTo>
                  <a:pt x="154333" y="168056"/>
                </a:lnTo>
                <a:lnTo>
                  <a:pt x="129473" y="168056"/>
                </a:lnTo>
                <a:lnTo>
                  <a:pt x="110238" y="118112"/>
                </a:lnTo>
                <a:lnTo>
                  <a:pt x="41283" y="118112"/>
                </a:lnTo>
                <a:lnTo>
                  <a:pt x="23172" y="168056"/>
                </a:lnTo>
                <a:lnTo>
                  <a:pt x="0" y="168056"/>
                </a:lnTo>
                <a:moveTo>
                  <a:pt x="47582" y="100339"/>
                </a:moveTo>
                <a:lnTo>
                  <a:pt x="103488" y="100339"/>
                </a:lnTo>
                <a:lnTo>
                  <a:pt x="86278" y="54627"/>
                </a:lnTo>
                <a:cubicBezTo>
                  <a:pt x="81028" y="40774"/>
                  <a:pt x="77129" y="29315"/>
                  <a:pt x="74579" y="20248"/>
                </a:cubicBezTo>
                <a:cubicBezTo>
                  <a:pt x="72479" y="30960"/>
                  <a:pt x="69517" y="41534"/>
                  <a:pt x="65693" y="51969"/>
                </a:cubicBezTo>
                <a:lnTo>
                  <a:pt x="47582" y="100339"/>
                </a:lnTo>
                <a:close/>
                <a:moveTo>
                  <a:pt x="284365" y="149780"/>
                </a:moveTo>
                <a:cubicBezTo>
                  <a:pt x="279490" y="155421"/>
                  <a:pt x="274035" y="159952"/>
                  <a:pt x="267998" y="163374"/>
                </a:cubicBezTo>
                <a:cubicBezTo>
                  <a:pt x="261961" y="166795"/>
                  <a:pt x="255905" y="168506"/>
                  <a:pt x="249831" y="168506"/>
                </a:cubicBezTo>
                <a:cubicBezTo>
                  <a:pt x="243157" y="168506"/>
                  <a:pt x="236670" y="166551"/>
                  <a:pt x="230371" y="162643"/>
                </a:cubicBezTo>
                <a:cubicBezTo>
                  <a:pt x="224071" y="158731"/>
                  <a:pt x="218953" y="152716"/>
                  <a:pt x="215016" y="144595"/>
                </a:cubicBezTo>
                <a:cubicBezTo>
                  <a:pt x="211079" y="136473"/>
                  <a:pt x="209111" y="127561"/>
                  <a:pt x="209111" y="117859"/>
                </a:cubicBezTo>
                <a:cubicBezTo>
                  <a:pt x="209111" y="105902"/>
                  <a:pt x="212167" y="93927"/>
                  <a:pt x="218278" y="81933"/>
                </a:cubicBezTo>
                <a:cubicBezTo>
                  <a:pt x="224390" y="69939"/>
                  <a:pt x="231983" y="60934"/>
                  <a:pt x="241057" y="54918"/>
                </a:cubicBezTo>
                <a:cubicBezTo>
                  <a:pt x="250131" y="48903"/>
                  <a:pt x="258943" y="45895"/>
                  <a:pt x="267492" y="45895"/>
                </a:cubicBezTo>
                <a:cubicBezTo>
                  <a:pt x="274016" y="45895"/>
                  <a:pt x="280240" y="47606"/>
                  <a:pt x="286164" y="51027"/>
                </a:cubicBezTo>
                <a:cubicBezTo>
                  <a:pt x="292089" y="54449"/>
                  <a:pt x="297188" y="59656"/>
                  <a:pt x="301463" y="66649"/>
                </a:cubicBezTo>
                <a:lnTo>
                  <a:pt x="305287" y="49269"/>
                </a:lnTo>
                <a:lnTo>
                  <a:pt x="325423" y="49269"/>
                </a:lnTo>
                <a:lnTo>
                  <a:pt x="309224" y="125086"/>
                </a:lnTo>
                <a:cubicBezTo>
                  <a:pt x="306975" y="135632"/>
                  <a:pt x="305850" y="141470"/>
                  <a:pt x="305850" y="142602"/>
                </a:cubicBezTo>
                <a:cubicBezTo>
                  <a:pt x="305850" y="144634"/>
                  <a:pt x="306618" y="146385"/>
                  <a:pt x="308156" y="147854"/>
                </a:cubicBezTo>
                <a:cubicBezTo>
                  <a:pt x="309693" y="149323"/>
                  <a:pt x="311549" y="150058"/>
                  <a:pt x="313724" y="150058"/>
                </a:cubicBezTo>
                <a:cubicBezTo>
                  <a:pt x="317698" y="150058"/>
                  <a:pt x="322910" y="147763"/>
                  <a:pt x="329360" y="143172"/>
                </a:cubicBezTo>
                <a:cubicBezTo>
                  <a:pt x="337909" y="137154"/>
                  <a:pt x="344677" y="129085"/>
                  <a:pt x="349664" y="118966"/>
                </a:cubicBezTo>
                <a:cubicBezTo>
                  <a:pt x="354650" y="108844"/>
                  <a:pt x="357144" y="98403"/>
                  <a:pt x="357144" y="87642"/>
                </a:cubicBezTo>
                <a:cubicBezTo>
                  <a:pt x="357144" y="75076"/>
                  <a:pt x="353938" y="63339"/>
                  <a:pt x="347526" y="52430"/>
                </a:cubicBezTo>
                <a:cubicBezTo>
                  <a:pt x="341114" y="41518"/>
                  <a:pt x="331553" y="32790"/>
                  <a:pt x="318842" y="26245"/>
                </a:cubicBezTo>
                <a:cubicBezTo>
                  <a:pt x="306131" y="19697"/>
                  <a:pt x="292089" y="16423"/>
                  <a:pt x="276716" y="16423"/>
                </a:cubicBezTo>
                <a:cubicBezTo>
                  <a:pt x="259168" y="16423"/>
                  <a:pt x="243138" y="20535"/>
                  <a:pt x="228627" y="28758"/>
                </a:cubicBezTo>
                <a:cubicBezTo>
                  <a:pt x="214116" y="36979"/>
                  <a:pt x="202868" y="48767"/>
                  <a:pt x="194881" y="64121"/>
                </a:cubicBezTo>
                <a:cubicBezTo>
                  <a:pt x="186894" y="79476"/>
                  <a:pt x="182901" y="95938"/>
                  <a:pt x="182901" y="113507"/>
                </a:cubicBezTo>
                <a:cubicBezTo>
                  <a:pt x="182901" y="131901"/>
                  <a:pt x="186894" y="147743"/>
                  <a:pt x="194881" y="161033"/>
                </a:cubicBezTo>
                <a:cubicBezTo>
                  <a:pt x="202868" y="174322"/>
                  <a:pt x="214416" y="184139"/>
                  <a:pt x="229527" y="190483"/>
                </a:cubicBezTo>
                <a:cubicBezTo>
                  <a:pt x="244638" y="196829"/>
                  <a:pt x="261380" y="200002"/>
                  <a:pt x="279753" y="200002"/>
                </a:cubicBezTo>
                <a:cubicBezTo>
                  <a:pt x="299400" y="200002"/>
                  <a:pt x="315861" y="196703"/>
                  <a:pt x="329135" y="190104"/>
                </a:cubicBezTo>
                <a:cubicBezTo>
                  <a:pt x="342408" y="183504"/>
                  <a:pt x="352344" y="175480"/>
                  <a:pt x="358944" y="166031"/>
                </a:cubicBezTo>
                <a:lnTo>
                  <a:pt x="379304" y="166031"/>
                </a:lnTo>
                <a:cubicBezTo>
                  <a:pt x="375479" y="173905"/>
                  <a:pt x="368918" y="181929"/>
                  <a:pt x="359619" y="190104"/>
                </a:cubicBezTo>
                <a:cubicBezTo>
                  <a:pt x="350320" y="198278"/>
                  <a:pt x="339258" y="204746"/>
                  <a:pt x="326435" y="209508"/>
                </a:cubicBezTo>
                <a:cubicBezTo>
                  <a:pt x="313611" y="214270"/>
                  <a:pt x="298163" y="216651"/>
                  <a:pt x="280090" y="216651"/>
                </a:cubicBezTo>
                <a:cubicBezTo>
                  <a:pt x="263442" y="216651"/>
                  <a:pt x="248088" y="214511"/>
                  <a:pt x="234027" y="210232"/>
                </a:cubicBezTo>
                <a:cubicBezTo>
                  <a:pt x="219966" y="205953"/>
                  <a:pt x="207986" y="199515"/>
                  <a:pt x="198087" y="190919"/>
                </a:cubicBezTo>
                <a:cubicBezTo>
                  <a:pt x="188188" y="182325"/>
                  <a:pt x="180726" y="172436"/>
                  <a:pt x="175702" y="161251"/>
                </a:cubicBezTo>
                <a:cubicBezTo>
                  <a:pt x="169403" y="147061"/>
                  <a:pt x="166253" y="131746"/>
                  <a:pt x="166253" y="115307"/>
                </a:cubicBezTo>
                <a:cubicBezTo>
                  <a:pt x="166253" y="96990"/>
                  <a:pt x="170003" y="79537"/>
                  <a:pt x="177502" y="62947"/>
                </a:cubicBezTo>
                <a:cubicBezTo>
                  <a:pt x="186651" y="42603"/>
                  <a:pt x="199643" y="27026"/>
                  <a:pt x="216479" y="16216"/>
                </a:cubicBezTo>
                <a:cubicBezTo>
                  <a:pt x="233314" y="5405"/>
                  <a:pt x="253731" y="0"/>
                  <a:pt x="277728" y="0"/>
                </a:cubicBezTo>
                <a:cubicBezTo>
                  <a:pt x="296326" y="0"/>
                  <a:pt x="313030" y="3819"/>
                  <a:pt x="327841" y="11456"/>
                </a:cubicBezTo>
                <a:cubicBezTo>
                  <a:pt x="342652" y="19094"/>
                  <a:pt x="354332" y="30474"/>
                  <a:pt x="362881" y="45596"/>
                </a:cubicBezTo>
                <a:cubicBezTo>
                  <a:pt x="370155" y="58614"/>
                  <a:pt x="373792" y="72759"/>
                  <a:pt x="373792" y="88032"/>
                </a:cubicBezTo>
                <a:cubicBezTo>
                  <a:pt x="373792" y="109852"/>
                  <a:pt x="366143" y="129227"/>
                  <a:pt x="350845" y="146156"/>
                </a:cubicBezTo>
                <a:cubicBezTo>
                  <a:pt x="337196" y="161356"/>
                  <a:pt x="322273" y="168956"/>
                  <a:pt x="306075" y="168956"/>
                </a:cubicBezTo>
                <a:cubicBezTo>
                  <a:pt x="300900" y="168956"/>
                  <a:pt x="296720" y="168152"/>
                  <a:pt x="293532" y="166544"/>
                </a:cubicBezTo>
                <a:cubicBezTo>
                  <a:pt x="290345" y="164937"/>
                  <a:pt x="288002" y="162640"/>
                  <a:pt x="286502" y="159655"/>
                </a:cubicBezTo>
                <a:cubicBezTo>
                  <a:pt x="285527" y="157742"/>
                  <a:pt x="284815" y="154451"/>
                  <a:pt x="284365" y="149780"/>
                </a:cubicBezTo>
                <a:moveTo>
                  <a:pt x="229921" y="119268"/>
                </a:moveTo>
                <a:cubicBezTo>
                  <a:pt x="229921" y="129568"/>
                  <a:pt x="232358" y="137574"/>
                  <a:pt x="237232" y="143288"/>
                </a:cubicBezTo>
                <a:cubicBezTo>
                  <a:pt x="242107" y="149001"/>
                  <a:pt x="247694" y="151858"/>
                  <a:pt x="253993" y="151858"/>
                </a:cubicBezTo>
                <a:cubicBezTo>
                  <a:pt x="258193" y="151858"/>
                  <a:pt x="262617" y="150599"/>
                  <a:pt x="267267" y="148082"/>
                </a:cubicBezTo>
                <a:cubicBezTo>
                  <a:pt x="271916" y="145563"/>
                  <a:pt x="276359" y="141823"/>
                  <a:pt x="280596" y="136862"/>
                </a:cubicBezTo>
                <a:cubicBezTo>
                  <a:pt x="284833" y="131898"/>
                  <a:pt x="288302" y="125601"/>
                  <a:pt x="291001" y="117971"/>
                </a:cubicBezTo>
                <a:cubicBezTo>
                  <a:pt x="293701" y="110338"/>
                  <a:pt x="295051" y="102688"/>
                  <a:pt x="295051" y="95020"/>
                </a:cubicBezTo>
                <a:cubicBezTo>
                  <a:pt x="295051" y="84795"/>
                  <a:pt x="292520" y="76864"/>
                  <a:pt x="287458" y="71226"/>
                </a:cubicBezTo>
                <a:cubicBezTo>
                  <a:pt x="282396" y="65587"/>
                  <a:pt x="276228" y="62768"/>
                  <a:pt x="268954" y="62768"/>
                </a:cubicBezTo>
                <a:cubicBezTo>
                  <a:pt x="264154" y="62768"/>
                  <a:pt x="259636" y="63990"/>
                  <a:pt x="255399" y="66434"/>
                </a:cubicBezTo>
                <a:cubicBezTo>
                  <a:pt x="251162" y="68876"/>
                  <a:pt x="247056" y="72804"/>
                  <a:pt x="243082" y="78217"/>
                </a:cubicBezTo>
                <a:cubicBezTo>
                  <a:pt x="239107" y="83631"/>
                  <a:pt x="235920" y="90210"/>
                  <a:pt x="233520" y="97955"/>
                </a:cubicBezTo>
                <a:cubicBezTo>
                  <a:pt x="231121" y="105698"/>
                  <a:pt x="229921" y="112802"/>
                  <a:pt x="229921" y="119268"/>
                </a:cubicBezTo>
                <a:close/>
                <a:moveTo>
                  <a:pt x="503571" y="148483"/>
                </a:moveTo>
                <a:lnTo>
                  <a:pt x="503571" y="168056"/>
                </a:lnTo>
                <a:lnTo>
                  <a:pt x="394570" y="168056"/>
                </a:lnTo>
                <a:cubicBezTo>
                  <a:pt x="394420" y="163177"/>
                  <a:pt x="395208" y="158484"/>
                  <a:pt x="396933" y="153978"/>
                </a:cubicBezTo>
                <a:cubicBezTo>
                  <a:pt x="399707" y="146546"/>
                  <a:pt x="404151" y="139228"/>
                  <a:pt x="410262" y="132021"/>
                </a:cubicBezTo>
                <a:cubicBezTo>
                  <a:pt x="416374" y="124813"/>
                  <a:pt x="425204" y="116481"/>
                  <a:pt x="436753" y="107025"/>
                </a:cubicBezTo>
                <a:cubicBezTo>
                  <a:pt x="454676" y="92315"/>
                  <a:pt x="466787" y="80679"/>
                  <a:pt x="473086" y="72118"/>
                </a:cubicBezTo>
                <a:cubicBezTo>
                  <a:pt x="479386" y="63558"/>
                  <a:pt x="482535" y="55463"/>
                  <a:pt x="482535" y="47835"/>
                </a:cubicBezTo>
                <a:cubicBezTo>
                  <a:pt x="482535" y="39835"/>
                  <a:pt x="479667" y="33086"/>
                  <a:pt x="473930" y="27591"/>
                </a:cubicBezTo>
                <a:cubicBezTo>
                  <a:pt x="468193" y="22096"/>
                  <a:pt x="460713" y="19348"/>
                  <a:pt x="451489" y="19348"/>
                </a:cubicBezTo>
                <a:cubicBezTo>
                  <a:pt x="441740" y="19348"/>
                  <a:pt x="433941" y="22272"/>
                  <a:pt x="428092" y="28122"/>
                </a:cubicBezTo>
                <a:cubicBezTo>
                  <a:pt x="422242" y="33971"/>
                  <a:pt x="419280" y="42070"/>
                  <a:pt x="419205" y="52419"/>
                </a:cubicBezTo>
                <a:lnTo>
                  <a:pt x="398395" y="50169"/>
                </a:lnTo>
                <a:cubicBezTo>
                  <a:pt x="399820" y="34646"/>
                  <a:pt x="405182" y="22816"/>
                  <a:pt x="414481" y="14680"/>
                </a:cubicBezTo>
                <a:cubicBezTo>
                  <a:pt x="423780" y="6543"/>
                  <a:pt x="436266" y="2475"/>
                  <a:pt x="451939" y="2475"/>
                </a:cubicBezTo>
                <a:cubicBezTo>
                  <a:pt x="467762" y="2475"/>
                  <a:pt x="480286" y="6861"/>
                  <a:pt x="489510" y="15632"/>
                </a:cubicBezTo>
                <a:cubicBezTo>
                  <a:pt x="498734" y="24404"/>
                  <a:pt x="503346" y="35275"/>
                  <a:pt x="503346" y="48247"/>
                </a:cubicBezTo>
                <a:cubicBezTo>
                  <a:pt x="503346" y="54843"/>
                  <a:pt x="501996" y="61329"/>
                  <a:pt x="499296" y="67703"/>
                </a:cubicBezTo>
                <a:cubicBezTo>
                  <a:pt x="496596" y="74075"/>
                  <a:pt x="492116" y="80785"/>
                  <a:pt x="485854" y="87831"/>
                </a:cubicBezTo>
                <a:cubicBezTo>
                  <a:pt x="479592" y="94878"/>
                  <a:pt x="469187" y="104541"/>
                  <a:pt x="454639" y="116818"/>
                </a:cubicBezTo>
                <a:cubicBezTo>
                  <a:pt x="442490" y="126998"/>
                  <a:pt x="434691" y="133904"/>
                  <a:pt x="431241" y="137537"/>
                </a:cubicBezTo>
                <a:cubicBezTo>
                  <a:pt x="427792" y="141167"/>
                  <a:pt x="424942" y="144816"/>
                  <a:pt x="422692" y="148483"/>
                </a:cubicBezTo>
                <a:lnTo>
                  <a:pt x="503571" y="148483"/>
                </a:lnTo>
                <a:close/>
                <a:moveTo>
                  <a:pt x="536608" y="168056"/>
                </a:moveTo>
                <a:lnTo>
                  <a:pt x="536608" y="144884"/>
                </a:lnTo>
                <a:lnTo>
                  <a:pt x="559668" y="144884"/>
                </a:lnTo>
                <a:lnTo>
                  <a:pt x="559668" y="168056"/>
                </a:lnTo>
                <a:lnTo>
                  <a:pt x="536608" y="168056"/>
                </a:lnTo>
                <a:close/>
                <a:moveTo>
                  <a:pt x="589060" y="86671"/>
                </a:moveTo>
                <a:cubicBezTo>
                  <a:pt x="589060" y="67188"/>
                  <a:pt x="591066" y="51506"/>
                  <a:pt x="595078" y="39627"/>
                </a:cubicBezTo>
                <a:cubicBezTo>
                  <a:pt x="599090" y="27748"/>
                  <a:pt x="605051" y="18586"/>
                  <a:pt x="612963" y="12142"/>
                </a:cubicBezTo>
                <a:cubicBezTo>
                  <a:pt x="620875" y="5697"/>
                  <a:pt x="630830" y="2475"/>
                  <a:pt x="642828" y="2475"/>
                </a:cubicBezTo>
                <a:cubicBezTo>
                  <a:pt x="651677" y="2475"/>
                  <a:pt x="659439" y="4255"/>
                  <a:pt x="666113" y="7814"/>
                </a:cubicBezTo>
                <a:cubicBezTo>
                  <a:pt x="672788" y="11374"/>
                  <a:pt x="678299" y="16508"/>
                  <a:pt x="682649" y="23215"/>
                </a:cubicBezTo>
                <a:cubicBezTo>
                  <a:pt x="686998" y="29922"/>
                  <a:pt x="690411" y="38091"/>
                  <a:pt x="692885" y="47723"/>
                </a:cubicBezTo>
                <a:cubicBezTo>
                  <a:pt x="695360" y="57352"/>
                  <a:pt x="696597" y="70335"/>
                  <a:pt x="696597" y="86671"/>
                </a:cubicBezTo>
                <a:cubicBezTo>
                  <a:pt x="696597" y="106005"/>
                  <a:pt x="694610" y="121612"/>
                  <a:pt x="690636" y="133491"/>
                </a:cubicBezTo>
                <a:cubicBezTo>
                  <a:pt x="686661" y="145370"/>
                  <a:pt x="680718" y="154551"/>
                  <a:pt x="672806" y="161033"/>
                </a:cubicBezTo>
                <a:cubicBezTo>
                  <a:pt x="664895" y="167515"/>
                  <a:pt x="654902" y="170756"/>
                  <a:pt x="642828" y="170756"/>
                </a:cubicBezTo>
                <a:cubicBezTo>
                  <a:pt x="626930" y="170756"/>
                  <a:pt x="614444" y="165060"/>
                  <a:pt x="605370" y="153668"/>
                </a:cubicBezTo>
                <a:cubicBezTo>
                  <a:pt x="594496" y="139954"/>
                  <a:pt x="589060" y="117622"/>
                  <a:pt x="589060" y="86671"/>
                </a:cubicBezTo>
                <a:moveTo>
                  <a:pt x="609870" y="86728"/>
                </a:moveTo>
                <a:cubicBezTo>
                  <a:pt x="609870" y="113755"/>
                  <a:pt x="613038" y="131743"/>
                  <a:pt x="619375" y="140690"/>
                </a:cubicBezTo>
                <a:cubicBezTo>
                  <a:pt x="625712" y="149635"/>
                  <a:pt x="633530" y="154108"/>
                  <a:pt x="642828" y="154108"/>
                </a:cubicBezTo>
                <a:cubicBezTo>
                  <a:pt x="652127" y="154108"/>
                  <a:pt x="659945" y="149616"/>
                  <a:pt x="666282" y="140634"/>
                </a:cubicBezTo>
                <a:cubicBezTo>
                  <a:pt x="672619" y="131649"/>
                  <a:pt x="675787" y="113680"/>
                  <a:pt x="675787" y="86728"/>
                </a:cubicBezTo>
                <a:cubicBezTo>
                  <a:pt x="675787" y="59625"/>
                  <a:pt x="672619" y="41620"/>
                  <a:pt x="666282" y="32713"/>
                </a:cubicBezTo>
                <a:cubicBezTo>
                  <a:pt x="659945" y="23803"/>
                  <a:pt x="652052" y="19348"/>
                  <a:pt x="642604" y="19348"/>
                </a:cubicBezTo>
                <a:cubicBezTo>
                  <a:pt x="633305" y="19348"/>
                  <a:pt x="625880" y="23278"/>
                  <a:pt x="620331" y="31138"/>
                </a:cubicBezTo>
                <a:cubicBezTo>
                  <a:pt x="613357" y="41170"/>
                  <a:pt x="609870" y="59700"/>
                  <a:pt x="609870" y="86728"/>
                </a:cubicBezTo>
                <a:close/>
                <a:moveTo>
                  <a:pt x="728508" y="168056"/>
                </a:moveTo>
                <a:lnTo>
                  <a:pt x="728508" y="144884"/>
                </a:lnTo>
                <a:lnTo>
                  <a:pt x="751568" y="144884"/>
                </a:lnTo>
                <a:lnTo>
                  <a:pt x="751568" y="168056"/>
                </a:lnTo>
                <a:lnTo>
                  <a:pt x="728508" y="168056"/>
                </a:lnTo>
                <a:close/>
                <a:moveTo>
                  <a:pt x="780961" y="86671"/>
                </a:moveTo>
                <a:cubicBezTo>
                  <a:pt x="780961" y="67188"/>
                  <a:pt x="782967" y="51506"/>
                  <a:pt x="786979" y="39627"/>
                </a:cubicBezTo>
                <a:cubicBezTo>
                  <a:pt x="790991" y="27748"/>
                  <a:pt x="796953" y="18586"/>
                  <a:pt x="804864" y="12142"/>
                </a:cubicBezTo>
                <a:cubicBezTo>
                  <a:pt x="812776" y="5697"/>
                  <a:pt x="822731" y="2475"/>
                  <a:pt x="834730" y="2475"/>
                </a:cubicBezTo>
                <a:cubicBezTo>
                  <a:pt x="843579" y="2475"/>
                  <a:pt x="851340" y="4255"/>
                  <a:pt x="858014" y="7814"/>
                </a:cubicBezTo>
                <a:cubicBezTo>
                  <a:pt x="864689" y="11374"/>
                  <a:pt x="870201" y="16508"/>
                  <a:pt x="874550" y="23215"/>
                </a:cubicBezTo>
                <a:cubicBezTo>
                  <a:pt x="878900" y="29922"/>
                  <a:pt x="882312" y="38091"/>
                  <a:pt x="884786" y="47723"/>
                </a:cubicBezTo>
                <a:cubicBezTo>
                  <a:pt x="887261" y="57352"/>
                  <a:pt x="888499" y="70335"/>
                  <a:pt x="888499" y="86671"/>
                </a:cubicBezTo>
                <a:cubicBezTo>
                  <a:pt x="888499" y="106005"/>
                  <a:pt x="886511" y="121612"/>
                  <a:pt x="882537" y="133491"/>
                </a:cubicBezTo>
                <a:cubicBezTo>
                  <a:pt x="878562" y="145370"/>
                  <a:pt x="872619" y="154551"/>
                  <a:pt x="864707" y="161033"/>
                </a:cubicBezTo>
                <a:cubicBezTo>
                  <a:pt x="856796" y="167515"/>
                  <a:pt x="846803" y="170756"/>
                  <a:pt x="834730" y="170756"/>
                </a:cubicBezTo>
                <a:cubicBezTo>
                  <a:pt x="818831" y="170756"/>
                  <a:pt x="806345" y="165060"/>
                  <a:pt x="797271" y="153668"/>
                </a:cubicBezTo>
                <a:cubicBezTo>
                  <a:pt x="786398" y="139954"/>
                  <a:pt x="780961" y="117622"/>
                  <a:pt x="780961" y="86671"/>
                </a:cubicBezTo>
                <a:moveTo>
                  <a:pt x="801771" y="86728"/>
                </a:moveTo>
                <a:cubicBezTo>
                  <a:pt x="801771" y="113755"/>
                  <a:pt x="804939" y="131743"/>
                  <a:pt x="811276" y="140690"/>
                </a:cubicBezTo>
                <a:cubicBezTo>
                  <a:pt x="817613" y="149635"/>
                  <a:pt x="825431" y="154108"/>
                  <a:pt x="834730" y="154108"/>
                </a:cubicBezTo>
                <a:cubicBezTo>
                  <a:pt x="844029" y="154108"/>
                  <a:pt x="851846" y="149616"/>
                  <a:pt x="858183" y="140634"/>
                </a:cubicBezTo>
                <a:cubicBezTo>
                  <a:pt x="864520" y="131649"/>
                  <a:pt x="867688" y="113680"/>
                  <a:pt x="867688" y="86728"/>
                </a:cubicBezTo>
                <a:cubicBezTo>
                  <a:pt x="867688" y="59625"/>
                  <a:pt x="864520" y="41620"/>
                  <a:pt x="858183" y="32713"/>
                </a:cubicBezTo>
                <a:cubicBezTo>
                  <a:pt x="851846" y="23803"/>
                  <a:pt x="843954" y="19348"/>
                  <a:pt x="834505" y="19348"/>
                </a:cubicBezTo>
                <a:cubicBezTo>
                  <a:pt x="825206" y="19348"/>
                  <a:pt x="817782" y="23278"/>
                  <a:pt x="812232" y="31138"/>
                </a:cubicBezTo>
                <a:cubicBezTo>
                  <a:pt x="805258" y="41170"/>
                  <a:pt x="801771" y="59700"/>
                  <a:pt x="801771" y="86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756D6-5159-463B-9251-EB8C351B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496" y="1401563"/>
            <a:ext cx="1014065" cy="345221"/>
          </a:xfrm>
          <a:custGeom xmlns:a="http://schemas.openxmlformats.org/drawingml/2006/main">
            <a:pathLst>
              <a:path w="1014065" h="345221">
                <a:moveTo>
                  <a:pt x="0" y="345221"/>
                </a:moveTo>
                <a:lnTo>
                  <a:pt x="0" y="0"/>
                </a:lnTo>
                <a:lnTo>
                  <a:pt x="1014065" y="0"/>
                </a:lnTo>
                <a:lnTo>
                  <a:pt x="1014065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96695-B6AB-43E3-ADE7-4B01B3B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496" y="1401563"/>
            <a:ext cx="1014065" cy="345221"/>
          </a:xfrm>
          <a:custGeom xmlns:a="http://schemas.openxmlformats.org/drawingml/2006/main">
            <a:pathLst>
              <a:path w="1014065" h="345221" fill="none">
                <a:moveTo>
                  <a:pt x="0" y="0"/>
                </a:moveTo>
                <a:lnTo>
                  <a:pt x="1014065" y="0"/>
                </a:lnTo>
                <a:lnTo>
                  <a:pt x="1014065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57" name="Text B@1.0.0">
            <a:extLst xmlns:a="http://schemas.openxmlformats.org/drawingml/2006/main">
              <a:ext uri="{FF2B5EF4-FFF2-40B4-BE49-F238E27FC236}">
                <a16:creationId xmlns:a16="http://schemas.microsoft.com/office/drawing/2014/main" id="{2A953BE7-1076-45DF-A603-D866505C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562" y="1489591"/>
            <a:ext cx="871288" cy="216651"/>
          </a:xfrm>
          <a:custGeom xmlns:a="http://schemas.openxmlformats.org/drawingml/2006/main">
            <a:pathLst>
              <a:path w="871288" h="216651">
                <a:moveTo>
                  <a:pt x="0" y="168056"/>
                </a:moveTo>
                <a:lnTo>
                  <a:pt x="0" y="3150"/>
                </a:lnTo>
                <a:lnTo>
                  <a:pt x="61868" y="3150"/>
                </a:lnTo>
                <a:cubicBezTo>
                  <a:pt x="74467" y="3150"/>
                  <a:pt x="84572" y="4814"/>
                  <a:pt x="92183" y="8141"/>
                </a:cubicBezTo>
                <a:cubicBezTo>
                  <a:pt x="99795" y="11469"/>
                  <a:pt x="105757" y="16591"/>
                  <a:pt x="110069" y="23506"/>
                </a:cubicBezTo>
                <a:cubicBezTo>
                  <a:pt x="114381" y="30422"/>
                  <a:pt x="116537" y="37656"/>
                  <a:pt x="116537" y="45209"/>
                </a:cubicBezTo>
                <a:cubicBezTo>
                  <a:pt x="116537" y="52237"/>
                  <a:pt x="114625" y="58855"/>
                  <a:pt x="110800" y="65063"/>
                </a:cubicBezTo>
                <a:cubicBezTo>
                  <a:pt x="106975" y="71269"/>
                  <a:pt x="101201" y="76278"/>
                  <a:pt x="93477" y="80091"/>
                </a:cubicBezTo>
                <a:cubicBezTo>
                  <a:pt x="103451" y="83023"/>
                  <a:pt x="111119" y="88022"/>
                  <a:pt x="116481" y="95090"/>
                </a:cubicBezTo>
                <a:cubicBezTo>
                  <a:pt x="121842" y="102158"/>
                  <a:pt x="124523" y="110504"/>
                  <a:pt x="124523" y="120126"/>
                </a:cubicBezTo>
                <a:cubicBezTo>
                  <a:pt x="124523" y="127871"/>
                  <a:pt x="122892" y="135070"/>
                  <a:pt x="119630" y="141723"/>
                </a:cubicBezTo>
                <a:cubicBezTo>
                  <a:pt x="116368" y="148377"/>
                  <a:pt x="112337" y="153508"/>
                  <a:pt x="107538" y="157117"/>
                </a:cubicBezTo>
                <a:cubicBezTo>
                  <a:pt x="102738" y="160726"/>
                  <a:pt x="96720" y="163451"/>
                  <a:pt x="89484" y="165293"/>
                </a:cubicBezTo>
                <a:cubicBezTo>
                  <a:pt x="82247" y="167135"/>
                  <a:pt x="73379" y="168056"/>
                  <a:pt x="62880" y="168056"/>
                </a:cubicBezTo>
                <a:lnTo>
                  <a:pt x="0" y="168056"/>
                </a:lnTo>
                <a:moveTo>
                  <a:pt x="21823" y="72217"/>
                </a:moveTo>
                <a:lnTo>
                  <a:pt x="57481" y="72217"/>
                </a:lnTo>
                <a:cubicBezTo>
                  <a:pt x="67155" y="72217"/>
                  <a:pt x="74092" y="71583"/>
                  <a:pt x="78291" y="70315"/>
                </a:cubicBezTo>
                <a:cubicBezTo>
                  <a:pt x="83841" y="68677"/>
                  <a:pt x="88021" y="65959"/>
                  <a:pt x="90833" y="62160"/>
                </a:cubicBezTo>
                <a:cubicBezTo>
                  <a:pt x="93646" y="58361"/>
                  <a:pt x="95052" y="53594"/>
                  <a:pt x="95052" y="47860"/>
                </a:cubicBezTo>
                <a:cubicBezTo>
                  <a:pt x="95052" y="42423"/>
                  <a:pt x="93739" y="37638"/>
                  <a:pt x="91115" y="33504"/>
                </a:cubicBezTo>
                <a:cubicBezTo>
                  <a:pt x="88490" y="29370"/>
                  <a:pt x="84740" y="26540"/>
                  <a:pt x="79866" y="25014"/>
                </a:cubicBezTo>
                <a:cubicBezTo>
                  <a:pt x="74992" y="23486"/>
                  <a:pt x="66630" y="22722"/>
                  <a:pt x="54781" y="22722"/>
                </a:cubicBezTo>
                <a:lnTo>
                  <a:pt x="21823" y="22722"/>
                </a:lnTo>
                <a:lnTo>
                  <a:pt x="21823" y="72217"/>
                </a:lnTo>
                <a:moveTo>
                  <a:pt x="21823" y="148483"/>
                </a:moveTo>
                <a:lnTo>
                  <a:pt x="62880" y="148483"/>
                </a:lnTo>
                <a:cubicBezTo>
                  <a:pt x="69930" y="148483"/>
                  <a:pt x="74879" y="148221"/>
                  <a:pt x="77729" y="147696"/>
                </a:cubicBezTo>
                <a:cubicBezTo>
                  <a:pt x="82753" y="146796"/>
                  <a:pt x="86953" y="145296"/>
                  <a:pt x="90327" y="143196"/>
                </a:cubicBezTo>
                <a:cubicBezTo>
                  <a:pt x="93702" y="141097"/>
                  <a:pt x="96477" y="138041"/>
                  <a:pt x="98651" y="134029"/>
                </a:cubicBezTo>
                <a:cubicBezTo>
                  <a:pt x="100826" y="130017"/>
                  <a:pt x="101913" y="125386"/>
                  <a:pt x="101913" y="120136"/>
                </a:cubicBezTo>
                <a:cubicBezTo>
                  <a:pt x="101913" y="113987"/>
                  <a:pt x="100339" y="108644"/>
                  <a:pt x="97189" y="104107"/>
                </a:cubicBezTo>
                <a:cubicBezTo>
                  <a:pt x="94039" y="99570"/>
                  <a:pt x="89671" y="96383"/>
                  <a:pt x="84084" y="94546"/>
                </a:cubicBezTo>
                <a:cubicBezTo>
                  <a:pt x="78497" y="92708"/>
                  <a:pt x="70455" y="91790"/>
                  <a:pt x="59956" y="91790"/>
                </a:cubicBezTo>
                <a:lnTo>
                  <a:pt x="21823" y="91790"/>
                </a:lnTo>
                <a:lnTo>
                  <a:pt x="21823" y="148483"/>
                </a:lnTo>
                <a:close/>
                <a:moveTo>
                  <a:pt x="267154" y="149780"/>
                </a:moveTo>
                <a:cubicBezTo>
                  <a:pt x="262279" y="155421"/>
                  <a:pt x="256824" y="159952"/>
                  <a:pt x="250787" y="163374"/>
                </a:cubicBezTo>
                <a:cubicBezTo>
                  <a:pt x="244750" y="166795"/>
                  <a:pt x="238695" y="168506"/>
                  <a:pt x="232620" y="168506"/>
                </a:cubicBezTo>
                <a:cubicBezTo>
                  <a:pt x="225946" y="168506"/>
                  <a:pt x="219459" y="166551"/>
                  <a:pt x="213160" y="162643"/>
                </a:cubicBezTo>
                <a:cubicBezTo>
                  <a:pt x="206861" y="158731"/>
                  <a:pt x="201742" y="152716"/>
                  <a:pt x="197805" y="144595"/>
                </a:cubicBezTo>
                <a:cubicBezTo>
                  <a:pt x="193868" y="136473"/>
                  <a:pt x="191900" y="127561"/>
                  <a:pt x="191900" y="117859"/>
                </a:cubicBezTo>
                <a:cubicBezTo>
                  <a:pt x="191900" y="105902"/>
                  <a:pt x="194956" y="93927"/>
                  <a:pt x="201068" y="81933"/>
                </a:cubicBezTo>
                <a:cubicBezTo>
                  <a:pt x="207179" y="69939"/>
                  <a:pt x="214772" y="60934"/>
                  <a:pt x="223846" y="54918"/>
                </a:cubicBezTo>
                <a:cubicBezTo>
                  <a:pt x="232920" y="48903"/>
                  <a:pt x="241732" y="45895"/>
                  <a:pt x="250281" y="45895"/>
                </a:cubicBezTo>
                <a:cubicBezTo>
                  <a:pt x="256805" y="45895"/>
                  <a:pt x="263029" y="47606"/>
                  <a:pt x="268954" y="51027"/>
                </a:cubicBezTo>
                <a:cubicBezTo>
                  <a:pt x="274878" y="54449"/>
                  <a:pt x="279977" y="59656"/>
                  <a:pt x="284252" y="66649"/>
                </a:cubicBezTo>
                <a:lnTo>
                  <a:pt x="288076" y="49269"/>
                </a:lnTo>
                <a:lnTo>
                  <a:pt x="308212" y="49269"/>
                </a:lnTo>
                <a:lnTo>
                  <a:pt x="292014" y="125086"/>
                </a:lnTo>
                <a:cubicBezTo>
                  <a:pt x="289764" y="135632"/>
                  <a:pt x="288639" y="141470"/>
                  <a:pt x="288639" y="142602"/>
                </a:cubicBezTo>
                <a:cubicBezTo>
                  <a:pt x="288639" y="144634"/>
                  <a:pt x="289408" y="146385"/>
                  <a:pt x="290945" y="147854"/>
                </a:cubicBezTo>
                <a:cubicBezTo>
                  <a:pt x="292482" y="149323"/>
                  <a:pt x="294338" y="150058"/>
                  <a:pt x="296513" y="150058"/>
                </a:cubicBezTo>
                <a:cubicBezTo>
                  <a:pt x="300488" y="150058"/>
                  <a:pt x="305699" y="147763"/>
                  <a:pt x="312149" y="143172"/>
                </a:cubicBezTo>
                <a:cubicBezTo>
                  <a:pt x="320698" y="137154"/>
                  <a:pt x="327466" y="129085"/>
                  <a:pt x="332453" y="118966"/>
                </a:cubicBezTo>
                <a:cubicBezTo>
                  <a:pt x="337440" y="108844"/>
                  <a:pt x="339933" y="98403"/>
                  <a:pt x="339933" y="87642"/>
                </a:cubicBezTo>
                <a:cubicBezTo>
                  <a:pt x="339933" y="75076"/>
                  <a:pt x="336727" y="63339"/>
                  <a:pt x="330315" y="52430"/>
                </a:cubicBezTo>
                <a:cubicBezTo>
                  <a:pt x="323904" y="41518"/>
                  <a:pt x="314342" y="32790"/>
                  <a:pt x="301631" y="26245"/>
                </a:cubicBezTo>
                <a:cubicBezTo>
                  <a:pt x="288920" y="19697"/>
                  <a:pt x="274878" y="16423"/>
                  <a:pt x="259505" y="16423"/>
                </a:cubicBezTo>
                <a:cubicBezTo>
                  <a:pt x="241957" y="16423"/>
                  <a:pt x="225927" y="20535"/>
                  <a:pt x="211416" y="28758"/>
                </a:cubicBezTo>
                <a:cubicBezTo>
                  <a:pt x="196906" y="36979"/>
                  <a:pt x="185657" y="48767"/>
                  <a:pt x="177670" y="64121"/>
                </a:cubicBezTo>
                <a:cubicBezTo>
                  <a:pt x="169684" y="79476"/>
                  <a:pt x="165690" y="95938"/>
                  <a:pt x="165690" y="113507"/>
                </a:cubicBezTo>
                <a:cubicBezTo>
                  <a:pt x="165690" y="131901"/>
                  <a:pt x="169684" y="147743"/>
                  <a:pt x="177670" y="161033"/>
                </a:cubicBezTo>
                <a:cubicBezTo>
                  <a:pt x="185657" y="174322"/>
                  <a:pt x="197205" y="184139"/>
                  <a:pt x="212316" y="190483"/>
                </a:cubicBezTo>
                <a:cubicBezTo>
                  <a:pt x="227427" y="196829"/>
                  <a:pt x="244169" y="200002"/>
                  <a:pt x="262542" y="200002"/>
                </a:cubicBezTo>
                <a:cubicBezTo>
                  <a:pt x="282190" y="200002"/>
                  <a:pt x="298650" y="196703"/>
                  <a:pt x="311924" y="190104"/>
                </a:cubicBezTo>
                <a:cubicBezTo>
                  <a:pt x="325197" y="183504"/>
                  <a:pt x="335134" y="175480"/>
                  <a:pt x="341733" y="166031"/>
                </a:cubicBezTo>
                <a:lnTo>
                  <a:pt x="362093" y="166031"/>
                </a:lnTo>
                <a:cubicBezTo>
                  <a:pt x="358269" y="173905"/>
                  <a:pt x="351707" y="181929"/>
                  <a:pt x="342408" y="190104"/>
                </a:cubicBezTo>
                <a:cubicBezTo>
                  <a:pt x="333109" y="198278"/>
                  <a:pt x="322048" y="204746"/>
                  <a:pt x="309224" y="209508"/>
                </a:cubicBezTo>
                <a:cubicBezTo>
                  <a:pt x="296401" y="214270"/>
                  <a:pt x="280952" y="216651"/>
                  <a:pt x="262879" y="216651"/>
                </a:cubicBezTo>
                <a:cubicBezTo>
                  <a:pt x="246231" y="216651"/>
                  <a:pt x="230877" y="214511"/>
                  <a:pt x="216816" y="210232"/>
                </a:cubicBezTo>
                <a:cubicBezTo>
                  <a:pt x="202755" y="205953"/>
                  <a:pt x="190775" y="199515"/>
                  <a:pt x="180876" y="190919"/>
                </a:cubicBezTo>
                <a:cubicBezTo>
                  <a:pt x="170977" y="182325"/>
                  <a:pt x="163516" y="172436"/>
                  <a:pt x="158491" y="161251"/>
                </a:cubicBezTo>
                <a:cubicBezTo>
                  <a:pt x="152192" y="147061"/>
                  <a:pt x="149042" y="131746"/>
                  <a:pt x="149042" y="115307"/>
                </a:cubicBezTo>
                <a:cubicBezTo>
                  <a:pt x="149042" y="96990"/>
                  <a:pt x="152792" y="79537"/>
                  <a:pt x="160291" y="62947"/>
                </a:cubicBezTo>
                <a:cubicBezTo>
                  <a:pt x="169440" y="42603"/>
                  <a:pt x="182432" y="27026"/>
                  <a:pt x="199268" y="16216"/>
                </a:cubicBezTo>
                <a:cubicBezTo>
                  <a:pt x="216103" y="5405"/>
                  <a:pt x="236520" y="0"/>
                  <a:pt x="260517" y="0"/>
                </a:cubicBezTo>
                <a:cubicBezTo>
                  <a:pt x="279115" y="0"/>
                  <a:pt x="295819" y="3819"/>
                  <a:pt x="310630" y="11456"/>
                </a:cubicBezTo>
                <a:cubicBezTo>
                  <a:pt x="325441" y="19094"/>
                  <a:pt x="337121" y="30474"/>
                  <a:pt x="345670" y="45596"/>
                </a:cubicBezTo>
                <a:cubicBezTo>
                  <a:pt x="352944" y="58614"/>
                  <a:pt x="356581" y="72759"/>
                  <a:pt x="356581" y="88032"/>
                </a:cubicBezTo>
                <a:cubicBezTo>
                  <a:pt x="356581" y="109852"/>
                  <a:pt x="348932" y="129227"/>
                  <a:pt x="333634" y="146156"/>
                </a:cubicBezTo>
                <a:cubicBezTo>
                  <a:pt x="319985" y="161356"/>
                  <a:pt x="305062" y="168956"/>
                  <a:pt x="288864" y="168956"/>
                </a:cubicBezTo>
                <a:cubicBezTo>
                  <a:pt x="283689" y="168956"/>
                  <a:pt x="279509" y="168152"/>
                  <a:pt x="276322" y="166544"/>
                </a:cubicBezTo>
                <a:cubicBezTo>
                  <a:pt x="273134" y="164937"/>
                  <a:pt x="270791" y="162640"/>
                  <a:pt x="269291" y="159655"/>
                </a:cubicBezTo>
                <a:cubicBezTo>
                  <a:pt x="268316" y="157742"/>
                  <a:pt x="267604" y="154451"/>
                  <a:pt x="267154" y="149780"/>
                </a:cubicBezTo>
                <a:moveTo>
                  <a:pt x="212710" y="119268"/>
                </a:moveTo>
                <a:cubicBezTo>
                  <a:pt x="212710" y="129568"/>
                  <a:pt x="215147" y="137574"/>
                  <a:pt x="220022" y="143288"/>
                </a:cubicBezTo>
                <a:cubicBezTo>
                  <a:pt x="224896" y="149001"/>
                  <a:pt x="230483" y="151858"/>
                  <a:pt x="236782" y="151858"/>
                </a:cubicBezTo>
                <a:cubicBezTo>
                  <a:pt x="240982" y="151858"/>
                  <a:pt x="245406" y="150599"/>
                  <a:pt x="250056" y="148082"/>
                </a:cubicBezTo>
                <a:cubicBezTo>
                  <a:pt x="254705" y="145563"/>
                  <a:pt x="259148" y="141823"/>
                  <a:pt x="263385" y="136862"/>
                </a:cubicBezTo>
                <a:cubicBezTo>
                  <a:pt x="267623" y="131898"/>
                  <a:pt x="271091" y="125601"/>
                  <a:pt x="273791" y="117971"/>
                </a:cubicBezTo>
                <a:cubicBezTo>
                  <a:pt x="276490" y="110338"/>
                  <a:pt x="277840" y="102688"/>
                  <a:pt x="277840" y="95020"/>
                </a:cubicBezTo>
                <a:cubicBezTo>
                  <a:pt x="277840" y="84795"/>
                  <a:pt x="275309" y="76864"/>
                  <a:pt x="270247" y="71226"/>
                </a:cubicBezTo>
                <a:cubicBezTo>
                  <a:pt x="265185" y="65587"/>
                  <a:pt x="259017" y="62768"/>
                  <a:pt x="251743" y="62768"/>
                </a:cubicBezTo>
                <a:cubicBezTo>
                  <a:pt x="246944" y="62768"/>
                  <a:pt x="242425" y="63990"/>
                  <a:pt x="238188" y="66434"/>
                </a:cubicBezTo>
                <a:cubicBezTo>
                  <a:pt x="233951" y="68876"/>
                  <a:pt x="229846" y="72804"/>
                  <a:pt x="225871" y="78217"/>
                </a:cubicBezTo>
                <a:cubicBezTo>
                  <a:pt x="221896" y="83631"/>
                  <a:pt x="218709" y="90210"/>
                  <a:pt x="216310" y="97955"/>
                </a:cubicBezTo>
                <a:cubicBezTo>
                  <a:pt x="213910" y="105698"/>
                  <a:pt x="212710" y="112802"/>
                  <a:pt x="212710" y="119268"/>
                </a:cubicBezTo>
                <a:close/>
                <a:moveTo>
                  <a:pt x="456214" y="168056"/>
                </a:moveTo>
                <a:lnTo>
                  <a:pt x="435966" y="168056"/>
                </a:lnTo>
                <a:lnTo>
                  <a:pt x="435966" y="39033"/>
                </a:lnTo>
                <a:cubicBezTo>
                  <a:pt x="431092" y="43683"/>
                  <a:pt x="424698" y="48332"/>
                  <a:pt x="416787" y="52982"/>
                </a:cubicBezTo>
                <a:cubicBezTo>
                  <a:pt x="408875" y="57631"/>
                  <a:pt x="401770" y="61118"/>
                  <a:pt x="395471" y="63443"/>
                </a:cubicBezTo>
                <a:lnTo>
                  <a:pt x="395471" y="43870"/>
                </a:lnTo>
                <a:cubicBezTo>
                  <a:pt x="406794" y="38546"/>
                  <a:pt x="416693" y="32096"/>
                  <a:pt x="425167" y="24522"/>
                </a:cubicBezTo>
                <a:cubicBezTo>
                  <a:pt x="433641" y="16948"/>
                  <a:pt x="439641" y="9599"/>
                  <a:pt x="443165" y="2475"/>
                </a:cubicBezTo>
                <a:lnTo>
                  <a:pt x="456214" y="2475"/>
                </a:lnTo>
                <a:lnTo>
                  <a:pt x="456214" y="168056"/>
                </a:lnTo>
                <a:close/>
                <a:moveTo>
                  <a:pt x="519396" y="168056"/>
                </a:moveTo>
                <a:lnTo>
                  <a:pt x="519396" y="144884"/>
                </a:lnTo>
                <a:lnTo>
                  <a:pt x="542456" y="144884"/>
                </a:lnTo>
                <a:lnTo>
                  <a:pt x="542456" y="168056"/>
                </a:lnTo>
                <a:lnTo>
                  <a:pt x="519396" y="168056"/>
                </a:lnTo>
                <a:close/>
                <a:moveTo>
                  <a:pt x="571849" y="86671"/>
                </a:moveTo>
                <a:cubicBezTo>
                  <a:pt x="571849" y="67188"/>
                  <a:pt x="573855" y="51506"/>
                  <a:pt x="577867" y="39627"/>
                </a:cubicBezTo>
                <a:cubicBezTo>
                  <a:pt x="581879" y="27748"/>
                  <a:pt x="587841" y="18586"/>
                  <a:pt x="595753" y="12142"/>
                </a:cubicBezTo>
                <a:cubicBezTo>
                  <a:pt x="603664" y="5697"/>
                  <a:pt x="613620" y="2475"/>
                  <a:pt x="625618" y="2475"/>
                </a:cubicBezTo>
                <a:cubicBezTo>
                  <a:pt x="634467" y="2475"/>
                  <a:pt x="642229" y="4255"/>
                  <a:pt x="648903" y="7814"/>
                </a:cubicBezTo>
                <a:cubicBezTo>
                  <a:pt x="655577" y="11374"/>
                  <a:pt x="661089" y="16508"/>
                  <a:pt x="665439" y="23215"/>
                </a:cubicBezTo>
                <a:cubicBezTo>
                  <a:pt x="669788" y="29922"/>
                  <a:pt x="673200" y="38091"/>
                  <a:pt x="675675" y="47723"/>
                </a:cubicBezTo>
                <a:cubicBezTo>
                  <a:pt x="678150" y="57352"/>
                  <a:pt x="679387" y="70335"/>
                  <a:pt x="679387" y="86671"/>
                </a:cubicBezTo>
                <a:cubicBezTo>
                  <a:pt x="679387" y="106005"/>
                  <a:pt x="677400" y="121612"/>
                  <a:pt x="673425" y="133491"/>
                </a:cubicBezTo>
                <a:cubicBezTo>
                  <a:pt x="669451" y="145370"/>
                  <a:pt x="663508" y="154551"/>
                  <a:pt x="655596" y="161033"/>
                </a:cubicBezTo>
                <a:cubicBezTo>
                  <a:pt x="647684" y="167515"/>
                  <a:pt x="637692" y="170756"/>
                  <a:pt x="625618" y="170756"/>
                </a:cubicBezTo>
                <a:cubicBezTo>
                  <a:pt x="609720" y="170756"/>
                  <a:pt x="597234" y="165060"/>
                  <a:pt x="588160" y="153668"/>
                </a:cubicBezTo>
                <a:cubicBezTo>
                  <a:pt x="577286" y="139954"/>
                  <a:pt x="571849" y="117622"/>
                  <a:pt x="571849" y="86671"/>
                </a:cubicBezTo>
                <a:moveTo>
                  <a:pt x="592659" y="86728"/>
                </a:moveTo>
                <a:cubicBezTo>
                  <a:pt x="592659" y="113755"/>
                  <a:pt x="595828" y="131743"/>
                  <a:pt x="602165" y="140690"/>
                </a:cubicBezTo>
                <a:cubicBezTo>
                  <a:pt x="608501" y="149635"/>
                  <a:pt x="616319" y="154108"/>
                  <a:pt x="625618" y="154108"/>
                </a:cubicBezTo>
                <a:cubicBezTo>
                  <a:pt x="634917" y="154108"/>
                  <a:pt x="642735" y="149616"/>
                  <a:pt x="649072" y="140634"/>
                </a:cubicBezTo>
                <a:cubicBezTo>
                  <a:pt x="655409" y="131649"/>
                  <a:pt x="658577" y="113680"/>
                  <a:pt x="658577" y="86728"/>
                </a:cubicBezTo>
                <a:cubicBezTo>
                  <a:pt x="658577" y="59625"/>
                  <a:pt x="655409" y="41620"/>
                  <a:pt x="649072" y="32713"/>
                </a:cubicBezTo>
                <a:cubicBezTo>
                  <a:pt x="642735" y="23803"/>
                  <a:pt x="634842" y="19348"/>
                  <a:pt x="625393" y="19348"/>
                </a:cubicBezTo>
                <a:cubicBezTo>
                  <a:pt x="616094" y="19348"/>
                  <a:pt x="608670" y="23278"/>
                  <a:pt x="603121" y="31138"/>
                </a:cubicBezTo>
                <a:cubicBezTo>
                  <a:pt x="596147" y="41170"/>
                  <a:pt x="592659" y="59700"/>
                  <a:pt x="592659" y="86728"/>
                </a:cubicBezTo>
                <a:close/>
                <a:moveTo>
                  <a:pt x="711298" y="168056"/>
                </a:moveTo>
                <a:lnTo>
                  <a:pt x="711298" y="144884"/>
                </a:lnTo>
                <a:lnTo>
                  <a:pt x="734358" y="144884"/>
                </a:lnTo>
                <a:lnTo>
                  <a:pt x="734358" y="168056"/>
                </a:lnTo>
                <a:lnTo>
                  <a:pt x="711298" y="168056"/>
                </a:lnTo>
                <a:close/>
                <a:moveTo>
                  <a:pt x="763750" y="86671"/>
                </a:moveTo>
                <a:cubicBezTo>
                  <a:pt x="763750" y="67188"/>
                  <a:pt x="765756" y="51506"/>
                  <a:pt x="769768" y="39627"/>
                </a:cubicBezTo>
                <a:cubicBezTo>
                  <a:pt x="773780" y="27748"/>
                  <a:pt x="779742" y="18586"/>
                  <a:pt x="787654" y="12142"/>
                </a:cubicBezTo>
                <a:cubicBezTo>
                  <a:pt x="795565" y="5697"/>
                  <a:pt x="805520" y="2475"/>
                  <a:pt x="817519" y="2475"/>
                </a:cubicBezTo>
                <a:cubicBezTo>
                  <a:pt x="826368" y="2475"/>
                  <a:pt x="834130" y="4255"/>
                  <a:pt x="840804" y="7814"/>
                </a:cubicBezTo>
                <a:cubicBezTo>
                  <a:pt x="847478" y="11374"/>
                  <a:pt x="852990" y="16508"/>
                  <a:pt x="857340" y="23215"/>
                </a:cubicBezTo>
                <a:cubicBezTo>
                  <a:pt x="861689" y="29922"/>
                  <a:pt x="865101" y="38091"/>
                  <a:pt x="867576" y="47723"/>
                </a:cubicBezTo>
                <a:cubicBezTo>
                  <a:pt x="870051" y="57352"/>
                  <a:pt x="871288" y="70335"/>
                  <a:pt x="871288" y="86671"/>
                </a:cubicBezTo>
                <a:cubicBezTo>
                  <a:pt x="871288" y="106005"/>
                  <a:pt x="869301" y="121612"/>
                  <a:pt x="865326" y="133491"/>
                </a:cubicBezTo>
                <a:cubicBezTo>
                  <a:pt x="861352" y="145370"/>
                  <a:pt x="855409" y="154551"/>
                  <a:pt x="847497" y="161033"/>
                </a:cubicBezTo>
                <a:cubicBezTo>
                  <a:pt x="839585" y="167515"/>
                  <a:pt x="829593" y="170756"/>
                  <a:pt x="817519" y="170756"/>
                </a:cubicBezTo>
                <a:cubicBezTo>
                  <a:pt x="801621" y="170756"/>
                  <a:pt x="789135" y="165060"/>
                  <a:pt x="780061" y="153668"/>
                </a:cubicBezTo>
                <a:cubicBezTo>
                  <a:pt x="769187" y="139954"/>
                  <a:pt x="763750" y="117622"/>
                  <a:pt x="763750" y="86671"/>
                </a:cubicBezTo>
                <a:moveTo>
                  <a:pt x="784560" y="86728"/>
                </a:moveTo>
                <a:cubicBezTo>
                  <a:pt x="784560" y="113755"/>
                  <a:pt x="787729" y="131743"/>
                  <a:pt x="794065" y="140690"/>
                </a:cubicBezTo>
                <a:cubicBezTo>
                  <a:pt x="800402" y="149635"/>
                  <a:pt x="808220" y="154108"/>
                  <a:pt x="817519" y="154108"/>
                </a:cubicBezTo>
                <a:cubicBezTo>
                  <a:pt x="826818" y="154108"/>
                  <a:pt x="834636" y="149616"/>
                  <a:pt x="840973" y="140634"/>
                </a:cubicBezTo>
                <a:cubicBezTo>
                  <a:pt x="847309" y="131649"/>
                  <a:pt x="850478" y="113680"/>
                  <a:pt x="850478" y="86728"/>
                </a:cubicBezTo>
                <a:cubicBezTo>
                  <a:pt x="850478" y="59625"/>
                  <a:pt x="847309" y="41620"/>
                  <a:pt x="840973" y="32713"/>
                </a:cubicBezTo>
                <a:cubicBezTo>
                  <a:pt x="834636" y="23803"/>
                  <a:pt x="826743" y="19348"/>
                  <a:pt x="817294" y="19348"/>
                </a:cubicBezTo>
                <a:cubicBezTo>
                  <a:pt x="807995" y="19348"/>
                  <a:pt x="800571" y="23278"/>
                  <a:pt x="795022" y="31138"/>
                </a:cubicBezTo>
                <a:cubicBezTo>
                  <a:pt x="788047" y="41170"/>
                  <a:pt x="784560" y="59700"/>
                  <a:pt x="784560" y="86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E9173-F194-4C88-81F0-99248A4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76" y="681531"/>
            <a:ext cx="721562" cy="446236"/>
          </a:xfrm>
          <a:custGeom xmlns:a="http://schemas.openxmlformats.org/drawingml/2006/main">
            <a:pathLst>
              <a:path w="721562" h="446236">
                <a:moveTo>
                  <a:pt x="0" y="446236"/>
                </a:moveTo>
                <a:lnTo>
                  <a:pt x="360759" y="446236"/>
                </a:lnTo>
                <a:lnTo>
                  <a:pt x="360759" y="0"/>
                </a:lnTo>
                <a:lnTo>
                  <a:pt x="72156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1D1D5-E720-4DEC-8559-D062719C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76" y="681531"/>
            <a:ext cx="624373" cy="446236"/>
          </a:xfrm>
          <a:custGeom xmlns:a="http://schemas.openxmlformats.org/drawingml/2006/main">
            <a:pathLst>
              <a:path w="624373" h="446236" fill="none">
                <a:moveTo>
                  <a:pt x="0" y="446236"/>
                </a:moveTo>
                <a:lnTo>
                  <a:pt x="360760" y="446236"/>
                </a:lnTo>
                <a:lnTo>
                  <a:pt x="360760" y="0"/>
                </a:lnTo>
                <a:lnTo>
                  <a:pt x="624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2A223-7283-4472-AE2D-7AEDE51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349" y="654776"/>
            <a:ext cx="73508" cy="53510"/>
          </a:xfrm>
          <a:custGeom xmlns:a="http://schemas.openxmlformats.org/drawingml/2006/main">
            <a:pathLst>
              <a:path w="73508" h="53510">
                <a:moveTo>
                  <a:pt x="0" y="53510"/>
                </a:moveTo>
                <a:lnTo>
                  <a:pt x="0" y="0"/>
                </a:lnTo>
                <a:lnTo>
                  <a:pt x="73508" y="26755"/>
                </a:lnTo>
                <a:lnTo>
                  <a:pt x="0" y="5351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FE8D6-3A3E-4FA0-B694-B04B0E8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349" y="654776"/>
            <a:ext cx="73508" cy="53510"/>
          </a:xfrm>
          <a:custGeom xmlns:a="http://schemas.openxmlformats.org/drawingml/2006/main">
            <a:pathLst>
              <a:path w="73508" h="53510" fill="none">
                <a:moveTo>
                  <a:pt x="0" y="53510"/>
                </a:moveTo>
                <a:lnTo>
                  <a:pt x="73508" y="26755"/>
                </a:lnTo>
                <a:lnTo>
                  <a:pt x="0" y="0"/>
                </a:lnTo>
                <a:lnTo>
                  <a:pt x="0" y="53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EFD56-348C-40F6-8590-3462A44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76" y="1127767"/>
            <a:ext cx="721562" cy="446406"/>
          </a:xfrm>
          <a:custGeom xmlns:a="http://schemas.openxmlformats.org/drawingml/2006/main">
            <a:pathLst>
              <a:path w="721562" h="446406">
                <a:moveTo>
                  <a:pt x="721562" y="446406"/>
                </a:moveTo>
                <a:lnTo>
                  <a:pt x="360759" y="446406"/>
                </a:lnTo>
                <a:lnTo>
                  <a:pt x="3607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5475D-FB72-45C0-9321-E033D12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76" y="1127767"/>
            <a:ext cx="624373" cy="446406"/>
          </a:xfrm>
          <a:custGeom xmlns:a="http://schemas.openxmlformats.org/drawingml/2006/main">
            <a:pathLst>
              <a:path w="624373" h="446406" fill="none">
                <a:moveTo>
                  <a:pt x="0" y="0"/>
                </a:moveTo>
                <a:lnTo>
                  <a:pt x="360760" y="0"/>
                </a:lnTo>
                <a:lnTo>
                  <a:pt x="360760" y="446406"/>
                </a:lnTo>
                <a:lnTo>
                  <a:pt x="624373" y="446406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72B02-7A60-4C31-918E-8FD65BE4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349" y="1547418"/>
            <a:ext cx="73508" cy="53509"/>
          </a:xfrm>
          <a:custGeom xmlns:a="http://schemas.openxmlformats.org/drawingml/2006/main">
            <a:pathLst>
              <a:path w="73508" h="53509">
                <a:moveTo>
                  <a:pt x="0" y="53509"/>
                </a:moveTo>
                <a:lnTo>
                  <a:pt x="0" y="0"/>
                </a:lnTo>
                <a:lnTo>
                  <a:pt x="73508" y="26755"/>
                </a:lnTo>
                <a:lnTo>
                  <a:pt x="0" y="5350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8C56A-624F-4A65-8EEC-F8383C15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349" y="1547418"/>
            <a:ext cx="73508" cy="53509"/>
          </a:xfrm>
          <a:custGeom xmlns:a="http://schemas.openxmlformats.org/drawingml/2006/main">
            <a:pathLst>
              <a:path w="73508" h="53509" fill="none">
                <a:moveTo>
                  <a:pt x="0" y="53509"/>
                </a:moveTo>
                <a:lnTo>
                  <a:pt x="73508" y="26755"/>
                </a:lnTo>
                <a:lnTo>
                  <a:pt x="0" y="0"/>
                </a:lnTo>
                <a:lnTo>
                  <a:pt x="0" y="535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24F34-EE3C-4DBF-ACDD-940E89A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61" y="559400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=2.0.0">
            <a:extLst xmlns:a="http://schemas.openxmlformats.org/drawingml/2006/main">
              <a:ext uri="{FF2B5EF4-FFF2-40B4-BE49-F238E27FC236}">
                <a16:creationId xmlns:a16="http://schemas.microsoft.com/office/drawing/2014/main" id="{9247FBF2-2DC9-489D-A757-629AA7B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17" y="663572"/>
            <a:ext cx="625312" cy="168506"/>
          </a:xfrm>
          <a:custGeom xmlns:a="http://schemas.openxmlformats.org/drawingml/2006/main">
            <a:pathLst>
              <a:path w="625312" h="168506">
                <a:moveTo>
                  <a:pt x="0" y="74017"/>
                </a:moveTo>
                <a:lnTo>
                  <a:pt x="0" y="44770"/>
                </a:lnTo>
                <a:lnTo>
                  <a:pt x="115299" y="44770"/>
                </a:lnTo>
                <a:lnTo>
                  <a:pt x="115299" y="74017"/>
                </a:lnTo>
                <a:lnTo>
                  <a:pt x="0" y="74017"/>
                </a:lnTo>
                <a:moveTo>
                  <a:pt x="0" y="124186"/>
                </a:moveTo>
                <a:lnTo>
                  <a:pt x="0" y="94939"/>
                </a:lnTo>
                <a:lnTo>
                  <a:pt x="115299" y="94939"/>
                </a:lnTo>
                <a:lnTo>
                  <a:pt x="115299" y="124186"/>
                </a:lnTo>
                <a:lnTo>
                  <a:pt x="0" y="124186"/>
                </a:lnTo>
                <a:close/>
                <a:moveTo>
                  <a:pt x="241284" y="136110"/>
                </a:moveTo>
                <a:lnTo>
                  <a:pt x="241284" y="165581"/>
                </a:lnTo>
                <a:lnTo>
                  <a:pt x="130484" y="165581"/>
                </a:lnTo>
                <a:cubicBezTo>
                  <a:pt x="131684" y="154492"/>
                  <a:pt x="135283" y="143984"/>
                  <a:pt x="141282" y="134057"/>
                </a:cubicBezTo>
                <a:cubicBezTo>
                  <a:pt x="147282" y="124127"/>
                  <a:pt x="159130" y="110957"/>
                  <a:pt x="176828" y="94546"/>
                </a:cubicBezTo>
                <a:cubicBezTo>
                  <a:pt x="191077" y="81284"/>
                  <a:pt x="199813" y="72293"/>
                  <a:pt x="203038" y="67573"/>
                </a:cubicBezTo>
                <a:cubicBezTo>
                  <a:pt x="207387" y="61054"/>
                  <a:pt x="209562" y="54609"/>
                  <a:pt x="209562" y="48239"/>
                </a:cubicBezTo>
                <a:cubicBezTo>
                  <a:pt x="209562" y="41195"/>
                  <a:pt x="207669" y="35781"/>
                  <a:pt x="203882" y="31999"/>
                </a:cubicBezTo>
                <a:cubicBezTo>
                  <a:pt x="200095" y="28214"/>
                  <a:pt x="194864" y="26322"/>
                  <a:pt x="188190" y="26322"/>
                </a:cubicBezTo>
                <a:cubicBezTo>
                  <a:pt x="181590" y="26322"/>
                  <a:pt x="176341" y="28319"/>
                  <a:pt x="172441" y="32312"/>
                </a:cubicBezTo>
                <a:cubicBezTo>
                  <a:pt x="168542" y="36303"/>
                  <a:pt x="166292" y="42930"/>
                  <a:pt x="165692" y="52194"/>
                </a:cubicBezTo>
                <a:lnTo>
                  <a:pt x="134196" y="49030"/>
                </a:lnTo>
                <a:cubicBezTo>
                  <a:pt x="136071" y="31557"/>
                  <a:pt x="141957" y="19017"/>
                  <a:pt x="151856" y="11410"/>
                </a:cubicBezTo>
                <a:cubicBezTo>
                  <a:pt x="161755" y="3803"/>
                  <a:pt x="174129" y="0"/>
                  <a:pt x="188977" y="0"/>
                </a:cubicBezTo>
                <a:cubicBezTo>
                  <a:pt x="205250" y="0"/>
                  <a:pt x="218036" y="4383"/>
                  <a:pt x="227335" y="13150"/>
                </a:cubicBezTo>
                <a:cubicBezTo>
                  <a:pt x="236634" y="21917"/>
                  <a:pt x="241284" y="32819"/>
                  <a:pt x="241284" y="45856"/>
                </a:cubicBezTo>
                <a:cubicBezTo>
                  <a:pt x="241284" y="53276"/>
                  <a:pt x="239953" y="60339"/>
                  <a:pt x="237290" y="67046"/>
                </a:cubicBezTo>
                <a:cubicBezTo>
                  <a:pt x="234628" y="73751"/>
                  <a:pt x="230410" y="80774"/>
                  <a:pt x="224636" y="88116"/>
                </a:cubicBezTo>
                <a:cubicBezTo>
                  <a:pt x="220811" y="92988"/>
                  <a:pt x="213912" y="99995"/>
                  <a:pt x="203938" y="109137"/>
                </a:cubicBezTo>
                <a:cubicBezTo>
                  <a:pt x="193964" y="118277"/>
                  <a:pt x="187646" y="124345"/>
                  <a:pt x="184984" y="127343"/>
                </a:cubicBezTo>
                <a:cubicBezTo>
                  <a:pt x="182322" y="130340"/>
                  <a:pt x="180166" y="133262"/>
                  <a:pt x="178516" y="136110"/>
                </a:cubicBezTo>
                <a:lnTo>
                  <a:pt x="241284" y="136110"/>
                </a:lnTo>
                <a:close/>
                <a:moveTo>
                  <a:pt x="269370" y="165581"/>
                </a:moveTo>
                <a:lnTo>
                  <a:pt x="269370" y="133860"/>
                </a:lnTo>
                <a:lnTo>
                  <a:pt x="300979" y="133860"/>
                </a:lnTo>
                <a:lnTo>
                  <a:pt x="300979" y="165581"/>
                </a:lnTo>
                <a:lnTo>
                  <a:pt x="269370" y="165581"/>
                </a:lnTo>
                <a:close/>
                <a:moveTo>
                  <a:pt x="379866" y="0"/>
                </a:moveTo>
                <a:cubicBezTo>
                  <a:pt x="395839" y="0"/>
                  <a:pt x="408325" y="5703"/>
                  <a:pt x="417324" y="17109"/>
                </a:cubicBezTo>
                <a:cubicBezTo>
                  <a:pt x="428048" y="30616"/>
                  <a:pt x="433410" y="53017"/>
                  <a:pt x="433410" y="84309"/>
                </a:cubicBezTo>
                <a:cubicBezTo>
                  <a:pt x="433410" y="115527"/>
                  <a:pt x="428011" y="137964"/>
                  <a:pt x="417212" y="151622"/>
                </a:cubicBezTo>
                <a:cubicBezTo>
                  <a:pt x="408288" y="162878"/>
                  <a:pt x="395839" y="168506"/>
                  <a:pt x="379866" y="168506"/>
                </a:cubicBezTo>
                <a:cubicBezTo>
                  <a:pt x="363818" y="168506"/>
                  <a:pt x="350882" y="162334"/>
                  <a:pt x="341058" y="149991"/>
                </a:cubicBezTo>
                <a:cubicBezTo>
                  <a:pt x="331234" y="137646"/>
                  <a:pt x="326322" y="115639"/>
                  <a:pt x="326322" y="83972"/>
                </a:cubicBezTo>
                <a:cubicBezTo>
                  <a:pt x="326322" y="52904"/>
                  <a:pt x="331722" y="30541"/>
                  <a:pt x="342520" y="16884"/>
                </a:cubicBezTo>
                <a:cubicBezTo>
                  <a:pt x="351444" y="5628"/>
                  <a:pt x="363893" y="0"/>
                  <a:pt x="379866" y="0"/>
                </a:cubicBezTo>
                <a:moveTo>
                  <a:pt x="379866" y="26322"/>
                </a:moveTo>
                <a:cubicBezTo>
                  <a:pt x="376041" y="26322"/>
                  <a:pt x="372629" y="27539"/>
                  <a:pt x="369630" y="29974"/>
                </a:cubicBezTo>
                <a:cubicBezTo>
                  <a:pt x="366630" y="32409"/>
                  <a:pt x="364305" y="36773"/>
                  <a:pt x="362656" y="43065"/>
                </a:cubicBezTo>
                <a:cubicBezTo>
                  <a:pt x="360481" y="51232"/>
                  <a:pt x="359393" y="64980"/>
                  <a:pt x="359393" y="84309"/>
                </a:cubicBezTo>
                <a:cubicBezTo>
                  <a:pt x="359393" y="103638"/>
                  <a:pt x="360368" y="116918"/>
                  <a:pt x="362318" y="124147"/>
                </a:cubicBezTo>
                <a:cubicBezTo>
                  <a:pt x="364268" y="131377"/>
                  <a:pt x="366724" y="136190"/>
                  <a:pt x="369686" y="138588"/>
                </a:cubicBezTo>
                <a:cubicBezTo>
                  <a:pt x="372648" y="140985"/>
                  <a:pt x="376041" y="142184"/>
                  <a:pt x="379866" y="142184"/>
                </a:cubicBezTo>
                <a:cubicBezTo>
                  <a:pt x="383691" y="142184"/>
                  <a:pt x="387103" y="140966"/>
                  <a:pt x="390102" y="138532"/>
                </a:cubicBezTo>
                <a:cubicBezTo>
                  <a:pt x="393102" y="136097"/>
                  <a:pt x="395427" y="131733"/>
                  <a:pt x="397077" y="125441"/>
                </a:cubicBezTo>
                <a:cubicBezTo>
                  <a:pt x="399251" y="117349"/>
                  <a:pt x="400339" y="103638"/>
                  <a:pt x="400339" y="84309"/>
                </a:cubicBezTo>
                <a:cubicBezTo>
                  <a:pt x="400339" y="64980"/>
                  <a:pt x="399364" y="51701"/>
                  <a:pt x="397414" y="44471"/>
                </a:cubicBezTo>
                <a:cubicBezTo>
                  <a:pt x="395464" y="37241"/>
                  <a:pt x="393008" y="32409"/>
                  <a:pt x="390046" y="29974"/>
                </a:cubicBezTo>
                <a:cubicBezTo>
                  <a:pt x="387084" y="27539"/>
                  <a:pt x="383691" y="26322"/>
                  <a:pt x="379866" y="26322"/>
                </a:cubicBezTo>
                <a:close/>
                <a:moveTo>
                  <a:pt x="461272" y="165581"/>
                </a:moveTo>
                <a:lnTo>
                  <a:pt x="461272" y="133860"/>
                </a:lnTo>
                <a:lnTo>
                  <a:pt x="492881" y="133860"/>
                </a:lnTo>
                <a:lnTo>
                  <a:pt x="492881" y="165581"/>
                </a:lnTo>
                <a:lnTo>
                  <a:pt x="461272" y="165581"/>
                </a:lnTo>
                <a:close/>
                <a:moveTo>
                  <a:pt x="571768" y="0"/>
                </a:moveTo>
                <a:cubicBezTo>
                  <a:pt x="587741" y="0"/>
                  <a:pt x="600227" y="5703"/>
                  <a:pt x="609226" y="17109"/>
                </a:cubicBezTo>
                <a:cubicBezTo>
                  <a:pt x="619950" y="30616"/>
                  <a:pt x="625312" y="53017"/>
                  <a:pt x="625312" y="84309"/>
                </a:cubicBezTo>
                <a:cubicBezTo>
                  <a:pt x="625312" y="115527"/>
                  <a:pt x="619912" y="137964"/>
                  <a:pt x="609114" y="151622"/>
                </a:cubicBezTo>
                <a:cubicBezTo>
                  <a:pt x="600190" y="162878"/>
                  <a:pt x="587741" y="168506"/>
                  <a:pt x="571768" y="168506"/>
                </a:cubicBezTo>
                <a:cubicBezTo>
                  <a:pt x="555720" y="168506"/>
                  <a:pt x="542784" y="162334"/>
                  <a:pt x="532960" y="149991"/>
                </a:cubicBezTo>
                <a:cubicBezTo>
                  <a:pt x="523136" y="137646"/>
                  <a:pt x="518224" y="115639"/>
                  <a:pt x="518224" y="83972"/>
                </a:cubicBezTo>
                <a:cubicBezTo>
                  <a:pt x="518224" y="52904"/>
                  <a:pt x="523623" y="30541"/>
                  <a:pt x="534422" y="16884"/>
                </a:cubicBezTo>
                <a:cubicBezTo>
                  <a:pt x="543346" y="5628"/>
                  <a:pt x="555795" y="0"/>
                  <a:pt x="571768" y="0"/>
                </a:cubicBezTo>
                <a:moveTo>
                  <a:pt x="571768" y="26322"/>
                </a:moveTo>
                <a:cubicBezTo>
                  <a:pt x="567943" y="26322"/>
                  <a:pt x="564531" y="27539"/>
                  <a:pt x="561531" y="29974"/>
                </a:cubicBezTo>
                <a:cubicBezTo>
                  <a:pt x="558532" y="32409"/>
                  <a:pt x="556207" y="36773"/>
                  <a:pt x="554557" y="43065"/>
                </a:cubicBezTo>
                <a:cubicBezTo>
                  <a:pt x="552382" y="51232"/>
                  <a:pt x="551295" y="64980"/>
                  <a:pt x="551295" y="84309"/>
                </a:cubicBezTo>
                <a:cubicBezTo>
                  <a:pt x="551295" y="103638"/>
                  <a:pt x="552270" y="116918"/>
                  <a:pt x="554220" y="124147"/>
                </a:cubicBezTo>
                <a:cubicBezTo>
                  <a:pt x="556170" y="131377"/>
                  <a:pt x="558625" y="136190"/>
                  <a:pt x="561588" y="138588"/>
                </a:cubicBezTo>
                <a:cubicBezTo>
                  <a:pt x="564550" y="140985"/>
                  <a:pt x="567943" y="142184"/>
                  <a:pt x="571768" y="142184"/>
                </a:cubicBezTo>
                <a:cubicBezTo>
                  <a:pt x="575592" y="142184"/>
                  <a:pt x="579004" y="140966"/>
                  <a:pt x="582004" y="138532"/>
                </a:cubicBezTo>
                <a:cubicBezTo>
                  <a:pt x="585004" y="136097"/>
                  <a:pt x="587329" y="131733"/>
                  <a:pt x="588978" y="125441"/>
                </a:cubicBezTo>
                <a:cubicBezTo>
                  <a:pt x="591153" y="117349"/>
                  <a:pt x="592240" y="103638"/>
                  <a:pt x="592240" y="84309"/>
                </a:cubicBezTo>
                <a:cubicBezTo>
                  <a:pt x="592240" y="64980"/>
                  <a:pt x="591266" y="51701"/>
                  <a:pt x="589316" y="44471"/>
                </a:cubicBezTo>
                <a:cubicBezTo>
                  <a:pt x="587366" y="37241"/>
                  <a:pt x="584910" y="32409"/>
                  <a:pt x="581948" y="29974"/>
                </a:cubicBezTo>
                <a:cubicBezTo>
                  <a:pt x="578986" y="27539"/>
                  <a:pt x="575592" y="26322"/>
                  <a:pt x="571768" y="2632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184E0-9CC2-4BAA-948B-DB0CDA8C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61" y="1287340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=1.0.0">
            <a:extLst xmlns:a="http://schemas.openxmlformats.org/drawingml/2006/main">
              <a:ext uri="{FF2B5EF4-FFF2-40B4-BE49-F238E27FC236}">
                <a16:creationId xmlns:a16="http://schemas.microsoft.com/office/drawing/2014/main" id="{D077C9FA-3C90-4FFC-B880-725A3B2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17" y="1391512"/>
            <a:ext cx="625312" cy="168506"/>
          </a:xfrm>
          <a:custGeom xmlns:a="http://schemas.openxmlformats.org/drawingml/2006/main">
            <a:pathLst>
              <a:path w="625312" h="168506">
                <a:moveTo>
                  <a:pt x="0" y="74017"/>
                </a:moveTo>
                <a:lnTo>
                  <a:pt x="0" y="44770"/>
                </a:lnTo>
                <a:lnTo>
                  <a:pt x="115299" y="44770"/>
                </a:lnTo>
                <a:lnTo>
                  <a:pt x="115299" y="74017"/>
                </a:lnTo>
                <a:lnTo>
                  <a:pt x="0" y="74017"/>
                </a:lnTo>
                <a:moveTo>
                  <a:pt x="0" y="124186"/>
                </a:moveTo>
                <a:lnTo>
                  <a:pt x="0" y="94939"/>
                </a:lnTo>
                <a:lnTo>
                  <a:pt x="115299" y="94939"/>
                </a:lnTo>
                <a:lnTo>
                  <a:pt x="115299" y="124186"/>
                </a:lnTo>
                <a:lnTo>
                  <a:pt x="0" y="124186"/>
                </a:lnTo>
                <a:close/>
                <a:moveTo>
                  <a:pt x="215412" y="165581"/>
                </a:moveTo>
                <a:lnTo>
                  <a:pt x="183803" y="165581"/>
                </a:lnTo>
                <a:lnTo>
                  <a:pt x="183803" y="46587"/>
                </a:lnTo>
                <a:cubicBezTo>
                  <a:pt x="172254" y="57428"/>
                  <a:pt x="158643" y="65447"/>
                  <a:pt x="142970" y="70642"/>
                </a:cubicBezTo>
                <a:lnTo>
                  <a:pt x="142970" y="41845"/>
                </a:lnTo>
                <a:cubicBezTo>
                  <a:pt x="151219" y="39139"/>
                  <a:pt x="160180" y="34007"/>
                  <a:pt x="169854" y="26452"/>
                </a:cubicBezTo>
                <a:cubicBezTo>
                  <a:pt x="179528" y="18894"/>
                  <a:pt x="186165" y="10077"/>
                  <a:pt x="189764" y="0"/>
                </a:cubicBezTo>
                <a:lnTo>
                  <a:pt x="215412" y="0"/>
                </a:lnTo>
                <a:lnTo>
                  <a:pt x="215412" y="165581"/>
                </a:lnTo>
                <a:close/>
                <a:moveTo>
                  <a:pt x="269370" y="165581"/>
                </a:moveTo>
                <a:lnTo>
                  <a:pt x="269370" y="133860"/>
                </a:lnTo>
                <a:lnTo>
                  <a:pt x="300979" y="133860"/>
                </a:lnTo>
                <a:lnTo>
                  <a:pt x="300979" y="165581"/>
                </a:lnTo>
                <a:lnTo>
                  <a:pt x="269370" y="165581"/>
                </a:lnTo>
                <a:close/>
                <a:moveTo>
                  <a:pt x="379866" y="0"/>
                </a:moveTo>
                <a:cubicBezTo>
                  <a:pt x="395839" y="0"/>
                  <a:pt x="408325" y="5703"/>
                  <a:pt x="417324" y="17109"/>
                </a:cubicBezTo>
                <a:cubicBezTo>
                  <a:pt x="428048" y="30616"/>
                  <a:pt x="433410" y="53017"/>
                  <a:pt x="433410" y="84309"/>
                </a:cubicBezTo>
                <a:cubicBezTo>
                  <a:pt x="433410" y="115527"/>
                  <a:pt x="428011" y="137964"/>
                  <a:pt x="417212" y="151622"/>
                </a:cubicBezTo>
                <a:cubicBezTo>
                  <a:pt x="408288" y="162878"/>
                  <a:pt x="395839" y="168506"/>
                  <a:pt x="379866" y="168506"/>
                </a:cubicBezTo>
                <a:cubicBezTo>
                  <a:pt x="363818" y="168506"/>
                  <a:pt x="350882" y="162334"/>
                  <a:pt x="341058" y="149991"/>
                </a:cubicBezTo>
                <a:cubicBezTo>
                  <a:pt x="331234" y="137646"/>
                  <a:pt x="326322" y="115639"/>
                  <a:pt x="326322" y="83972"/>
                </a:cubicBezTo>
                <a:cubicBezTo>
                  <a:pt x="326322" y="52904"/>
                  <a:pt x="331722" y="30541"/>
                  <a:pt x="342520" y="16884"/>
                </a:cubicBezTo>
                <a:cubicBezTo>
                  <a:pt x="351444" y="5628"/>
                  <a:pt x="363893" y="0"/>
                  <a:pt x="379866" y="0"/>
                </a:cubicBezTo>
                <a:moveTo>
                  <a:pt x="379866" y="26322"/>
                </a:moveTo>
                <a:cubicBezTo>
                  <a:pt x="376041" y="26322"/>
                  <a:pt x="372629" y="27539"/>
                  <a:pt x="369630" y="29974"/>
                </a:cubicBezTo>
                <a:cubicBezTo>
                  <a:pt x="366630" y="32409"/>
                  <a:pt x="364305" y="36773"/>
                  <a:pt x="362656" y="43065"/>
                </a:cubicBezTo>
                <a:cubicBezTo>
                  <a:pt x="360481" y="51232"/>
                  <a:pt x="359393" y="64980"/>
                  <a:pt x="359393" y="84309"/>
                </a:cubicBezTo>
                <a:cubicBezTo>
                  <a:pt x="359393" y="103638"/>
                  <a:pt x="360368" y="116918"/>
                  <a:pt x="362318" y="124147"/>
                </a:cubicBezTo>
                <a:cubicBezTo>
                  <a:pt x="364268" y="131377"/>
                  <a:pt x="366724" y="136190"/>
                  <a:pt x="369686" y="138588"/>
                </a:cubicBezTo>
                <a:cubicBezTo>
                  <a:pt x="372648" y="140985"/>
                  <a:pt x="376041" y="142184"/>
                  <a:pt x="379866" y="142184"/>
                </a:cubicBezTo>
                <a:cubicBezTo>
                  <a:pt x="383691" y="142184"/>
                  <a:pt x="387103" y="140966"/>
                  <a:pt x="390102" y="138532"/>
                </a:cubicBezTo>
                <a:cubicBezTo>
                  <a:pt x="393102" y="136097"/>
                  <a:pt x="395427" y="131733"/>
                  <a:pt x="397077" y="125441"/>
                </a:cubicBezTo>
                <a:cubicBezTo>
                  <a:pt x="399251" y="117349"/>
                  <a:pt x="400339" y="103638"/>
                  <a:pt x="400339" y="84309"/>
                </a:cubicBezTo>
                <a:cubicBezTo>
                  <a:pt x="400339" y="64980"/>
                  <a:pt x="399364" y="51701"/>
                  <a:pt x="397414" y="44471"/>
                </a:cubicBezTo>
                <a:cubicBezTo>
                  <a:pt x="395464" y="37241"/>
                  <a:pt x="393008" y="32409"/>
                  <a:pt x="390046" y="29974"/>
                </a:cubicBezTo>
                <a:cubicBezTo>
                  <a:pt x="387084" y="27539"/>
                  <a:pt x="383691" y="26322"/>
                  <a:pt x="379866" y="26322"/>
                </a:cubicBezTo>
                <a:close/>
                <a:moveTo>
                  <a:pt x="461272" y="165581"/>
                </a:moveTo>
                <a:lnTo>
                  <a:pt x="461272" y="133860"/>
                </a:lnTo>
                <a:lnTo>
                  <a:pt x="492881" y="133860"/>
                </a:lnTo>
                <a:lnTo>
                  <a:pt x="492881" y="165581"/>
                </a:lnTo>
                <a:lnTo>
                  <a:pt x="461272" y="165581"/>
                </a:lnTo>
                <a:close/>
                <a:moveTo>
                  <a:pt x="571768" y="0"/>
                </a:moveTo>
                <a:cubicBezTo>
                  <a:pt x="587741" y="0"/>
                  <a:pt x="600227" y="5703"/>
                  <a:pt x="609226" y="17109"/>
                </a:cubicBezTo>
                <a:cubicBezTo>
                  <a:pt x="619950" y="30616"/>
                  <a:pt x="625312" y="53017"/>
                  <a:pt x="625312" y="84309"/>
                </a:cubicBezTo>
                <a:cubicBezTo>
                  <a:pt x="625312" y="115527"/>
                  <a:pt x="619912" y="137964"/>
                  <a:pt x="609114" y="151622"/>
                </a:cubicBezTo>
                <a:cubicBezTo>
                  <a:pt x="600190" y="162878"/>
                  <a:pt x="587741" y="168506"/>
                  <a:pt x="571768" y="168506"/>
                </a:cubicBezTo>
                <a:cubicBezTo>
                  <a:pt x="555720" y="168506"/>
                  <a:pt x="542784" y="162334"/>
                  <a:pt x="532960" y="149991"/>
                </a:cubicBezTo>
                <a:cubicBezTo>
                  <a:pt x="523136" y="137646"/>
                  <a:pt x="518224" y="115639"/>
                  <a:pt x="518224" y="83972"/>
                </a:cubicBezTo>
                <a:cubicBezTo>
                  <a:pt x="518224" y="52904"/>
                  <a:pt x="523623" y="30541"/>
                  <a:pt x="534422" y="16884"/>
                </a:cubicBezTo>
                <a:cubicBezTo>
                  <a:pt x="543346" y="5628"/>
                  <a:pt x="555795" y="0"/>
                  <a:pt x="571768" y="0"/>
                </a:cubicBezTo>
                <a:moveTo>
                  <a:pt x="571768" y="26322"/>
                </a:moveTo>
                <a:cubicBezTo>
                  <a:pt x="567943" y="26322"/>
                  <a:pt x="564531" y="27539"/>
                  <a:pt x="561531" y="29974"/>
                </a:cubicBezTo>
                <a:cubicBezTo>
                  <a:pt x="558532" y="32409"/>
                  <a:pt x="556207" y="36773"/>
                  <a:pt x="554557" y="43065"/>
                </a:cubicBezTo>
                <a:cubicBezTo>
                  <a:pt x="552382" y="51232"/>
                  <a:pt x="551295" y="64980"/>
                  <a:pt x="551295" y="84309"/>
                </a:cubicBezTo>
                <a:cubicBezTo>
                  <a:pt x="551295" y="103638"/>
                  <a:pt x="552270" y="116918"/>
                  <a:pt x="554220" y="124147"/>
                </a:cubicBezTo>
                <a:cubicBezTo>
                  <a:pt x="556170" y="131377"/>
                  <a:pt x="558625" y="136190"/>
                  <a:pt x="561588" y="138588"/>
                </a:cubicBezTo>
                <a:cubicBezTo>
                  <a:pt x="564550" y="140985"/>
                  <a:pt x="567943" y="142184"/>
                  <a:pt x="571768" y="142184"/>
                </a:cubicBezTo>
                <a:cubicBezTo>
                  <a:pt x="575592" y="142184"/>
                  <a:pt x="579004" y="140966"/>
                  <a:pt x="582004" y="138532"/>
                </a:cubicBezTo>
                <a:cubicBezTo>
                  <a:pt x="585004" y="136097"/>
                  <a:pt x="587329" y="131733"/>
                  <a:pt x="588978" y="125441"/>
                </a:cubicBezTo>
                <a:cubicBezTo>
                  <a:pt x="591153" y="117349"/>
                  <a:pt x="592240" y="103638"/>
                  <a:pt x="592240" y="84309"/>
                </a:cubicBezTo>
                <a:cubicBezTo>
                  <a:pt x="592240" y="64980"/>
                  <a:pt x="591266" y="51701"/>
                  <a:pt x="589316" y="44471"/>
                </a:cubicBezTo>
                <a:cubicBezTo>
                  <a:pt x="587366" y="37241"/>
                  <a:pt x="584910" y="32409"/>
                  <a:pt x="581948" y="29974"/>
                </a:cubicBezTo>
                <a:cubicBezTo>
                  <a:pt x="578986" y="27539"/>
                  <a:pt x="575592" y="26322"/>
                  <a:pt x="571768" y="2632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334C2-1EAB-4385-B093-AB0BE66A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29" y="1746784"/>
            <a:ext cx="680" cy="368009"/>
          </a:xfrm>
          <a:custGeom xmlns:a="http://schemas.openxmlformats.org/drawingml/2006/main">
            <a:pathLst>
              <a:path w="680" h="368009">
                <a:moveTo>
                  <a:pt x="0" y="0"/>
                </a:moveTo>
                <a:lnTo>
                  <a:pt x="680" y="36800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5D641-9D54-461F-82C9-7C8DDAEF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28" y="1746783"/>
            <a:ext cx="500" cy="270820"/>
          </a:xfrm>
          <a:custGeom xmlns:a="http://schemas.openxmlformats.org/drawingml/2006/main">
            <a:pathLst>
              <a:path w="500" h="270820" fill="none">
                <a:moveTo>
                  <a:pt x="0" y="0"/>
                </a:moveTo>
                <a:lnTo>
                  <a:pt x="500" y="27082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481BD-13A6-4834-9E77-2E9C5DB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274" y="2017554"/>
            <a:ext cx="53509" cy="73558"/>
          </a:xfrm>
          <a:custGeom xmlns:a="http://schemas.openxmlformats.org/drawingml/2006/main">
            <a:pathLst>
              <a:path w="53509" h="73558">
                <a:moveTo>
                  <a:pt x="0" y="99"/>
                </a:moveTo>
                <a:lnTo>
                  <a:pt x="53509" y="0"/>
                </a:lnTo>
                <a:lnTo>
                  <a:pt x="26891" y="73558"/>
                </a:lnTo>
                <a:lnTo>
                  <a:pt x="0" y="9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5C9DA-CFC3-48F0-AB53-23DE2277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274" y="2017554"/>
            <a:ext cx="53509" cy="73558"/>
          </a:xfrm>
          <a:custGeom xmlns:a="http://schemas.openxmlformats.org/drawingml/2006/main">
            <a:pathLst>
              <a:path w="53509" h="73558" fill="none">
                <a:moveTo>
                  <a:pt x="0" y="99"/>
                </a:moveTo>
                <a:lnTo>
                  <a:pt x="26891" y="73558"/>
                </a:lnTo>
                <a:lnTo>
                  <a:pt x="53509" y="0"/>
                </a:lnTo>
                <a:lnTo>
                  <a:pt x="0" y="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3C68B-1A42-443F-A949-2FD3148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499" y="1737940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^2.1.0">
            <a:extLst xmlns:a="http://schemas.openxmlformats.org/drawingml/2006/main">
              <a:ext uri="{FF2B5EF4-FFF2-40B4-BE49-F238E27FC236}">
                <a16:creationId xmlns:a16="http://schemas.microsoft.com/office/drawing/2014/main" id="{23B04493-3DF3-400B-B0BF-8C9EEFB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168" y="1839862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217945" y="148258"/>
                </a:moveTo>
                <a:lnTo>
                  <a:pt x="217945" y="167831"/>
                </a:lnTo>
                <a:lnTo>
                  <a:pt x="108945" y="167831"/>
                </a:lnTo>
                <a:cubicBezTo>
                  <a:pt x="108795" y="162952"/>
                  <a:pt x="109583" y="158259"/>
                  <a:pt x="111307" y="153753"/>
                </a:cubicBezTo>
                <a:cubicBezTo>
                  <a:pt x="114082" y="146321"/>
                  <a:pt x="118525" y="139003"/>
                  <a:pt x="124637" y="131796"/>
                </a:cubicBezTo>
                <a:cubicBezTo>
                  <a:pt x="130749" y="124588"/>
                  <a:pt x="139579" y="116256"/>
                  <a:pt x="151128" y="106800"/>
                </a:cubicBezTo>
                <a:cubicBezTo>
                  <a:pt x="169051" y="92090"/>
                  <a:pt x="181162" y="80454"/>
                  <a:pt x="187461" y="71893"/>
                </a:cubicBezTo>
                <a:cubicBezTo>
                  <a:pt x="193761" y="63333"/>
                  <a:pt x="196910" y="55238"/>
                  <a:pt x="196910" y="47610"/>
                </a:cubicBezTo>
                <a:cubicBezTo>
                  <a:pt x="196910" y="39610"/>
                  <a:pt x="194042" y="32862"/>
                  <a:pt x="188305" y="27366"/>
                </a:cubicBezTo>
                <a:cubicBezTo>
                  <a:pt x="182568" y="21871"/>
                  <a:pt x="175088" y="19123"/>
                  <a:pt x="165864" y="19123"/>
                </a:cubicBezTo>
                <a:cubicBezTo>
                  <a:pt x="156115" y="19123"/>
                  <a:pt x="148316" y="22048"/>
                  <a:pt x="142466" y="27897"/>
                </a:cubicBezTo>
                <a:cubicBezTo>
                  <a:pt x="136617" y="33746"/>
                  <a:pt x="133655" y="41845"/>
                  <a:pt x="133580" y="52194"/>
                </a:cubicBezTo>
                <a:lnTo>
                  <a:pt x="112770" y="49944"/>
                </a:lnTo>
                <a:cubicBezTo>
                  <a:pt x="114195" y="34421"/>
                  <a:pt x="119556" y="22591"/>
                  <a:pt x="128855" y="14455"/>
                </a:cubicBezTo>
                <a:cubicBezTo>
                  <a:pt x="138154" y="6318"/>
                  <a:pt x="150640" y="2250"/>
                  <a:pt x="166314" y="2250"/>
                </a:cubicBezTo>
                <a:cubicBezTo>
                  <a:pt x="182137" y="2250"/>
                  <a:pt x="194660" y="6636"/>
                  <a:pt x="203884" y="15407"/>
                </a:cubicBezTo>
                <a:cubicBezTo>
                  <a:pt x="213108" y="24179"/>
                  <a:pt x="217720" y="35050"/>
                  <a:pt x="217720" y="48022"/>
                </a:cubicBezTo>
                <a:cubicBezTo>
                  <a:pt x="217720" y="54618"/>
                  <a:pt x="216370" y="61104"/>
                  <a:pt x="213671" y="67478"/>
                </a:cubicBezTo>
                <a:cubicBezTo>
                  <a:pt x="210971" y="73850"/>
                  <a:pt x="206490" y="80560"/>
                  <a:pt x="200229" y="87606"/>
                </a:cubicBezTo>
                <a:cubicBezTo>
                  <a:pt x="193967" y="94653"/>
                  <a:pt x="183562" y="104316"/>
                  <a:pt x="169013" y="116593"/>
                </a:cubicBezTo>
                <a:cubicBezTo>
                  <a:pt x="156865" y="126773"/>
                  <a:pt x="149066" y="133679"/>
                  <a:pt x="145616" y="137312"/>
                </a:cubicBezTo>
                <a:cubicBezTo>
                  <a:pt x="142166" y="140942"/>
                  <a:pt x="139317" y="144591"/>
                  <a:pt x="137067" y="148258"/>
                </a:cubicBezTo>
                <a:lnTo>
                  <a:pt x="217945" y="148258"/>
                </a:ln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79701" y="167831"/>
                </a:moveTo>
                <a:lnTo>
                  <a:pt x="359453" y="167831"/>
                </a:lnTo>
                <a:lnTo>
                  <a:pt x="359453" y="38808"/>
                </a:lnTo>
                <a:cubicBezTo>
                  <a:pt x="354579" y="43458"/>
                  <a:pt x="348186" y="48107"/>
                  <a:pt x="340274" y="52757"/>
                </a:cubicBezTo>
                <a:cubicBezTo>
                  <a:pt x="332362" y="57406"/>
                  <a:pt x="325257" y="60893"/>
                  <a:pt x="318958" y="63218"/>
                </a:cubicBezTo>
                <a:lnTo>
                  <a:pt x="318958" y="43645"/>
                </a:lnTo>
                <a:cubicBezTo>
                  <a:pt x="330281" y="38321"/>
                  <a:pt x="340180" y="31871"/>
                  <a:pt x="348654" y="24297"/>
                </a:cubicBezTo>
                <a:cubicBezTo>
                  <a:pt x="357128" y="16723"/>
                  <a:pt x="363128" y="9374"/>
                  <a:pt x="366652" y="2250"/>
                </a:cubicBezTo>
                <a:lnTo>
                  <a:pt x="379701" y="2250"/>
                </a:lnTo>
                <a:lnTo>
                  <a:pt x="379701" y="167831"/>
                </a:ln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B9250-A50E-4BE0-A134-32FCB4C4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779" y="756017"/>
            <a:ext cx="1083789" cy="345221"/>
          </a:xfrm>
          <a:custGeom xmlns:a="http://schemas.openxmlformats.org/drawingml/2006/main">
            <a:pathLst>
              <a:path w="1083789" h="345221">
                <a:moveTo>
                  <a:pt x="0" y="345221"/>
                </a:moveTo>
                <a:lnTo>
                  <a:pt x="0" y="0"/>
                </a:ln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7ADF1-D382-4DD2-A539-ABDB4E7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779" y="756017"/>
            <a:ext cx="1083789" cy="345221"/>
          </a:xfrm>
          <a:custGeom xmlns:a="http://schemas.openxmlformats.org/drawingml/2006/main">
            <a:pathLst>
              <a:path w="1083789" h="345221" fill="none">
                <a:moveTo>
                  <a:pt x="0" y="0"/>
                </a:move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78" name="Text D@2.6.1">
            <a:extLst xmlns:a="http://schemas.openxmlformats.org/drawingml/2006/main">
              <a:ext uri="{FF2B5EF4-FFF2-40B4-BE49-F238E27FC236}">
                <a16:creationId xmlns:a16="http://schemas.microsoft.com/office/drawing/2014/main" id="{C8A33A21-F85C-4C16-ABFB-50F5192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254" y="844045"/>
            <a:ext cx="852018" cy="216651"/>
          </a:xfrm>
          <a:custGeom xmlns:a="http://schemas.openxmlformats.org/drawingml/2006/main">
            <a:pathLst>
              <a:path w="852018" h="216651">
                <a:moveTo>
                  <a:pt x="0" y="168056"/>
                </a:moveTo>
                <a:lnTo>
                  <a:pt x="0" y="3150"/>
                </a:lnTo>
                <a:lnTo>
                  <a:pt x="56806" y="3150"/>
                </a:lnTo>
                <a:cubicBezTo>
                  <a:pt x="69630" y="3150"/>
                  <a:pt x="79416" y="3937"/>
                  <a:pt x="86165" y="5512"/>
                </a:cubicBezTo>
                <a:cubicBezTo>
                  <a:pt x="95614" y="7687"/>
                  <a:pt x="103676" y="11624"/>
                  <a:pt x="110350" y="17323"/>
                </a:cubicBezTo>
                <a:cubicBezTo>
                  <a:pt x="119049" y="24672"/>
                  <a:pt x="125555" y="34065"/>
                  <a:pt x="129867" y="45501"/>
                </a:cubicBezTo>
                <a:cubicBezTo>
                  <a:pt x="134179" y="56937"/>
                  <a:pt x="136335" y="70005"/>
                  <a:pt x="136335" y="84703"/>
                </a:cubicBezTo>
                <a:cubicBezTo>
                  <a:pt x="136335" y="97227"/>
                  <a:pt x="134872" y="108325"/>
                  <a:pt x="131948" y="117999"/>
                </a:cubicBezTo>
                <a:cubicBezTo>
                  <a:pt x="129023" y="127673"/>
                  <a:pt x="125273" y="135678"/>
                  <a:pt x="120699" y="142015"/>
                </a:cubicBezTo>
                <a:cubicBezTo>
                  <a:pt x="116124" y="148352"/>
                  <a:pt x="111119" y="153339"/>
                  <a:pt x="105682" y="156976"/>
                </a:cubicBezTo>
                <a:cubicBezTo>
                  <a:pt x="100245" y="160613"/>
                  <a:pt x="93683" y="163369"/>
                  <a:pt x="85997" y="165244"/>
                </a:cubicBezTo>
                <a:cubicBezTo>
                  <a:pt x="78310" y="167119"/>
                  <a:pt x="69480" y="168056"/>
                  <a:pt x="59506" y="168056"/>
                </a:cubicBezTo>
                <a:lnTo>
                  <a:pt x="0" y="168056"/>
                </a:lnTo>
                <a:moveTo>
                  <a:pt x="21823" y="148483"/>
                </a:moveTo>
                <a:lnTo>
                  <a:pt x="57031" y="148483"/>
                </a:lnTo>
                <a:cubicBezTo>
                  <a:pt x="67905" y="148483"/>
                  <a:pt x="76435" y="147473"/>
                  <a:pt x="82622" y="145453"/>
                </a:cubicBezTo>
                <a:cubicBezTo>
                  <a:pt x="88809" y="143431"/>
                  <a:pt x="93739" y="140586"/>
                  <a:pt x="97414" y="136918"/>
                </a:cubicBezTo>
                <a:cubicBezTo>
                  <a:pt x="102588" y="131753"/>
                  <a:pt x="106619" y="124811"/>
                  <a:pt x="109506" y="116090"/>
                </a:cubicBezTo>
                <a:cubicBezTo>
                  <a:pt x="112394" y="107368"/>
                  <a:pt x="113837" y="96794"/>
                  <a:pt x="113837" y="84369"/>
                </a:cubicBezTo>
                <a:cubicBezTo>
                  <a:pt x="113837" y="67151"/>
                  <a:pt x="111006" y="53920"/>
                  <a:pt x="105344" y="44675"/>
                </a:cubicBezTo>
                <a:cubicBezTo>
                  <a:pt x="99682" y="35430"/>
                  <a:pt x="92802" y="29235"/>
                  <a:pt x="84703" y="26090"/>
                </a:cubicBezTo>
                <a:cubicBezTo>
                  <a:pt x="78854" y="23845"/>
                  <a:pt x="69442" y="22722"/>
                  <a:pt x="56469" y="22722"/>
                </a:cubicBezTo>
                <a:lnTo>
                  <a:pt x="21823" y="22722"/>
                </a:lnTo>
                <a:lnTo>
                  <a:pt x="21823" y="148483"/>
                </a:lnTo>
                <a:close/>
                <a:moveTo>
                  <a:pt x="279155" y="149780"/>
                </a:moveTo>
                <a:cubicBezTo>
                  <a:pt x="274281" y="155421"/>
                  <a:pt x="268825" y="159952"/>
                  <a:pt x="262788" y="163374"/>
                </a:cubicBezTo>
                <a:cubicBezTo>
                  <a:pt x="256751" y="166795"/>
                  <a:pt x="250696" y="168506"/>
                  <a:pt x="244621" y="168506"/>
                </a:cubicBezTo>
                <a:cubicBezTo>
                  <a:pt x="237947" y="168506"/>
                  <a:pt x="231460" y="166551"/>
                  <a:pt x="225161" y="162643"/>
                </a:cubicBezTo>
                <a:cubicBezTo>
                  <a:pt x="218862" y="158731"/>
                  <a:pt x="213744" y="152716"/>
                  <a:pt x="209807" y="144595"/>
                </a:cubicBezTo>
                <a:cubicBezTo>
                  <a:pt x="205869" y="136473"/>
                  <a:pt x="203901" y="127561"/>
                  <a:pt x="203901" y="117859"/>
                </a:cubicBezTo>
                <a:cubicBezTo>
                  <a:pt x="203901" y="105902"/>
                  <a:pt x="206957" y="93927"/>
                  <a:pt x="213069" y="81933"/>
                </a:cubicBezTo>
                <a:cubicBezTo>
                  <a:pt x="219180" y="69939"/>
                  <a:pt x="226773" y="60934"/>
                  <a:pt x="235847" y="54918"/>
                </a:cubicBezTo>
                <a:cubicBezTo>
                  <a:pt x="244921" y="48903"/>
                  <a:pt x="253733" y="45895"/>
                  <a:pt x="262282" y="45895"/>
                </a:cubicBezTo>
                <a:cubicBezTo>
                  <a:pt x="268806" y="45895"/>
                  <a:pt x="275030" y="47606"/>
                  <a:pt x="280955" y="51027"/>
                </a:cubicBezTo>
                <a:cubicBezTo>
                  <a:pt x="286879" y="54449"/>
                  <a:pt x="291979" y="59656"/>
                  <a:pt x="296253" y="66649"/>
                </a:cubicBezTo>
                <a:lnTo>
                  <a:pt x="300078" y="49269"/>
                </a:lnTo>
                <a:lnTo>
                  <a:pt x="320213" y="49269"/>
                </a:lnTo>
                <a:lnTo>
                  <a:pt x="304015" y="125086"/>
                </a:lnTo>
                <a:cubicBezTo>
                  <a:pt x="301765" y="135632"/>
                  <a:pt x="300640" y="141470"/>
                  <a:pt x="300640" y="142602"/>
                </a:cubicBezTo>
                <a:cubicBezTo>
                  <a:pt x="300640" y="144634"/>
                  <a:pt x="301409" y="146385"/>
                  <a:pt x="302946" y="147854"/>
                </a:cubicBezTo>
                <a:cubicBezTo>
                  <a:pt x="304483" y="149323"/>
                  <a:pt x="306339" y="150058"/>
                  <a:pt x="308514" y="150058"/>
                </a:cubicBezTo>
                <a:cubicBezTo>
                  <a:pt x="312489" y="150058"/>
                  <a:pt x="317701" y="147763"/>
                  <a:pt x="324150" y="143172"/>
                </a:cubicBezTo>
                <a:cubicBezTo>
                  <a:pt x="332699" y="137154"/>
                  <a:pt x="339467" y="129085"/>
                  <a:pt x="344454" y="118966"/>
                </a:cubicBezTo>
                <a:cubicBezTo>
                  <a:pt x="349441" y="108844"/>
                  <a:pt x="351934" y="98403"/>
                  <a:pt x="351934" y="87642"/>
                </a:cubicBezTo>
                <a:cubicBezTo>
                  <a:pt x="351934" y="75076"/>
                  <a:pt x="348728" y="63339"/>
                  <a:pt x="342317" y="52430"/>
                </a:cubicBezTo>
                <a:cubicBezTo>
                  <a:pt x="335905" y="41518"/>
                  <a:pt x="326343" y="32790"/>
                  <a:pt x="313632" y="26245"/>
                </a:cubicBezTo>
                <a:cubicBezTo>
                  <a:pt x="300921" y="19697"/>
                  <a:pt x="286879" y="16423"/>
                  <a:pt x="271506" y="16423"/>
                </a:cubicBezTo>
                <a:cubicBezTo>
                  <a:pt x="253958" y="16423"/>
                  <a:pt x="237928" y="20535"/>
                  <a:pt x="223418" y="28758"/>
                </a:cubicBezTo>
                <a:cubicBezTo>
                  <a:pt x="208907" y="36979"/>
                  <a:pt x="197658" y="48767"/>
                  <a:pt x="189671" y="64121"/>
                </a:cubicBezTo>
                <a:cubicBezTo>
                  <a:pt x="181685" y="79476"/>
                  <a:pt x="177691" y="95938"/>
                  <a:pt x="177691" y="113507"/>
                </a:cubicBezTo>
                <a:cubicBezTo>
                  <a:pt x="177691" y="131901"/>
                  <a:pt x="181685" y="147743"/>
                  <a:pt x="189671" y="161033"/>
                </a:cubicBezTo>
                <a:cubicBezTo>
                  <a:pt x="197658" y="174322"/>
                  <a:pt x="209207" y="184139"/>
                  <a:pt x="224317" y="190483"/>
                </a:cubicBezTo>
                <a:cubicBezTo>
                  <a:pt x="239428" y="196829"/>
                  <a:pt x="256170" y="200002"/>
                  <a:pt x="274543" y="200002"/>
                </a:cubicBezTo>
                <a:cubicBezTo>
                  <a:pt x="294191" y="200002"/>
                  <a:pt x="310651" y="196703"/>
                  <a:pt x="323925" y="190104"/>
                </a:cubicBezTo>
                <a:cubicBezTo>
                  <a:pt x="337198" y="183504"/>
                  <a:pt x="347135" y="175480"/>
                  <a:pt x="353734" y="166031"/>
                </a:cubicBezTo>
                <a:lnTo>
                  <a:pt x="374094" y="166031"/>
                </a:lnTo>
                <a:cubicBezTo>
                  <a:pt x="370270" y="173905"/>
                  <a:pt x="363708" y="181929"/>
                  <a:pt x="354409" y="190104"/>
                </a:cubicBezTo>
                <a:cubicBezTo>
                  <a:pt x="345110" y="198278"/>
                  <a:pt x="334049" y="204746"/>
                  <a:pt x="321225" y="209508"/>
                </a:cubicBezTo>
                <a:cubicBezTo>
                  <a:pt x="308402" y="214270"/>
                  <a:pt x="292953" y="216651"/>
                  <a:pt x="274880" y="216651"/>
                </a:cubicBezTo>
                <a:cubicBezTo>
                  <a:pt x="258232" y="216651"/>
                  <a:pt x="242878" y="214511"/>
                  <a:pt x="228817" y="210232"/>
                </a:cubicBezTo>
                <a:cubicBezTo>
                  <a:pt x="214756" y="205953"/>
                  <a:pt x="202776" y="199515"/>
                  <a:pt x="192877" y="190919"/>
                </a:cubicBezTo>
                <a:cubicBezTo>
                  <a:pt x="182978" y="182325"/>
                  <a:pt x="175517" y="172436"/>
                  <a:pt x="170492" y="161251"/>
                </a:cubicBezTo>
                <a:cubicBezTo>
                  <a:pt x="164193" y="147061"/>
                  <a:pt x="161043" y="131746"/>
                  <a:pt x="161043" y="115307"/>
                </a:cubicBezTo>
                <a:cubicBezTo>
                  <a:pt x="161043" y="96990"/>
                  <a:pt x="164793" y="79537"/>
                  <a:pt x="172292" y="62947"/>
                </a:cubicBezTo>
                <a:cubicBezTo>
                  <a:pt x="181441" y="42603"/>
                  <a:pt x="194433" y="27026"/>
                  <a:pt x="211269" y="16216"/>
                </a:cubicBezTo>
                <a:cubicBezTo>
                  <a:pt x="228104" y="5405"/>
                  <a:pt x="248521" y="0"/>
                  <a:pt x="272518" y="0"/>
                </a:cubicBezTo>
                <a:cubicBezTo>
                  <a:pt x="291116" y="0"/>
                  <a:pt x="307820" y="3819"/>
                  <a:pt x="322631" y="11456"/>
                </a:cubicBezTo>
                <a:cubicBezTo>
                  <a:pt x="337442" y="19094"/>
                  <a:pt x="349122" y="30474"/>
                  <a:pt x="357671" y="45596"/>
                </a:cubicBezTo>
                <a:cubicBezTo>
                  <a:pt x="364945" y="58614"/>
                  <a:pt x="368582" y="72759"/>
                  <a:pt x="368582" y="88032"/>
                </a:cubicBezTo>
                <a:cubicBezTo>
                  <a:pt x="368582" y="109852"/>
                  <a:pt x="360933" y="129227"/>
                  <a:pt x="345635" y="146156"/>
                </a:cubicBezTo>
                <a:cubicBezTo>
                  <a:pt x="331986" y="161356"/>
                  <a:pt x="317063" y="168956"/>
                  <a:pt x="300865" y="168956"/>
                </a:cubicBezTo>
                <a:cubicBezTo>
                  <a:pt x="295691" y="168956"/>
                  <a:pt x="291510" y="168152"/>
                  <a:pt x="288323" y="166544"/>
                </a:cubicBezTo>
                <a:cubicBezTo>
                  <a:pt x="285136" y="164937"/>
                  <a:pt x="282792" y="162640"/>
                  <a:pt x="281292" y="159655"/>
                </a:cubicBezTo>
                <a:cubicBezTo>
                  <a:pt x="280317" y="157742"/>
                  <a:pt x="279605" y="154451"/>
                  <a:pt x="279155" y="149780"/>
                </a:cubicBezTo>
                <a:moveTo>
                  <a:pt x="224711" y="119268"/>
                </a:moveTo>
                <a:cubicBezTo>
                  <a:pt x="224711" y="129568"/>
                  <a:pt x="227148" y="137574"/>
                  <a:pt x="232023" y="143288"/>
                </a:cubicBezTo>
                <a:cubicBezTo>
                  <a:pt x="236897" y="149001"/>
                  <a:pt x="242484" y="151858"/>
                  <a:pt x="248783" y="151858"/>
                </a:cubicBezTo>
                <a:cubicBezTo>
                  <a:pt x="252983" y="151858"/>
                  <a:pt x="257407" y="150599"/>
                  <a:pt x="262057" y="148082"/>
                </a:cubicBezTo>
                <a:cubicBezTo>
                  <a:pt x="266706" y="145563"/>
                  <a:pt x="271150" y="141823"/>
                  <a:pt x="275387" y="136862"/>
                </a:cubicBezTo>
                <a:cubicBezTo>
                  <a:pt x="279624" y="131898"/>
                  <a:pt x="283092" y="125601"/>
                  <a:pt x="285792" y="117971"/>
                </a:cubicBezTo>
                <a:cubicBezTo>
                  <a:pt x="288491" y="110338"/>
                  <a:pt x="289841" y="102688"/>
                  <a:pt x="289841" y="95020"/>
                </a:cubicBezTo>
                <a:cubicBezTo>
                  <a:pt x="289841" y="84795"/>
                  <a:pt x="287310" y="76864"/>
                  <a:pt x="282248" y="71226"/>
                </a:cubicBezTo>
                <a:cubicBezTo>
                  <a:pt x="277186" y="65587"/>
                  <a:pt x="271018" y="62768"/>
                  <a:pt x="263744" y="62768"/>
                </a:cubicBezTo>
                <a:cubicBezTo>
                  <a:pt x="258945" y="62768"/>
                  <a:pt x="254427" y="63990"/>
                  <a:pt x="250189" y="66434"/>
                </a:cubicBezTo>
                <a:cubicBezTo>
                  <a:pt x="245952" y="68876"/>
                  <a:pt x="241847" y="72804"/>
                  <a:pt x="237872" y="78217"/>
                </a:cubicBezTo>
                <a:cubicBezTo>
                  <a:pt x="233898" y="83631"/>
                  <a:pt x="230710" y="90210"/>
                  <a:pt x="228311" y="97955"/>
                </a:cubicBezTo>
                <a:cubicBezTo>
                  <a:pt x="225911" y="105698"/>
                  <a:pt x="224711" y="112802"/>
                  <a:pt x="224711" y="119268"/>
                </a:cubicBezTo>
                <a:close/>
                <a:moveTo>
                  <a:pt x="498361" y="148483"/>
                </a:moveTo>
                <a:lnTo>
                  <a:pt x="498361" y="168056"/>
                </a:lnTo>
                <a:lnTo>
                  <a:pt x="389361" y="168056"/>
                </a:lnTo>
                <a:cubicBezTo>
                  <a:pt x="389211" y="163177"/>
                  <a:pt x="389998" y="158484"/>
                  <a:pt x="391723" y="153978"/>
                </a:cubicBezTo>
                <a:cubicBezTo>
                  <a:pt x="394498" y="146546"/>
                  <a:pt x="398941" y="139228"/>
                  <a:pt x="405053" y="132021"/>
                </a:cubicBezTo>
                <a:cubicBezTo>
                  <a:pt x="411165" y="124813"/>
                  <a:pt x="419995" y="116481"/>
                  <a:pt x="431544" y="107025"/>
                </a:cubicBezTo>
                <a:cubicBezTo>
                  <a:pt x="449467" y="92315"/>
                  <a:pt x="461578" y="80679"/>
                  <a:pt x="467877" y="72118"/>
                </a:cubicBezTo>
                <a:cubicBezTo>
                  <a:pt x="474176" y="63558"/>
                  <a:pt x="477326" y="55463"/>
                  <a:pt x="477326" y="47835"/>
                </a:cubicBezTo>
                <a:cubicBezTo>
                  <a:pt x="477326" y="39835"/>
                  <a:pt x="474458" y="33086"/>
                  <a:pt x="468721" y="27591"/>
                </a:cubicBezTo>
                <a:cubicBezTo>
                  <a:pt x="462984" y="22096"/>
                  <a:pt x="455503" y="19348"/>
                  <a:pt x="446280" y="19348"/>
                </a:cubicBezTo>
                <a:cubicBezTo>
                  <a:pt x="436531" y="19348"/>
                  <a:pt x="428731" y="22272"/>
                  <a:pt x="422882" y="28122"/>
                </a:cubicBezTo>
                <a:cubicBezTo>
                  <a:pt x="417033" y="33971"/>
                  <a:pt x="414071" y="42070"/>
                  <a:pt x="413996" y="52419"/>
                </a:cubicBezTo>
                <a:lnTo>
                  <a:pt x="393186" y="50169"/>
                </a:lnTo>
                <a:cubicBezTo>
                  <a:pt x="394610" y="34646"/>
                  <a:pt x="399972" y="22816"/>
                  <a:pt x="409271" y="14680"/>
                </a:cubicBezTo>
                <a:cubicBezTo>
                  <a:pt x="418570" y="6543"/>
                  <a:pt x="431056" y="2475"/>
                  <a:pt x="446729" y="2475"/>
                </a:cubicBezTo>
                <a:cubicBezTo>
                  <a:pt x="462553" y="2475"/>
                  <a:pt x="475076" y="6861"/>
                  <a:pt x="484300" y="15632"/>
                </a:cubicBezTo>
                <a:cubicBezTo>
                  <a:pt x="493524" y="24404"/>
                  <a:pt x="498136" y="35275"/>
                  <a:pt x="498136" y="48247"/>
                </a:cubicBezTo>
                <a:cubicBezTo>
                  <a:pt x="498136" y="54843"/>
                  <a:pt x="496786" y="61329"/>
                  <a:pt x="494087" y="67703"/>
                </a:cubicBezTo>
                <a:cubicBezTo>
                  <a:pt x="491387" y="74075"/>
                  <a:pt x="486906" y="80785"/>
                  <a:pt x="480644" y="87831"/>
                </a:cubicBezTo>
                <a:cubicBezTo>
                  <a:pt x="474383" y="94878"/>
                  <a:pt x="463978" y="104541"/>
                  <a:pt x="449429" y="116818"/>
                </a:cubicBezTo>
                <a:cubicBezTo>
                  <a:pt x="437281" y="126998"/>
                  <a:pt x="429481" y="133904"/>
                  <a:pt x="426032" y="137537"/>
                </a:cubicBezTo>
                <a:cubicBezTo>
                  <a:pt x="422582" y="141167"/>
                  <a:pt x="419733" y="144816"/>
                  <a:pt x="417483" y="148483"/>
                </a:cubicBezTo>
                <a:lnTo>
                  <a:pt x="498361" y="148483"/>
                </a:lnTo>
                <a:close/>
                <a:moveTo>
                  <a:pt x="531397" y="168056"/>
                </a:moveTo>
                <a:lnTo>
                  <a:pt x="531397" y="144884"/>
                </a:lnTo>
                <a:lnTo>
                  <a:pt x="554457" y="144884"/>
                </a:lnTo>
                <a:lnTo>
                  <a:pt x="554457" y="168056"/>
                </a:lnTo>
                <a:lnTo>
                  <a:pt x="531397" y="168056"/>
                </a:lnTo>
                <a:close/>
                <a:moveTo>
                  <a:pt x="688912" y="43645"/>
                </a:moveTo>
                <a:lnTo>
                  <a:pt x="668777" y="45220"/>
                </a:lnTo>
                <a:cubicBezTo>
                  <a:pt x="666977" y="37236"/>
                  <a:pt x="664428" y="31437"/>
                  <a:pt x="661128" y="27823"/>
                </a:cubicBezTo>
                <a:cubicBezTo>
                  <a:pt x="655654" y="22023"/>
                  <a:pt x="648904" y="19123"/>
                  <a:pt x="640880" y="19123"/>
                </a:cubicBezTo>
                <a:cubicBezTo>
                  <a:pt x="634431" y="19123"/>
                  <a:pt x="628769" y="20918"/>
                  <a:pt x="623895" y="24508"/>
                </a:cubicBezTo>
                <a:cubicBezTo>
                  <a:pt x="617520" y="29146"/>
                  <a:pt x="612496" y="35915"/>
                  <a:pt x="608821" y="44816"/>
                </a:cubicBezTo>
                <a:cubicBezTo>
                  <a:pt x="605147" y="53714"/>
                  <a:pt x="603235" y="66410"/>
                  <a:pt x="603085" y="82903"/>
                </a:cubicBezTo>
                <a:cubicBezTo>
                  <a:pt x="607959" y="75479"/>
                  <a:pt x="613921" y="69967"/>
                  <a:pt x="620970" y="66368"/>
                </a:cubicBezTo>
                <a:cubicBezTo>
                  <a:pt x="628019" y="62768"/>
                  <a:pt x="635406" y="60968"/>
                  <a:pt x="643130" y="60968"/>
                </a:cubicBezTo>
                <a:cubicBezTo>
                  <a:pt x="656629" y="60968"/>
                  <a:pt x="668121" y="65936"/>
                  <a:pt x="677607" y="75873"/>
                </a:cubicBezTo>
                <a:cubicBezTo>
                  <a:pt x="687094" y="85809"/>
                  <a:pt x="691837" y="98651"/>
                  <a:pt x="691837" y="114400"/>
                </a:cubicBezTo>
                <a:cubicBezTo>
                  <a:pt x="691837" y="124748"/>
                  <a:pt x="689606" y="134366"/>
                  <a:pt x="685144" y="143253"/>
                </a:cubicBezTo>
                <a:cubicBezTo>
                  <a:pt x="680682" y="152139"/>
                  <a:pt x="674552" y="158945"/>
                  <a:pt x="666752" y="163669"/>
                </a:cubicBezTo>
                <a:cubicBezTo>
                  <a:pt x="658953" y="168393"/>
                  <a:pt x="650104" y="170756"/>
                  <a:pt x="640205" y="170756"/>
                </a:cubicBezTo>
                <a:cubicBezTo>
                  <a:pt x="623332" y="170756"/>
                  <a:pt x="609571" y="164555"/>
                  <a:pt x="598923" y="152153"/>
                </a:cubicBezTo>
                <a:cubicBezTo>
                  <a:pt x="588274" y="139749"/>
                  <a:pt x="582949" y="119308"/>
                  <a:pt x="582949" y="90830"/>
                </a:cubicBezTo>
                <a:cubicBezTo>
                  <a:pt x="582949" y="58980"/>
                  <a:pt x="588836" y="35823"/>
                  <a:pt x="600610" y="21359"/>
                </a:cubicBezTo>
                <a:cubicBezTo>
                  <a:pt x="610884" y="8769"/>
                  <a:pt x="624720" y="2475"/>
                  <a:pt x="642118" y="2475"/>
                </a:cubicBezTo>
                <a:cubicBezTo>
                  <a:pt x="655091" y="2475"/>
                  <a:pt x="665721" y="6122"/>
                  <a:pt x="674008" y="13418"/>
                </a:cubicBezTo>
                <a:cubicBezTo>
                  <a:pt x="682294" y="20711"/>
                  <a:pt x="687263" y="30786"/>
                  <a:pt x="688912" y="43645"/>
                </a:cubicBezTo>
                <a:moveTo>
                  <a:pt x="606234" y="114572"/>
                </a:moveTo>
                <a:cubicBezTo>
                  <a:pt x="606234" y="121534"/>
                  <a:pt x="607715" y="128198"/>
                  <a:pt x="610678" y="134563"/>
                </a:cubicBezTo>
                <a:cubicBezTo>
                  <a:pt x="613640" y="140928"/>
                  <a:pt x="617783" y="145776"/>
                  <a:pt x="623107" y="149109"/>
                </a:cubicBezTo>
                <a:cubicBezTo>
                  <a:pt x="628432" y="152441"/>
                  <a:pt x="634019" y="154108"/>
                  <a:pt x="639868" y="154108"/>
                </a:cubicBezTo>
                <a:cubicBezTo>
                  <a:pt x="648417" y="154108"/>
                  <a:pt x="655766" y="150664"/>
                  <a:pt x="661915" y="143776"/>
                </a:cubicBezTo>
                <a:cubicBezTo>
                  <a:pt x="668065" y="136886"/>
                  <a:pt x="671139" y="127525"/>
                  <a:pt x="671139" y="115693"/>
                </a:cubicBezTo>
                <a:cubicBezTo>
                  <a:pt x="671139" y="104313"/>
                  <a:pt x="668102" y="95347"/>
                  <a:pt x="662028" y="88795"/>
                </a:cubicBezTo>
                <a:cubicBezTo>
                  <a:pt x="655954" y="82242"/>
                  <a:pt x="648305" y="78966"/>
                  <a:pt x="639081" y="78966"/>
                </a:cubicBezTo>
                <a:cubicBezTo>
                  <a:pt x="629932" y="78966"/>
                  <a:pt x="622170" y="82242"/>
                  <a:pt x="615796" y="88795"/>
                </a:cubicBezTo>
                <a:cubicBezTo>
                  <a:pt x="609421" y="95347"/>
                  <a:pt x="606234" y="103939"/>
                  <a:pt x="606234" y="114572"/>
                </a:cubicBezTo>
                <a:close/>
                <a:moveTo>
                  <a:pt x="723298" y="168056"/>
                </a:moveTo>
                <a:lnTo>
                  <a:pt x="723298" y="144884"/>
                </a:lnTo>
                <a:lnTo>
                  <a:pt x="746358" y="144884"/>
                </a:lnTo>
                <a:lnTo>
                  <a:pt x="746358" y="168056"/>
                </a:lnTo>
                <a:lnTo>
                  <a:pt x="723298" y="168056"/>
                </a:lnTo>
                <a:close/>
                <a:moveTo>
                  <a:pt x="852018" y="168056"/>
                </a:moveTo>
                <a:lnTo>
                  <a:pt x="831770" y="168056"/>
                </a:lnTo>
                <a:lnTo>
                  <a:pt x="831770" y="39033"/>
                </a:lnTo>
                <a:cubicBezTo>
                  <a:pt x="826895" y="43683"/>
                  <a:pt x="820502" y="48332"/>
                  <a:pt x="812591" y="52982"/>
                </a:cubicBezTo>
                <a:cubicBezTo>
                  <a:pt x="804679" y="57631"/>
                  <a:pt x="797574" y="61118"/>
                  <a:pt x="791275" y="63443"/>
                </a:cubicBezTo>
                <a:lnTo>
                  <a:pt x="791275" y="43870"/>
                </a:lnTo>
                <a:cubicBezTo>
                  <a:pt x="802598" y="38546"/>
                  <a:pt x="812497" y="32096"/>
                  <a:pt x="820971" y="24522"/>
                </a:cubicBezTo>
                <a:cubicBezTo>
                  <a:pt x="829445" y="16948"/>
                  <a:pt x="835445" y="9599"/>
                  <a:pt x="838969" y="2475"/>
                </a:cubicBezTo>
                <a:lnTo>
                  <a:pt x="852018" y="2475"/>
                </a:lnTo>
                <a:lnTo>
                  <a:pt x="852018" y="168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719DC-18DE-4D6C-9673-BC3CBE10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779" y="261711"/>
            <a:ext cx="1083789" cy="345221"/>
          </a:xfrm>
          <a:custGeom xmlns:a="http://schemas.openxmlformats.org/drawingml/2006/main">
            <a:pathLst>
              <a:path w="1083789" h="345221">
                <a:moveTo>
                  <a:pt x="0" y="345221"/>
                </a:moveTo>
                <a:lnTo>
                  <a:pt x="0" y="0"/>
                </a:ln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C2A1B-88CD-4664-B420-97DBB99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779" y="261710"/>
            <a:ext cx="1083789" cy="345221"/>
          </a:xfrm>
          <a:custGeom xmlns:a="http://schemas.openxmlformats.org/drawingml/2006/main">
            <a:pathLst>
              <a:path w="1083789" h="345221" fill="none">
                <a:moveTo>
                  <a:pt x="0" y="0"/>
                </a:move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81" name="Text C@0.1.8">
            <a:extLst xmlns:a="http://schemas.openxmlformats.org/drawingml/2006/main">
              <a:ext uri="{FF2B5EF4-FFF2-40B4-BE49-F238E27FC236}">
                <a16:creationId xmlns:a16="http://schemas.microsoft.com/office/drawing/2014/main" id="{4E19C0E7-A5AE-4841-A32D-7B7CA85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954" y="349739"/>
            <a:ext cx="890488" cy="216651"/>
          </a:xfrm>
          <a:custGeom xmlns:a="http://schemas.openxmlformats.org/drawingml/2006/main">
            <a:pathLst>
              <a:path w="890488" h="216651">
                <a:moveTo>
                  <a:pt x="123961" y="110125"/>
                </a:moveTo>
                <a:lnTo>
                  <a:pt x="145784" y="115637"/>
                </a:lnTo>
                <a:cubicBezTo>
                  <a:pt x="141209" y="133560"/>
                  <a:pt x="132979" y="147227"/>
                  <a:pt x="121093" y="156639"/>
                </a:cubicBezTo>
                <a:cubicBezTo>
                  <a:pt x="109206" y="166050"/>
                  <a:pt x="94677" y="170756"/>
                  <a:pt x="77504" y="170756"/>
                </a:cubicBezTo>
                <a:cubicBezTo>
                  <a:pt x="59731" y="170756"/>
                  <a:pt x="45276" y="167137"/>
                  <a:pt x="34140" y="159901"/>
                </a:cubicBezTo>
                <a:cubicBezTo>
                  <a:pt x="23004" y="152664"/>
                  <a:pt x="14530" y="142184"/>
                  <a:pt x="8718" y="128460"/>
                </a:cubicBezTo>
                <a:cubicBezTo>
                  <a:pt x="2906" y="114737"/>
                  <a:pt x="0" y="100001"/>
                  <a:pt x="0" y="84253"/>
                </a:cubicBezTo>
                <a:cubicBezTo>
                  <a:pt x="0" y="67080"/>
                  <a:pt x="3281" y="52100"/>
                  <a:pt x="9843" y="39314"/>
                </a:cubicBezTo>
                <a:cubicBezTo>
                  <a:pt x="16404" y="26528"/>
                  <a:pt x="25741" y="16817"/>
                  <a:pt x="37852" y="10180"/>
                </a:cubicBezTo>
                <a:cubicBezTo>
                  <a:pt x="49963" y="3543"/>
                  <a:pt x="63293" y="225"/>
                  <a:pt x="77841" y="225"/>
                </a:cubicBezTo>
                <a:cubicBezTo>
                  <a:pt x="94339" y="225"/>
                  <a:pt x="108213" y="4425"/>
                  <a:pt x="119462" y="12824"/>
                </a:cubicBezTo>
                <a:cubicBezTo>
                  <a:pt x="130710" y="21223"/>
                  <a:pt x="138547" y="33034"/>
                  <a:pt x="142971" y="48257"/>
                </a:cubicBezTo>
                <a:lnTo>
                  <a:pt x="121486" y="53319"/>
                </a:lnTo>
                <a:cubicBezTo>
                  <a:pt x="117662" y="41320"/>
                  <a:pt x="112112" y="32584"/>
                  <a:pt x="104838" y="27109"/>
                </a:cubicBezTo>
                <a:cubicBezTo>
                  <a:pt x="97564" y="21635"/>
                  <a:pt x="88415" y="18898"/>
                  <a:pt x="77391" y="18898"/>
                </a:cubicBezTo>
                <a:cubicBezTo>
                  <a:pt x="64718" y="18898"/>
                  <a:pt x="54125" y="21935"/>
                  <a:pt x="45614" y="28009"/>
                </a:cubicBezTo>
                <a:cubicBezTo>
                  <a:pt x="37102" y="34084"/>
                  <a:pt x="31121" y="42239"/>
                  <a:pt x="27672" y="52475"/>
                </a:cubicBezTo>
                <a:cubicBezTo>
                  <a:pt x="24222" y="62712"/>
                  <a:pt x="22497" y="73267"/>
                  <a:pt x="22497" y="84140"/>
                </a:cubicBezTo>
                <a:cubicBezTo>
                  <a:pt x="22497" y="98164"/>
                  <a:pt x="24541" y="110406"/>
                  <a:pt x="28628" y="120868"/>
                </a:cubicBezTo>
                <a:cubicBezTo>
                  <a:pt x="32715" y="131329"/>
                  <a:pt x="39071" y="139147"/>
                  <a:pt x="47695" y="144321"/>
                </a:cubicBezTo>
                <a:cubicBezTo>
                  <a:pt x="56319" y="149496"/>
                  <a:pt x="65655" y="152083"/>
                  <a:pt x="75704" y="152083"/>
                </a:cubicBezTo>
                <a:cubicBezTo>
                  <a:pt x="87928" y="152083"/>
                  <a:pt x="98276" y="148558"/>
                  <a:pt x="106750" y="141509"/>
                </a:cubicBezTo>
                <a:cubicBezTo>
                  <a:pt x="115224" y="134460"/>
                  <a:pt x="120961" y="123998"/>
                  <a:pt x="123961" y="110125"/>
                </a:cubicBezTo>
                <a:close/>
                <a:moveTo>
                  <a:pt x="285454" y="149780"/>
                </a:moveTo>
                <a:cubicBezTo>
                  <a:pt x="280580" y="155421"/>
                  <a:pt x="275124" y="159952"/>
                  <a:pt x="269087" y="163374"/>
                </a:cubicBezTo>
                <a:cubicBezTo>
                  <a:pt x="263051" y="166795"/>
                  <a:pt x="256995" y="168506"/>
                  <a:pt x="250921" y="168506"/>
                </a:cubicBezTo>
                <a:cubicBezTo>
                  <a:pt x="244246" y="168506"/>
                  <a:pt x="237760" y="166551"/>
                  <a:pt x="231460" y="162643"/>
                </a:cubicBezTo>
                <a:cubicBezTo>
                  <a:pt x="225161" y="158731"/>
                  <a:pt x="220043" y="152716"/>
                  <a:pt x="216106" y="144595"/>
                </a:cubicBezTo>
                <a:cubicBezTo>
                  <a:pt x="212169" y="136473"/>
                  <a:pt x="210200" y="127561"/>
                  <a:pt x="210200" y="117859"/>
                </a:cubicBezTo>
                <a:cubicBezTo>
                  <a:pt x="210200" y="105902"/>
                  <a:pt x="213256" y="93927"/>
                  <a:pt x="219368" y="81933"/>
                </a:cubicBezTo>
                <a:cubicBezTo>
                  <a:pt x="225480" y="69939"/>
                  <a:pt x="233073" y="60934"/>
                  <a:pt x="242147" y="54918"/>
                </a:cubicBezTo>
                <a:cubicBezTo>
                  <a:pt x="251221" y="48903"/>
                  <a:pt x="260032" y="45895"/>
                  <a:pt x="268581" y="45895"/>
                </a:cubicBezTo>
                <a:cubicBezTo>
                  <a:pt x="275105" y="45895"/>
                  <a:pt x="281330" y="47606"/>
                  <a:pt x="287254" y="51027"/>
                </a:cubicBezTo>
                <a:cubicBezTo>
                  <a:pt x="293178" y="54449"/>
                  <a:pt x="298278" y="59656"/>
                  <a:pt x="302552" y="66649"/>
                </a:cubicBezTo>
                <a:lnTo>
                  <a:pt x="306377" y="49269"/>
                </a:lnTo>
                <a:lnTo>
                  <a:pt x="326512" y="49269"/>
                </a:lnTo>
                <a:lnTo>
                  <a:pt x="310314" y="125086"/>
                </a:lnTo>
                <a:cubicBezTo>
                  <a:pt x="308064" y="135632"/>
                  <a:pt x="306939" y="141470"/>
                  <a:pt x="306939" y="142602"/>
                </a:cubicBezTo>
                <a:cubicBezTo>
                  <a:pt x="306939" y="144634"/>
                  <a:pt x="307708" y="146385"/>
                  <a:pt x="309245" y="147854"/>
                </a:cubicBezTo>
                <a:cubicBezTo>
                  <a:pt x="310783" y="149323"/>
                  <a:pt x="312639" y="150058"/>
                  <a:pt x="314813" y="150058"/>
                </a:cubicBezTo>
                <a:cubicBezTo>
                  <a:pt x="318788" y="150058"/>
                  <a:pt x="324000" y="147763"/>
                  <a:pt x="330449" y="143172"/>
                </a:cubicBezTo>
                <a:cubicBezTo>
                  <a:pt x="338998" y="137154"/>
                  <a:pt x="345766" y="129085"/>
                  <a:pt x="350753" y="118966"/>
                </a:cubicBezTo>
                <a:cubicBezTo>
                  <a:pt x="355740" y="108844"/>
                  <a:pt x="358234" y="98403"/>
                  <a:pt x="358234" y="87642"/>
                </a:cubicBezTo>
                <a:cubicBezTo>
                  <a:pt x="358234" y="75076"/>
                  <a:pt x="355028" y="63339"/>
                  <a:pt x="348616" y="52430"/>
                </a:cubicBezTo>
                <a:cubicBezTo>
                  <a:pt x="342204" y="41518"/>
                  <a:pt x="332643" y="32790"/>
                  <a:pt x="319932" y="26245"/>
                </a:cubicBezTo>
                <a:cubicBezTo>
                  <a:pt x="307221" y="19697"/>
                  <a:pt x="293178" y="16423"/>
                  <a:pt x="277805" y="16423"/>
                </a:cubicBezTo>
                <a:cubicBezTo>
                  <a:pt x="260257" y="16423"/>
                  <a:pt x="244228" y="20535"/>
                  <a:pt x="229717" y="28758"/>
                </a:cubicBezTo>
                <a:cubicBezTo>
                  <a:pt x="215206" y="36979"/>
                  <a:pt x="203957" y="48767"/>
                  <a:pt x="195971" y="64121"/>
                </a:cubicBezTo>
                <a:cubicBezTo>
                  <a:pt x="187984" y="79476"/>
                  <a:pt x="183991" y="95938"/>
                  <a:pt x="183991" y="113507"/>
                </a:cubicBezTo>
                <a:cubicBezTo>
                  <a:pt x="183991" y="131901"/>
                  <a:pt x="187984" y="147743"/>
                  <a:pt x="195971" y="161033"/>
                </a:cubicBezTo>
                <a:cubicBezTo>
                  <a:pt x="203957" y="174322"/>
                  <a:pt x="215506" y="184139"/>
                  <a:pt x="230617" y="190483"/>
                </a:cubicBezTo>
                <a:cubicBezTo>
                  <a:pt x="245727" y="196829"/>
                  <a:pt x="262469" y="200002"/>
                  <a:pt x="280842" y="200002"/>
                </a:cubicBezTo>
                <a:cubicBezTo>
                  <a:pt x="300490" y="200002"/>
                  <a:pt x="316951" y="196703"/>
                  <a:pt x="330224" y="190104"/>
                </a:cubicBezTo>
                <a:cubicBezTo>
                  <a:pt x="343498" y="183504"/>
                  <a:pt x="353434" y="175480"/>
                  <a:pt x="360033" y="166031"/>
                </a:cubicBezTo>
                <a:lnTo>
                  <a:pt x="380394" y="166031"/>
                </a:lnTo>
                <a:cubicBezTo>
                  <a:pt x="376569" y="173905"/>
                  <a:pt x="370007" y="181929"/>
                  <a:pt x="360708" y="190104"/>
                </a:cubicBezTo>
                <a:cubicBezTo>
                  <a:pt x="351409" y="198278"/>
                  <a:pt x="340348" y="204746"/>
                  <a:pt x="327524" y="209508"/>
                </a:cubicBezTo>
                <a:cubicBezTo>
                  <a:pt x="314701" y="214270"/>
                  <a:pt x="299253" y="216651"/>
                  <a:pt x="281180" y="216651"/>
                </a:cubicBezTo>
                <a:cubicBezTo>
                  <a:pt x="264532" y="216651"/>
                  <a:pt x="249177" y="214511"/>
                  <a:pt x="235116" y="210232"/>
                </a:cubicBezTo>
                <a:cubicBezTo>
                  <a:pt x="221055" y="205953"/>
                  <a:pt x="209075" y="199515"/>
                  <a:pt x="199177" y="190919"/>
                </a:cubicBezTo>
                <a:cubicBezTo>
                  <a:pt x="189278" y="182325"/>
                  <a:pt x="181816" y="172436"/>
                  <a:pt x="176792" y="161251"/>
                </a:cubicBezTo>
                <a:cubicBezTo>
                  <a:pt x="170492" y="147061"/>
                  <a:pt x="167343" y="131746"/>
                  <a:pt x="167343" y="115307"/>
                </a:cubicBezTo>
                <a:cubicBezTo>
                  <a:pt x="167343" y="96990"/>
                  <a:pt x="171092" y="79537"/>
                  <a:pt x="178591" y="62947"/>
                </a:cubicBezTo>
                <a:cubicBezTo>
                  <a:pt x="187740" y="42603"/>
                  <a:pt x="200733" y="27026"/>
                  <a:pt x="217568" y="16216"/>
                </a:cubicBezTo>
                <a:cubicBezTo>
                  <a:pt x="234404" y="5405"/>
                  <a:pt x="254820" y="0"/>
                  <a:pt x="278818" y="0"/>
                </a:cubicBezTo>
                <a:cubicBezTo>
                  <a:pt x="297415" y="0"/>
                  <a:pt x="314120" y="3819"/>
                  <a:pt x="328931" y="11456"/>
                </a:cubicBezTo>
                <a:cubicBezTo>
                  <a:pt x="343741" y="19094"/>
                  <a:pt x="355421" y="30474"/>
                  <a:pt x="363970" y="45596"/>
                </a:cubicBezTo>
                <a:cubicBezTo>
                  <a:pt x="371245" y="58614"/>
                  <a:pt x="374882" y="72759"/>
                  <a:pt x="374882" y="88032"/>
                </a:cubicBezTo>
                <a:cubicBezTo>
                  <a:pt x="374882" y="109852"/>
                  <a:pt x="367233" y="129227"/>
                  <a:pt x="351934" y="146156"/>
                </a:cubicBezTo>
                <a:cubicBezTo>
                  <a:pt x="338286" y="161356"/>
                  <a:pt x="323362" y="168956"/>
                  <a:pt x="307164" y="168956"/>
                </a:cubicBezTo>
                <a:cubicBezTo>
                  <a:pt x="301990" y="168956"/>
                  <a:pt x="297809" y="168152"/>
                  <a:pt x="294622" y="166544"/>
                </a:cubicBezTo>
                <a:cubicBezTo>
                  <a:pt x="291435" y="164937"/>
                  <a:pt x="289091" y="162640"/>
                  <a:pt x="287592" y="159655"/>
                </a:cubicBezTo>
                <a:cubicBezTo>
                  <a:pt x="286617" y="157742"/>
                  <a:pt x="285904" y="154451"/>
                  <a:pt x="285454" y="149780"/>
                </a:cubicBezTo>
                <a:moveTo>
                  <a:pt x="231010" y="119268"/>
                </a:moveTo>
                <a:cubicBezTo>
                  <a:pt x="231010" y="129568"/>
                  <a:pt x="233448" y="137574"/>
                  <a:pt x="238322" y="143288"/>
                </a:cubicBezTo>
                <a:cubicBezTo>
                  <a:pt x="243197" y="149001"/>
                  <a:pt x="248783" y="151858"/>
                  <a:pt x="255083" y="151858"/>
                </a:cubicBezTo>
                <a:cubicBezTo>
                  <a:pt x="259282" y="151858"/>
                  <a:pt x="263707" y="150599"/>
                  <a:pt x="268356" y="148082"/>
                </a:cubicBezTo>
                <a:cubicBezTo>
                  <a:pt x="273006" y="145563"/>
                  <a:pt x="277449" y="141823"/>
                  <a:pt x="281686" y="136862"/>
                </a:cubicBezTo>
                <a:cubicBezTo>
                  <a:pt x="285923" y="131898"/>
                  <a:pt x="289391" y="125601"/>
                  <a:pt x="292091" y="117971"/>
                </a:cubicBezTo>
                <a:cubicBezTo>
                  <a:pt x="294791" y="110338"/>
                  <a:pt x="296141" y="102688"/>
                  <a:pt x="296141" y="95020"/>
                </a:cubicBezTo>
                <a:cubicBezTo>
                  <a:pt x="296141" y="84795"/>
                  <a:pt x="293610" y="76864"/>
                  <a:pt x="288548" y="71226"/>
                </a:cubicBezTo>
                <a:cubicBezTo>
                  <a:pt x="283486" y="65587"/>
                  <a:pt x="277318" y="62768"/>
                  <a:pt x="270043" y="62768"/>
                </a:cubicBezTo>
                <a:cubicBezTo>
                  <a:pt x="265244" y="62768"/>
                  <a:pt x="260726" y="63990"/>
                  <a:pt x="256489" y="66434"/>
                </a:cubicBezTo>
                <a:cubicBezTo>
                  <a:pt x="252252" y="68876"/>
                  <a:pt x="248146" y="72804"/>
                  <a:pt x="244171" y="78217"/>
                </a:cubicBezTo>
                <a:cubicBezTo>
                  <a:pt x="240197" y="83631"/>
                  <a:pt x="237010" y="90210"/>
                  <a:pt x="234610" y="97955"/>
                </a:cubicBezTo>
                <a:cubicBezTo>
                  <a:pt x="232210" y="105698"/>
                  <a:pt x="231010" y="112802"/>
                  <a:pt x="231010" y="119268"/>
                </a:cubicBezTo>
                <a:close/>
                <a:moveTo>
                  <a:pt x="398247" y="86671"/>
                </a:moveTo>
                <a:cubicBezTo>
                  <a:pt x="398247" y="67188"/>
                  <a:pt x="400253" y="51506"/>
                  <a:pt x="404266" y="39627"/>
                </a:cubicBezTo>
                <a:cubicBezTo>
                  <a:pt x="408278" y="27748"/>
                  <a:pt x="414239" y="18586"/>
                  <a:pt x="422151" y="12142"/>
                </a:cubicBezTo>
                <a:cubicBezTo>
                  <a:pt x="430063" y="5697"/>
                  <a:pt x="440018" y="2475"/>
                  <a:pt x="452016" y="2475"/>
                </a:cubicBezTo>
                <a:cubicBezTo>
                  <a:pt x="460865" y="2475"/>
                  <a:pt x="468627" y="4255"/>
                  <a:pt x="475301" y="7814"/>
                </a:cubicBezTo>
                <a:cubicBezTo>
                  <a:pt x="481975" y="11374"/>
                  <a:pt x="487487" y="16508"/>
                  <a:pt x="491837" y="23215"/>
                </a:cubicBezTo>
                <a:cubicBezTo>
                  <a:pt x="496186" y="29922"/>
                  <a:pt x="499598" y="38091"/>
                  <a:pt x="502073" y="47723"/>
                </a:cubicBezTo>
                <a:cubicBezTo>
                  <a:pt x="504548" y="57352"/>
                  <a:pt x="505785" y="70335"/>
                  <a:pt x="505785" y="86671"/>
                </a:cubicBezTo>
                <a:cubicBezTo>
                  <a:pt x="505785" y="106005"/>
                  <a:pt x="503798" y="121612"/>
                  <a:pt x="499823" y="133491"/>
                </a:cubicBezTo>
                <a:cubicBezTo>
                  <a:pt x="495849" y="145370"/>
                  <a:pt x="489906" y="154551"/>
                  <a:pt x="481994" y="161033"/>
                </a:cubicBezTo>
                <a:cubicBezTo>
                  <a:pt x="474083" y="167515"/>
                  <a:pt x="464090" y="170756"/>
                  <a:pt x="452016" y="170756"/>
                </a:cubicBezTo>
                <a:cubicBezTo>
                  <a:pt x="436118" y="170756"/>
                  <a:pt x="423632" y="165060"/>
                  <a:pt x="414558" y="153668"/>
                </a:cubicBezTo>
                <a:cubicBezTo>
                  <a:pt x="403684" y="139954"/>
                  <a:pt x="398247" y="117622"/>
                  <a:pt x="398247" y="86671"/>
                </a:cubicBezTo>
                <a:moveTo>
                  <a:pt x="419058" y="86728"/>
                </a:moveTo>
                <a:cubicBezTo>
                  <a:pt x="419058" y="113755"/>
                  <a:pt x="422226" y="131743"/>
                  <a:pt x="428563" y="140690"/>
                </a:cubicBezTo>
                <a:cubicBezTo>
                  <a:pt x="434900" y="149635"/>
                  <a:pt x="442717" y="154108"/>
                  <a:pt x="452016" y="154108"/>
                </a:cubicBezTo>
                <a:cubicBezTo>
                  <a:pt x="461315" y="154108"/>
                  <a:pt x="469133" y="149616"/>
                  <a:pt x="475470" y="140634"/>
                </a:cubicBezTo>
                <a:cubicBezTo>
                  <a:pt x="481807" y="131649"/>
                  <a:pt x="484975" y="113680"/>
                  <a:pt x="484975" y="86728"/>
                </a:cubicBezTo>
                <a:cubicBezTo>
                  <a:pt x="484975" y="59625"/>
                  <a:pt x="481807" y="41620"/>
                  <a:pt x="475470" y="32713"/>
                </a:cubicBezTo>
                <a:cubicBezTo>
                  <a:pt x="469133" y="23803"/>
                  <a:pt x="461240" y="19348"/>
                  <a:pt x="451791" y="19348"/>
                </a:cubicBezTo>
                <a:cubicBezTo>
                  <a:pt x="442492" y="19348"/>
                  <a:pt x="435068" y="23278"/>
                  <a:pt x="429519" y="31138"/>
                </a:cubicBezTo>
                <a:cubicBezTo>
                  <a:pt x="422545" y="41170"/>
                  <a:pt x="419058" y="59700"/>
                  <a:pt x="419058" y="86728"/>
                </a:cubicBezTo>
                <a:close/>
                <a:moveTo>
                  <a:pt x="537696" y="168056"/>
                </a:moveTo>
                <a:lnTo>
                  <a:pt x="537696" y="144884"/>
                </a:lnTo>
                <a:lnTo>
                  <a:pt x="560756" y="144884"/>
                </a:lnTo>
                <a:lnTo>
                  <a:pt x="560756" y="168056"/>
                </a:lnTo>
                <a:lnTo>
                  <a:pt x="537696" y="168056"/>
                </a:lnTo>
                <a:close/>
                <a:moveTo>
                  <a:pt x="666415" y="168056"/>
                </a:moveTo>
                <a:lnTo>
                  <a:pt x="646167" y="168056"/>
                </a:lnTo>
                <a:lnTo>
                  <a:pt x="646167" y="39033"/>
                </a:lnTo>
                <a:cubicBezTo>
                  <a:pt x="641293" y="43683"/>
                  <a:pt x="634900" y="48332"/>
                  <a:pt x="626988" y="52982"/>
                </a:cubicBezTo>
                <a:cubicBezTo>
                  <a:pt x="619077" y="57631"/>
                  <a:pt x="611971" y="61118"/>
                  <a:pt x="605672" y="63443"/>
                </a:cubicBezTo>
                <a:lnTo>
                  <a:pt x="605672" y="43870"/>
                </a:lnTo>
                <a:cubicBezTo>
                  <a:pt x="616996" y="38546"/>
                  <a:pt x="626894" y="32096"/>
                  <a:pt x="635368" y="24522"/>
                </a:cubicBezTo>
                <a:cubicBezTo>
                  <a:pt x="643842" y="16948"/>
                  <a:pt x="649842" y="9599"/>
                  <a:pt x="653366" y="2475"/>
                </a:cubicBezTo>
                <a:lnTo>
                  <a:pt x="666415" y="2475"/>
                </a:lnTo>
                <a:lnTo>
                  <a:pt x="666415" y="168056"/>
                </a:lnTo>
                <a:close/>
                <a:moveTo>
                  <a:pt x="729597" y="168056"/>
                </a:moveTo>
                <a:lnTo>
                  <a:pt x="729597" y="144884"/>
                </a:lnTo>
                <a:lnTo>
                  <a:pt x="752657" y="144884"/>
                </a:lnTo>
                <a:lnTo>
                  <a:pt x="752657" y="168056"/>
                </a:lnTo>
                <a:lnTo>
                  <a:pt x="729597" y="168056"/>
                </a:lnTo>
                <a:close/>
                <a:moveTo>
                  <a:pt x="813210" y="78456"/>
                </a:moveTo>
                <a:cubicBezTo>
                  <a:pt x="804810" y="75389"/>
                  <a:pt x="798586" y="71012"/>
                  <a:pt x="794537" y="65327"/>
                </a:cubicBezTo>
                <a:cubicBezTo>
                  <a:pt x="790487" y="59639"/>
                  <a:pt x="788462" y="52830"/>
                  <a:pt x="788462" y="44900"/>
                </a:cubicBezTo>
                <a:cubicBezTo>
                  <a:pt x="788462" y="32927"/>
                  <a:pt x="792774" y="22863"/>
                  <a:pt x="801398" y="14708"/>
                </a:cubicBezTo>
                <a:cubicBezTo>
                  <a:pt x="810022" y="6552"/>
                  <a:pt x="821496" y="2475"/>
                  <a:pt x="835819" y="2475"/>
                </a:cubicBezTo>
                <a:cubicBezTo>
                  <a:pt x="850218" y="2475"/>
                  <a:pt x="861804" y="6646"/>
                  <a:pt x="870578" y="14989"/>
                </a:cubicBezTo>
                <a:cubicBezTo>
                  <a:pt x="879352" y="23332"/>
                  <a:pt x="883739" y="33488"/>
                  <a:pt x="883739" y="45459"/>
                </a:cubicBezTo>
                <a:cubicBezTo>
                  <a:pt x="883739" y="53092"/>
                  <a:pt x="881733" y="59733"/>
                  <a:pt x="877721" y="65383"/>
                </a:cubicBezTo>
                <a:cubicBezTo>
                  <a:pt x="873709" y="71031"/>
                  <a:pt x="867616" y="75389"/>
                  <a:pt x="859442" y="78456"/>
                </a:cubicBezTo>
                <a:cubicBezTo>
                  <a:pt x="869566" y="81758"/>
                  <a:pt x="877271" y="87086"/>
                  <a:pt x="882558" y="94440"/>
                </a:cubicBezTo>
                <a:cubicBezTo>
                  <a:pt x="887845" y="101794"/>
                  <a:pt x="890488" y="110574"/>
                  <a:pt x="890488" y="120780"/>
                </a:cubicBezTo>
                <a:cubicBezTo>
                  <a:pt x="890488" y="134887"/>
                  <a:pt x="885501" y="146744"/>
                  <a:pt x="875527" y="156350"/>
                </a:cubicBezTo>
                <a:cubicBezTo>
                  <a:pt x="865554" y="165954"/>
                  <a:pt x="852430" y="170756"/>
                  <a:pt x="836157" y="170756"/>
                </a:cubicBezTo>
                <a:cubicBezTo>
                  <a:pt x="819884" y="170756"/>
                  <a:pt x="806760" y="165935"/>
                  <a:pt x="796786" y="156294"/>
                </a:cubicBezTo>
                <a:cubicBezTo>
                  <a:pt x="786813" y="146651"/>
                  <a:pt x="781826" y="134625"/>
                  <a:pt x="781826" y="120217"/>
                </a:cubicBezTo>
                <a:cubicBezTo>
                  <a:pt x="781826" y="109486"/>
                  <a:pt x="784544" y="100500"/>
                  <a:pt x="789981" y="93259"/>
                </a:cubicBezTo>
                <a:cubicBezTo>
                  <a:pt x="795418" y="86018"/>
                  <a:pt x="803161" y="81083"/>
                  <a:pt x="813210" y="78456"/>
                </a:cubicBezTo>
                <a:moveTo>
                  <a:pt x="809160" y="44211"/>
                </a:moveTo>
                <a:cubicBezTo>
                  <a:pt x="809160" y="51975"/>
                  <a:pt x="811672" y="58321"/>
                  <a:pt x="816697" y="63249"/>
                </a:cubicBezTo>
                <a:cubicBezTo>
                  <a:pt x="821721" y="68178"/>
                  <a:pt x="828245" y="70642"/>
                  <a:pt x="836269" y="70642"/>
                </a:cubicBezTo>
                <a:cubicBezTo>
                  <a:pt x="844069" y="70642"/>
                  <a:pt x="850462" y="68197"/>
                  <a:pt x="855449" y="63306"/>
                </a:cubicBezTo>
                <a:cubicBezTo>
                  <a:pt x="860435" y="58415"/>
                  <a:pt x="862929" y="52423"/>
                  <a:pt x="862929" y="45329"/>
                </a:cubicBezTo>
                <a:cubicBezTo>
                  <a:pt x="862929" y="37938"/>
                  <a:pt x="860360" y="31723"/>
                  <a:pt x="855224" y="26684"/>
                </a:cubicBezTo>
                <a:cubicBezTo>
                  <a:pt x="850087" y="21643"/>
                  <a:pt x="843694" y="19123"/>
                  <a:pt x="836044" y="19123"/>
                </a:cubicBezTo>
                <a:cubicBezTo>
                  <a:pt x="828320" y="19123"/>
                  <a:pt x="821909" y="21587"/>
                  <a:pt x="816809" y="26515"/>
                </a:cubicBezTo>
                <a:cubicBezTo>
                  <a:pt x="811710" y="31444"/>
                  <a:pt x="809160" y="37342"/>
                  <a:pt x="809160" y="44211"/>
                </a:cubicBezTo>
                <a:moveTo>
                  <a:pt x="802636" y="120361"/>
                </a:moveTo>
                <a:cubicBezTo>
                  <a:pt x="802636" y="126136"/>
                  <a:pt x="804004" y="131723"/>
                  <a:pt x="806742" y="137122"/>
                </a:cubicBezTo>
                <a:cubicBezTo>
                  <a:pt x="809479" y="142521"/>
                  <a:pt x="813547" y="146702"/>
                  <a:pt x="818946" y="149664"/>
                </a:cubicBezTo>
                <a:cubicBezTo>
                  <a:pt x="824346" y="152627"/>
                  <a:pt x="830158" y="154108"/>
                  <a:pt x="836382" y="154108"/>
                </a:cubicBezTo>
                <a:cubicBezTo>
                  <a:pt x="846056" y="154108"/>
                  <a:pt x="854042" y="150995"/>
                  <a:pt x="860342" y="144771"/>
                </a:cubicBezTo>
                <a:cubicBezTo>
                  <a:pt x="866641" y="138547"/>
                  <a:pt x="869791" y="130635"/>
                  <a:pt x="869791" y="121036"/>
                </a:cubicBezTo>
                <a:cubicBezTo>
                  <a:pt x="869791" y="111287"/>
                  <a:pt x="866547" y="103226"/>
                  <a:pt x="860060" y="96852"/>
                </a:cubicBezTo>
                <a:cubicBezTo>
                  <a:pt x="853574" y="90477"/>
                  <a:pt x="845456" y="87290"/>
                  <a:pt x="835707" y="87290"/>
                </a:cubicBezTo>
                <a:cubicBezTo>
                  <a:pt x="826183" y="87290"/>
                  <a:pt x="818290" y="90440"/>
                  <a:pt x="812028" y="96739"/>
                </a:cubicBezTo>
                <a:cubicBezTo>
                  <a:pt x="805767" y="103038"/>
                  <a:pt x="802636" y="110912"/>
                  <a:pt x="802636" y="1203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D84DC-E8FC-411D-852E-38EE692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056" y="434378"/>
            <a:ext cx="1079708" cy="247096"/>
          </a:xfrm>
          <a:custGeom xmlns:a="http://schemas.openxmlformats.org/drawingml/2006/main">
            <a:pathLst>
              <a:path w="1079708" h="247096">
                <a:moveTo>
                  <a:pt x="0" y="247096"/>
                </a:moveTo>
                <a:lnTo>
                  <a:pt x="231533" y="247096"/>
                </a:lnTo>
                <a:lnTo>
                  <a:pt x="231533" y="0"/>
                </a:lnTo>
                <a:lnTo>
                  <a:pt x="107970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83DBF-5D48-44A1-AB06-0F9509E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057" y="434377"/>
            <a:ext cx="982519" cy="247096"/>
          </a:xfrm>
          <a:custGeom xmlns:a="http://schemas.openxmlformats.org/drawingml/2006/main">
            <a:pathLst>
              <a:path w="982519" h="247096" fill="none">
                <a:moveTo>
                  <a:pt x="0" y="247096"/>
                </a:moveTo>
                <a:lnTo>
                  <a:pt x="231533" y="247096"/>
                </a:lnTo>
                <a:lnTo>
                  <a:pt x="231533" y="0"/>
                </a:lnTo>
                <a:lnTo>
                  <a:pt x="982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C9482-6436-4E6B-B32A-DBA897F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5" y="407622"/>
            <a:ext cx="73508" cy="53510"/>
          </a:xfrm>
          <a:custGeom xmlns:a="http://schemas.openxmlformats.org/drawingml/2006/main">
            <a:pathLst>
              <a:path w="73508" h="53510">
                <a:moveTo>
                  <a:pt x="0" y="53510"/>
                </a:moveTo>
                <a:lnTo>
                  <a:pt x="0" y="0"/>
                </a:lnTo>
                <a:lnTo>
                  <a:pt x="73508" y="26755"/>
                </a:lnTo>
                <a:lnTo>
                  <a:pt x="0" y="5351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83938-A535-4572-A846-1E44743C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5" y="407622"/>
            <a:ext cx="73508" cy="53510"/>
          </a:xfrm>
          <a:custGeom xmlns:a="http://schemas.openxmlformats.org/drawingml/2006/main">
            <a:pathLst>
              <a:path w="73508" h="53510" fill="none">
                <a:moveTo>
                  <a:pt x="0" y="53510"/>
                </a:moveTo>
                <a:lnTo>
                  <a:pt x="73508" y="26755"/>
                </a:lnTo>
                <a:lnTo>
                  <a:pt x="0" y="0"/>
                </a:lnTo>
                <a:lnTo>
                  <a:pt x="0" y="53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ED2A1-2C6B-4110-9CC7-B2EAABD3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056" y="681474"/>
            <a:ext cx="1079708" cy="247096"/>
          </a:xfrm>
          <a:custGeom xmlns:a="http://schemas.openxmlformats.org/drawingml/2006/main">
            <a:pathLst>
              <a:path w="1079708" h="247096">
                <a:moveTo>
                  <a:pt x="1079708" y="247096"/>
                </a:moveTo>
                <a:lnTo>
                  <a:pt x="231533" y="247096"/>
                </a:lnTo>
                <a:lnTo>
                  <a:pt x="23153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ECCAB-86EF-4F31-914C-1DD25A9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057" y="681474"/>
            <a:ext cx="982519" cy="247096"/>
          </a:xfrm>
          <a:custGeom xmlns:a="http://schemas.openxmlformats.org/drawingml/2006/main">
            <a:pathLst>
              <a:path w="982519" h="247096" fill="none">
                <a:moveTo>
                  <a:pt x="0" y="0"/>
                </a:moveTo>
                <a:lnTo>
                  <a:pt x="231533" y="0"/>
                </a:lnTo>
                <a:lnTo>
                  <a:pt x="231533" y="247096"/>
                </a:lnTo>
                <a:lnTo>
                  <a:pt x="982519" y="247096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DAB43-A4A1-41AF-9F16-F76A15B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5" y="901815"/>
            <a:ext cx="73508" cy="53510"/>
          </a:xfrm>
          <a:custGeom xmlns:a="http://schemas.openxmlformats.org/drawingml/2006/main">
            <a:pathLst>
              <a:path w="73508" h="53510">
                <a:moveTo>
                  <a:pt x="0" y="53510"/>
                </a:moveTo>
                <a:lnTo>
                  <a:pt x="0" y="0"/>
                </a:lnTo>
                <a:lnTo>
                  <a:pt x="73508" y="26755"/>
                </a:lnTo>
                <a:lnTo>
                  <a:pt x="0" y="5351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30B62-0E09-4AFC-AF79-26D84EBA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5" y="901815"/>
            <a:ext cx="73508" cy="53510"/>
          </a:xfrm>
          <a:custGeom xmlns:a="http://schemas.openxmlformats.org/drawingml/2006/main">
            <a:pathLst>
              <a:path w="73508" h="53510" fill="none">
                <a:moveTo>
                  <a:pt x="0" y="53510"/>
                </a:moveTo>
                <a:lnTo>
                  <a:pt x="73508" y="26755"/>
                </a:lnTo>
                <a:lnTo>
                  <a:pt x="0" y="0"/>
                </a:lnTo>
                <a:lnTo>
                  <a:pt x="0" y="53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D2CF5-4421-481C-B1DC-E0444288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966" y="102591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^0.1.0">
            <a:extLst xmlns:a="http://schemas.openxmlformats.org/drawingml/2006/main">
              <a:ext uri="{FF2B5EF4-FFF2-40B4-BE49-F238E27FC236}">
                <a16:creationId xmlns:a16="http://schemas.microsoft.com/office/drawing/2014/main" id="{ABA6EB6B-479D-4487-9881-7C61FB64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635" y="204514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11533" y="86446"/>
                </a:moveTo>
                <a:cubicBezTo>
                  <a:pt x="111533" y="66963"/>
                  <a:pt x="113539" y="51281"/>
                  <a:pt x="117551" y="39402"/>
                </a:cubicBezTo>
                <a:cubicBezTo>
                  <a:pt x="121563" y="27523"/>
                  <a:pt x="127525" y="18361"/>
                  <a:pt x="135437" y="11917"/>
                </a:cubicBezTo>
                <a:cubicBezTo>
                  <a:pt x="143348" y="5472"/>
                  <a:pt x="153303" y="2250"/>
                  <a:pt x="165302" y="2250"/>
                </a:cubicBezTo>
                <a:cubicBezTo>
                  <a:pt x="174151" y="2250"/>
                  <a:pt x="181913" y="4030"/>
                  <a:pt x="188587" y="7589"/>
                </a:cubicBezTo>
                <a:cubicBezTo>
                  <a:pt x="195261" y="11149"/>
                  <a:pt x="200773" y="16283"/>
                  <a:pt x="205123" y="22990"/>
                </a:cubicBezTo>
                <a:cubicBezTo>
                  <a:pt x="209472" y="29697"/>
                  <a:pt x="212884" y="37866"/>
                  <a:pt x="215359" y="47498"/>
                </a:cubicBezTo>
                <a:cubicBezTo>
                  <a:pt x="217834" y="57127"/>
                  <a:pt x="219071" y="70110"/>
                  <a:pt x="219071" y="86446"/>
                </a:cubicBezTo>
                <a:cubicBezTo>
                  <a:pt x="219071" y="105780"/>
                  <a:pt x="217084" y="121387"/>
                  <a:pt x="213109" y="133266"/>
                </a:cubicBezTo>
                <a:cubicBezTo>
                  <a:pt x="209135" y="145145"/>
                  <a:pt x="203192" y="154326"/>
                  <a:pt x="195280" y="160808"/>
                </a:cubicBezTo>
                <a:cubicBezTo>
                  <a:pt x="187368" y="167290"/>
                  <a:pt x="177376" y="170531"/>
                  <a:pt x="165302" y="170531"/>
                </a:cubicBezTo>
                <a:cubicBezTo>
                  <a:pt x="149404" y="170531"/>
                  <a:pt x="136918" y="164835"/>
                  <a:pt x="127844" y="153443"/>
                </a:cubicBezTo>
                <a:cubicBezTo>
                  <a:pt x="116970" y="139729"/>
                  <a:pt x="111533" y="117397"/>
                  <a:pt x="111533" y="86446"/>
                </a:cubicBezTo>
                <a:moveTo>
                  <a:pt x="132343" y="86503"/>
                </a:moveTo>
                <a:cubicBezTo>
                  <a:pt x="132343" y="113530"/>
                  <a:pt x="135512" y="131518"/>
                  <a:pt x="141849" y="140465"/>
                </a:cubicBezTo>
                <a:cubicBezTo>
                  <a:pt x="148185" y="149410"/>
                  <a:pt x="156003" y="153883"/>
                  <a:pt x="165302" y="153883"/>
                </a:cubicBezTo>
                <a:cubicBezTo>
                  <a:pt x="174601" y="153883"/>
                  <a:pt x="182419" y="149391"/>
                  <a:pt x="188756" y="140409"/>
                </a:cubicBezTo>
                <a:cubicBezTo>
                  <a:pt x="195092" y="131424"/>
                  <a:pt x="198261" y="113455"/>
                  <a:pt x="198261" y="86503"/>
                </a:cubicBezTo>
                <a:cubicBezTo>
                  <a:pt x="198261" y="59400"/>
                  <a:pt x="195092" y="41395"/>
                  <a:pt x="188756" y="32488"/>
                </a:cubicBezTo>
                <a:cubicBezTo>
                  <a:pt x="182419" y="23578"/>
                  <a:pt x="174526" y="19123"/>
                  <a:pt x="165077" y="19123"/>
                </a:cubicBezTo>
                <a:cubicBezTo>
                  <a:pt x="155778" y="19123"/>
                  <a:pt x="148354" y="23053"/>
                  <a:pt x="142805" y="30913"/>
                </a:cubicBezTo>
                <a:cubicBezTo>
                  <a:pt x="135830" y="40945"/>
                  <a:pt x="132343" y="59475"/>
                  <a:pt x="132343" y="86503"/>
                </a:cubicBez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79701" y="167831"/>
                </a:moveTo>
                <a:lnTo>
                  <a:pt x="359453" y="167831"/>
                </a:lnTo>
                <a:lnTo>
                  <a:pt x="359453" y="38808"/>
                </a:lnTo>
                <a:cubicBezTo>
                  <a:pt x="354579" y="43458"/>
                  <a:pt x="348186" y="48107"/>
                  <a:pt x="340274" y="52757"/>
                </a:cubicBezTo>
                <a:cubicBezTo>
                  <a:pt x="332362" y="57406"/>
                  <a:pt x="325257" y="60893"/>
                  <a:pt x="318958" y="63218"/>
                </a:cubicBezTo>
                <a:lnTo>
                  <a:pt x="318958" y="43645"/>
                </a:lnTo>
                <a:cubicBezTo>
                  <a:pt x="330281" y="38321"/>
                  <a:pt x="340180" y="31871"/>
                  <a:pt x="348654" y="24297"/>
                </a:cubicBezTo>
                <a:cubicBezTo>
                  <a:pt x="357128" y="16723"/>
                  <a:pt x="363128" y="9374"/>
                  <a:pt x="366652" y="2250"/>
                </a:cubicBezTo>
                <a:lnTo>
                  <a:pt x="379701" y="2250"/>
                </a:lnTo>
                <a:lnTo>
                  <a:pt x="379701" y="167831"/>
                </a:ln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40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6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2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7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9" y="170531"/>
                  <a:pt x="549105" y="170531"/>
                </a:cubicBezTo>
                <a:cubicBezTo>
                  <a:pt x="533207" y="170531"/>
                  <a:pt x="520721" y="164835"/>
                  <a:pt x="511647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5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2" y="149391"/>
                  <a:pt x="572559" y="140409"/>
                </a:cubicBezTo>
                <a:cubicBezTo>
                  <a:pt x="578895" y="131424"/>
                  <a:pt x="582064" y="113455"/>
                  <a:pt x="582064" y="86503"/>
                </a:cubicBezTo>
                <a:cubicBezTo>
                  <a:pt x="582064" y="59400"/>
                  <a:pt x="578895" y="41395"/>
                  <a:pt x="572559" y="32488"/>
                </a:cubicBezTo>
                <a:cubicBezTo>
                  <a:pt x="566222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72D71-D9DF-4294-9C21-678D2A76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663" y="604784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^2.6.0">
            <a:extLst xmlns:a="http://schemas.openxmlformats.org/drawingml/2006/main">
              <a:ext uri="{FF2B5EF4-FFF2-40B4-BE49-F238E27FC236}">
                <a16:creationId xmlns:a16="http://schemas.microsoft.com/office/drawing/2014/main" id="{A225952F-EAB9-4D3A-9D56-7876826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33" y="706707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217946" y="148258"/>
                </a:moveTo>
                <a:lnTo>
                  <a:pt x="217946" y="167831"/>
                </a:lnTo>
                <a:lnTo>
                  <a:pt x="108946" y="167831"/>
                </a:lnTo>
                <a:cubicBezTo>
                  <a:pt x="108796" y="162952"/>
                  <a:pt x="109583" y="158259"/>
                  <a:pt x="111308" y="153753"/>
                </a:cubicBezTo>
                <a:cubicBezTo>
                  <a:pt x="114083" y="146321"/>
                  <a:pt x="118526" y="139003"/>
                  <a:pt x="124638" y="131796"/>
                </a:cubicBezTo>
                <a:cubicBezTo>
                  <a:pt x="130749" y="124588"/>
                  <a:pt x="139580" y="116256"/>
                  <a:pt x="151128" y="106800"/>
                </a:cubicBezTo>
                <a:cubicBezTo>
                  <a:pt x="169051" y="92090"/>
                  <a:pt x="181163" y="80454"/>
                  <a:pt x="187462" y="71893"/>
                </a:cubicBezTo>
                <a:cubicBezTo>
                  <a:pt x="193761" y="63333"/>
                  <a:pt x="196911" y="55238"/>
                  <a:pt x="196911" y="47610"/>
                </a:cubicBezTo>
                <a:cubicBezTo>
                  <a:pt x="196911" y="39610"/>
                  <a:pt x="194042" y="32862"/>
                  <a:pt x="188305" y="27366"/>
                </a:cubicBezTo>
                <a:cubicBezTo>
                  <a:pt x="182569" y="21871"/>
                  <a:pt x="175088" y="19123"/>
                  <a:pt x="165864" y="19123"/>
                </a:cubicBezTo>
                <a:cubicBezTo>
                  <a:pt x="156115" y="19123"/>
                  <a:pt x="148316" y="22048"/>
                  <a:pt x="142467" y="27897"/>
                </a:cubicBezTo>
                <a:cubicBezTo>
                  <a:pt x="136618" y="33746"/>
                  <a:pt x="133655" y="41845"/>
                  <a:pt x="133580" y="52194"/>
                </a:cubicBezTo>
                <a:lnTo>
                  <a:pt x="112770" y="49944"/>
                </a:lnTo>
                <a:cubicBezTo>
                  <a:pt x="114195" y="34421"/>
                  <a:pt x="119557" y="22591"/>
                  <a:pt x="128856" y="14455"/>
                </a:cubicBezTo>
                <a:cubicBezTo>
                  <a:pt x="138155" y="6318"/>
                  <a:pt x="150641" y="2250"/>
                  <a:pt x="166314" y="2250"/>
                </a:cubicBezTo>
                <a:cubicBezTo>
                  <a:pt x="182137" y="2250"/>
                  <a:pt x="194661" y="6636"/>
                  <a:pt x="203885" y="15407"/>
                </a:cubicBezTo>
                <a:cubicBezTo>
                  <a:pt x="213109" y="24179"/>
                  <a:pt x="217721" y="35050"/>
                  <a:pt x="217721" y="48022"/>
                </a:cubicBezTo>
                <a:cubicBezTo>
                  <a:pt x="217721" y="54618"/>
                  <a:pt x="216371" y="61104"/>
                  <a:pt x="213671" y="67478"/>
                </a:cubicBezTo>
                <a:cubicBezTo>
                  <a:pt x="210972" y="73850"/>
                  <a:pt x="206491" y="80560"/>
                  <a:pt x="200229" y="87606"/>
                </a:cubicBezTo>
                <a:cubicBezTo>
                  <a:pt x="193967" y="94653"/>
                  <a:pt x="183562" y="104316"/>
                  <a:pt x="169014" y="116593"/>
                </a:cubicBezTo>
                <a:cubicBezTo>
                  <a:pt x="156865" y="126773"/>
                  <a:pt x="149066" y="133679"/>
                  <a:pt x="145617" y="137312"/>
                </a:cubicBezTo>
                <a:cubicBezTo>
                  <a:pt x="142167" y="140942"/>
                  <a:pt x="139317" y="144591"/>
                  <a:pt x="137068" y="148258"/>
                </a:cubicBezTo>
                <a:lnTo>
                  <a:pt x="217946" y="148258"/>
                </a:ln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408497" y="43420"/>
                </a:moveTo>
                <a:lnTo>
                  <a:pt x="388362" y="44995"/>
                </a:lnTo>
                <a:cubicBezTo>
                  <a:pt x="386562" y="37011"/>
                  <a:pt x="384012" y="31212"/>
                  <a:pt x="380713" y="27598"/>
                </a:cubicBezTo>
                <a:cubicBezTo>
                  <a:pt x="375238" y="21798"/>
                  <a:pt x="368489" y="18898"/>
                  <a:pt x="360465" y="18898"/>
                </a:cubicBezTo>
                <a:cubicBezTo>
                  <a:pt x="354016" y="18898"/>
                  <a:pt x="348354" y="20693"/>
                  <a:pt x="343479" y="24283"/>
                </a:cubicBezTo>
                <a:cubicBezTo>
                  <a:pt x="337105" y="28921"/>
                  <a:pt x="332081" y="35690"/>
                  <a:pt x="328406" y="44591"/>
                </a:cubicBezTo>
                <a:cubicBezTo>
                  <a:pt x="324732" y="53489"/>
                  <a:pt x="322819" y="66185"/>
                  <a:pt x="322669" y="82678"/>
                </a:cubicBezTo>
                <a:cubicBezTo>
                  <a:pt x="327544" y="75254"/>
                  <a:pt x="333506" y="69742"/>
                  <a:pt x="340555" y="66143"/>
                </a:cubicBezTo>
                <a:cubicBezTo>
                  <a:pt x="347604" y="62543"/>
                  <a:pt x="354991" y="60743"/>
                  <a:pt x="362715" y="60743"/>
                </a:cubicBezTo>
                <a:cubicBezTo>
                  <a:pt x="376213" y="60743"/>
                  <a:pt x="387706" y="65711"/>
                  <a:pt x="397192" y="75648"/>
                </a:cubicBezTo>
                <a:cubicBezTo>
                  <a:pt x="406679" y="85584"/>
                  <a:pt x="411422" y="98426"/>
                  <a:pt x="411422" y="114175"/>
                </a:cubicBezTo>
                <a:cubicBezTo>
                  <a:pt x="411422" y="124523"/>
                  <a:pt x="409191" y="134141"/>
                  <a:pt x="404729" y="143028"/>
                </a:cubicBezTo>
                <a:cubicBezTo>
                  <a:pt x="400267" y="151914"/>
                  <a:pt x="394136" y="158720"/>
                  <a:pt x="386337" y="163444"/>
                </a:cubicBezTo>
                <a:cubicBezTo>
                  <a:pt x="378538" y="168168"/>
                  <a:pt x="369689" y="170531"/>
                  <a:pt x="359790" y="170531"/>
                </a:cubicBezTo>
                <a:cubicBezTo>
                  <a:pt x="342917" y="170531"/>
                  <a:pt x="329156" y="164330"/>
                  <a:pt x="318507" y="151928"/>
                </a:cubicBezTo>
                <a:cubicBezTo>
                  <a:pt x="307859" y="139524"/>
                  <a:pt x="302534" y="119083"/>
                  <a:pt x="302534" y="90605"/>
                </a:cubicBezTo>
                <a:cubicBezTo>
                  <a:pt x="302534" y="58755"/>
                  <a:pt x="308421" y="35598"/>
                  <a:pt x="320195" y="21134"/>
                </a:cubicBezTo>
                <a:cubicBezTo>
                  <a:pt x="330468" y="8544"/>
                  <a:pt x="344304" y="2250"/>
                  <a:pt x="361702" y="2250"/>
                </a:cubicBezTo>
                <a:cubicBezTo>
                  <a:pt x="374676" y="2250"/>
                  <a:pt x="385306" y="5897"/>
                  <a:pt x="393593" y="13193"/>
                </a:cubicBezTo>
                <a:cubicBezTo>
                  <a:pt x="401879" y="20486"/>
                  <a:pt x="406847" y="30561"/>
                  <a:pt x="408497" y="43420"/>
                </a:cubicBezTo>
                <a:moveTo>
                  <a:pt x="325819" y="114347"/>
                </a:moveTo>
                <a:cubicBezTo>
                  <a:pt x="325819" y="121309"/>
                  <a:pt x="327300" y="127973"/>
                  <a:pt x="330262" y="134338"/>
                </a:cubicBezTo>
                <a:cubicBezTo>
                  <a:pt x="333224" y="140703"/>
                  <a:pt x="337368" y="145552"/>
                  <a:pt x="342692" y="148884"/>
                </a:cubicBezTo>
                <a:cubicBezTo>
                  <a:pt x="348016" y="152216"/>
                  <a:pt x="353603" y="153883"/>
                  <a:pt x="359453" y="153883"/>
                </a:cubicBezTo>
                <a:cubicBezTo>
                  <a:pt x="368002" y="153883"/>
                  <a:pt x="375351" y="150439"/>
                  <a:pt x="381500" y="143551"/>
                </a:cubicBezTo>
                <a:cubicBezTo>
                  <a:pt x="387650" y="136662"/>
                  <a:pt x="390724" y="127300"/>
                  <a:pt x="390724" y="115468"/>
                </a:cubicBezTo>
                <a:cubicBezTo>
                  <a:pt x="390724" y="104088"/>
                  <a:pt x="387687" y="95122"/>
                  <a:pt x="381613" y="88570"/>
                </a:cubicBezTo>
                <a:cubicBezTo>
                  <a:pt x="375538" y="82017"/>
                  <a:pt x="367889" y="78741"/>
                  <a:pt x="358665" y="78741"/>
                </a:cubicBezTo>
                <a:cubicBezTo>
                  <a:pt x="349516" y="78741"/>
                  <a:pt x="341755" y="82017"/>
                  <a:pt x="335380" y="88570"/>
                </a:cubicBezTo>
                <a:cubicBezTo>
                  <a:pt x="329006" y="95122"/>
                  <a:pt x="325819" y="103714"/>
                  <a:pt x="325819" y="114347"/>
                </a:cubicBez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11DB8-63B9-4E40-A323-DBB6FF0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302" y="2364567"/>
            <a:ext cx="1094085" cy="345221"/>
          </a:xfrm>
          <a:custGeom xmlns:a="http://schemas.openxmlformats.org/drawingml/2006/main">
            <a:pathLst>
              <a:path w="1094085" h="345221">
                <a:moveTo>
                  <a:pt x="0" y="345221"/>
                </a:moveTo>
                <a:lnTo>
                  <a:pt x="0" y="0"/>
                </a:lnTo>
                <a:lnTo>
                  <a:pt x="1094085" y="0"/>
                </a:lnTo>
                <a:lnTo>
                  <a:pt x="1094085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47CC8-2C6A-4629-9B8D-AF1F80E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302" y="2364567"/>
            <a:ext cx="1094085" cy="345221"/>
          </a:xfrm>
          <a:custGeom xmlns:a="http://schemas.openxmlformats.org/drawingml/2006/main">
            <a:pathLst>
              <a:path w="1094085" h="345221" fill="none">
                <a:moveTo>
                  <a:pt x="0" y="0"/>
                </a:moveTo>
                <a:lnTo>
                  <a:pt x="1094085" y="0"/>
                </a:lnTo>
                <a:lnTo>
                  <a:pt x="1094085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custDash>
              <a:ds d="100000" sp="300000"/>
            </a:custDash>
            <a:round/>
          </a:ln>
        </p:spPr>
      </p:sp>
      <p:sp>
        <p:nvSpPr>
          <p:cNvPr id="96" name="Text D@3.8.2">
            <a:extLst xmlns:a="http://schemas.openxmlformats.org/drawingml/2006/main">
              <a:ext uri="{FF2B5EF4-FFF2-40B4-BE49-F238E27FC236}">
                <a16:creationId xmlns:a16="http://schemas.microsoft.com/office/drawing/2014/main" id="{872BF8BD-199F-444B-82EF-5D3F061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412" y="2452596"/>
            <a:ext cx="874636" cy="216651"/>
          </a:xfrm>
          <a:custGeom xmlns:a="http://schemas.openxmlformats.org/drawingml/2006/main">
            <a:pathLst>
              <a:path w="874636" h="216651">
                <a:moveTo>
                  <a:pt x="0" y="3150"/>
                </a:moveTo>
                <a:lnTo>
                  <a:pt x="60856" y="3150"/>
                </a:lnTo>
                <a:cubicBezTo>
                  <a:pt x="74579" y="3150"/>
                  <a:pt x="85040" y="4200"/>
                  <a:pt x="92240" y="6299"/>
                </a:cubicBezTo>
                <a:cubicBezTo>
                  <a:pt x="101913" y="9149"/>
                  <a:pt x="110200" y="14211"/>
                  <a:pt x="117099" y="21485"/>
                </a:cubicBezTo>
                <a:cubicBezTo>
                  <a:pt x="123998" y="28759"/>
                  <a:pt x="129248" y="37665"/>
                  <a:pt x="132847" y="48201"/>
                </a:cubicBezTo>
                <a:cubicBezTo>
                  <a:pt x="136447" y="58737"/>
                  <a:pt x="138247" y="71729"/>
                  <a:pt x="138247" y="87178"/>
                </a:cubicBezTo>
                <a:cubicBezTo>
                  <a:pt x="138247" y="100751"/>
                  <a:pt x="136560" y="112450"/>
                  <a:pt x="133185" y="122274"/>
                </a:cubicBezTo>
                <a:cubicBezTo>
                  <a:pt x="129060" y="134272"/>
                  <a:pt x="123174" y="143984"/>
                  <a:pt x="115524" y="151408"/>
                </a:cubicBezTo>
                <a:cubicBezTo>
                  <a:pt x="109750" y="157032"/>
                  <a:pt x="101951" y="161419"/>
                  <a:pt x="92127" y="164569"/>
                </a:cubicBezTo>
                <a:cubicBezTo>
                  <a:pt x="84778" y="166894"/>
                  <a:pt x="74954" y="168056"/>
                  <a:pt x="62655" y="168056"/>
                </a:cubicBezTo>
                <a:lnTo>
                  <a:pt x="0" y="168056"/>
                </a:lnTo>
                <a:lnTo>
                  <a:pt x="0" y="3150"/>
                </a:lnTo>
                <a:moveTo>
                  <a:pt x="33296" y="31046"/>
                </a:moveTo>
                <a:lnTo>
                  <a:pt x="33296" y="140159"/>
                </a:lnTo>
                <a:lnTo>
                  <a:pt x="58156" y="140159"/>
                </a:lnTo>
                <a:cubicBezTo>
                  <a:pt x="67455" y="140159"/>
                  <a:pt x="74167" y="139634"/>
                  <a:pt x="78291" y="138584"/>
                </a:cubicBezTo>
                <a:cubicBezTo>
                  <a:pt x="83691" y="137237"/>
                  <a:pt x="88171" y="134953"/>
                  <a:pt x="91733" y="131733"/>
                </a:cubicBezTo>
                <a:cubicBezTo>
                  <a:pt x="95295" y="128511"/>
                  <a:pt x="98201" y="123210"/>
                  <a:pt x="100451" y="115830"/>
                </a:cubicBezTo>
                <a:cubicBezTo>
                  <a:pt x="102701" y="108451"/>
                  <a:pt x="103826" y="98394"/>
                  <a:pt x="103826" y="85659"/>
                </a:cubicBezTo>
                <a:cubicBezTo>
                  <a:pt x="103826" y="72925"/>
                  <a:pt x="102701" y="63149"/>
                  <a:pt x="100451" y="56332"/>
                </a:cubicBezTo>
                <a:cubicBezTo>
                  <a:pt x="98201" y="49514"/>
                  <a:pt x="95052" y="44196"/>
                  <a:pt x="91002" y="40376"/>
                </a:cubicBezTo>
                <a:cubicBezTo>
                  <a:pt x="86953" y="36554"/>
                  <a:pt x="81816" y="33969"/>
                  <a:pt x="75591" y="32621"/>
                </a:cubicBezTo>
                <a:cubicBezTo>
                  <a:pt x="70942" y="31571"/>
                  <a:pt x="61831" y="31046"/>
                  <a:pt x="48257" y="31046"/>
                </a:cubicBezTo>
                <a:lnTo>
                  <a:pt x="33296" y="31046"/>
                </a:lnTo>
                <a:close/>
                <a:moveTo>
                  <a:pt x="349571" y="165806"/>
                </a:moveTo>
                <a:lnTo>
                  <a:pt x="373531" y="165806"/>
                </a:lnTo>
                <a:cubicBezTo>
                  <a:pt x="366032" y="181098"/>
                  <a:pt x="354521" y="193074"/>
                  <a:pt x="338997" y="201735"/>
                </a:cubicBezTo>
                <a:cubicBezTo>
                  <a:pt x="321224" y="211679"/>
                  <a:pt x="299552" y="216651"/>
                  <a:pt x="273980" y="216651"/>
                </a:cubicBezTo>
                <a:cubicBezTo>
                  <a:pt x="249232" y="216651"/>
                  <a:pt x="227860" y="212463"/>
                  <a:pt x="209862" y="204087"/>
                </a:cubicBezTo>
                <a:cubicBezTo>
                  <a:pt x="191864" y="195714"/>
                  <a:pt x="178478" y="183359"/>
                  <a:pt x="169704" y="167023"/>
                </a:cubicBezTo>
                <a:cubicBezTo>
                  <a:pt x="160930" y="150686"/>
                  <a:pt x="156543" y="132904"/>
                  <a:pt x="156543" y="113675"/>
                </a:cubicBezTo>
                <a:cubicBezTo>
                  <a:pt x="156543" y="92570"/>
                  <a:pt x="161530" y="72911"/>
                  <a:pt x="171504" y="54697"/>
                </a:cubicBezTo>
                <a:cubicBezTo>
                  <a:pt x="181478" y="36483"/>
                  <a:pt x="195126" y="22814"/>
                  <a:pt x="212449" y="13688"/>
                </a:cubicBezTo>
                <a:cubicBezTo>
                  <a:pt x="229772" y="4563"/>
                  <a:pt x="249570" y="0"/>
                  <a:pt x="271842" y="0"/>
                </a:cubicBezTo>
                <a:cubicBezTo>
                  <a:pt x="290740" y="0"/>
                  <a:pt x="307538" y="3679"/>
                  <a:pt x="322237" y="11038"/>
                </a:cubicBezTo>
                <a:cubicBezTo>
                  <a:pt x="336935" y="18396"/>
                  <a:pt x="348165" y="28853"/>
                  <a:pt x="355927" y="42408"/>
                </a:cubicBezTo>
                <a:cubicBezTo>
                  <a:pt x="363688" y="55962"/>
                  <a:pt x="367569" y="70774"/>
                  <a:pt x="367569" y="86844"/>
                </a:cubicBezTo>
                <a:cubicBezTo>
                  <a:pt x="367569" y="105992"/>
                  <a:pt x="361682" y="123301"/>
                  <a:pt x="349909" y="138771"/>
                </a:cubicBezTo>
                <a:cubicBezTo>
                  <a:pt x="335135" y="158294"/>
                  <a:pt x="316200" y="168056"/>
                  <a:pt x="293103" y="168056"/>
                </a:cubicBezTo>
                <a:cubicBezTo>
                  <a:pt x="286878" y="168056"/>
                  <a:pt x="282191" y="166959"/>
                  <a:pt x="279042" y="164766"/>
                </a:cubicBezTo>
                <a:cubicBezTo>
                  <a:pt x="275892" y="162572"/>
                  <a:pt x="273792" y="159357"/>
                  <a:pt x="272742" y="155120"/>
                </a:cubicBezTo>
                <a:cubicBezTo>
                  <a:pt x="263893" y="163744"/>
                  <a:pt x="253694" y="168056"/>
                  <a:pt x="242146" y="168056"/>
                </a:cubicBezTo>
                <a:cubicBezTo>
                  <a:pt x="229697" y="168056"/>
                  <a:pt x="219367" y="163763"/>
                  <a:pt x="211156" y="155176"/>
                </a:cubicBezTo>
                <a:cubicBezTo>
                  <a:pt x="202944" y="146590"/>
                  <a:pt x="198838" y="135172"/>
                  <a:pt x="198838" y="120924"/>
                </a:cubicBezTo>
                <a:cubicBezTo>
                  <a:pt x="198838" y="103301"/>
                  <a:pt x="203788" y="87215"/>
                  <a:pt x="213687" y="72667"/>
                </a:cubicBezTo>
                <a:cubicBezTo>
                  <a:pt x="225685" y="54969"/>
                  <a:pt x="241058" y="46120"/>
                  <a:pt x="259806" y="46120"/>
                </a:cubicBezTo>
                <a:cubicBezTo>
                  <a:pt x="273155" y="46120"/>
                  <a:pt x="283016" y="51209"/>
                  <a:pt x="289390" y="61386"/>
                </a:cubicBezTo>
                <a:lnTo>
                  <a:pt x="292203" y="48819"/>
                </a:lnTo>
                <a:lnTo>
                  <a:pt x="321899" y="48819"/>
                </a:lnTo>
                <a:lnTo>
                  <a:pt x="304914" y="129568"/>
                </a:lnTo>
                <a:cubicBezTo>
                  <a:pt x="303864" y="134672"/>
                  <a:pt x="303339" y="137975"/>
                  <a:pt x="303339" y="139477"/>
                </a:cubicBezTo>
                <a:cubicBezTo>
                  <a:pt x="303339" y="141354"/>
                  <a:pt x="303770" y="142763"/>
                  <a:pt x="304632" y="143703"/>
                </a:cubicBezTo>
                <a:cubicBezTo>
                  <a:pt x="305495" y="144640"/>
                  <a:pt x="306526" y="145109"/>
                  <a:pt x="307726" y="145109"/>
                </a:cubicBezTo>
                <a:cubicBezTo>
                  <a:pt x="311325" y="145109"/>
                  <a:pt x="315975" y="142930"/>
                  <a:pt x="321674" y="138574"/>
                </a:cubicBezTo>
                <a:cubicBezTo>
                  <a:pt x="329323" y="132863"/>
                  <a:pt x="335510" y="125200"/>
                  <a:pt x="340235" y="115584"/>
                </a:cubicBezTo>
                <a:cubicBezTo>
                  <a:pt x="344959" y="105967"/>
                  <a:pt x="347321" y="96011"/>
                  <a:pt x="347321" y="85719"/>
                </a:cubicBezTo>
                <a:cubicBezTo>
                  <a:pt x="347321" y="67238"/>
                  <a:pt x="340647" y="51782"/>
                  <a:pt x="327299" y="39349"/>
                </a:cubicBezTo>
                <a:cubicBezTo>
                  <a:pt x="313950" y="26915"/>
                  <a:pt x="295315" y="20698"/>
                  <a:pt x="271392" y="20698"/>
                </a:cubicBezTo>
                <a:cubicBezTo>
                  <a:pt x="251070" y="20698"/>
                  <a:pt x="233840" y="24849"/>
                  <a:pt x="219705" y="33152"/>
                </a:cubicBezTo>
                <a:cubicBezTo>
                  <a:pt x="205569" y="41455"/>
                  <a:pt x="194920" y="53139"/>
                  <a:pt x="187758" y="68202"/>
                </a:cubicBezTo>
                <a:cubicBezTo>
                  <a:pt x="180596" y="83266"/>
                  <a:pt x="177016" y="98951"/>
                  <a:pt x="177016" y="115257"/>
                </a:cubicBezTo>
                <a:cubicBezTo>
                  <a:pt x="177016" y="131111"/>
                  <a:pt x="181009" y="145537"/>
                  <a:pt x="188996" y="158537"/>
                </a:cubicBezTo>
                <a:cubicBezTo>
                  <a:pt x="196982" y="171534"/>
                  <a:pt x="208193" y="181019"/>
                  <a:pt x="222629" y="186993"/>
                </a:cubicBezTo>
                <a:cubicBezTo>
                  <a:pt x="237065" y="192966"/>
                  <a:pt x="253582" y="195953"/>
                  <a:pt x="272180" y="195953"/>
                </a:cubicBezTo>
                <a:cubicBezTo>
                  <a:pt x="290103" y="195953"/>
                  <a:pt x="305514" y="193441"/>
                  <a:pt x="318412" y="188416"/>
                </a:cubicBezTo>
                <a:cubicBezTo>
                  <a:pt x="331311" y="183392"/>
                  <a:pt x="341697" y="175855"/>
                  <a:pt x="349571" y="165806"/>
                </a:cubicBezTo>
                <a:moveTo>
                  <a:pt x="227972" y="119613"/>
                </a:moveTo>
                <a:cubicBezTo>
                  <a:pt x="227972" y="129123"/>
                  <a:pt x="229903" y="136125"/>
                  <a:pt x="233765" y="140620"/>
                </a:cubicBezTo>
                <a:cubicBezTo>
                  <a:pt x="237628" y="145112"/>
                  <a:pt x="242408" y="147358"/>
                  <a:pt x="248108" y="147358"/>
                </a:cubicBezTo>
                <a:cubicBezTo>
                  <a:pt x="252382" y="147358"/>
                  <a:pt x="256394" y="146310"/>
                  <a:pt x="260144" y="144212"/>
                </a:cubicBezTo>
                <a:cubicBezTo>
                  <a:pt x="262993" y="142715"/>
                  <a:pt x="265806" y="140356"/>
                  <a:pt x="268580" y="137136"/>
                </a:cubicBezTo>
                <a:cubicBezTo>
                  <a:pt x="272555" y="132569"/>
                  <a:pt x="275986" y="125904"/>
                  <a:pt x="278873" y="117141"/>
                </a:cubicBezTo>
                <a:cubicBezTo>
                  <a:pt x="281760" y="108379"/>
                  <a:pt x="283204" y="100217"/>
                  <a:pt x="283204" y="92654"/>
                </a:cubicBezTo>
                <a:cubicBezTo>
                  <a:pt x="283204" y="84192"/>
                  <a:pt x="281235" y="77696"/>
                  <a:pt x="277298" y="73166"/>
                </a:cubicBezTo>
                <a:cubicBezTo>
                  <a:pt x="273361" y="68634"/>
                  <a:pt x="268393" y="66368"/>
                  <a:pt x="262393" y="66368"/>
                </a:cubicBezTo>
                <a:cubicBezTo>
                  <a:pt x="255944" y="66368"/>
                  <a:pt x="249982" y="68857"/>
                  <a:pt x="244508" y="73837"/>
                </a:cubicBezTo>
                <a:cubicBezTo>
                  <a:pt x="239034" y="78817"/>
                  <a:pt x="234909" y="85913"/>
                  <a:pt x="232134" y="95126"/>
                </a:cubicBezTo>
                <a:cubicBezTo>
                  <a:pt x="229360" y="104335"/>
                  <a:pt x="227972" y="112498"/>
                  <a:pt x="227972" y="119613"/>
                </a:cubicBezTo>
                <a:close/>
                <a:moveTo>
                  <a:pt x="382957" y="124298"/>
                </a:moveTo>
                <a:lnTo>
                  <a:pt x="413554" y="120586"/>
                </a:lnTo>
                <a:cubicBezTo>
                  <a:pt x="414529" y="128385"/>
                  <a:pt x="417154" y="134347"/>
                  <a:pt x="421428" y="138472"/>
                </a:cubicBezTo>
                <a:cubicBezTo>
                  <a:pt x="425703" y="142596"/>
                  <a:pt x="430877" y="144659"/>
                  <a:pt x="436951" y="144659"/>
                </a:cubicBezTo>
                <a:cubicBezTo>
                  <a:pt x="443476" y="144659"/>
                  <a:pt x="448969" y="142184"/>
                  <a:pt x="453431" y="137234"/>
                </a:cubicBezTo>
                <a:cubicBezTo>
                  <a:pt x="457893" y="132285"/>
                  <a:pt x="460124" y="125611"/>
                  <a:pt x="460124" y="117212"/>
                </a:cubicBezTo>
                <a:cubicBezTo>
                  <a:pt x="460124" y="109263"/>
                  <a:pt x="457986" y="102963"/>
                  <a:pt x="453712" y="98314"/>
                </a:cubicBezTo>
                <a:cubicBezTo>
                  <a:pt x="449437" y="93664"/>
                  <a:pt x="444225" y="91340"/>
                  <a:pt x="438076" y="91340"/>
                </a:cubicBezTo>
                <a:cubicBezTo>
                  <a:pt x="434027" y="91340"/>
                  <a:pt x="429190" y="92127"/>
                  <a:pt x="423565" y="93702"/>
                </a:cubicBezTo>
                <a:lnTo>
                  <a:pt x="427052" y="68167"/>
                </a:lnTo>
                <a:cubicBezTo>
                  <a:pt x="435601" y="68392"/>
                  <a:pt x="442126" y="66542"/>
                  <a:pt x="446625" y="62617"/>
                </a:cubicBezTo>
                <a:cubicBezTo>
                  <a:pt x="451125" y="58689"/>
                  <a:pt x="453374" y="53472"/>
                  <a:pt x="453374" y="46967"/>
                </a:cubicBezTo>
                <a:cubicBezTo>
                  <a:pt x="453374" y="41434"/>
                  <a:pt x="451725" y="37022"/>
                  <a:pt x="448425" y="33732"/>
                </a:cubicBezTo>
                <a:cubicBezTo>
                  <a:pt x="445125" y="30442"/>
                  <a:pt x="440738" y="28797"/>
                  <a:pt x="435264" y="28797"/>
                </a:cubicBezTo>
                <a:cubicBezTo>
                  <a:pt x="429865" y="28797"/>
                  <a:pt x="425253" y="30672"/>
                  <a:pt x="421428" y="34421"/>
                </a:cubicBezTo>
                <a:cubicBezTo>
                  <a:pt x="417603" y="38171"/>
                  <a:pt x="415279" y="43645"/>
                  <a:pt x="414454" y="50844"/>
                </a:cubicBezTo>
                <a:lnTo>
                  <a:pt x="385320" y="45895"/>
                </a:lnTo>
                <a:cubicBezTo>
                  <a:pt x="387344" y="35844"/>
                  <a:pt x="390400" y="27814"/>
                  <a:pt x="394487" y="21805"/>
                </a:cubicBezTo>
                <a:cubicBezTo>
                  <a:pt x="398574" y="15796"/>
                  <a:pt x="404274" y="11073"/>
                  <a:pt x="411585" y="7635"/>
                </a:cubicBezTo>
                <a:cubicBezTo>
                  <a:pt x="418897" y="4195"/>
                  <a:pt x="427090" y="2475"/>
                  <a:pt x="436164" y="2475"/>
                </a:cubicBezTo>
                <a:cubicBezTo>
                  <a:pt x="451687" y="2475"/>
                  <a:pt x="464136" y="7431"/>
                  <a:pt x="473510" y="17344"/>
                </a:cubicBezTo>
                <a:cubicBezTo>
                  <a:pt x="481234" y="25457"/>
                  <a:pt x="485096" y="34620"/>
                  <a:pt x="485096" y="44833"/>
                </a:cubicBezTo>
                <a:cubicBezTo>
                  <a:pt x="485096" y="59328"/>
                  <a:pt x="477184" y="70894"/>
                  <a:pt x="461361" y="79532"/>
                </a:cubicBezTo>
                <a:cubicBezTo>
                  <a:pt x="470810" y="81557"/>
                  <a:pt x="478365" y="86094"/>
                  <a:pt x="484027" y="93143"/>
                </a:cubicBezTo>
                <a:cubicBezTo>
                  <a:pt x="489689" y="100192"/>
                  <a:pt x="492520" y="108704"/>
                  <a:pt x="492520" y="118678"/>
                </a:cubicBezTo>
                <a:cubicBezTo>
                  <a:pt x="492520" y="133149"/>
                  <a:pt x="487233" y="145484"/>
                  <a:pt x="476659" y="155682"/>
                </a:cubicBezTo>
                <a:cubicBezTo>
                  <a:pt x="466086" y="165881"/>
                  <a:pt x="452925" y="170981"/>
                  <a:pt x="437176" y="170981"/>
                </a:cubicBezTo>
                <a:cubicBezTo>
                  <a:pt x="422253" y="170981"/>
                  <a:pt x="409879" y="166677"/>
                  <a:pt x="400055" y="158069"/>
                </a:cubicBezTo>
                <a:cubicBezTo>
                  <a:pt x="390232" y="149462"/>
                  <a:pt x="384532" y="138205"/>
                  <a:pt x="382957" y="124298"/>
                </a:cubicBezTo>
                <a:close/>
                <a:moveTo>
                  <a:pt x="518920" y="168056"/>
                </a:moveTo>
                <a:lnTo>
                  <a:pt x="518920" y="136335"/>
                </a:lnTo>
                <a:lnTo>
                  <a:pt x="550528" y="136335"/>
                </a:lnTo>
                <a:lnTo>
                  <a:pt x="550528" y="168056"/>
                </a:lnTo>
                <a:lnTo>
                  <a:pt x="518920" y="168056"/>
                </a:lnTo>
                <a:close/>
                <a:moveTo>
                  <a:pt x="603093" y="79026"/>
                </a:moveTo>
                <a:cubicBezTo>
                  <a:pt x="594919" y="75579"/>
                  <a:pt x="588976" y="70839"/>
                  <a:pt x="585264" y="64807"/>
                </a:cubicBezTo>
                <a:cubicBezTo>
                  <a:pt x="581552" y="58775"/>
                  <a:pt x="579696" y="52161"/>
                  <a:pt x="579696" y="44967"/>
                </a:cubicBezTo>
                <a:cubicBezTo>
                  <a:pt x="579696" y="32675"/>
                  <a:pt x="583989" y="22521"/>
                  <a:pt x="592576" y="14504"/>
                </a:cubicBezTo>
                <a:cubicBezTo>
                  <a:pt x="601162" y="6484"/>
                  <a:pt x="613367" y="2475"/>
                  <a:pt x="629190" y="2475"/>
                </a:cubicBezTo>
                <a:cubicBezTo>
                  <a:pt x="644864" y="2475"/>
                  <a:pt x="657031" y="6484"/>
                  <a:pt x="665693" y="14504"/>
                </a:cubicBezTo>
                <a:cubicBezTo>
                  <a:pt x="674354" y="22521"/>
                  <a:pt x="678685" y="32675"/>
                  <a:pt x="678685" y="44967"/>
                </a:cubicBezTo>
                <a:cubicBezTo>
                  <a:pt x="678685" y="52609"/>
                  <a:pt x="676698" y="59410"/>
                  <a:pt x="672723" y="65369"/>
                </a:cubicBezTo>
                <a:cubicBezTo>
                  <a:pt x="668748" y="71326"/>
                  <a:pt x="663162" y="75879"/>
                  <a:pt x="655962" y="79026"/>
                </a:cubicBezTo>
                <a:cubicBezTo>
                  <a:pt x="665111" y="82712"/>
                  <a:pt x="672067" y="88090"/>
                  <a:pt x="676829" y="95161"/>
                </a:cubicBezTo>
                <a:cubicBezTo>
                  <a:pt x="681591" y="102231"/>
                  <a:pt x="683972" y="110392"/>
                  <a:pt x="683972" y="119644"/>
                </a:cubicBezTo>
                <a:cubicBezTo>
                  <a:pt x="683972" y="134912"/>
                  <a:pt x="679116" y="147323"/>
                  <a:pt x="669405" y="156878"/>
                </a:cubicBezTo>
                <a:cubicBezTo>
                  <a:pt x="659693" y="166430"/>
                  <a:pt x="646776" y="171206"/>
                  <a:pt x="630653" y="171206"/>
                </a:cubicBezTo>
                <a:cubicBezTo>
                  <a:pt x="615654" y="171206"/>
                  <a:pt x="603168" y="167257"/>
                  <a:pt x="593195" y="159359"/>
                </a:cubicBezTo>
                <a:cubicBezTo>
                  <a:pt x="581421" y="150032"/>
                  <a:pt x="575534" y="137245"/>
                  <a:pt x="575534" y="120998"/>
                </a:cubicBezTo>
                <a:cubicBezTo>
                  <a:pt x="575534" y="112046"/>
                  <a:pt x="577746" y="103828"/>
                  <a:pt x="582171" y="96345"/>
                </a:cubicBezTo>
                <a:cubicBezTo>
                  <a:pt x="586595" y="88860"/>
                  <a:pt x="593569" y="83087"/>
                  <a:pt x="603093" y="79026"/>
                </a:cubicBezTo>
                <a:moveTo>
                  <a:pt x="609618" y="47301"/>
                </a:moveTo>
                <a:cubicBezTo>
                  <a:pt x="609618" y="53584"/>
                  <a:pt x="611399" y="58483"/>
                  <a:pt x="614961" y="61998"/>
                </a:cubicBezTo>
                <a:cubicBezTo>
                  <a:pt x="618523" y="65511"/>
                  <a:pt x="623266" y="67267"/>
                  <a:pt x="629190" y="67267"/>
                </a:cubicBezTo>
                <a:cubicBezTo>
                  <a:pt x="635190" y="67267"/>
                  <a:pt x="639989" y="65492"/>
                  <a:pt x="643589" y="61942"/>
                </a:cubicBezTo>
                <a:cubicBezTo>
                  <a:pt x="647188" y="58389"/>
                  <a:pt x="648988" y="53471"/>
                  <a:pt x="648988" y="47188"/>
                </a:cubicBezTo>
                <a:cubicBezTo>
                  <a:pt x="648988" y="41280"/>
                  <a:pt x="647207" y="36551"/>
                  <a:pt x="643645" y="33001"/>
                </a:cubicBezTo>
                <a:cubicBezTo>
                  <a:pt x="640083" y="29448"/>
                  <a:pt x="635377" y="27672"/>
                  <a:pt x="629528" y="27672"/>
                </a:cubicBezTo>
                <a:cubicBezTo>
                  <a:pt x="623454" y="27672"/>
                  <a:pt x="618617" y="29467"/>
                  <a:pt x="615017" y="33057"/>
                </a:cubicBezTo>
                <a:cubicBezTo>
                  <a:pt x="611417" y="36645"/>
                  <a:pt x="609618" y="41393"/>
                  <a:pt x="609618" y="47301"/>
                </a:cubicBezTo>
                <a:moveTo>
                  <a:pt x="606693" y="117936"/>
                </a:moveTo>
                <a:cubicBezTo>
                  <a:pt x="606693" y="126691"/>
                  <a:pt x="608924" y="133521"/>
                  <a:pt x="613386" y="138426"/>
                </a:cubicBezTo>
                <a:cubicBezTo>
                  <a:pt x="617848" y="143331"/>
                  <a:pt x="623416" y="145784"/>
                  <a:pt x="630090" y="145784"/>
                </a:cubicBezTo>
                <a:cubicBezTo>
                  <a:pt x="636615" y="145784"/>
                  <a:pt x="642014" y="143426"/>
                  <a:pt x="646289" y="138711"/>
                </a:cubicBezTo>
                <a:cubicBezTo>
                  <a:pt x="650563" y="133993"/>
                  <a:pt x="652700" y="127181"/>
                  <a:pt x="652700" y="118273"/>
                </a:cubicBezTo>
                <a:cubicBezTo>
                  <a:pt x="652700" y="110500"/>
                  <a:pt x="650526" y="104256"/>
                  <a:pt x="646176" y="99541"/>
                </a:cubicBezTo>
                <a:cubicBezTo>
                  <a:pt x="641827" y="94823"/>
                  <a:pt x="636315" y="92465"/>
                  <a:pt x="629640" y="92465"/>
                </a:cubicBezTo>
                <a:cubicBezTo>
                  <a:pt x="621916" y="92465"/>
                  <a:pt x="616161" y="95144"/>
                  <a:pt x="612374" y="100504"/>
                </a:cubicBezTo>
                <a:cubicBezTo>
                  <a:pt x="608587" y="105861"/>
                  <a:pt x="606693" y="111672"/>
                  <a:pt x="606693" y="117936"/>
                </a:cubicBezTo>
                <a:close/>
                <a:moveTo>
                  <a:pt x="710822" y="168056"/>
                </a:moveTo>
                <a:lnTo>
                  <a:pt x="710822" y="136335"/>
                </a:lnTo>
                <a:lnTo>
                  <a:pt x="742430" y="136335"/>
                </a:lnTo>
                <a:lnTo>
                  <a:pt x="742430" y="168056"/>
                </a:lnTo>
                <a:lnTo>
                  <a:pt x="710822" y="168056"/>
                </a:lnTo>
                <a:close/>
                <a:moveTo>
                  <a:pt x="874636" y="138584"/>
                </a:moveTo>
                <a:lnTo>
                  <a:pt x="874636" y="168056"/>
                </a:lnTo>
                <a:lnTo>
                  <a:pt x="763836" y="168056"/>
                </a:lnTo>
                <a:cubicBezTo>
                  <a:pt x="765035" y="156967"/>
                  <a:pt x="768635" y="146458"/>
                  <a:pt x="774634" y="136531"/>
                </a:cubicBezTo>
                <a:cubicBezTo>
                  <a:pt x="780634" y="126602"/>
                  <a:pt x="792482" y="113432"/>
                  <a:pt x="810180" y="97020"/>
                </a:cubicBezTo>
                <a:cubicBezTo>
                  <a:pt x="824429" y="83759"/>
                  <a:pt x="833165" y="74768"/>
                  <a:pt x="836390" y="70048"/>
                </a:cubicBezTo>
                <a:cubicBezTo>
                  <a:pt x="840739" y="63528"/>
                  <a:pt x="842914" y="57084"/>
                  <a:pt x="842914" y="50714"/>
                </a:cubicBezTo>
                <a:cubicBezTo>
                  <a:pt x="842914" y="43670"/>
                  <a:pt x="841021" y="38256"/>
                  <a:pt x="837234" y="34474"/>
                </a:cubicBezTo>
                <a:cubicBezTo>
                  <a:pt x="833446" y="30689"/>
                  <a:pt x="828216" y="28797"/>
                  <a:pt x="821542" y="28797"/>
                </a:cubicBezTo>
                <a:cubicBezTo>
                  <a:pt x="814942" y="28797"/>
                  <a:pt x="809693" y="30793"/>
                  <a:pt x="805793" y="34787"/>
                </a:cubicBezTo>
                <a:cubicBezTo>
                  <a:pt x="801894" y="38778"/>
                  <a:pt x="799644" y="45405"/>
                  <a:pt x="799044" y="54669"/>
                </a:cubicBezTo>
                <a:lnTo>
                  <a:pt x="767548" y="51505"/>
                </a:lnTo>
                <a:cubicBezTo>
                  <a:pt x="769422" y="34032"/>
                  <a:pt x="775309" y="21492"/>
                  <a:pt x="785208" y="13885"/>
                </a:cubicBezTo>
                <a:cubicBezTo>
                  <a:pt x="795107" y="6278"/>
                  <a:pt x="807481" y="2475"/>
                  <a:pt x="822329" y="2475"/>
                </a:cubicBezTo>
                <a:cubicBezTo>
                  <a:pt x="838602" y="2475"/>
                  <a:pt x="851388" y="6858"/>
                  <a:pt x="860687" y="15625"/>
                </a:cubicBezTo>
                <a:cubicBezTo>
                  <a:pt x="869986" y="24392"/>
                  <a:pt x="874636" y="35294"/>
                  <a:pt x="874636" y="48331"/>
                </a:cubicBezTo>
                <a:cubicBezTo>
                  <a:pt x="874636" y="55750"/>
                  <a:pt x="873304" y="62814"/>
                  <a:pt x="870642" y="69521"/>
                </a:cubicBezTo>
                <a:cubicBezTo>
                  <a:pt x="867980" y="76225"/>
                  <a:pt x="863762" y="83249"/>
                  <a:pt x="857987" y="90591"/>
                </a:cubicBezTo>
                <a:cubicBezTo>
                  <a:pt x="854163" y="95463"/>
                  <a:pt x="847264" y="102470"/>
                  <a:pt x="837290" y="111612"/>
                </a:cubicBezTo>
                <a:cubicBezTo>
                  <a:pt x="827316" y="120752"/>
                  <a:pt x="820998" y="126820"/>
                  <a:pt x="818336" y="129817"/>
                </a:cubicBezTo>
                <a:cubicBezTo>
                  <a:pt x="815673" y="132815"/>
                  <a:pt x="813517" y="135737"/>
                  <a:pt x="811868" y="138584"/>
                </a:cubicBezTo>
                <a:lnTo>
                  <a:pt x="874636" y="138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105E8-22C1-49B3-A3C6-733F792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302" y="1870261"/>
            <a:ext cx="1094085" cy="345221"/>
          </a:xfrm>
          <a:custGeom xmlns:a="http://schemas.openxmlformats.org/drawingml/2006/main">
            <a:pathLst>
              <a:path w="1094085" h="345221">
                <a:moveTo>
                  <a:pt x="0" y="345221"/>
                </a:moveTo>
                <a:lnTo>
                  <a:pt x="0" y="0"/>
                </a:lnTo>
                <a:lnTo>
                  <a:pt x="1094085" y="0"/>
                </a:lnTo>
                <a:lnTo>
                  <a:pt x="1094085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6C204-AE3D-4103-8C76-697BC7D4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302" y="1870261"/>
            <a:ext cx="1094085" cy="345221"/>
          </a:xfrm>
          <a:custGeom xmlns:a="http://schemas.openxmlformats.org/drawingml/2006/main">
            <a:pathLst>
              <a:path w="1094085" h="345221" fill="none">
                <a:moveTo>
                  <a:pt x="0" y="0"/>
                </a:moveTo>
                <a:lnTo>
                  <a:pt x="1094085" y="0"/>
                </a:lnTo>
                <a:lnTo>
                  <a:pt x="1094085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custDash>
              <a:ds d="100000" sp="300000"/>
            </a:custDash>
            <a:round/>
          </a:ln>
        </p:spPr>
      </p:sp>
      <p:sp>
        <p:nvSpPr>
          <p:cNvPr id="99" name="Text C@0.2.3">
            <a:extLst xmlns:a="http://schemas.openxmlformats.org/drawingml/2006/main">
              <a:ext uri="{FF2B5EF4-FFF2-40B4-BE49-F238E27FC236}">
                <a16:creationId xmlns:a16="http://schemas.microsoft.com/office/drawing/2014/main" id="{34F58B96-B3DC-41A3-940A-5CDC713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675" y="1958290"/>
            <a:ext cx="882060" cy="216651"/>
          </a:xfrm>
          <a:custGeom xmlns:a="http://schemas.openxmlformats.org/drawingml/2006/main">
            <a:pathLst>
              <a:path w="882060" h="216651">
                <a:moveTo>
                  <a:pt x="111362" y="107313"/>
                </a:moveTo>
                <a:lnTo>
                  <a:pt x="143646" y="117437"/>
                </a:lnTo>
                <a:cubicBezTo>
                  <a:pt x="138697" y="135550"/>
                  <a:pt x="130467" y="149002"/>
                  <a:pt x="118955" y="157795"/>
                </a:cubicBezTo>
                <a:cubicBezTo>
                  <a:pt x="107444" y="166585"/>
                  <a:pt x="92840" y="170981"/>
                  <a:pt x="75142" y="170981"/>
                </a:cubicBezTo>
                <a:cubicBezTo>
                  <a:pt x="53244" y="170981"/>
                  <a:pt x="35246" y="163491"/>
                  <a:pt x="21148" y="148511"/>
                </a:cubicBezTo>
                <a:cubicBezTo>
                  <a:pt x="7049" y="133529"/>
                  <a:pt x="0" y="113049"/>
                  <a:pt x="0" y="87069"/>
                </a:cubicBezTo>
                <a:cubicBezTo>
                  <a:pt x="0" y="59584"/>
                  <a:pt x="7087" y="38240"/>
                  <a:pt x="21260" y="23035"/>
                </a:cubicBezTo>
                <a:cubicBezTo>
                  <a:pt x="35433" y="7828"/>
                  <a:pt x="54069" y="225"/>
                  <a:pt x="77166" y="225"/>
                </a:cubicBezTo>
                <a:cubicBezTo>
                  <a:pt x="97339" y="225"/>
                  <a:pt x="113725" y="6201"/>
                  <a:pt x="126323" y="18153"/>
                </a:cubicBezTo>
                <a:cubicBezTo>
                  <a:pt x="133822" y="25218"/>
                  <a:pt x="139447" y="35366"/>
                  <a:pt x="143196" y="48595"/>
                </a:cubicBezTo>
                <a:lnTo>
                  <a:pt x="110238" y="56469"/>
                </a:lnTo>
                <a:cubicBezTo>
                  <a:pt x="108288" y="47920"/>
                  <a:pt x="104219" y="41170"/>
                  <a:pt x="98033" y="36221"/>
                </a:cubicBezTo>
                <a:cubicBezTo>
                  <a:pt x="91846" y="31271"/>
                  <a:pt x="84328" y="28797"/>
                  <a:pt x="75479" y="28797"/>
                </a:cubicBezTo>
                <a:cubicBezTo>
                  <a:pt x="63255" y="28797"/>
                  <a:pt x="53338" y="33184"/>
                  <a:pt x="45726" y="41958"/>
                </a:cubicBezTo>
                <a:cubicBezTo>
                  <a:pt x="38114" y="50732"/>
                  <a:pt x="34309" y="64943"/>
                  <a:pt x="34309" y="84590"/>
                </a:cubicBezTo>
                <a:cubicBezTo>
                  <a:pt x="34309" y="105438"/>
                  <a:pt x="38058" y="120286"/>
                  <a:pt x="45557" y="129135"/>
                </a:cubicBezTo>
                <a:cubicBezTo>
                  <a:pt x="53057" y="137984"/>
                  <a:pt x="62805" y="142409"/>
                  <a:pt x="74804" y="142409"/>
                </a:cubicBezTo>
                <a:cubicBezTo>
                  <a:pt x="83653" y="142409"/>
                  <a:pt x="91265" y="139589"/>
                  <a:pt x="97639" y="133948"/>
                </a:cubicBezTo>
                <a:cubicBezTo>
                  <a:pt x="104013" y="128305"/>
                  <a:pt x="108588" y="119426"/>
                  <a:pt x="111362" y="107313"/>
                </a:cubicBezTo>
                <a:close/>
                <a:moveTo>
                  <a:pt x="355308" y="165806"/>
                </a:moveTo>
                <a:lnTo>
                  <a:pt x="379268" y="165806"/>
                </a:lnTo>
                <a:cubicBezTo>
                  <a:pt x="371769" y="181098"/>
                  <a:pt x="360257" y="193074"/>
                  <a:pt x="344734" y="201735"/>
                </a:cubicBezTo>
                <a:cubicBezTo>
                  <a:pt x="326961" y="211679"/>
                  <a:pt x="305289" y="216651"/>
                  <a:pt x="279717" y="216651"/>
                </a:cubicBezTo>
                <a:cubicBezTo>
                  <a:pt x="254969" y="216651"/>
                  <a:pt x="233597" y="212463"/>
                  <a:pt x="215599" y="204087"/>
                </a:cubicBezTo>
                <a:cubicBezTo>
                  <a:pt x="197601" y="195714"/>
                  <a:pt x="184215" y="183359"/>
                  <a:pt x="175441" y="167023"/>
                </a:cubicBezTo>
                <a:cubicBezTo>
                  <a:pt x="166667" y="150686"/>
                  <a:pt x="162280" y="132904"/>
                  <a:pt x="162280" y="113675"/>
                </a:cubicBezTo>
                <a:cubicBezTo>
                  <a:pt x="162280" y="92570"/>
                  <a:pt x="167267" y="72911"/>
                  <a:pt x="177241" y="54697"/>
                </a:cubicBezTo>
                <a:cubicBezTo>
                  <a:pt x="187214" y="36483"/>
                  <a:pt x="200863" y="22814"/>
                  <a:pt x="218186" y="13688"/>
                </a:cubicBezTo>
                <a:cubicBezTo>
                  <a:pt x="235509" y="4563"/>
                  <a:pt x="255307" y="0"/>
                  <a:pt x="277579" y="0"/>
                </a:cubicBezTo>
                <a:cubicBezTo>
                  <a:pt x="296477" y="0"/>
                  <a:pt x="313275" y="3679"/>
                  <a:pt x="327974" y="11038"/>
                </a:cubicBezTo>
                <a:cubicBezTo>
                  <a:pt x="342672" y="18396"/>
                  <a:pt x="353902" y="28853"/>
                  <a:pt x="361664" y="42408"/>
                </a:cubicBezTo>
                <a:cubicBezTo>
                  <a:pt x="369425" y="55962"/>
                  <a:pt x="373306" y="70774"/>
                  <a:pt x="373306" y="86844"/>
                </a:cubicBezTo>
                <a:cubicBezTo>
                  <a:pt x="373306" y="105992"/>
                  <a:pt x="367419" y="123301"/>
                  <a:pt x="355645" y="138771"/>
                </a:cubicBezTo>
                <a:cubicBezTo>
                  <a:pt x="340872" y="158294"/>
                  <a:pt x="321937" y="168056"/>
                  <a:pt x="298839" y="168056"/>
                </a:cubicBezTo>
                <a:cubicBezTo>
                  <a:pt x="292615" y="168056"/>
                  <a:pt x="287928" y="166959"/>
                  <a:pt x="284778" y="164766"/>
                </a:cubicBezTo>
                <a:cubicBezTo>
                  <a:pt x="281629" y="162572"/>
                  <a:pt x="279529" y="159357"/>
                  <a:pt x="278479" y="155120"/>
                </a:cubicBezTo>
                <a:cubicBezTo>
                  <a:pt x="269630" y="163744"/>
                  <a:pt x="259431" y="168056"/>
                  <a:pt x="247883" y="168056"/>
                </a:cubicBezTo>
                <a:cubicBezTo>
                  <a:pt x="235434" y="168056"/>
                  <a:pt x="225104" y="163763"/>
                  <a:pt x="216892" y="155176"/>
                </a:cubicBezTo>
                <a:cubicBezTo>
                  <a:pt x="208681" y="146590"/>
                  <a:pt x="204575" y="135172"/>
                  <a:pt x="204575" y="120924"/>
                </a:cubicBezTo>
                <a:cubicBezTo>
                  <a:pt x="204575" y="103301"/>
                  <a:pt x="209524" y="87215"/>
                  <a:pt x="219423" y="72667"/>
                </a:cubicBezTo>
                <a:cubicBezTo>
                  <a:pt x="231422" y="54969"/>
                  <a:pt x="246795" y="46120"/>
                  <a:pt x="265543" y="46120"/>
                </a:cubicBezTo>
                <a:cubicBezTo>
                  <a:pt x="278892" y="46120"/>
                  <a:pt x="288753" y="51209"/>
                  <a:pt x="295127" y="61386"/>
                </a:cubicBezTo>
                <a:lnTo>
                  <a:pt x="297939" y="48819"/>
                </a:lnTo>
                <a:lnTo>
                  <a:pt x="327636" y="48819"/>
                </a:lnTo>
                <a:lnTo>
                  <a:pt x="310651" y="129568"/>
                </a:lnTo>
                <a:cubicBezTo>
                  <a:pt x="309601" y="134672"/>
                  <a:pt x="309076" y="137975"/>
                  <a:pt x="309076" y="139477"/>
                </a:cubicBezTo>
                <a:cubicBezTo>
                  <a:pt x="309076" y="141354"/>
                  <a:pt x="309507" y="142763"/>
                  <a:pt x="310369" y="143703"/>
                </a:cubicBezTo>
                <a:cubicBezTo>
                  <a:pt x="311232" y="144640"/>
                  <a:pt x="312263" y="145109"/>
                  <a:pt x="313463" y="145109"/>
                </a:cubicBezTo>
                <a:cubicBezTo>
                  <a:pt x="317062" y="145109"/>
                  <a:pt x="321712" y="142930"/>
                  <a:pt x="327411" y="138574"/>
                </a:cubicBezTo>
                <a:cubicBezTo>
                  <a:pt x="335060" y="132863"/>
                  <a:pt x="341247" y="125200"/>
                  <a:pt x="345972" y="115584"/>
                </a:cubicBezTo>
                <a:cubicBezTo>
                  <a:pt x="350696" y="105967"/>
                  <a:pt x="353058" y="96011"/>
                  <a:pt x="353058" y="85719"/>
                </a:cubicBezTo>
                <a:cubicBezTo>
                  <a:pt x="353058" y="67238"/>
                  <a:pt x="346384" y="51782"/>
                  <a:pt x="333036" y="39349"/>
                </a:cubicBezTo>
                <a:cubicBezTo>
                  <a:pt x="319687" y="26915"/>
                  <a:pt x="301052" y="20698"/>
                  <a:pt x="277129" y="20698"/>
                </a:cubicBezTo>
                <a:cubicBezTo>
                  <a:pt x="256807" y="20698"/>
                  <a:pt x="239577" y="24849"/>
                  <a:pt x="225441" y="33152"/>
                </a:cubicBezTo>
                <a:cubicBezTo>
                  <a:pt x="211306" y="41455"/>
                  <a:pt x="200657" y="53139"/>
                  <a:pt x="193495" y="68202"/>
                </a:cubicBezTo>
                <a:cubicBezTo>
                  <a:pt x="186333" y="83266"/>
                  <a:pt x="182753" y="98951"/>
                  <a:pt x="182753" y="115257"/>
                </a:cubicBezTo>
                <a:cubicBezTo>
                  <a:pt x="182753" y="131111"/>
                  <a:pt x="186746" y="145537"/>
                  <a:pt x="194732" y="158537"/>
                </a:cubicBezTo>
                <a:cubicBezTo>
                  <a:pt x="202719" y="171534"/>
                  <a:pt x="213930" y="181019"/>
                  <a:pt x="228366" y="186993"/>
                </a:cubicBezTo>
                <a:cubicBezTo>
                  <a:pt x="242802" y="192966"/>
                  <a:pt x="259319" y="195953"/>
                  <a:pt x="277917" y="195953"/>
                </a:cubicBezTo>
                <a:cubicBezTo>
                  <a:pt x="295840" y="195953"/>
                  <a:pt x="311250" y="193441"/>
                  <a:pt x="324149" y="188416"/>
                </a:cubicBezTo>
                <a:cubicBezTo>
                  <a:pt x="337048" y="183392"/>
                  <a:pt x="347434" y="175855"/>
                  <a:pt x="355308" y="165806"/>
                </a:cubicBezTo>
                <a:moveTo>
                  <a:pt x="233709" y="119613"/>
                </a:moveTo>
                <a:cubicBezTo>
                  <a:pt x="233709" y="129123"/>
                  <a:pt x="235640" y="136125"/>
                  <a:pt x="239502" y="140620"/>
                </a:cubicBezTo>
                <a:cubicBezTo>
                  <a:pt x="243364" y="145112"/>
                  <a:pt x="248145" y="147358"/>
                  <a:pt x="253844" y="147358"/>
                </a:cubicBezTo>
                <a:cubicBezTo>
                  <a:pt x="258119" y="147358"/>
                  <a:pt x="262131" y="146310"/>
                  <a:pt x="265881" y="144212"/>
                </a:cubicBezTo>
                <a:cubicBezTo>
                  <a:pt x="268730" y="142715"/>
                  <a:pt x="271542" y="140356"/>
                  <a:pt x="274317" y="137136"/>
                </a:cubicBezTo>
                <a:cubicBezTo>
                  <a:pt x="278292" y="132569"/>
                  <a:pt x="281723" y="125904"/>
                  <a:pt x="284610" y="117141"/>
                </a:cubicBezTo>
                <a:cubicBezTo>
                  <a:pt x="287497" y="108379"/>
                  <a:pt x="288941" y="100217"/>
                  <a:pt x="288941" y="92654"/>
                </a:cubicBezTo>
                <a:cubicBezTo>
                  <a:pt x="288941" y="84192"/>
                  <a:pt x="286972" y="77696"/>
                  <a:pt x="283035" y="73166"/>
                </a:cubicBezTo>
                <a:cubicBezTo>
                  <a:pt x="279098" y="68634"/>
                  <a:pt x="274130" y="66368"/>
                  <a:pt x="268130" y="66368"/>
                </a:cubicBezTo>
                <a:cubicBezTo>
                  <a:pt x="261681" y="66368"/>
                  <a:pt x="255719" y="68857"/>
                  <a:pt x="250245" y="73837"/>
                </a:cubicBezTo>
                <a:cubicBezTo>
                  <a:pt x="244770" y="78817"/>
                  <a:pt x="240646" y="85913"/>
                  <a:pt x="237871" y="95126"/>
                </a:cubicBezTo>
                <a:cubicBezTo>
                  <a:pt x="235097" y="104335"/>
                  <a:pt x="233709" y="112498"/>
                  <a:pt x="233709" y="119613"/>
                </a:cubicBezTo>
                <a:close/>
                <a:moveTo>
                  <a:pt x="443251" y="2475"/>
                </a:moveTo>
                <a:cubicBezTo>
                  <a:pt x="459224" y="2475"/>
                  <a:pt x="471710" y="8178"/>
                  <a:pt x="480709" y="19583"/>
                </a:cubicBezTo>
                <a:cubicBezTo>
                  <a:pt x="491433" y="33091"/>
                  <a:pt x="496795" y="55491"/>
                  <a:pt x="496795" y="86784"/>
                </a:cubicBezTo>
                <a:cubicBezTo>
                  <a:pt x="496795" y="118002"/>
                  <a:pt x="491395" y="140439"/>
                  <a:pt x="480596" y="154097"/>
                </a:cubicBezTo>
                <a:cubicBezTo>
                  <a:pt x="471672" y="165353"/>
                  <a:pt x="459224" y="170981"/>
                  <a:pt x="443251" y="170981"/>
                </a:cubicBezTo>
                <a:cubicBezTo>
                  <a:pt x="427202" y="170981"/>
                  <a:pt x="414266" y="164809"/>
                  <a:pt x="404442" y="152466"/>
                </a:cubicBezTo>
                <a:cubicBezTo>
                  <a:pt x="394619" y="140120"/>
                  <a:pt x="389707" y="118114"/>
                  <a:pt x="389707" y="86446"/>
                </a:cubicBezTo>
                <a:cubicBezTo>
                  <a:pt x="389707" y="55379"/>
                  <a:pt x="395106" y="33016"/>
                  <a:pt x="405905" y="19358"/>
                </a:cubicBezTo>
                <a:cubicBezTo>
                  <a:pt x="414829" y="8103"/>
                  <a:pt x="427277" y="2475"/>
                  <a:pt x="443251" y="2475"/>
                </a:cubicBezTo>
                <a:moveTo>
                  <a:pt x="443251" y="28797"/>
                </a:moveTo>
                <a:cubicBezTo>
                  <a:pt x="439426" y="28797"/>
                  <a:pt x="436014" y="30014"/>
                  <a:pt x="433014" y="32449"/>
                </a:cubicBezTo>
                <a:cubicBezTo>
                  <a:pt x="430015" y="34884"/>
                  <a:pt x="427690" y="39248"/>
                  <a:pt x="426040" y="45540"/>
                </a:cubicBezTo>
                <a:cubicBezTo>
                  <a:pt x="423865" y="53707"/>
                  <a:pt x="422778" y="67455"/>
                  <a:pt x="422778" y="86784"/>
                </a:cubicBezTo>
                <a:cubicBezTo>
                  <a:pt x="422778" y="106113"/>
                  <a:pt x="423753" y="119392"/>
                  <a:pt x="425703" y="126622"/>
                </a:cubicBezTo>
                <a:cubicBezTo>
                  <a:pt x="427652" y="133852"/>
                  <a:pt x="430108" y="138665"/>
                  <a:pt x="433070" y="141063"/>
                </a:cubicBezTo>
                <a:cubicBezTo>
                  <a:pt x="436033" y="143460"/>
                  <a:pt x="439426" y="144659"/>
                  <a:pt x="443251" y="144659"/>
                </a:cubicBezTo>
                <a:cubicBezTo>
                  <a:pt x="447075" y="144659"/>
                  <a:pt x="450487" y="143441"/>
                  <a:pt x="453487" y="141006"/>
                </a:cubicBezTo>
                <a:cubicBezTo>
                  <a:pt x="456487" y="138571"/>
                  <a:pt x="458811" y="134208"/>
                  <a:pt x="460461" y="127916"/>
                </a:cubicBezTo>
                <a:cubicBezTo>
                  <a:pt x="462636" y="119824"/>
                  <a:pt x="463723" y="106113"/>
                  <a:pt x="463723" y="86784"/>
                </a:cubicBezTo>
                <a:cubicBezTo>
                  <a:pt x="463723" y="67455"/>
                  <a:pt x="462748" y="54176"/>
                  <a:pt x="460799" y="46946"/>
                </a:cubicBezTo>
                <a:cubicBezTo>
                  <a:pt x="458849" y="39716"/>
                  <a:pt x="456393" y="34884"/>
                  <a:pt x="453431" y="32449"/>
                </a:cubicBezTo>
                <a:cubicBezTo>
                  <a:pt x="450469" y="30014"/>
                  <a:pt x="447075" y="28797"/>
                  <a:pt x="443251" y="28797"/>
                </a:cubicBezTo>
                <a:close/>
                <a:moveTo>
                  <a:pt x="524656" y="168056"/>
                </a:moveTo>
                <a:lnTo>
                  <a:pt x="524656" y="136335"/>
                </a:lnTo>
                <a:lnTo>
                  <a:pt x="556265" y="136335"/>
                </a:lnTo>
                <a:lnTo>
                  <a:pt x="556265" y="168056"/>
                </a:lnTo>
                <a:lnTo>
                  <a:pt x="524656" y="168056"/>
                </a:lnTo>
                <a:close/>
                <a:moveTo>
                  <a:pt x="688471" y="138584"/>
                </a:moveTo>
                <a:lnTo>
                  <a:pt x="688471" y="168056"/>
                </a:lnTo>
                <a:lnTo>
                  <a:pt x="577671" y="168056"/>
                </a:lnTo>
                <a:cubicBezTo>
                  <a:pt x="578871" y="156967"/>
                  <a:pt x="582471" y="146458"/>
                  <a:pt x="588470" y="136531"/>
                </a:cubicBezTo>
                <a:cubicBezTo>
                  <a:pt x="594469" y="126602"/>
                  <a:pt x="606318" y="113432"/>
                  <a:pt x="624016" y="97020"/>
                </a:cubicBezTo>
                <a:cubicBezTo>
                  <a:pt x="638264" y="83759"/>
                  <a:pt x="647001" y="74768"/>
                  <a:pt x="650226" y="70048"/>
                </a:cubicBezTo>
                <a:cubicBezTo>
                  <a:pt x="654575" y="63528"/>
                  <a:pt x="656750" y="57084"/>
                  <a:pt x="656750" y="50714"/>
                </a:cubicBezTo>
                <a:cubicBezTo>
                  <a:pt x="656750" y="43670"/>
                  <a:pt x="654856" y="38256"/>
                  <a:pt x="651069" y="34474"/>
                </a:cubicBezTo>
                <a:cubicBezTo>
                  <a:pt x="647282" y="30689"/>
                  <a:pt x="642052" y="28797"/>
                  <a:pt x="635377" y="28797"/>
                </a:cubicBezTo>
                <a:cubicBezTo>
                  <a:pt x="628778" y="28797"/>
                  <a:pt x="623529" y="30793"/>
                  <a:pt x="619629" y="34787"/>
                </a:cubicBezTo>
                <a:cubicBezTo>
                  <a:pt x="615729" y="38778"/>
                  <a:pt x="613480" y="45405"/>
                  <a:pt x="612880" y="54669"/>
                </a:cubicBezTo>
                <a:lnTo>
                  <a:pt x="581383" y="51505"/>
                </a:lnTo>
                <a:cubicBezTo>
                  <a:pt x="583258" y="34032"/>
                  <a:pt x="589145" y="21492"/>
                  <a:pt x="599044" y="13885"/>
                </a:cubicBezTo>
                <a:cubicBezTo>
                  <a:pt x="608943" y="6278"/>
                  <a:pt x="621316" y="2475"/>
                  <a:pt x="636165" y="2475"/>
                </a:cubicBezTo>
                <a:cubicBezTo>
                  <a:pt x="652438" y="2475"/>
                  <a:pt x="665224" y="6858"/>
                  <a:pt x="674523" y="15625"/>
                </a:cubicBezTo>
                <a:cubicBezTo>
                  <a:pt x="683822" y="24392"/>
                  <a:pt x="688471" y="35294"/>
                  <a:pt x="688471" y="48331"/>
                </a:cubicBezTo>
                <a:cubicBezTo>
                  <a:pt x="688471" y="55750"/>
                  <a:pt x="687140" y="62814"/>
                  <a:pt x="684478" y="69521"/>
                </a:cubicBezTo>
                <a:cubicBezTo>
                  <a:pt x="681816" y="76225"/>
                  <a:pt x="677597" y="83249"/>
                  <a:pt x="671823" y="90591"/>
                </a:cubicBezTo>
                <a:cubicBezTo>
                  <a:pt x="667999" y="95463"/>
                  <a:pt x="661099" y="102470"/>
                  <a:pt x="651125" y="111612"/>
                </a:cubicBezTo>
                <a:cubicBezTo>
                  <a:pt x="641152" y="120752"/>
                  <a:pt x="634834" y="126820"/>
                  <a:pt x="632171" y="129817"/>
                </a:cubicBezTo>
                <a:cubicBezTo>
                  <a:pt x="629509" y="132815"/>
                  <a:pt x="627353" y="135737"/>
                  <a:pt x="625703" y="138584"/>
                </a:cubicBezTo>
                <a:lnTo>
                  <a:pt x="688471" y="138584"/>
                </a:lnTo>
                <a:close/>
                <a:moveTo>
                  <a:pt x="716558" y="168056"/>
                </a:moveTo>
                <a:lnTo>
                  <a:pt x="716558" y="136335"/>
                </a:lnTo>
                <a:lnTo>
                  <a:pt x="748167" y="136335"/>
                </a:lnTo>
                <a:lnTo>
                  <a:pt x="748167" y="168056"/>
                </a:lnTo>
                <a:lnTo>
                  <a:pt x="716558" y="168056"/>
                </a:lnTo>
                <a:close/>
                <a:moveTo>
                  <a:pt x="772497" y="124298"/>
                </a:moveTo>
                <a:lnTo>
                  <a:pt x="803094" y="120586"/>
                </a:lnTo>
                <a:cubicBezTo>
                  <a:pt x="804069" y="128385"/>
                  <a:pt x="806693" y="134347"/>
                  <a:pt x="810968" y="138472"/>
                </a:cubicBezTo>
                <a:cubicBezTo>
                  <a:pt x="815242" y="142596"/>
                  <a:pt x="820417" y="144659"/>
                  <a:pt x="826491" y="144659"/>
                </a:cubicBezTo>
                <a:cubicBezTo>
                  <a:pt x="833015" y="144659"/>
                  <a:pt x="838508" y="142184"/>
                  <a:pt x="842970" y="137234"/>
                </a:cubicBezTo>
                <a:cubicBezTo>
                  <a:pt x="847432" y="132285"/>
                  <a:pt x="849663" y="125611"/>
                  <a:pt x="849663" y="117212"/>
                </a:cubicBezTo>
                <a:cubicBezTo>
                  <a:pt x="849663" y="109263"/>
                  <a:pt x="847526" y="102963"/>
                  <a:pt x="843252" y="98314"/>
                </a:cubicBezTo>
                <a:cubicBezTo>
                  <a:pt x="838977" y="93664"/>
                  <a:pt x="833765" y="91340"/>
                  <a:pt x="827616" y="91340"/>
                </a:cubicBezTo>
                <a:cubicBezTo>
                  <a:pt x="823566" y="91340"/>
                  <a:pt x="818729" y="92127"/>
                  <a:pt x="813105" y="93702"/>
                </a:cubicBezTo>
                <a:lnTo>
                  <a:pt x="816592" y="68167"/>
                </a:lnTo>
                <a:cubicBezTo>
                  <a:pt x="825141" y="68392"/>
                  <a:pt x="831665" y="66542"/>
                  <a:pt x="836165" y="62617"/>
                </a:cubicBezTo>
                <a:cubicBezTo>
                  <a:pt x="840664" y="58689"/>
                  <a:pt x="842914" y="53472"/>
                  <a:pt x="842914" y="46967"/>
                </a:cubicBezTo>
                <a:cubicBezTo>
                  <a:pt x="842914" y="41434"/>
                  <a:pt x="841264" y="37022"/>
                  <a:pt x="837965" y="33732"/>
                </a:cubicBezTo>
                <a:cubicBezTo>
                  <a:pt x="834665" y="30442"/>
                  <a:pt x="830278" y="28797"/>
                  <a:pt x="824804" y="28797"/>
                </a:cubicBezTo>
                <a:cubicBezTo>
                  <a:pt x="819404" y="28797"/>
                  <a:pt x="814792" y="30672"/>
                  <a:pt x="810968" y="34421"/>
                </a:cubicBezTo>
                <a:cubicBezTo>
                  <a:pt x="807143" y="38171"/>
                  <a:pt x="804818" y="43645"/>
                  <a:pt x="803994" y="50844"/>
                </a:cubicBezTo>
                <a:lnTo>
                  <a:pt x="774859" y="45895"/>
                </a:lnTo>
                <a:cubicBezTo>
                  <a:pt x="776884" y="35844"/>
                  <a:pt x="779940" y="27814"/>
                  <a:pt x="784027" y="21805"/>
                </a:cubicBezTo>
                <a:cubicBezTo>
                  <a:pt x="788114" y="15796"/>
                  <a:pt x="793813" y="11073"/>
                  <a:pt x="801125" y="7635"/>
                </a:cubicBezTo>
                <a:cubicBezTo>
                  <a:pt x="808437" y="4195"/>
                  <a:pt x="816630" y="2475"/>
                  <a:pt x="825704" y="2475"/>
                </a:cubicBezTo>
                <a:cubicBezTo>
                  <a:pt x="841227" y="2475"/>
                  <a:pt x="853675" y="7431"/>
                  <a:pt x="863049" y="17344"/>
                </a:cubicBezTo>
                <a:cubicBezTo>
                  <a:pt x="870773" y="25457"/>
                  <a:pt x="874636" y="34620"/>
                  <a:pt x="874636" y="44833"/>
                </a:cubicBezTo>
                <a:cubicBezTo>
                  <a:pt x="874636" y="59328"/>
                  <a:pt x="866724" y="70894"/>
                  <a:pt x="850901" y="79532"/>
                </a:cubicBezTo>
                <a:cubicBezTo>
                  <a:pt x="860350" y="81557"/>
                  <a:pt x="867905" y="86094"/>
                  <a:pt x="873567" y="93143"/>
                </a:cubicBezTo>
                <a:cubicBezTo>
                  <a:pt x="879229" y="100192"/>
                  <a:pt x="882060" y="108704"/>
                  <a:pt x="882060" y="118678"/>
                </a:cubicBezTo>
                <a:cubicBezTo>
                  <a:pt x="882060" y="133149"/>
                  <a:pt x="876773" y="145484"/>
                  <a:pt x="866199" y="155682"/>
                </a:cubicBezTo>
                <a:cubicBezTo>
                  <a:pt x="855625" y="165881"/>
                  <a:pt x="842464" y="170981"/>
                  <a:pt x="826716" y="170981"/>
                </a:cubicBezTo>
                <a:cubicBezTo>
                  <a:pt x="811793" y="170981"/>
                  <a:pt x="799419" y="166677"/>
                  <a:pt x="789595" y="158069"/>
                </a:cubicBezTo>
                <a:cubicBezTo>
                  <a:pt x="779771" y="149462"/>
                  <a:pt x="774072" y="138205"/>
                  <a:pt x="772497" y="1242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007C8-9BEE-4BA6-94F7-E3E6F357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338" y="2042871"/>
            <a:ext cx="1089965" cy="247097"/>
          </a:xfrm>
          <a:custGeom xmlns:a="http://schemas.openxmlformats.org/drawingml/2006/main">
            <a:pathLst>
              <a:path w="1089965" h="247097">
                <a:moveTo>
                  <a:pt x="0" y="247097"/>
                </a:moveTo>
                <a:lnTo>
                  <a:pt x="544982" y="247097"/>
                </a:lnTo>
                <a:lnTo>
                  <a:pt x="544982" y="0"/>
                </a:lnTo>
                <a:lnTo>
                  <a:pt x="108996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66A57-021C-4B9D-9DAA-F42E26AD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337" y="2042871"/>
            <a:ext cx="992776" cy="247096"/>
          </a:xfrm>
          <a:custGeom xmlns:a="http://schemas.openxmlformats.org/drawingml/2006/main">
            <a:pathLst>
              <a:path w="992776" h="247096" fill="none">
                <a:moveTo>
                  <a:pt x="0" y="247096"/>
                </a:moveTo>
                <a:lnTo>
                  <a:pt x="544983" y="247096"/>
                </a:lnTo>
                <a:lnTo>
                  <a:pt x="544983" y="0"/>
                </a:lnTo>
                <a:lnTo>
                  <a:pt x="9927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F18E4-8108-43CD-ADB6-9CDCB24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113" y="2016117"/>
            <a:ext cx="73508" cy="53509"/>
          </a:xfrm>
          <a:custGeom xmlns:a="http://schemas.openxmlformats.org/drawingml/2006/main">
            <a:pathLst>
              <a:path w="73508" h="53509">
                <a:moveTo>
                  <a:pt x="0" y="53509"/>
                </a:moveTo>
                <a:lnTo>
                  <a:pt x="0" y="0"/>
                </a:lnTo>
                <a:lnTo>
                  <a:pt x="73508" y="26755"/>
                </a:lnTo>
                <a:lnTo>
                  <a:pt x="0" y="5350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6D56A-55F1-4873-9B65-1EE8CE3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113" y="2016117"/>
            <a:ext cx="73508" cy="53509"/>
          </a:xfrm>
          <a:custGeom xmlns:a="http://schemas.openxmlformats.org/drawingml/2006/main">
            <a:pathLst>
              <a:path w="73508" h="53509" fill="none">
                <a:moveTo>
                  <a:pt x="0" y="53509"/>
                </a:moveTo>
                <a:lnTo>
                  <a:pt x="73508" y="26755"/>
                </a:lnTo>
                <a:lnTo>
                  <a:pt x="0" y="0"/>
                </a:lnTo>
                <a:lnTo>
                  <a:pt x="0" y="535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F9AF0-7D18-4738-B721-7AF4658A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338" y="2290081"/>
            <a:ext cx="1089965" cy="247096"/>
          </a:xfrm>
          <a:custGeom xmlns:a="http://schemas.openxmlformats.org/drawingml/2006/main">
            <a:pathLst>
              <a:path w="1089965" h="247096">
                <a:moveTo>
                  <a:pt x="1089965" y="247096"/>
                </a:moveTo>
                <a:lnTo>
                  <a:pt x="544982" y="247096"/>
                </a:lnTo>
                <a:lnTo>
                  <a:pt x="5449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37641-6A95-4E01-9F8B-062940F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337" y="2290081"/>
            <a:ext cx="992776" cy="247096"/>
          </a:xfrm>
          <a:custGeom xmlns:a="http://schemas.openxmlformats.org/drawingml/2006/main">
            <a:pathLst>
              <a:path w="992776" h="247096" fill="none">
                <a:moveTo>
                  <a:pt x="0" y="0"/>
                </a:moveTo>
                <a:lnTo>
                  <a:pt x="544983" y="0"/>
                </a:lnTo>
                <a:lnTo>
                  <a:pt x="544983" y="247096"/>
                </a:lnTo>
                <a:lnTo>
                  <a:pt x="992776" y="247096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DDD03-E500-4A82-938C-D3131C7B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113" y="2510423"/>
            <a:ext cx="73508" cy="53509"/>
          </a:xfrm>
          <a:custGeom xmlns:a="http://schemas.openxmlformats.org/drawingml/2006/main">
            <a:pathLst>
              <a:path w="73508" h="53509">
                <a:moveTo>
                  <a:pt x="0" y="53509"/>
                </a:moveTo>
                <a:lnTo>
                  <a:pt x="0" y="0"/>
                </a:lnTo>
                <a:lnTo>
                  <a:pt x="73508" y="26755"/>
                </a:lnTo>
                <a:lnTo>
                  <a:pt x="0" y="5350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82BC2-748A-48C1-B181-037C456C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113" y="2510423"/>
            <a:ext cx="73508" cy="53509"/>
          </a:xfrm>
          <a:custGeom xmlns:a="http://schemas.openxmlformats.org/drawingml/2006/main">
            <a:pathLst>
              <a:path w="73508" h="53509" fill="none">
                <a:moveTo>
                  <a:pt x="0" y="53509"/>
                </a:moveTo>
                <a:lnTo>
                  <a:pt x="73508" y="26755"/>
                </a:lnTo>
                <a:lnTo>
                  <a:pt x="0" y="0"/>
                </a:lnTo>
                <a:lnTo>
                  <a:pt x="0" y="535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4A8F0-FACD-41A8-86D0-C718F78B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40" y="1711142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^0.2.0">
            <a:extLst xmlns:a="http://schemas.openxmlformats.org/drawingml/2006/main">
              <a:ext uri="{FF2B5EF4-FFF2-40B4-BE49-F238E27FC236}">
                <a16:creationId xmlns:a16="http://schemas.microsoft.com/office/drawing/2014/main" id="{215ABE6B-9B6A-4A93-93DC-0FD8D208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09" y="1813064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11533" y="86446"/>
                </a:moveTo>
                <a:cubicBezTo>
                  <a:pt x="111533" y="66963"/>
                  <a:pt x="113539" y="51281"/>
                  <a:pt x="117551" y="39402"/>
                </a:cubicBezTo>
                <a:cubicBezTo>
                  <a:pt x="121563" y="27523"/>
                  <a:pt x="127525" y="18361"/>
                  <a:pt x="135436" y="11917"/>
                </a:cubicBezTo>
                <a:cubicBezTo>
                  <a:pt x="143348" y="5472"/>
                  <a:pt x="153303" y="2250"/>
                  <a:pt x="165302" y="2250"/>
                </a:cubicBezTo>
                <a:cubicBezTo>
                  <a:pt x="174151" y="2250"/>
                  <a:pt x="181912" y="4030"/>
                  <a:pt x="188586" y="7589"/>
                </a:cubicBezTo>
                <a:cubicBezTo>
                  <a:pt x="195261" y="11149"/>
                  <a:pt x="200773" y="16283"/>
                  <a:pt x="205122" y="22990"/>
                </a:cubicBezTo>
                <a:cubicBezTo>
                  <a:pt x="209472" y="29697"/>
                  <a:pt x="212884" y="37866"/>
                  <a:pt x="215358" y="47498"/>
                </a:cubicBezTo>
                <a:cubicBezTo>
                  <a:pt x="217833" y="57127"/>
                  <a:pt x="219070" y="70110"/>
                  <a:pt x="219070" y="86446"/>
                </a:cubicBezTo>
                <a:cubicBezTo>
                  <a:pt x="219070" y="105780"/>
                  <a:pt x="217083" y="121387"/>
                  <a:pt x="213109" y="133266"/>
                </a:cubicBezTo>
                <a:cubicBezTo>
                  <a:pt x="209134" y="145145"/>
                  <a:pt x="203191" y="154326"/>
                  <a:pt x="195279" y="160808"/>
                </a:cubicBezTo>
                <a:cubicBezTo>
                  <a:pt x="187368" y="167290"/>
                  <a:pt x="177375" y="170531"/>
                  <a:pt x="165302" y="170531"/>
                </a:cubicBezTo>
                <a:cubicBezTo>
                  <a:pt x="149403" y="170531"/>
                  <a:pt x="136917" y="164835"/>
                  <a:pt x="127843" y="153443"/>
                </a:cubicBezTo>
                <a:cubicBezTo>
                  <a:pt x="116969" y="139729"/>
                  <a:pt x="111533" y="117397"/>
                  <a:pt x="111533" y="86446"/>
                </a:cubicBezTo>
                <a:moveTo>
                  <a:pt x="132343" y="86503"/>
                </a:moveTo>
                <a:cubicBezTo>
                  <a:pt x="132343" y="113530"/>
                  <a:pt x="135511" y="131518"/>
                  <a:pt x="141848" y="140465"/>
                </a:cubicBezTo>
                <a:cubicBezTo>
                  <a:pt x="148185" y="149410"/>
                  <a:pt x="156003" y="153883"/>
                  <a:pt x="165302" y="153883"/>
                </a:cubicBezTo>
                <a:cubicBezTo>
                  <a:pt x="174600" y="153883"/>
                  <a:pt x="182418" y="149391"/>
                  <a:pt x="188755" y="140409"/>
                </a:cubicBezTo>
                <a:cubicBezTo>
                  <a:pt x="195092" y="131424"/>
                  <a:pt x="198260" y="113455"/>
                  <a:pt x="198260" y="86503"/>
                </a:cubicBezTo>
                <a:cubicBezTo>
                  <a:pt x="198260" y="59400"/>
                  <a:pt x="195092" y="41395"/>
                  <a:pt x="188755" y="32488"/>
                </a:cubicBezTo>
                <a:cubicBezTo>
                  <a:pt x="182418" y="23578"/>
                  <a:pt x="174525" y="19123"/>
                  <a:pt x="165077" y="19123"/>
                </a:cubicBezTo>
                <a:cubicBezTo>
                  <a:pt x="155778" y="19123"/>
                  <a:pt x="148353" y="23053"/>
                  <a:pt x="142804" y="30913"/>
                </a:cubicBezTo>
                <a:cubicBezTo>
                  <a:pt x="135830" y="40945"/>
                  <a:pt x="132343" y="59475"/>
                  <a:pt x="132343" y="86503"/>
                </a:cubicBezTo>
                <a:close/>
                <a:moveTo>
                  <a:pt x="250981" y="167831"/>
                </a:moveTo>
                <a:lnTo>
                  <a:pt x="250981" y="144659"/>
                </a:lnTo>
                <a:lnTo>
                  <a:pt x="274041" y="144659"/>
                </a:lnTo>
                <a:lnTo>
                  <a:pt x="274041" y="167831"/>
                </a:lnTo>
                <a:lnTo>
                  <a:pt x="250981" y="167831"/>
                </a:lnTo>
                <a:close/>
                <a:moveTo>
                  <a:pt x="409847" y="148258"/>
                </a:moveTo>
                <a:lnTo>
                  <a:pt x="409847" y="167831"/>
                </a:lnTo>
                <a:lnTo>
                  <a:pt x="300847" y="167831"/>
                </a:lnTo>
                <a:cubicBezTo>
                  <a:pt x="300697" y="162952"/>
                  <a:pt x="301484" y="158259"/>
                  <a:pt x="303209" y="153753"/>
                </a:cubicBezTo>
                <a:cubicBezTo>
                  <a:pt x="305983" y="146321"/>
                  <a:pt x="310427" y="139003"/>
                  <a:pt x="316539" y="131796"/>
                </a:cubicBezTo>
                <a:cubicBezTo>
                  <a:pt x="322650" y="124588"/>
                  <a:pt x="331481" y="116256"/>
                  <a:pt x="343029" y="106800"/>
                </a:cubicBezTo>
                <a:cubicBezTo>
                  <a:pt x="360952" y="92090"/>
                  <a:pt x="373063" y="80454"/>
                  <a:pt x="379363" y="71893"/>
                </a:cubicBezTo>
                <a:cubicBezTo>
                  <a:pt x="385662" y="63333"/>
                  <a:pt x="388812" y="55238"/>
                  <a:pt x="388812" y="47610"/>
                </a:cubicBezTo>
                <a:cubicBezTo>
                  <a:pt x="388812" y="39610"/>
                  <a:pt x="385943" y="32862"/>
                  <a:pt x="380206" y="27366"/>
                </a:cubicBezTo>
                <a:cubicBezTo>
                  <a:pt x="374469" y="21871"/>
                  <a:pt x="366989" y="19123"/>
                  <a:pt x="357765" y="19123"/>
                </a:cubicBezTo>
                <a:cubicBezTo>
                  <a:pt x="348016" y="19123"/>
                  <a:pt x="340217" y="22048"/>
                  <a:pt x="334368" y="27897"/>
                </a:cubicBezTo>
                <a:cubicBezTo>
                  <a:pt x="328518" y="33746"/>
                  <a:pt x="325556" y="41845"/>
                  <a:pt x="325481" y="52194"/>
                </a:cubicBezTo>
                <a:lnTo>
                  <a:pt x="304671" y="49944"/>
                </a:lnTo>
                <a:cubicBezTo>
                  <a:pt x="306096" y="34421"/>
                  <a:pt x="311458" y="22591"/>
                  <a:pt x="320757" y="14455"/>
                </a:cubicBezTo>
                <a:cubicBezTo>
                  <a:pt x="330056" y="6318"/>
                  <a:pt x="342542" y="2250"/>
                  <a:pt x="358215" y="2250"/>
                </a:cubicBezTo>
                <a:cubicBezTo>
                  <a:pt x="374038" y="2250"/>
                  <a:pt x="386562" y="6636"/>
                  <a:pt x="395786" y="15407"/>
                </a:cubicBezTo>
                <a:cubicBezTo>
                  <a:pt x="405010" y="24179"/>
                  <a:pt x="409622" y="35050"/>
                  <a:pt x="409622" y="48022"/>
                </a:cubicBezTo>
                <a:cubicBezTo>
                  <a:pt x="409622" y="54618"/>
                  <a:pt x="408272" y="61104"/>
                  <a:pt x="405572" y="67478"/>
                </a:cubicBezTo>
                <a:cubicBezTo>
                  <a:pt x="402873" y="73850"/>
                  <a:pt x="398392" y="80560"/>
                  <a:pt x="392130" y="87606"/>
                </a:cubicBezTo>
                <a:cubicBezTo>
                  <a:pt x="385868" y="94653"/>
                  <a:pt x="375463" y="104316"/>
                  <a:pt x="360915" y="116593"/>
                </a:cubicBezTo>
                <a:cubicBezTo>
                  <a:pt x="348766" y="126773"/>
                  <a:pt x="340967" y="133679"/>
                  <a:pt x="337517" y="137312"/>
                </a:cubicBezTo>
                <a:cubicBezTo>
                  <a:pt x="334068" y="140942"/>
                  <a:pt x="331218" y="144591"/>
                  <a:pt x="328968" y="148258"/>
                </a:cubicBezTo>
                <a:lnTo>
                  <a:pt x="409847" y="148258"/>
                </a:lnTo>
                <a:close/>
                <a:moveTo>
                  <a:pt x="442882" y="167831"/>
                </a:moveTo>
                <a:lnTo>
                  <a:pt x="442882" y="144659"/>
                </a:lnTo>
                <a:lnTo>
                  <a:pt x="465942" y="144659"/>
                </a:lnTo>
                <a:lnTo>
                  <a:pt x="465942" y="167831"/>
                </a:lnTo>
                <a:lnTo>
                  <a:pt x="442882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F37AF-8D67-4480-AE80-36B3025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33" y="2537298"/>
            <a:ext cx="765438" cy="340147"/>
          </a:xfrm>
          <a:custGeom xmlns:a="http://schemas.openxmlformats.org/drawingml/2006/main">
            <a:pathLst>
              <a:path w="765438" h="340147">
                <a:moveTo>
                  <a:pt x="765438" y="0"/>
                </a:moveTo>
                <a:lnTo>
                  <a:pt x="765438" y="340147"/>
                </a:lnTo>
                <a:lnTo>
                  <a:pt x="0" y="340147"/>
                </a:lnTo>
                <a:lnTo>
                  <a:pt x="0" y="0"/>
                </a:lnTo>
                <a:lnTo>
                  <a:pt x="765438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^3.8.0">
            <a:extLst xmlns:a="http://schemas.openxmlformats.org/drawingml/2006/main">
              <a:ext uri="{FF2B5EF4-FFF2-40B4-BE49-F238E27FC236}">
                <a16:creationId xmlns:a16="http://schemas.microsoft.com/office/drawing/2014/main" id="{D4AE1F8C-EE0F-44A0-9F46-6D4A81D4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02" y="2639221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11645" y="123961"/>
                </a:moveTo>
                <a:lnTo>
                  <a:pt x="131893" y="121261"/>
                </a:lnTo>
                <a:cubicBezTo>
                  <a:pt x="134218" y="132735"/>
                  <a:pt x="138174" y="141003"/>
                  <a:pt x="143761" y="146065"/>
                </a:cubicBezTo>
                <a:cubicBezTo>
                  <a:pt x="149347" y="151127"/>
                  <a:pt x="156153" y="153658"/>
                  <a:pt x="164177" y="153658"/>
                </a:cubicBezTo>
                <a:cubicBezTo>
                  <a:pt x="173701" y="153658"/>
                  <a:pt x="181744" y="150364"/>
                  <a:pt x="188305" y="143776"/>
                </a:cubicBezTo>
                <a:cubicBezTo>
                  <a:pt x="194867" y="137189"/>
                  <a:pt x="198148" y="129029"/>
                  <a:pt x="198148" y="119296"/>
                </a:cubicBezTo>
                <a:cubicBezTo>
                  <a:pt x="198148" y="110014"/>
                  <a:pt x="195111" y="102359"/>
                  <a:pt x="189037" y="96331"/>
                </a:cubicBezTo>
                <a:cubicBezTo>
                  <a:pt x="182962" y="90304"/>
                  <a:pt x="175238" y="87290"/>
                  <a:pt x="165864" y="87290"/>
                </a:cubicBezTo>
                <a:cubicBezTo>
                  <a:pt x="162040" y="87290"/>
                  <a:pt x="157278" y="88040"/>
                  <a:pt x="151578" y="89540"/>
                </a:cubicBezTo>
                <a:lnTo>
                  <a:pt x="153828" y="71767"/>
                </a:lnTo>
                <a:cubicBezTo>
                  <a:pt x="155178" y="71917"/>
                  <a:pt x="156265" y="71992"/>
                  <a:pt x="157090" y="71992"/>
                </a:cubicBezTo>
                <a:cubicBezTo>
                  <a:pt x="165714" y="71992"/>
                  <a:pt x="173476" y="69751"/>
                  <a:pt x="180375" y="65271"/>
                </a:cubicBezTo>
                <a:cubicBezTo>
                  <a:pt x="187274" y="60790"/>
                  <a:pt x="190724" y="53883"/>
                  <a:pt x="190724" y="44548"/>
                </a:cubicBezTo>
                <a:cubicBezTo>
                  <a:pt x="190724" y="37155"/>
                  <a:pt x="188212" y="31031"/>
                  <a:pt x="183187" y="26178"/>
                </a:cubicBezTo>
                <a:cubicBezTo>
                  <a:pt x="178163" y="21325"/>
                  <a:pt x="171676" y="18898"/>
                  <a:pt x="163727" y="18898"/>
                </a:cubicBezTo>
                <a:cubicBezTo>
                  <a:pt x="155853" y="18898"/>
                  <a:pt x="149291" y="21373"/>
                  <a:pt x="144042" y="26322"/>
                </a:cubicBezTo>
                <a:cubicBezTo>
                  <a:pt x="138792" y="31271"/>
                  <a:pt x="135418" y="38696"/>
                  <a:pt x="133918" y="48595"/>
                </a:cubicBezTo>
                <a:lnTo>
                  <a:pt x="113670" y="44995"/>
                </a:lnTo>
                <a:cubicBezTo>
                  <a:pt x="116145" y="31421"/>
                  <a:pt x="121769" y="20904"/>
                  <a:pt x="130543" y="13442"/>
                </a:cubicBezTo>
                <a:cubicBezTo>
                  <a:pt x="139317" y="5981"/>
                  <a:pt x="150229" y="2250"/>
                  <a:pt x="163277" y="2250"/>
                </a:cubicBezTo>
                <a:cubicBezTo>
                  <a:pt x="172276" y="2250"/>
                  <a:pt x="180563" y="4175"/>
                  <a:pt x="188137" y="8025"/>
                </a:cubicBezTo>
                <a:cubicBezTo>
                  <a:pt x="195711" y="11876"/>
                  <a:pt x="201504" y="17129"/>
                  <a:pt x="205516" y="23784"/>
                </a:cubicBezTo>
                <a:cubicBezTo>
                  <a:pt x="209528" y="30437"/>
                  <a:pt x="211534" y="37503"/>
                  <a:pt x="211534" y="44981"/>
                </a:cubicBezTo>
                <a:cubicBezTo>
                  <a:pt x="211534" y="52084"/>
                  <a:pt x="209622" y="58552"/>
                  <a:pt x="205797" y="64385"/>
                </a:cubicBezTo>
                <a:cubicBezTo>
                  <a:pt x="201973" y="70215"/>
                  <a:pt x="196311" y="74851"/>
                  <a:pt x="188812" y="78291"/>
                </a:cubicBezTo>
                <a:cubicBezTo>
                  <a:pt x="198561" y="80541"/>
                  <a:pt x="206135" y="85209"/>
                  <a:pt x="211534" y="92296"/>
                </a:cubicBezTo>
                <a:cubicBezTo>
                  <a:pt x="216933" y="99383"/>
                  <a:pt x="219633" y="108250"/>
                  <a:pt x="219633" y="118899"/>
                </a:cubicBezTo>
                <a:cubicBezTo>
                  <a:pt x="219633" y="133297"/>
                  <a:pt x="214384" y="145502"/>
                  <a:pt x="203885" y="155514"/>
                </a:cubicBezTo>
                <a:cubicBezTo>
                  <a:pt x="193386" y="165525"/>
                  <a:pt x="180113" y="170531"/>
                  <a:pt x="164064" y="170531"/>
                </a:cubicBezTo>
                <a:cubicBezTo>
                  <a:pt x="149591" y="170531"/>
                  <a:pt x="137574" y="166208"/>
                  <a:pt x="128012" y="157563"/>
                </a:cubicBezTo>
                <a:cubicBezTo>
                  <a:pt x="118451" y="148918"/>
                  <a:pt x="112995" y="137717"/>
                  <a:pt x="111645" y="123961"/>
                </a:cubicBez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34593" y="78231"/>
                </a:moveTo>
                <a:cubicBezTo>
                  <a:pt x="326194" y="75164"/>
                  <a:pt x="319970" y="70787"/>
                  <a:pt x="315920" y="65102"/>
                </a:cubicBezTo>
                <a:cubicBezTo>
                  <a:pt x="311871" y="59414"/>
                  <a:pt x="309846" y="52605"/>
                  <a:pt x="309846" y="44675"/>
                </a:cubicBezTo>
                <a:cubicBezTo>
                  <a:pt x="309846" y="32702"/>
                  <a:pt x="314158" y="22638"/>
                  <a:pt x="322782" y="14483"/>
                </a:cubicBezTo>
                <a:cubicBezTo>
                  <a:pt x="331406" y="6327"/>
                  <a:pt x="342880" y="2250"/>
                  <a:pt x="357203" y="2250"/>
                </a:cubicBezTo>
                <a:cubicBezTo>
                  <a:pt x="371601" y="2250"/>
                  <a:pt x="383188" y="6421"/>
                  <a:pt x="391962" y="14764"/>
                </a:cubicBezTo>
                <a:cubicBezTo>
                  <a:pt x="400736" y="23107"/>
                  <a:pt x="405123" y="33263"/>
                  <a:pt x="405123" y="45234"/>
                </a:cubicBezTo>
                <a:cubicBezTo>
                  <a:pt x="405123" y="52867"/>
                  <a:pt x="403117" y="59508"/>
                  <a:pt x="399104" y="65158"/>
                </a:cubicBezTo>
                <a:cubicBezTo>
                  <a:pt x="395092" y="70806"/>
                  <a:pt x="388999" y="75164"/>
                  <a:pt x="380825" y="78231"/>
                </a:cubicBezTo>
                <a:cubicBezTo>
                  <a:pt x="390949" y="81533"/>
                  <a:pt x="398655" y="86861"/>
                  <a:pt x="403941" y="94215"/>
                </a:cubicBezTo>
                <a:cubicBezTo>
                  <a:pt x="409228" y="101569"/>
                  <a:pt x="411872" y="110349"/>
                  <a:pt x="411872" y="120555"/>
                </a:cubicBezTo>
                <a:cubicBezTo>
                  <a:pt x="411872" y="134663"/>
                  <a:pt x="406885" y="146519"/>
                  <a:pt x="396911" y="156125"/>
                </a:cubicBezTo>
                <a:cubicBezTo>
                  <a:pt x="386937" y="165729"/>
                  <a:pt x="373814" y="170531"/>
                  <a:pt x="357540" y="170531"/>
                </a:cubicBezTo>
                <a:cubicBezTo>
                  <a:pt x="341267" y="170531"/>
                  <a:pt x="328144" y="165710"/>
                  <a:pt x="318170" y="156069"/>
                </a:cubicBezTo>
                <a:cubicBezTo>
                  <a:pt x="308196" y="146426"/>
                  <a:pt x="303209" y="134400"/>
                  <a:pt x="303209" y="119992"/>
                </a:cubicBezTo>
                <a:cubicBezTo>
                  <a:pt x="303209" y="109261"/>
                  <a:pt x="305927" y="100275"/>
                  <a:pt x="311364" y="93034"/>
                </a:cubicBezTo>
                <a:cubicBezTo>
                  <a:pt x="316801" y="85793"/>
                  <a:pt x="324544" y="80858"/>
                  <a:pt x="334593" y="78231"/>
                </a:cubicBezTo>
                <a:moveTo>
                  <a:pt x="330543" y="43986"/>
                </a:moveTo>
                <a:cubicBezTo>
                  <a:pt x="330543" y="51750"/>
                  <a:pt x="333056" y="58096"/>
                  <a:pt x="338080" y="63025"/>
                </a:cubicBezTo>
                <a:cubicBezTo>
                  <a:pt x="343105" y="67953"/>
                  <a:pt x="349629" y="70417"/>
                  <a:pt x="357653" y="70417"/>
                </a:cubicBezTo>
                <a:cubicBezTo>
                  <a:pt x="365452" y="70417"/>
                  <a:pt x="371845" y="67972"/>
                  <a:pt x="376832" y="63081"/>
                </a:cubicBezTo>
                <a:cubicBezTo>
                  <a:pt x="381819" y="58190"/>
                  <a:pt x="384312" y="52198"/>
                  <a:pt x="384312" y="45104"/>
                </a:cubicBezTo>
                <a:cubicBezTo>
                  <a:pt x="384312" y="37713"/>
                  <a:pt x="381744" y="31498"/>
                  <a:pt x="376607" y="26459"/>
                </a:cubicBezTo>
                <a:cubicBezTo>
                  <a:pt x="371470" y="21418"/>
                  <a:pt x="365077" y="18898"/>
                  <a:pt x="357428" y="18898"/>
                </a:cubicBezTo>
                <a:cubicBezTo>
                  <a:pt x="349704" y="18898"/>
                  <a:pt x="343292" y="21362"/>
                  <a:pt x="338193" y="26290"/>
                </a:cubicBezTo>
                <a:cubicBezTo>
                  <a:pt x="333093" y="31219"/>
                  <a:pt x="330543" y="37117"/>
                  <a:pt x="330543" y="43986"/>
                </a:cubicBezTo>
                <a:moveTo>
                  <a:pt x="324019" y="120136"/>
                </a:moveTo>
                <a:cubicBezTo>
                  <a:pt x="324019" y="125911"/>
                  <a:pt x="325388" y="131498"/>
                  <a:pt x="328125" y="136897"/>
                </a:cubicBezTo>
                <a:cubicBezTo>
                  <a:pt x="330862" y="142296"/>
                  <a:pt x="334930" y="146477"/>
                  <a:pt x="340330" y="149439"/>
                </a:cubicBezTo>
                <a:cubicBezTo>
                  <a:pt x="345729" y="152402"/>
                  <a:pt x="351541" y="153883"/>
                  <a:pt x="357765" y="153883"/>
                </a:cubicBezTo>
                <a:cubicBezTo>
                  <a:pt x="367439" y="153883"/>
                  <a:pt x="375426" y="150770"/>
                  <a:pt x="381725" y="144546"/>
                </a:cubicBezTo>
                <a:cubicBezTo>
                  <a:pt x="388024" y="138322"/>
                  <a:pt x="391174" y="130410"/>
                  <a:pt x="391174" y="120811"/>
                </a:cubicBezTo>
                <a:cubicBezTo>
                  <a:pt x="391174" y="111062"/>
                  <a:pt x="387931" y="103001"/>
                  <a:pt x="381444" y="96627"/>
                </a:cubicBezTo>
                <a:cubicBezTo>
                  <a:pt x="374957" y="90252"/>
                  <a:pt x="366839" y="87065"/>
                  <a:pt x="357090" y="87065"/>
                </a:cubicBezTo>
                <a:cubicBezTo>
                  <a:pt x="347567" y="87065"/>
                  <a:pt x="339674" y="90215"/>
                  <a:pt x="333412" y="96514"/>
                </a:cubicBezTo>
                <a:cubicBezTo>
                  <a:pt x="327150" y="102813"/>
                  <a:pt x="324019" y="110687"/>
                  <a:pt x="324019" y="120136"/>
                </a:cubicBez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40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6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2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7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9" y="170531"/>
                  <a:pt x="549105" y="170531"/>
                </a:cubicBezTo>
                <a:cubicBezTo>
                  <a:pt x="533207" y="170531"/>
                  <a:pt x="520721" y="164835"/>
                  <a:pt x="511647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5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2" y="149391"/>
                  <a:pt x="572559" y="140409"/>
                </a:cubicBezTo>
                <a:cubicBezTo>
                  <a:pt x="578895" y="131424"/>
                  <a:pt x="582064" y="113455"/>
                  <a:pt x="582064" y="86503"/>
                </a:cubicBezTo>
                <a:cubicBezTo>
                  <a:pt x="582064" y="59400"/>
                  <a:pt x="578895" y="41395"/>
                  <a:pt x="572559" y="32488"/>
                </a:cubicBezTo>
                <a:cubicBezTo>
                  <a:pt x="566222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DFE94-4A3F-4795-8369-01F4610B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57" y="2114778"/>
            <a:ext cx="1030561" cy="345221"/>
          </a:xfrm>
          <a:custGeom xmlns:a="http://schemas.openxmlformats.org/drawingml/2006/main">
            <a:pathLst>
              <a:path w="1030561" h="345221">
                <a:moveTo>
                  <a:pt x="0" y="345221"/>
                </a:moveTo>
                <a:lnTo>
                  <a:pt x="0" y="0"/>
                </a:lnTo>
                <a:lnTo>
                  <a:pt x="1030561" y="0"/>
                </a:lnTo>
                <a:lnTo>
                  <a:pt x="1030561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B0849-F870-4533-A37C-C0CD904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57" y="2114778"/>
            <a:ext cx="1030561" cy="345221"/>
          </a:xfrm>
          <a:custGeom xmlns:a="http://schemas.openxmlformats.org/drawingml/2006/main">
            <a:pathLst>
              <a:path w="1030561" h="345221" fill="none">
                <a:moveTo>
                  <a:pt x="0" y="0"/>
                </a:moveTo>
                <a:lnTo>
                  <a:pt x="1030561" y="0"/>
                </a:lnTo>
                <a:lnTo>
                  <a:pt x="1030561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custDash>
              <a:ds d="100000" sp="300000"/>
            </a:custDash>
            <a:round/>
          </a:ln>
        </p:spPr>
      </p:sp>
      <p:sp>
        <p:nvSpPr>
          <p:cNvPr id="114" name="Text A@2.1.3">
            <a:extLst xmlns:a="http://schemas.openxmlformats.org/drawingml/2006/main">
              <a:ext uri="{FF2B5EF4-FFF2-40B4-BE49-F238E27FC236}">
                <a16:creationId xmlns:a16="http://schemas.microsoft.com/office/drawing/2014/main" id="{6B550109-B005-4D6E-BB6F-7182B2B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555" y="2202807"/>
            <a:ext cx="892972" cy="216651"/>
          </a:xfrm>
          <a:custGeom xmlns:a="http://schemas.openxmlformats.org/drawingml/2006/main">
            <a:pathLst>
              <a:path w="892972" h="216651">
                <a:moveTo>
                  <a:pt x="165469" y="168056"/>
                </a:moveTo>
                <a:lnTo>
                  <a:pt x="129248" y="168056"/>
                </a:lnTo>
                <a:lnTo>
                  <a:pt x="114850" y="130485"/>
                </a:lnTo>
                <a:lnTo>
                  <a:pt x="48932" y="130485"/>
                </a:lnTo>
                <a:lnTo>
                  <a:pt x="35321" y="168056"/>
                </a:lnTo>
                <a:lnTo>
                  <a:pt x="0" y="168056"/>
                </a:lnTo>
                <a:lnTo>
                  <a:pt x="64230" y="3150"/>
                </a:lnTo>
                <a:lnTo>
                  <a:pt x="99439" y="3150"/>
                </a:lnTo>
                <a:lnTo>
                  <a:pt x="165469" y="168056"/>
                </a:lnTo>
                <a:moveTo>
                  <a:pt x="104163" y="102588"/>
                </a:moveTo>
                <a:lnTo>
                  <a:pt x="81441" y="41620"/>
                </a:lnTo>
                <a:lnTo>
                  <a:pt x="59168" y="102588"/>
                </a:lnTo>
                <a:lnTo>
                  <a:pt x="104163" y="102588"/>
                </a:lnTo>
                <a:close/>
                <a:moveTo>
                  <a:pt x="366220" y="165806"/>
                </a:moveTo>
                <a:lnTo>
                  <a:pt x="390180" y="165806"/>
                </a:lnTo>
                <a:cubicBezTo>
                  <a:pt x="382681" y="181098"/>
                  <a:pt x="371170" y="193074"/>
                  <a:pt x="355646" y="201735"/>
                </a:cubicBezTo>
                <a:cubicBezTo>
                  <a:pt x="337873" y="211679"/>
                  <a:pt x="316201" y="216651"/>
                  <a:pt x="290629" y="216651"/>
                </a:cubicBezTo>
                <a:cubicBezTo>
                  <a:pt x="265881" y="216651"/>
                  <a:pt x="244509" y="212463"/>
                  <a:pt x="226511" y="204087"/>
                </a:cubicBezTo>
                <a:cubicBezTo>
                  <a:pt x="208513" y="195714"/>
                  <a:pt x="195127" y="183359"/>
                  <a:pt x="186353" y="167023"/>
                </a:cubicBezTo>
                <a:cubicBezTo>
                  <a:pt x="177579" y="150686"/>
                  <a:pt x="173192" y="132904"/>
                  <a:pt x="173192" y="113675"/>
                </a:cubicBezTo>
                <a:cubicBezTo>
                  <a:pt x="173192" y="92570"/>
                  <a:pt x="178179" y="72911"/>
                  <a:pt x="188153" y="54697"/>
                </a:cubicBezTo>
                <a:cubicBezTo>
                  <a:pt x="198127" y="36483"/>
                  <a:pt x="211775" y="22814"/>
                  <a:pt x="229098" y="13688"/>
                </a:cubicBezTo>
                <a:cubicBezTo>
                  <a:pt x="246421" y="4563"/>
                  <a:pt x="266219" y="0"/>
                  <a:pt x="288491" y="0"/>
                </a:cubicBezTo>
                <a:cubicBezTo>
                  <a:pt x="307389" y="0"/>
                  <a:pt x="324187" y="3679"/>
                  <a:pt x="338886" y="11038"/>
                </a:cubicBezTo>
                <a:cubicBezTo>
                  <a:pt x="353584" y="18396"/>
                  <a:pt x="364814" y="28853"/>
                  <a:pt x="372576" y="42408"/>
                </a:cubicBezTo>
                <a:cubicBezTo>
                  <a:pt x="380337" y="55962"/>
                  <a:pt x="384218" y="70774"/>
                  <a:pt x="384218" y="86844"/>
                </a:cubicBezTo>
                <a:cubicBezTo>
                  <a:pt x="384218" y="105992"/>
                  <a:pt x="378331" y="123301"/>
                  <a:pt x="366558" y="138771"/>
                </a:cubicBezTo>
                <a:cubicBezTo>
                  <a:pt x="351784" y="158294"/>
                  <a:pt x="332849" y="168056"/>
                  <a:pt x="309752" y="168056"/>
                </a:cubicBezTo>
                <a:cubicBezTo>
                  <a:pt x="303527" y="168056"/>
                  <a:pt x="298840" y="166959"/>
                  <a:pt x="295691" y="164766"/>
                </a:cubicBezTo>
                <a:cubicBezTo>
                  <a:pt x="292541" y="162572"/>
                  <a:pt x="290441" y="159357"/>
                  <a:pt x="289391" y="155120"/>
                </a:cubicBezTo>
                <a:cubicBezTo>
                  <a:pt x="280542" y="163744"/>
                  <a:pt x="270343" y="168056"/>
                  <a:pt x="258795" y="168056"/>
                </a:cubicBezTo>
                <a:cubicBezTo>
                  <a:pt x="246346" y="168056"/>
                  <a:pt x="236016" y="163763"/>
                  <a:pt x="227805" y="155176"/>
                </a:cubicBezTo>
                <a:cubicBezTo>
                  <a:pt x="219593" y="146590"/>
                  <a:pt x="215487" y="135172"/>
                  <a:pt x="215487" y="120924"/>
                </a:cubicBezTo>
                <a:cubicBezTo>
                  <a:pt x="215487" y="103301"/>
                  <a:pt x="220437" y="87215"/>
                  <a:pt x="230335" y="72667"/>
                </a:cubicBezTo>
                <a:cubicBezTo>
                  <a:pt x="242334" y="54969"/>
                  <a:pt x="257707" y="46120"/>
                  <a:pt x="276455" y="46120"/>
                </a:cubicBezTo>
                <a:cubicBezTo>
                  <a:pt x="289804" y="46120"/>
                  <a:pt x="299665" y="51209"/>
                  <a:pt x="306039" y="61386"/>
                </a:cubicBezTo>
                <a:lnTo>
                  <a:pt x="308852" y="48819"/>
                </a:lnTo>
                <a:lnTo>
                  <a:pt x="338548" y="48819"/>
                </a:lnTo>
                <a:lnTo>
                  <a:pt x="321563" y="129568"/>
                </a:lnTo>
                <a:cubicBezTo>
                  <a:pt x="320513" y="134672"/>
                  <a:pt x="319988" y="137975"/>
                  <a:pt x="319988" y="139477"/>
                </a:cubicBezTo>
                <a:cubicBezTo>
                  <a:pt x="319988" y="141354"/>
                  <a:pt x="320419" y="142763"/>
                  <a:pt x="321281" y="143703"/>
                </a:cubicBezTo>
                <a:cubicBezTo>
                  <a:pt x="322144" y="144640"/>
                  <a:pt x="323175" y="145109"/>
                  <a:pt x="324375" y="145109"/>
                </a:cubicBezTo>
                <a:cubicBezTo>
                  <a:pt x="327974" y="145109"/>
                  <a:pt x="332624" y="142930"/>
                  <a:pt x="338323" y="138574"/>
                </a:cubicBezTo>
                <a:cubicBezTo>
                  <a:pt x="345972" y="132863"/>
                  <a:pt x="352159" y="125200"/>
                  <a:pt x="356884" y="115584"/>
                </a:cubicBezTo>
                <a:cubicBezTo>
                  <a:pt x="361608" y="105967"/>
                  <a:pt x="363970" y="96011"/>
                  <a:pt x="363970" y="85719"/>
                </a:cubicBezTo>
                <a:cubicBezTo>
                  <a:pt x="363970" y="67238"/>
                  <a:pt x="357296" y="51782"/>
                  <a:pt x="343948" y="39349"/>
                </a:cubicBezTo>
                <a:cubicBezTo>
                  <a:pt x="330599" y="26915"/>
                  <a:pt x="311964" y="20698"/>
                  <a:pt x="288041" y="20698"/>
                </a:cubicBezTo>
                <a:cubicBezTo>
                  <a:pt x="267719" y="20698"/>
                  <a:pt x="250489" y="24849"/>
                  <a:pt x="236354" y="33152"/>
                </a:cubicBezTo>
                <a:cubicBezTo>
                  <a:pt x="222218" y="41455"/>
                  <a:pt x="211569" y="53139"/>
                  <a:pt x="204407" y="68202"/>
                </a:cubicBezTo>
                <a:cubicBezTo>
                  <a:pt x="197245" y="83266"/>
                  <a:pt x="193665" y="98951"/>
                  <a:pt x="193665" y="115257"/>
                </a:cubicBezTo>
                <a:cubicBezTo>
                  <a:pt x="193665" y="131111"/>
                  <a:pt x="197658" y="145537"/>
                  <a:pt x="205645" y="158537"/>
                </a:cubicBezTo>
                <a:cubicBezTo>
                  <a:pt x="213631" y="171534"/>
                  <a:pt x="224842" y="181019"/>
                  <a:pt x="239278" y="186993"/>
                </a:cubicBezTo>
                <a:cubicBezTo>
                  <a:pt x="253714" y="192966"/>
                  <a:pt x="270231" y="195953"/>
                  <a:pt x="288829" y="195953"/>
                </a:cubicBezTo>
                <a:cubicBezTo>
                  <a:pt x="306752" y="195953"/>
                  <a:pt x="322163" y="193441"/>
                  <a:pt x="335061" y="188416"/>
                </a:cubicBezTo>
                <a:cubicBezTo>
                  <a:pt x="347960" y="183392"/>
                  <a:pt x="358346" y="175855"/>
                  <a:pt x="366220" y="165806"/>
                </a:cubicBezTo>
                <a:moveTo>
                  <a:pt x="244621" y="119613"/>
                </a:moveTo>
                <a:cubicBezTo>
                  <a:pt x="244621" y="129123"/>
                  <a:pt x="246552" y="136125"/>
                  <a:pt x="250414" y="140620"/>
                </a:cubicBezTo>
                <a:cubicBezTo>
                  <a:pt x="254277" y="145112"/>
                  <a:pt x="259057" y="147358"/>
                  <a:pt x="264757" y="147358"/>
                </a:cubicBezTo>
                <a:cubicBezTo>
                  <a:pt x="269031" y="147358"/>
                  <a:pt x="273043" y="146310"/>
                  <a:pt x="276793" y="144212"/>
                </a:cubicBezTo>
                <a:cubicBezTo>
                  <a:pt x="279642" y="142715"/>
                  <a:pt x="282455" y="140356"/>
                  <a:pt x="285229" y="137136"/>
                </a:cubicBezTo>
                <a:cubicBezTo>
                  <a:pt x="289204" y="132569"/>
                  <a:pt x="292635" y="125904"/>
                  <a:pt x="295522" y="117141"/>
                </a:cubicBezTo>
                <a:cubicBezTo>
                  <a:pt x="298409" y="108379"/>
                  <a:pt x="299853" y="100217"/>
                  <a:pt x="299853" y="92654"/>
                </a:cubicBezTo>
                <a:cubicBezTo>
                  <a:pt x="299853" y="84192"/>
                  <a:pt x="297884" y="77696"/>
                  <a:pt x="293947" y="73166"/>
                </a:cubicBezTo>
                <a:cubicBezTo>
                  <a:pt x="290010" y="68634"/>
                  <a:pt x="285042" y="66368"/>
                  <a:pt x="279042" y="66368"/>
                </a:cubicBezTo>
                <a:cubicBezTo>
                  <a:pt x="272593" y="66368"/>
                  <a:pt x="266631" y="68857"/>
                  <a:pt x="261157" y="73837"/>
                </a:cubicBezTo>
                <a:cubicBezTo>
                  <a:pt x="255683" y="78817"/>
                  <a:pt x="251558" y="85913"/>
                  <a:pt x="248783" y="95126"/>
                </a:cubicBezTo>
                <a:cubicBezTo>
                  <a:pt x="246009" y="104335"/>
                  <a:pt x="244621" y="112498"/>
                  <a:pt x="244621" y="119613"/>
                </a:cubicBezTo>
                <a:close/>
                <a:moveTo>
                  <a:pt x="507482" y="138584"/>
                </a:moveTo>
                <a:lnTo>
                  <a:pt x="507482" y="168056"/>
                </a:lnTo>
                <a:lnTo>
                  <a:pt x="396682" y="168056"/>
                </a:lnTo>
                <a:cubicBezTo>
                  <a:pt x="397882" y="156967"/>
                  <a:pt x="401481" y="146458"/>
                  <a:pt x="407480" y="136531"/>
                </a:cubicBezTo>
                <a:cubicBezTo>
                  <a:pt x="413480" y="126602"/>
                  <a:pt x="425328" y="113432"/>
                  <a:pt x="443026" y="97020"/>
                </a:cubicBezTo>
                <a:cubicBezTo>
                  <a:pt x="457275" y="83759"/>
                  <a:pt x="466011" y="74768"/>
                  <a:pt x="469236" y="70048"/>
                </a:cubicBezTo>
                <a:cubicBezTo>
                  <a:pt x="473586" y="63528"/>
                  <a:pt x="475760" y="57084"/>
                  <a:pt x="475760" y="50714"/>
                </a:cubicBezTo>
                <a:cubicBezTo>
                  <a:pt x="475760" y="43670"/>
                  <a:pt x="473867" y="38256"/>
                  <a:pt x="470080" y="34474"/>
                </a:cubicBezTo>
                <a:cubicBezTo>
                  <a:pt x="466293" y="30689"/>
                  <a:pt x="461062" y="28797"/>
                  <a:pt x="454388" y="28797"/>
                </a:cubicBezTo>
                <a:cubicBezTo>
                  <a:pt x="447788" y="28797"/>
                  <a:pt x="442539" y="30793"/>
                  <a:pt x="438639" y="34787"/>
                </a:cubicBezTo>
                <a:cubicBezTo>
                  <a:pt x="434740" y="38778"/>
                  <a:pt x="432490" y="45405"/>
                  <a:pt x="431890" y="54669"/>
                </a:cubicBezTo>
                <a:lnTo>
                  <a:pt x="400394" y="51505"/>
                </a:lnTo>
                <a:cubicBezTo>
                  <a:pt x="402269" y="34032"/>
                  <a:pt x="408155" y="21492"/>
                  <a:pt x="418054" y="13885"/>
                </a:cubicBezTo>
                <a:cubicBezTo>
                  <a:pt x="427953" y="6278"/>
                  <a:pt x="440327" y="2475"/>
                  <a:pt x="455175" y="2475"/>
                </a:cubicBezTo>
                <a:cubicBezTo>
                  <a:pt x="471448" y="2475"/>
                  <a:pt x="484234" y="6858"/>
                  <a:pt x="493533" y="15625"/>
                </a:cubicBezTo>
                <a:cubicBezTo>
                  <a:pt x="502832" y="24392"/>
                  <a:pt x="507482" y="35294"/>
                  <a:pt x="507482" y="48331"/>
                </a:cubicBezTo>
                <a:cubicBezTo>
                  <a:pt x="507482" y="55750"/>
                  <a:pt x="506151" y="62814"/>
                  <a:pt x="503488" y="69521"/>
                </a:cubicBezTo>
                <a:cubicBezTo>
                  <a:pt x="500826" y="76225"/>
                  <a:pt x="496608" y="83249"/>
                  <a:pt x="490834" y="90591"/>
                </a:cubicBezTo>
                <a:cubicBezTo>
                  <a:pt x="487009" y="95463"/>
                  <a:pt x="480110" y="102470"/>
                  <a:pt x="470136" y="111612"/>
                </a:cubicBezTo>
                <a:cubicBezTo>
                  <a:pt x="460162" y="120752"/>
                  <a:pt x="453844" y="126820"/>
                  <a:pt x="451182" y="129817"/>
                </a:cubicBezTo>
                <a:cubicBezTo>
                  <a:pt x="448520" y="132815"/>
                  <a:pt x="446364" y="135737"/>
                  <a:pt x="444714" y="138584"/>
                </a:cubicBezTo>
                <a:lnTo>
                  <a:pt x="507482" y="138584"/>
                </a:lnTo>
                <a:close/>
                <a:moveTo>
                  <a:pt x="535568" y="168056"/>
                </a:moveTo>
                <a:lnTo>
                  <a:pt x="535568" y="136335"/>
                </a:lnTo>
                <a:lnTo>
                  <a:pt x="567177" y="136335"/>
                </a:lnTo>
                <a:lnTo>
                  <a:pt x="567177" y="168056"/>
                </a:lnTo>
                <a:lnTo>
                  <a:pt x="535568" y="168056"/>
                </a:lnTo>
                <a:close/>
                <a:moveTo>
                  <a:pt x="673511" y="168056"/>
                </a:moveTo>
                <a:lnTo>
                  <a:pt x="641902" y="168056"/>
                </a:lnTo>
                <a:lnTo>
                  <a:pt x="641902" y="49062"/>
                </a:lnTo>
                <a:cubicBezTo>
                  <a:pt x="630353" y="59903"/>
                  <a:pt x="616742" y="67921"/>
                  <a:pt x="601069" y="73117"/>
                </a:cubicBezTo>
                <a:lnTo>
                  <a:pt x="601069" y="44320"/>
                </a:lnTo>
                <a:cubicBezTo>
                  <a:pt x="609318" y="41613"/>
                  <a:pt x="618280" y="36482"/>
                  <a:pt x="627954" y="28927"/>
                </a:cubicBezTo>
                <a:cubicBezTo>
                  <a:pt x="637628" y="21369"/>
                  <a:pt x="644264" y="12552"/>
                  <a:pt x="647864" y="2475"/>
                </a:cubicBezTo>
                <a:lnTo>
                  <a:pt x="673511" y="2475"/>
                </a:lnTo>
                <a:lnTo>
                  <a:pt x="673511" y="168056"/>
                </a:lnTo>
                <a:close/>
                <a:moveTo>
                  <a:pt x="727470" y="168056"/>
                </a:moveTo>
                <a:lnTo>
                  <a:pt x="727470" y="136335"/>
                </a:lnTo>
                <a:lnTo>
                  <a:pt x="759079" y="136335"/>
                </a:lnTo>
                <a:lnTo>
                  <a:pt x="759079" y="168056"/>
                </a:lnTo>
                <a:lnTo>
                  <a:pt x="727470" y="168056"/>
                </a:lnTo>
                <a:close/>
                <a:moveTo>
                  <a:pt x="783409" y="124298"/>
                </a:moveTo>
                <a:lnTo>
                  <a:pt x="814005" y="120586"/>
                </a:lnTo>
                <a:cubicBezTo>
                  <a:pt x="814980" y="128385"/>
                  <a:pt x="817605" y="134347"/>
                  <a:pt x="821880" y="138472"/>
                </a:cubicBezTo>
                <a:cubicBezTo>
                  <a:pt x="826154" y="142596"/>
                  <a:pt x="831329" y="144659"/>
                  <a:pt x="837403" y="144659"/>
                </a:cubicBezTo>
                <a:cubicBezTo>
                  <a:pt x="843927" y="144659"/>
                  <a:pt x="849420" y="142184"/>
                  <a:pt x="853882" y="137234"/>
                </a:cubicBezTo>
                <a:cubicBezTo>
                  <a:pt x="858344" y="132285"/>
                  <a:pt x="860575" y="125611"/>
                  <a:pt x="860575" y="117212"/>
                </a:cubicBezTo>
                <a:cubicBezTo>
                  <a:pt x="860575" y="109263"/>
                  <a:pt x="858438" y="102963"/>
                  <a:pt x="854163" y="98314"/>
                </a:cubicBezTo>
                <a:cubicBezTo>
                  <a:pt x="849889" y="93664"/>
                  <a:pt x="844677" y="91340"/>
                  <a:pt x="838528" y="91340"/>
                </a:cubicBezTo>
                <a:cubicBezTo>
                  <a:pt x="834478" y="91340"/>
                  <a:pt x="829641" y="92127"/>
                  <a:pt x="824017" y="93702"/>
                </a:cubicBezTo>
                <a:lnTo>
                  <a:pt x="827504" y="68167"/>
                </a:lnTo>
                <a:cubicBezTo>
                  <a:pt x="836053" y="68392"/>
                  <a:pt x="842577" y="66542"/>
                  <a:pt x="847077" y="62617"/>
                </a:cubicBezTo>
                <a:cubicBezTo>
                  <a:pt x="851576" y="58689"/>
                  <a:pt x="853826" y="53472"/>
                  <a:pt x="853826" y="46967"/>
                </a:cubicBezTo>
                <a:cubicBezTo>
                  <a:pt x="853826" y="41434"/>
                  <a:pt x="852176" y="37022"/>
                  <a:pt x="848877" y="33732"/>
                </a:cubicBezTo>
                <a:cubicBezTo>
                  <a:pt x="845577" y="30442"/>
                  <a:pt x="841190" y="28797"/>
                  <a:pt x="835716" y="28797"/>
                </a:cubicBezTo>
                <a:cubicBezTo>
                  <a:pt x="830316" y="28797"/>
                  <a:pt x="825704" y="30672"/>
                  <a:pt x="821880" y="34421"/>
                </a:cubicBezTo>
                <a:cubicBezTo>
                  <a:pt x="818055" y="38171"/>
                  <a:pt x="815730" y="43645"/>
                  <a:pt x="814905" y="50844"/>
                </a:cubicBezTo>
                <a:lnTo>
                  <a:pt x="785771" y="45895"/>
                </a:lnTo>
                <a:cubicBezTo>
                  <a:pt x="787796" y="35844"/>
                  <a:pt x="790852" y="27814"/>
                  <a:pt x="794939" y="21805"/>
                </a:cubicBezTo>
                <a:cubicBezTo>
                  <a:pt x="799026" y="15796"/>
                  <a:pt x="804725" y="11073"/>
                  <a:pt x="812037" y="7635"/>
                </a:cubicBezTo>
                <a:cubicBezTo>
                  <a:pt x="819349" y="4195"/>
                  <a:pt x="827541" y="2475"/>
                  <a:pt x="836615" y="2475"/>
                </a:cubicBezTo>
                <a:cubicBezTo>
                  <a:pt x="852139" y="2475"/>
                  <a:pt x="864587" y="7431"/>
                  <a:pt x="873961" y="17344"/>
                </a:cubicBezTo>
                <a:cubicBezTo>
                  <a:pt x="881685" y="25457"/>
                  <a:pt x="885547" y="34620"/>
                  <a:pt x="885547" y="44833"/>
                </a:cubicBezTo>
                <a:cubicBezTo>
                  <a:pt x="885547" y="59328"/>
                  <a:pt x="877636" y="70894"/>
                  <a:pt x="861813" y="79532"/>
                </a:cubicBezTo>
                <a:cubicBezTo>
                  <a:pt x="871261" y="81557"/>
                  <a:pt x="878817" y="86094"/>
                  <a:pt x="884479" y="93143"/>
                </a:cubicBezTo>
                <a:cubicBezTo>
                  <a:pt x="890141" y="100192"/>
                  <a:pt x="892972" y="108704"/>
                  <a:pt x="892972" y="118678"/>
                </a:cubicBezTo>
                <a:cubicBezTo>
                  <a:pt x="892972" y="133149"/>
                  <a:pt x="887685" y="145484"/>
                  <a:pt x="877111" y="155682"/>
                </a:cubicBezTo>
                <a:cubicBezTo>
                  <a:pt x="866537" y="165881"/>
                  <a:pt x="853376" y="170981"/>
                  <a:pt x="837628" y="170981"/>
                </a:cubicBezTo>
                <a:cubicBezTo>
                  <a:pt x="822704" y="170981"/>
                  <a:pt x="810331" y="166677"/>
                  <a:pt x="800507" y="158069"/>
                </a:cubicBezTo>
                <a:cubicBezTo>
                  <a:pt x="790683" y="149462"/>
                  <a:pt x="784984" y="138205"/>
                  <a:pt x="783409" y="1242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B286B-77DD-4FA1-90E8-5A756C1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92" y="1276767"/>
            <a:ext cx="1083789" cy="345221"/>
          </a:xfrm>
          <a:custGeom xmlns:a="http://schemas.openxmlformats.org/drawingml/2006/main">
            <a:pathLst>
              <a:path w="1083789" h="345221">
                <a:moveTo>
                  <a:pt x="0" y="345221"/>
                </a:moveTo>
                <a:lnTo>
                  <a:pt x="0" y="0"/>
                </a:ln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A441C-A717-49C5-9C86-F5A062C7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92" y="1276767"/>
            <a:ext cx="1083789" cy="345221"/>
          </a:xfrm>
          <a:custGeom xmlns:a="http://schemas.openxmlformats.org/drawingml/2006/main">
            <a:pathLst>
              <a:path w="1083789" h="345221" fill="none">
                <a:moveTo>
                  <a:pt x="0" y="0"/>
                </a:moveTo>
                <a:lnTo>
                  <a:pt x="1083789" y="0"/>
                </a:lnTo>
                <a:lnTo>
                  <a:pt x="1083789" y="345221"/>
                </a:lnTo>
                <a:lnTo>
                  <a:pt x="0" y="345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399" cap="flat">
            <a:solidFill>
              <a:srgbClr val="595959"/>
            </a:solidFill>
            <a:round/>
          </a:ln>
        </p:spPr>
      </p:sp>
      <p:sp>
        <p:nvSpPr>
          <p:cNvPr id="117" name="Text E@0.1.0">
            <a:extLst xmlns:a="http://schemas.openxmlformats.org/drawingml/2006/main">
              <a:ext uri="{FF2B5EF4-FFF2-40B4-BE49-F238E27FC236}">
                <a16:creationId xmlns:a16="http://schemas.microsoft.com/office/drawing/2014/main" id="{02DE6B05-9619-4F61-9FF9-65413965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871" y="1364796"/>
            <a:ext cx="869938" cy="216651"/>
          </a:xfrm>
          <a:custGeom xmlns:a="http://schemas.openxmlformats.org/drawingml/2006/main">
            <a:pathLst>
              <a:path w="869938" h="216651">
                <a:moveTo>
                  <a:pt x="0" y="168056"/>
                </a:moveTo>
                <a:lnTo>
                  <a:pt x="0" y="3150"/>
                </a:lnTo>
                <a:lnTo>
                  <a:pt x="119237" y="3150"/>
                </a:lnTo>
                <a:lnTo>
                  <a:pt x="119237" y="22722"/>
                </a:lnTo>
                <a:lnTo>
                  <a:pt x="21823" y="22722"/>
                </a:lnTo>
                <a:lnTo>
                  <a:pt x="21823" y="72892"/>
                </a:lnTo>
                <a:lnTo>
                  <a:pt x="113050" y="72892"/>
                </a:lnTo>
                <a:lnTo>
                  <a:pt x="113050" y="92465"/>
                </a:lnTo>
                <a:lnTo>
                  <a:pt x="21823" y="92465"/>
                </a:lnTo>
                <a:lnTo>
                  <a:pt x="21823" y="148483"/>
                </a:lnTo>
                <a:lnTo>
                  <a:pt x="123061" y="148483"/>
                </a:lnTo>
                <a:lnTo>
                  <a:pt x="123061" y="168056"/>
                </a:lnTo>
                <a:lnTo>
                  <a:pt x="0" y="168056"/>
                </a:lnTo>
                <a:close/>
                <a:moveTo>
                  <a:pt x="265804" y="149780"/>
                </a:moveTo>
                <a:cubicBezTo>
                  <a:pt x="260930" y="155421"/>
                  <a:pt x="255474" y="159952"/>
                  <a:pt x="249437" y="163374"/>
                </a:cubicBezTo>
                <a:cubicBezTo>
                  <a:pt x="243401" y="166795"/>
                  <a:pt x="237345" y="168506"/>
                  <a:pt x="231271" y="168506"/>
                </a:cubicBezTo>
                <a:cubicBezTo>
                  <a:pt x="224596" y="168506"/>
                  <a:pt x="218110" y="166551"/>
                  <a:pt x="211810" y="162643"/>
                </a:cubicBezTo>
                <a:cubicBezTo>
                  <a:pt x="205511" y="158731"/>
                  <a:pt x="200393" y="152716"/>
                  <a:pt x="196456" y="144595"/>
                </a:cubicBezTo>
                <a:cubicBezTo>
                  <a:pt x="192519" y="136473"/>
                  <a:pt x="190550" y="127561"/>
                  <a:pt x="190550" y="117859"/>
                </a:cubicBezTo>
                <a:cubicBezTo>
                  <a:pt x="190550" y="105902"/>
                  <a:pt x="193606" y="93927"/>
                  <a:pt x="199718" y="81933"/>
                </a:cubicBezTo>
                <a:cubicBezTo>
                  <a:pt x="205830" y="69939"/>
                  <a:pt x="213423" y="60934"/>
                  <a:pt x="222497" y="54918"/>
                </a:cubicBezTo>
                <a:cubicBezTo>
                  <a:pt x="231571" y="48903"/>
                  <a:pt x="240382" y="45895"/>
                  <a:pt x="248931" y="45895"/>
                </a:cubicBezTo>
                <a:cubicBezTo>
                  <a:pt x="255455" y="45895"/>
                  <a:pt x="261680" y="47606"/>
                  <a:pt x="267604" y="51027"/>
                </a:cubicBezTo>
                <a:cubicBezTo>
                  <a:pt x="273528" y="54449"/>
                  <a:pt x="278628" y="59656"/>
                  <a:pt x="282902" y="66649"/>
                </a:cubicBezTo>
                <a:lnTo>
                  <a:pt x="286727" y="49269"/>
                </a:lnTo>
                <a:lnTo>
                  <a:pt x="306862" y="49269"/>
                </a:lnTo>
                <a:lnTo>
                  <a:pt x="290664" y="125086"/>
                </a:lnTo>
                <a:cubicBezTo>
                  <a:pt x="288414" y="135632"/>
                  <a:pt x="287289" y="141470"/>
                  <a:pt x="287289" y="142602"/>
                </a:cubicBezTo>
                <a:cubicBezTo>
                  <a:pt x="287289" y="144634"/>
                  <a:pt x="288058" y="146385"/>
                  <a:pt x="289595" y="147854"/>
                </a:cubicBezTo>
                <a:cubicBezTo>
                  <a:pt x="291133" y="149323"/>
                  <a:pt x="292989" y="150058"/>
                  <a:pt x="295163" y="150058"/>
                </a:cubicBezTo>
                <a:cubicBezTo>
                  <a:pt x="299138" y="150058"/>
                  <a:pt x="304350" y="147763"/>
                  <a:pt x="310799" y="143172"/>
                </a:cubicBezTo>
                <a:cubicBezTo>
                  <a:pt x="319348" y="137154"/>
                  <a:pt x="326116" y="129085"/>
                  <a:pt x="331103" y="118966"/>
                </a:cubicBezTo>
                <a:cubicBezTo>
                  <a:pt x="336090" y="108844"/>
                  <a:pt x="338584" y="98403"/>
                  <a:pt x="338584" y="87642"/>
                </a:cubicBezTo>
                <a:cubicBezTo>
                  <a:pt x="338584" y="75076"/>
                  <a:pt x="335378" y="63339"/>
                  <a:pt x="328966" y="52430"/>
                </a:cubicBezTo>
                <a:cubicBezTo>
                  <a:pt x="322554" y="41518"/>
                  <a:pt x="312993" y="32790"/>
                  <a:pt x="300282" y="26245"/>
                </a:cubicBezTo>
                <a:cubicBezTo>
                  <a:pt x="287571" y="19697"/>
                  <a:pt x="273528" y="16423"/>
                  <a:pt x="258155" y="16423"/>
                </a:cubicBezTo>
                <a:cubicBezTo>
                  <a:pt x="240607" y="16423"/>
                  <a:pt x="224578" y="20535"/>
                  <a:pt x="210067" y="28758"/>
                </a:cubicBezTo>
                <a:cubicBezTo>
                  <a:pt x="195556" y="36979"/>
                  <a:pt x="184307" y="48767"/>
                  <a:pt x="176321" y="64121"/>
                </a:cubicBezTo>
                <a:cubicBezTo>
                  <a:pt x="168334" y="79476"/>
                  <a:pt x="164341" y="95938"/>
                  <a:pt x="164341" y="113507"/>
                </a:cubicBezTo>
                <a:cubicBezTo>
                  <a:pt x="164341" y="131901"/>
                  <a:pt x="168334" y="147743"/>
                  <a:pt x="176321" y="161033"/>
                </a:cubicBezTo>
                <a:cubicBezTo>
                  <a:pt x="184307" y="174322"/>
                  <a:pt x="195856" y="184139"/>
                  <a:pt x="210967" y="190483"/>
                </a:cubicBezTo>
                <a:cubicBezTo>
                  <a:pt x="226078" y="196829"/>
                  <a:pt x="242819" y="200002"/>
                  <a:pt x="261192" y="200002"/>
                </a:cubicBezTo>
                <a:cubicBezTo>
                  <a:pt x="280840" y="200002"/>
                  <a:pt x="297301" y="196703"/>
                  <a:pt x="310574" y="190104"/>
                </a:cubicBezTo>
                <a:cubicBezTo>
                  <a:pt x="323848" y="183504"/>
                  <a:pt x="333784" y="175480"/>
                  <a:pt x="340383" y="166031"/>
                </a:cubicBezTo>
                <a:lnTo>
                  <a:pt x="360744" y="166031"/>
                </a:lnTo>
                <a:cubicBezTo>
                  <a:pt x="356919" y="173905"/>
                  <a:pt x="350357" y="181929"/>
                  <a:pt x="341058" y="190104"/>
                </a:cubicBezTo>
                <a:cubicBezTo>
                  <a:pt x="331759" y="198278"/>
                  <a:pt x="320698" y="204746"/>
                  <a:pt x="307875" y="209508"/>
                </a:cubicBezTo>
                <a:cubicBezTo>
                  <a:pt x="295051" y="214270"/>
                  <a:pt x="279603" y="216651"/>
                  <a:pt x="261530" y="216651"/>
                </a:cubicBezTo>
                <a:cubicBezTo>
                  <a:pt x="244882" y="216651"/>
                  <a:pt x="229527" y="214511"/>
                  <a:pt x="215466" y="210232"/>
                </a:cubicBezTo>
                <a:cubicBezTo>
                  <a:pt x="201405" y="205953"/>
                  <a:pt x="189425" y="199515"/>
                  <a:pt x="179527" y="190919"/>
                </a:cubicBezTo>
                <a:cubicBezTo>
                  <a:pt x="169628" y="182325"/>
                  <a:pt x="162166" y="172436"/>
                  <a:pt x="157142" y="161251"/>
                </a:cubicBezTo>
                <a:cubicBezTo>
                  <a:pt x="150842" y="147061"/>
                  <a:pt x="147693" y="131746"/>
                  <a:pt x="147693" y="115307"/>
                </a:cubicBezTo>
                <a:cubicBezTo>
                  <a:pt x="147693" y="96990"/>
                  <a:pt x="151442" y="79537"/>
                  <a:pt x="158941" y="62947"/>
                </a:cubicBezTo>
                <a:cubicBezTo>
                  <a:pt x="168090" y="42603"/>
                  <a:pt x="181083" y="27026"/>
                  <a:pt x="197918" y="16216"/>
                </a:cubicBezTo>
                <a:cubicBezTo>
                  <a:pt x="214754" y="5405"/>
                  <a:pt x="235170" y="0"/>
                  <a:pt x="259168" y="0"/>
                </a:cubicBezTo>
                <a:cubicBezTo>
                  <a:pt x="277765" y="0"/>
                  <a:pt x="294470" y="3819"/>
                  <a:pt x="309281" y="11456"/>
                </a:cubicBezTo>
                <a:cubicBezTo>
                  <a:pt x="324091" y="19094"/>
                  <a:pt x="335771" y="30474"/>
                  <a:pt x="344320" y="45596"/>
                </a:cubicBezTo>
                <a:cubicBezTo>
                  <a:pt x="351595" y="58614"/>
                  <a:pt x="355232" y="72759"/>
                  <a:pt x="355232" y="88032"/>
                </a:cubicBezTo>
                <a:cubicBezTo>
                  <a:pt x="355232" y="109852"/>
                  <a:pt x="347583" y="129227"/>
                  <a:pt x="332284" y="146156"/>
                </a:cubicBezTo>
                <a:cubicBezTo>
                  <a:pt x="318636" y="161356"/>
                  <a:pt x="303712" y="168956"/>
                  <a:pt x="287514" y="168956"/>
                </a:cubicBezTo>
                <a:cubicBezTo>
                  <a:pt x="282340" y="168956"/>
                  <a:pt x="278159" y="168152"/>
                  <a:pt x="274972" y="166544"/>
                </a:cubicBezTo>
                <a:cubicBezTo>
                  <a:pt x="271785" y="164937"/>
                  <a:pt x="269441" y="162640"/>
                  <a:pt x="267942" y="159655"/>
                </a:cubicBezTo>
                <a:cubicBezTo>
                  <a:pt x="266967" y="157742"/>
                  <a:pt x="266254" y="154451"/>
                  <a:pt x="265804" y="149780"/>
                </a:cubicBezTo>
                <a:moveTo>
                  <a:pt x="211360" y="119268"/>
                </a:moveTo>
                <a:cubicBezTo>
                  <a:pt x="211360" y="129568"/>
                  <a:pt x="213798" y="137574"/>
                  <a:pt x="218672" y="143288"/>
                </a:cubicBezTo>
                <a:cubicBezTo>
                  <a:pt x="223547" y="149001"/>
                  <a:pt x="229133" y="151858"/>
                  <a:pt x="235433" y="151858"/>
                </a:cubicBezTo>
                <a:cubicBezTo>
                  <a:pt x="239632" y="151858"/>
                  <a:pt x="244057" y="150599"/>
                  <a:pt x="248706" y="148082"/>
                </a:cubicBezTo>
                <a:cubicBezTo>
                  <a:pt x="253356" y="145563"/>
                  <a:pt x="257799" y="141823"/>
                  <a:pt x="262036" y="136862"/>
                </a:cubicBezTo>
                <a:cubicBezTo>
                  <a:pt x="266273" y="131898"/>
                  <a:pt x="269741" y="125601"/>
                  <a:pt x="272441" y="117971"/>
                </a:cubicBezTo>
                <a:cubicBezTo>
                  <a:pt x="275141" y="110338"/>
                  <a:pt x="276491" y="102688"/>
                  <a:pt x="276491" y="95020"/>
                </a:cubicBezTo>
                <a:cubicBezTo>
                  <a:pt x="276491" y="84795"/>
                  <a:pt x="273960" y="76864"/>
                  <a:pt x="268898" y="71226"/>
                </a:cubicBezTo>
                <a:cubicBezTo>
                  <a:pt x="263836" y="65587"/>
                  <a:pt x="257668" y="62768"/>
                  <a:pt x="250394" y="62768"/>
                </a:cubicBezTo>
                <a:cubicBezTo>
                  <a:pt x="245594" y="62768"/>
                  <a:pt x="241076" y="63990"/>
                  <a:pt x="236839" y="66434"/>
                </a:cubicBezTo>
                <a:cubicBezTo>
                  <a:pt x="232602" y="68876"/>
                  <a:pt x="228496" y="72804"/>
                  <a:pt x="224521" y="78217"/>
                </a:cubicBezTo>
                <a:cubicBezTo>
                  <a:pt x="220547" y="83631"/>
                  <a:pt x="217360" y="90210"/>
                  <a:pt x="214960" y="97955"/>
                </a:cubicBezTo>
                <a:cubicBezTo>
                  <a:pt x="212560" y="105698"/>
                  <a:pt x="211360" y="112802"/>
                  <a:pt x="211360" y="119268"/>
                </a:cubicBezTo>
                <a:close/>
                <a:moveTo>
                  <a:pt x="378597" y="86671"/>
                </a:moveTo>
                <a:cubicBezTo>
                  <a:pt x="378597" y="67188"/>
                  <a:pt x="380603" y="51506"/>
                  <a:pt x="384616" y="39627"/>
                </a:cubicBezTo>
                <a:cubicBezTo>
                  <a:pt x="388628" y="27748"/>
                  <a:pt x="394589" y="18586"/>
                  <a:pt x="402501" y="12142"/>
                </a:cubicBezTo>
                <a:cubicBezTo>
                  <a:pt x="410413" y="5697"/>
                  <a:pt x="420368" y="2475"/>
                  <a:pt x="432366" y="2475"/>
                </a:cubicBezTo>
                <a:cubicBezTo>
                  <a:pt x="441215" y="2475"/>
                  <a:pt x="448977" y="4255"/>
                  <a:pt x="455651" y="7814"/>
                </a:cubicBezTo>
                <a:cubicBezTo>
                  <a:pt x="462325" y="11374"/>
                  <a:pt x="467837" y="16508"/>
                  <a:pt x="472187" y="23215"/>
                </a:cubicBezTo>
                <a:cubicBezTo>
                  <a:pt x="476536" y="29922"/>
                  <a:pt x="479948" y="38091"/>
                  <a:pt x="482423" y="47723"/>
                </a:cubicBezTo>
                <a:cubicBezTo>
                  <a:pt x="484898" y="57352"/>
                  <a:pt x="486135" y="70335"/>
                  <a:pt x="486135" y="86671"/>
                </a:cubicBezTo>
                <a:cubicBezTo>
                  <a:pt x="486135" y="106005"/>
                  <a:pt x="484148" y="121612"/>
                  <a:pt x="480173" y="133491"/>
                </a:cubicBezTo>
                <a:cubicBezTo>
                  <a:pt x="476199" y="145370"/>
                  <a:pt x="470256" y="154551"/>
                  <a:pt x="462344" y="161033"/>
                </a:cubicBezTo>
                <a:cubicBezTo>
                  <a:pt x="454433" y="167515"/>
                  <a:pt x="444440" y="170756"/>
                  <a:pt x="432366" y="170756"/>
                </a:cubicBezTo>
                <a:cubicBezTo>
                  <a:pt x="416468" y="170756"/>
                  <a:pt x="403982" y="165060"/>
                  <a:pt x="394908" y="153668"/>
                </a:cubicBezTo>
                <a:cubicBezTo>
                  <a:pt x="384034" y="139954"/>
                  <a:pt x="378597" y="117622"/>
                  <a:pt x="378597" y="86671"/>
                </a:cubicBezTo>
                <a:moveTo>
                  <a:pt x="399408" y="86728"/>
                </a:moveTo>
                <a:cubicBezTo>
                  <a:pt x="399408" y="113755"/>
                  <a:pt x="402576" y="131743"/>
                  <a:pt x="408913" y="140690"/>
                </a:cubicBezTo>
                <a:cubicBezTo>
                  <a:pt x="415250" y="149635"/>
                  <a:pt x="423067" y="154108"/>
                  <a:pt x="432366" y="154108"/>
                </a:cubicBezTo>
                <a:cubicBezTo>
                  <a:pt x="441665" y="154108"/>
                  <a:pt x="449483" y="149616"/>
                  <a:pt x="455820" y="140634"/>
                </a:cubicBezTo>
                <a:cubicBezTo>
                  <a:pt x="462157" y="131649"/>
                  <a:pt x="465325" y="113680"/>
                  <a:pt x="465325" y="86728"/>
                </a:cubicBezTo>
                <a:cubicBezTo>
                  <a:pt x="465325" y="59625"/>
                  <a:pt x="462157" y="41620"/>
                  <a:pt x="455820" y="32713"/>
                </a:cubicBezTo>
                <a:cubicBezTo>
                  <a:pt x="449483" y="23803"/>
                  <a:pt x="441590" y="19348"/>
                  <a:pt x="432141" y="19348"/>
                </a:cubicBezTo>
                <a:cubicBezTo>
                  <a:pt x="422842" y="19348"/>
                  <a:pt x="415418" y="23278"/>
                  <a:pt x="409869" y="31138"/>
                </a:cubicBezTo>
                <a:cubicBezTo>
                  <a:pt x="402895" y="41170"/>
                  <a:pt x="399408" y="59700"/>
                  <a:pt x="399408" y="86728"/>
                </a:cubicBezTo>
                <a:close/>
                <a:moveTo>
                  <a:pt x="518047" y="168056"/>
                </a:moveTo>
                <a:lnTo>
                  <a:pt x="518047" y="144884"/>
                </a:lnTo>
                <a:lnTo>
                  <a:pt x="541107" y="144884"/>
                </a:lnTo>
                <a:lnTo>
                  <a:pt x="541107" y="168056"/>
                </a:lnTo>
                <a:lnTo>
                  <a:pt x="518047" y="168056"/>
                </a:lnTo>
                <a:close/>
                <a:moveTo>
                  <a:pt x="646766" y="168056"/>
                </a:moveTo>
                <a:lnTo>
                  <a:pt x="626518" y="168056"/>
                </a:lnTo>
                <a:lnTo>
                  <a:pt x="626518" y="39033"/>
                </a:lnTo>
                <a:cubicBezTo>
                  <a:pt x="621644" y="43683"/>
                  <a:pt x="615251" y="48332"/>
                  <a:pt x="607339" y="52982"/>
                </a:cubicBezTo>
                <a:cubicBezTo>
                  <a:pt x="599427" y="57631"/>
                  <a:pt x="592322" y="61118"/>
                  <a:pt x="586023" y="63443"/>
                </a:cubicBezTo>
                <a:lnTo>
                  <a:pt x="586023" y="43870"/>
                </a:lnTo>
                <a:cubicBezTo>
                  <a:pt x="597346" y="38546"/>
                  <a:pt x="607245" y="32096"/>
                  <a:pt x="615719" y="24522"/>
                </a:cubicBezTo>
                <a:cubicBezTo>
                  <a:pt x="624193" y="16948"/>
                  <a:pt x="630193" y="9599"/>
                  <a:pt x="633717" y="2475"/>
                </a:cubicBezTo>
                <a:lnTo>
                  <a:pt x="646766" y="2475"/>
                </a:lnTo>
                <a:lnTo>
                  <a:pt x="646766" y="168056"/>
                </a:lnTo>
                <a:close/>
                <a:moveTo>
                  <a:pt x="709948" y="168056"/>
                </a:moveTo>
                <a:lnTo>
                  <a:pt x="709948" y="144884"/>
                </a:lnTo>
                <a:lnTo>
                  <a:pt x="733008" y="144884"/>
                </a:lnTo>
                <a:lnTo>
                  <a:pt x="733008" y="168056"/>
                </a:lnTo>
                <a:lnTo>
                  <a:pt x="709948" y="168056"/>
                </a:lnTo>
                <a:close/>
                <a:moveTo>
                  <a:pt x="762401" y="86671"/>
                </a:moveTo>
                <a:cubicBezTo>
                  <a:pt x="762401" y="67188"/>
                  <a:pt x="764407" y="51506"/>
                  <a:pt x="768419" y="39627"/>
                </a:cubicBezTo>
                <a:cubicBezTo>
                  <a:pt x="772431" y="27748"/>
                  <a:pt x="778393" y="18586"/>
                  <a:pt x="786304" y="12142"/>
                </a:cubicBezTo>
                <a:cubicBezTo>
                  <a:pt x="794216" y="5697"/>
                  <a:pt x="804171" y="2475"/>
                  <a:pt x="816169" y="2475"/>
                </a:cubicBezTo>
                <a:cubicBezTo>
                  <a:pt x="825018" y="2475"/>
                  <a:pt x="832780" y="4255"/>
                  <a:pt x="839454" y="7814"/>
                </a:cubicBezTo>
                <a:cubicBezTo>
                  <a:pt x="846129" y="11374"/>
                  <a:pt x="851640" y="16508"/>
                  <a:pt x="855990" y="23215"/>
                </a:cubicBezTo>
                <a:cubicBezTo>
                  <a:pt x="860339" y="29922"/>
                  <a:pt x="863752" y="38091"/>
                  <a:pt x="866226" y="47723"/>
                </a:cubicBezTo>
                <a:cubicBezTo>
                  <a:pt x="868701" y="57352"/>
                  <a:pt x="869938" y="70335"/>
                  <a:pt x="869938" y="86671"/>
                </a:cubicBezTo>
                <a:cubicBezTo>
                  <a:pt x="869938" y="106005"/>
                  <a:pt x="867951" y="121612"/>
                  <a:pt x="863977" y="133491"/>
                </a:cubicBezTo>
                <a:cubicBezTo>
                  <a:pt x="860002" y="145370"/>
                  <a:pt x="854059" y="154551"/>
                  <a:pt x="846147" y="161033"/>
                </a:cubicBezTo>
                <a:cubicBezTo>
                  <a:pt x="838236" y="167515"/>
                  <a:pt x="828243" y="170756"/>
                  <a:pt x="816169" y="170756"/>
                </a:cubicBezTo>
                <a:cubicBezTo>
                  <a:pt x="800271" y="170756"/>
                  <a:pt x="787785" y="165060"/>
                  <a:pt x="778711" y="153668"/>
                </a:cubicBezTo>
                <a:cubicBezTo>
                  <a:pt x="767837" y="139954"/>
                  <a:pt x="762401" y="117622"/>
                  <a:pt x="762401" y="86671"/>
                </a:cubicBezTo>
                <a:moveTo>
                  <a:pt x="783211" y="86728"/>
                </a:moveTo>
                <a:cubicBezTo>
                  <a:pt x="783211" y="113755"/>
                  <a:pt x="786379" y="131743"/>
                  <a:pt x="792716" y="140690"/>
                </a:cubicBezTo>
                <a:cubicBezTo>
                  <a:pt x="799053" y="149635"/>
                  <a:pt x="806871" y="154108"/>
                  <a:pt x="816169" y="154108"/>
                </a:cubicBezTo>
                <a:cubicBezTo>
                  <a:pt x="825468" y="154108"/>
                  <a:pt x="833286" y="149616"/>
                  <a:pt x="839623" y="140634"/>
                </a:cubicBezTo>
                <a:cubicBezTo>
                  <a:pt x="845960" y="131649"/>
                  <a:pt x="849128" y="113680"/>
                  <a:pt x="849128" y="86728"/>
                </a:cubicBezTo>
                <a:cubicBezTo>
                  <a:pt x="849128" y="59625"/>
                  <a:pt x="845960" y="41620"/>
                  <a:pt x="839623" y="32713"/>
                </a:cubicBezTo>
                <a:cubicBezTo>
                  <a:pt x="833286" y="23803"/>
                  <a:pt x="825393" y="19348"/>
                  <a:pt x="815945" y="19348"/>
                </a:cubicBezTo>
                <a:cubicBezTo>
                  <a:pt x="806646" y="19348"/>
                  <a:pt x="799221" y="23278"/>
                  <a:pt x="793672" y="31138"/>
                </a:cubicBezTo>
                <a:cubicBezTo>
                  <a:pt x="786698" y="41170"/>
                  <a:pt x="783211" y="59700"/>
                  <a:pt x="783211" y="86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1D196-DA0B-4B6D-8909-C7D1081B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056" y="681474"/>
            <a:ext cx="1081579" cy="767989"/>
          </a:xfrm>
          <a:custGeom xmlns:a="http://schemas.openxmlformats.org/drawingml/2006/main">
            <a:pathLst>
              <a:path w="1081579" h="767989">
                <a:moveTo>
                  <a:pt x="1081579" y="767989"/>
                </a:moveTo>
                <a:lnTo>
                  <a:pt x="226396" y="767989"/>
                </a:lnTo>
                <a:lnTo>
                  <a:pt x="22639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DEBC2-778F-4875-943B-3E91D0DB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057" y="681474"/>
            <a:ext cx="984389" cy="767989"/>
          </a:xfrm>
          <a:custGeom xmlns:a="http://schemas.openxmlformats.org/drawingml/2006/main">
            <a:pathLst>
              <a:path w="984389" h="767989" fill="none">
                <a:moveTo>
                  <a:pt x="0" y="0"/>
                </a:moveTo>
                <a:lnTo>
                  <a:pt x="226396" y="0"/>
                </a:lnTo>
                <a:lnTo>
                  <a:pt x="226396" y="767989"/>
                </a:lnTo>
                <a:lnTo>
                  <a:pt x="984389" y="767989"/>
                </a:lnTo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21346-3828-4E0B-A0C7-DB253FD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446" y="1422708"/>
            <a:ext cx="73508" cy="53509"/>
          </a:xfrm>
          <a:custGeom xmlns:a="http://schemas.openxmlformats.org/drawingml/2006/main">
            <a:pathLst>
              <a:path w="73508" h="53509">
                <a:moveTo>
                  <a:pt x="0" y="53509"/>
                </a:moveTo>
                <a:lnTo>
                  <a:pt x="0" y="0"/>
                </a:lnTo>
                <a:lnTo>
                  <a:pt x="73508" y="26755"/>
                </a:lnTo>
                <a:lnTo>
                  <a:pt x="0" y="5350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AA6A4-E087-4025-B277-D8579FB0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446" y="1422708"/>
            <a:ext cx="73508" cy="53509"/>
          </a:xfrm>
          <a:custGeom xmlns:a="http://schemas.openxmlformats.org/drawingml/2006/main">
            <a:pathLst>
              <a:path w="73508" h="53509" fill="none">
                <a:moveTo>
                  <a:pt x="0" y="53509"/>
                </a:moveTo>
                <a:lnTo>
                  <a:pt x="73508" y="26755"/>
                </a:lnTo>
                <a:lnTo>
                  <a:pt x="0" y="0"/>
                </a:lnTo>
                <a:lnTo>
                  <a:pt x="0" y="535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8" cap="flat">
            <a:solidFill>
              <a:srgbClr val="595959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EEDB0-BDCC-44A8-AB21-7293476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663" y="1063775"/>
            <a:ext cx="765438" cy="385695"/>
          </a:xfrm>
          <a:custGeom xmlns:a="http://schemas.openxmlformats.org/drawingml/2006/main">
            <a:pathLst>
              <a:path w="765438" h="385695">
                <a:moveTo>
                  <a:pt x="0" y="385695"/>
                </a:moveTo>
                <a:lnTo>
                  <a:pt x="0" y="0"/>
                </a:lnTo>
                <a:lnTo>
                  <a:pt x="765438" y="0"/>
                </a:lnTo>
                <a:lnTo>
                  <a:pt x="765438" y="385695"/>
                </a:lnTo>
                <a:lnTo>
                  <a:pt x="0" y="38569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^0.1.0">
            <a:extLst xmlns:a="http://schemas.openxmlformats.org/drawingml/2006/main">
              <a:ext uri="{FF2B5EF4-FFF2-40B4-BE49-F238E27FC236}">
                <a16:creationId xmlns:a16="http://schemas.microsoft.com/office/drawing/2014/main" id="{1C04CF05-96A5-4A57-8AF4-FD5A8C7D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33" y="1165697"/>
            <a:ext cx="602874" cy="170531"/>
          </a:xfrm>
          <a:custGeom xmlns:a="http://schemas.openxmlformats.org/drawingml/2006/main">
            <a:pathLst>
              <a:path w="602874" h="170531">
                <a:moveTo>
                  <a:pt x="20810" y="90215"/>
                </a:moveTo>
                <a:lnTo>
                  <a:pt x="0" y="90215"/>
                </a:lnTo>
                <a:lnTo>
                  <a:pt x="39708" y="0"/>
                </a:lnTo>
                <a:lnTo>
                  <a:pt x="56019" y="0"/>
                </a:lnTo>
                <a:lnTo>
                  <a:pt x="95952" y="90215"/>
                </a:lnTo>
                <a:lnTo>
                  <a:pt x="75591" y="90215"/>
                </a:lnTo>
                <a:lnTo>
                  <a:pt x="47807" y="23172"/>
                </a:lnTo>
                <a:lnTo>
                  <a:pt x="20810" y="90215"/>
                </a:lnTo>
                <a:close/>
                <a:moveTo>
                  <a:pt x="111533" y="86446"/>
                </a:moveTo>
                <a:cubicBezTo>
                  <a:pt x="111533" y="66963"/>
                  <a:pt x="113539" y="51281"/>
                  <a:pt x="117551" y="39402"/>
                </a:cubicBezTo>
                <a:cubicBezTo>
                  <a:pt x="121563" y="27523"/>
                  <a:pt x="127525" y="18361"/>
                  <a:pt x="135436" y="11917"/>
                </a:cubicBezTo>
                <a:cubicBezTo>
                  <a:pt x="143348" y="5472"/>
                  <a:pt x="153303" y="2250"/>
                  <a:pt x="165302" y="2250"/>
                </a:cubicBezTo>
                <a:cubicBezTo>
                  <a:pt x="174151" y="2250"/>
                  <a:pt x="181912" y="4030"/>
                  <a:pt x="188587" y="7589"/>
                </a:cubicBezTo>
                <a:cubicBezTo>
                  <a:pt x="195261" y="11149"/>
                  <a:pt x="200773" y="16283"/>
                  <a:pt x="205122" y="22990"/>
                </a:cubicBezTo>
                <a:cubicBezTo>
                  <a:pt x="209472" y="29697"/>
                  <a:pt x="212884" y="37866"/>
                  <a:pt x="215359" y="47498"/>
                </a:cubicBezTo>
                <a:cubicBezTo>
                  <a:pt x="217833" y="57127"/>
                  <a:pt x="219071" y="70110"/>
                  <a:pt x="219071" y="86446"/>
                </a:cubicBezTo>
                <a:cubicBezTo>
                  <a:pt x="219071" y="105780"/>
                  <a:pt x="217083" y="121387"/>
                  <a:pt x="213109" y="133266"/>
                </a:cubicBezTo>
                <a:cubicBezTo>
                  <a:pt x="209134" y="145145"/>
                  <a:pt x="203191" y="154326"/>
                  <a:pt x="195280" y="160808"/>
                </a:cubicBezTo>
                <a:cubicBezTo>
                  <a:pt x="187368" y="167290"/>
                  <a:pt x="177375" y="170531"/>
                  <a:pt x="165302" y="170531"/>
                </a:cubicBezTo>
                <a:cubicBezTo>
                  <a:pt x="149404" y="170531"/>
                  <a:pt x="136918" y="164835"/>
                  <a:pt x="127844" y="153443"/>
                </a:cubicBezTo>
                <a:cubicBezTo>
                  <a:pt x="116970" y="139729"/>
                  <a:pt x="111533" y="117397"/>
                  <a:pt x="111533" y="86446"/>
                </a:cubicBezTo>
                <a:moveTo>
                  <a:pt x="132343" y="86503"/>
                </a:moveTo>
                <a:cubicBezTo>
                  <a:pt x="132343" y="113530"/>
                  <a:pt x="135511" y="131518"/>
                  <a:pt x="141848" y="140465"/>
                </a:cubicBezTo>
                <a:cubicBezTo>
                  <a:pt x="148185" y="149410"/>
                  <a:pt x="156003" y="153883"/>
                  <a:pt x="165302" y="153883"/>
                </a:cubicBezTo>
                <a:cubicBezTo>
                  <a:pt x="174601" y="153883"/>
                  <a:pt x="182419" y="149391"/>
                  <a:pt x="188755" y="140409"/>
                </a:cubicBezTo>
                <a:cubicBezTo>
                  <a:pt x="195092" y="131424"/>
                  <a:pt x="198261" y="113455"/>
                  <a:pt x="198261" y="86503"/>
                </a:cubicBezTo>
                <a:cubicBezTo>
                  <a:pt x="198261" y="59400"/>
                  <a:pt x="195092" y="41395"/>
                  <a:pt x="188755" y="32488"/>
                </a:cubicBezTo>
                <a:cubicBezTo>
                  <a:pt x="182419" y="23578"/>
                  <a:pt x="174526" y="19123"/>
                  <a:pt x="165077" y="19123"/>
                </a:cubicBezTo>
                <a:cubicBezTo>
                  <a:pt x="155778" y="19123"/>
                  <a:pt x="148354" y="23053"/>
                  <a:pt x="142804" y="30913"/>
                </a:cubicBezTo>
                <a:cubicBezTo>
                  <a:pt x="135830" y="40945"/>
                  <a:pt x="132343" y="59475"/>
                  <a:pt x="132343" y="86503"/>
                </a:cubicBezTo>
                <a:close/>
                <a:moveTo>
                  <a:pt x="250982" y="167831"/>
                </a:moveTo>
                <a:lnTo>
                  <a:pt x="250982" y="144659"/>
                </a:lnTo>
                <a:lnTo>
                  <a:pt x="274042" y="144659"/>
                </a:lnTo>
                <a:lnTo>
                  <a:pt x="274042" y="167831"/>
                </a:lnTo>
                <a:lnTo>
                  <a:pt x="250982" y="167831"/>
                </a:lnTo>
                <a:close/>
                <a:moveTo>
                  <a:pt x="379700" y="167831"/>
                </a:moveTo>
                <a:lnTo>
                  <a:pt x="359453" y="167831"/>
                </a:lnTo>
                <a:lnTo>
                  <a:pt x="359453" y="38808"/>
                </a:lnTo>
                <a:cubicBezTo>
                  <a:pt x="354578" y="43458"/>
                  <a:pt x="348185" y="48107"/>
                  <a:pt x="340274" y="52757"/>
                </a:cubicBezTo>
                <a:cubicBezTo>
                  <a:pt x="332362" y="57406"/>
                  <a:pt x="325257" y="60893"/>
                  <a:pt x="318957" y="63218"/>
                </a:cubicBezTo>
                <a:lnTo>
                  <a:pt x="318957" y="43645"/>
                </a:lnTo>
                <a:cubicBezTo>
                  <a:pt x="330281" y="38321"/>
                  <a:pt x="340180" y="31871"/>
                  <a:pt x="348654" y="24297"/>
                </a:cubicBezTo>
                <a:cubicBezTo>
                  <a:pt x="357128" y="16723"/>
                  <a:pt x="363127" y="9374"/>
                  <a:pt x="366652" y="2250"/>
                </a:cubicBezTo>
                <a:lnTo>
                  <a:pt x="379700" y="2250"/>
                </a:lnTo>
                <a:lnTo>
                  <a:pt x="379700" y="167831"/>
                </a:lnTo>
                <a:close/>
                <a:moveTo>
                  <a:pt x="442883" y="167831"/>
                </a:moveTo>
                <a:lnTo>
                  <a:pt x="442883" y="144659"/>
                </a:lnTo>
                <a:lnTo>
                  <a:pt x="465943" y="144659"/>
                </a:lnTo>
                <a:lnTo>
                  <a:pt x="465943" y="167831"/>
                </a:lnTo>
                <a:lnTo>
                  <a:pt x="442883" y="167831"/>
                </a:lnTo>
                <a:close/>
                <a:moveTo>
                  <a:pt x="495336" y="86446"/>
                </a:moveTo>
                <a:cubicBezTo>
                  <a:pt x="495336" y="66963"/>
                  <a:pt x="497342" y="51281"/>
                  <a:pt x="501354" y="39402"/>
                </a:cubicBezTo>
                <a:cubicBezTo>
                  <a:pt x="505366" y="27523"/>
                  <a:pt x="511328" y="18361"/>
                  <a:pt x="519239" y="11917"/>
                </a:cubicBezTo>
                <a:cubicBezTo>
                  <a:pt x="527151" y="5472"/>
                  <a:pt x="537106" y="2250"/>
                  <a:pt x="549105" y="2250"/>
                </a:cubicBezTo>
                <a:cubicBezTo>
                  <a:pt x="557954" y="2250"/>
                  <a:pt x="565715" y="4030"/>
                  <a:pt x="572390" y="7589"/>
                </a:cubicBezTo>
                <a:cubicBezTo>
                  <a:pt x="579064" y="11149"/>
                  <a:pt x="584576" y="16283"/>
                  <a:pt x="588925" y="22990"/>
                </a:cubicBezTo>
                <a:cubicBezTo>
                  <a:pt x="593275" y="29697"/>
                  <a:pt x="596687" y="37866"/>
                  <a:pt x="599161" y="47498"/>
                </a:cubicBezTo>
                <a:cubicBezTo>
                  <a:pt x="601636" y="57127"/>
                  <a:pt x="602874" y="70110"/>
                  <a:pt x="602874" y="86446"/>
                </a:cubicBezTo>
                <a:cubicBezTo>
                  <a:pt x="602874" y="105780"/>
                  <a:pt x="600886" y="121387"/>
                  <a:pt x="596912" y="133266"/>
                </a:cubicBezTo>
                <a:cubicBezTo>
                  <a:pt x="592937" y="145145"/>
                  <a:pt x="586994" y="154326"/>
                  <a:pt x="579083" y="160808"/>
                </a:cubicBezTo>
                <a:cubicBezTo>
                  <a:pt x="571171" y="167290"/>
                  <a:pt x="561178" y="170531"/>
                  <a:pt x="549105" y="170531"/>
                </a:cubicBezTo>
                <a:cubicBezTo>
                  <a:pt x="533206" y="170531"/>
                  <a:pt x="520720" y="164835"/>
                  <a:pt x="511646" y="153443"/>
                </a:cubicBezTo>
                <a:cubicBezTo>
                  <a:pt x="500773" y="139729"/>
                  <a:pt x="495336" y="117397"/>
                  <a:pt x="495336" y="86446"/>
                </a:cubicBezTo>
                <a:moveTo>
                  <a:pt x="516146" y="86503"/>
                </a:moveTo>
                <a:cubicBezTo>
                  <a:pt x="516146" y="113530"/>
                  <a:pt x="519314" y="131518"/>
                  <a:pt x="525651" y="140465"/>
                </a:cubicBezTo>
                <a:cubicBezTo>
                  <a:pt x="531988" y="149410"/>
                  <a:pt x="539806" y="153883"/>
                  <a:pt x="549105" y="153883"/>
                </a:cubicBezTo>
                <a:cubicBezTo>
                  <a:pt x="558404" y="153883"/>
                  <a:pt x="566221" y="149391"/>
                  <a:pt x="572558" y="140409"/>
                </a:cubicBezTo>
                <a:cubicBezTo>
                  <a:pt x="578895" y="131424"/>
                  <a:pt x="582063" y="113455"/>
                  <a:pt x="582063" y="86503"/>
                </a:cubicBezTo>
                <a:cubicBezTo>
                  <a:pt x="582063" y="59400"/>
                  <a:pt x="578895" y="41395"/>
                  <a:pt x="572558" y="32488"/>
                </a:cubicBezTo>
                <a:cubicBezTo>
                  <a:pt x="566221" y="23578"/>
                  <a:pt x="558329" y="19123"/>
                  <a:pt x="548880" y="19123"/>
                </a:cubicBezTo>
                <a:cubicBezTo>
                  <a:pt x="539581" y="19123"/>
                  <a:pt x="532157" y="23053"/>
                  <a:pt x="526607" y="30913"/>
                </a:cubicBezTo>
                <a:cubicBezTo>
                  <a:pt x="519633" y="40945"/>
                  <a:pt x="516146" y="59475"/>
                  <a:pt x="516146" y="8650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(b)Pinning(6foatingedges)">
            <a:extLst xmlns:a="http://schemas.openxmlformats.org/drawingml/2006/main">
              <a:ext uri="{FF2B5EF4-FFF2-40B4-BE49-F238E27FC236}">
                <a16:creationId xmlns:a16="http://schemas.microsoft.com/office/drawing/2014/main" id="{02AC6120-A26B-4F7F-918B-E330BF5C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879" y="3057846"/>
            <a:ext cx="2715083" cy="215510"/>
          </a:xfrm>
          <a:custGeom xmlns:a="http://schemas.openxmlformats.org/drawingml/2006/main">
            <a:pathLst>
              <a:path w="2715083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100209" y="78475"/>
                </a:moveTo>
                <a:cubicBezTo>
                  <a:pt x="106131" y="73231"/>
                  <a:pt x="112963" y="71181"/>
                  <a:pt x="119566" y="71181"/>
                </a:cubicBezTo>
                <a:cubicBezTo>
                  <a:pt x="133459" y="71181"/>
                  <a:pt x="144847" y="88046"/>
                  <a:pt x="144847" y="110147"/>
                </a:cubicBezTo>
                <a:cubicBezTo>
                  <a:pt x="144847" y="136127"/>
                  <a:pt x="134370" y="155724"/>
                  <a:pt x="112734" y="155724"/>
                </a:cubicBezTo>
                <a:cubicBezTo>
                  <a:pt x="105676" y="155724"/>
                  <a:pt x="100891" y="150713"/>
                  <a:pt x="96338" y="145013"/>
                </a:cubicBezTo>
                <a:lnTo>
                  <a:pt x="96338" y="88046"/>
                </a:lnTo>
                <a:cubicBezTo>
                  <a:pt x="96338" y="83260"/>
                  <a:pt x="97249" y="80981"/>
                  <a:pt x="100209" y="78475"/>
                </a:cubicBezTo>
                <a:moveTo>
                  <a:pt x="98614" y="71410"/>
                </a:moveTo>
                <a:cubicBezTo>
                  <a:pt x="97249" y="72776"/>
                  <a:pt x="96338" y="72321"/>
                  <a:pt x="96338" y="70270"/>
                </a:cubicBezTo>
                <a:lnTo>
                  <a:pt x="96338" y="28340"/>
                </a:lnTo>
                <a:cubicBezTo>
                  <a:pt x="96338" y="13529"/>
                  <a:pt x="97249" y="4469"/>
                  <a:pt x="97249" y="4469"/>
                </a:cubicBezTo>
                <a:cubicBezTo>
                  <a:pt x="97249" y="2898"/>
                  <a:pt x="96338" y="2221"/>
                  <a:pt x="94288" y="2221"/>
                </a:cubicBezTo>
                <a:cubicBezTo>
                  <a:pt x="88592" y="4469"/>
                  <a:pt x="71512" y="7614"/>
                  <a:pt x="62404" y="8288"/>
                </a:cubicBezTo>
                <a:cubicBezTo>
                  <a:pt x="61948" y="10113"/>
                  <a:pt x="62404" y="13755"/>
                  <a:pt x="63769" y="15120"/>
                </a:cubicBezTo>
                <a:cubicBezTo>
                  <a:pt x="75613" y="15805"/>
                  <a:pt x="78344" y="14665"/>
                  <a:pt x="78344" y="33809"/>
                </a:cubicBezTo>
                <a:lnTo>
                  <a:pt x="78344" y="145013"/>
                </a:lnTo>
                <a:cubicBezTo>
                  <a:pt x="78344" y="153903"/>
                  <a:pt x="78118" y="158003"/>
                  <a:pt x="77433" y="161190"/>
                </a:cubicBezTo>
                <a:cubicBezTo>
                  <a:pt x="78573" y="163011"/>
                  <a:pt x="79713" y="163925"/>
                  <a:pt x="82445" y="163925"/>
                </a:cubicBezTo>
                <a:cubicBezTo>
                  <a:pt x="83810" y="162556"/>
                  <a:pt x="86090" y="160509"/>
                  <a:pt x="87911" y="158459"/>
                </a:cubicBezTo>
                <a:cubicBezTo>
                  <a:pt x="90187" y="155724"/>
                  <a:pt x="91553" y="155724"/>
                  <a:pt x="94058" y="157774"/>
                </a:cubicBezTo>
                <a:cubicBezTo>
                  <a:pt x="99299" y="162101"/>
                  <a:pt x="106131" y="163466"/>
                  <a:pt x="114099" y="163466"/>
                </a:cubicBezTo>
                <a:cubicBezTo>
                  <a:pt x="137331" y="163466"/>
                  <a:pt x="164433" y="142278"/>
                  <a:pt x="164433" y="106047"/>
                </a:cubicBezTo>
                <a:cubicBezTo>
                  <a:pt x="164433" y="78246"/>
                  <a:pt x="143937" y="61159"/>
                  <a:pt x="124122" y="61159"/>
                </a:cubicBezTo>
                <a:cubicBezTo>
                  <a:pt x="114329" y="61159"/>
                  <a:pt x="105676" y="65033"/>
                  <a:pt x="98614" y="71410"/>
                </a:cubicBezTo>
                <a:close/>
                <a:moveTo>
                  <a:pt x="230708" y="103851"/>
                </a:moveTo>
                <a:cubicBezTo>
                  <a:pt x="230708" y="93602"/>
                  <a:pt x="229797" y="40993"/>
                  <a:pt x="182424" y="0"/>
                </a:cubicBezTo>
                <a:cubicBezTo>
                  <a:pt x="180148" y="455"/>
                  <a:pt x="178324" y="2050"/>
                  <a:pt x="177643" y="3871"/>
                </a:cubicBezTo>
                <a:cubicBezTo>
                  <a:pt x="185156" y="12524"/>
                  <a:pt x="211803" y="43953"/>
                  <a:pt x="211803" y="103851"/>
                </a:cubicBezTo>
                <a:cubicBezTo>
                  <a:pt x="211803" y="163748"/>
                  <a:pt x="184930" y="195177"/>
                  <a:pt x="177643" y="203378"/>
                </a:cubicBezTo>
                <a:cubicBezTo>
                  <a:pt x="178324" y="205654"/>
                  <a:pt x="179919" y="207249"/>
                  <a:pt x="182424" y="207475"/>
                </a:cubicBezTo>
                <a:cubicBezTo>
                  <a:pt x="209527" y="184248"/>
                  <a:pt x="230708" y="146212"/>
                  <a:pt x="230708" y="103851"/>
                </a:cubicBezTo>
                <a:close/>
                <a:moveTo>
                  <a:pt x="377604" y="35001"/>
                </a:moveTo>
                <a:cubicBezTo>
                  <a:pt x="377604" y="28392"/>
                  <a:pt x="381020" y="20420"/>
                  <a:pt x="397415" y="20420"/>
                </a:cubicBezTo>
                <a:cubicBezTo>
                  <a:pt x="413130" y="20420"/>
                  <a:pt x="428844" y="25660"/>
                  <a:pt x="428844" y="54594"/>
                </a:cubicBezTo>
                <a:cubicBezTo>
                  <a:pt x="428844" y="79202"/>
                  <a:pt x="417005" y="89224"/>
                  <a:pt x="394913" y="89224"/>
                </a:cubicBezTo>
                <a:cubicBezTo>
                  <a:pt x="389218" y="89224"/>
                  <a:pt x="380109" y="88769"/>
                  <a:pt x="377604" y="88084"/>
                </a:cubicBezTo>
                <a:lnTo>
                  <a:pt x="377604" y="35001"/>
                </a:lnTo>
                <a:moveTo>
                  <a:pt x="358244" y="42063"/>
                </a:moveTo>
                <a:lnTo>
                  <a:pt x="358244" y="133434"/>
                </a:lnTo>
                <a:cubicBezTo>
                  <a:pt x="358244" y="152349"/>
                  <a:pt x="354373" y="153489"/>
                  <a:pt x="338432" y="154174"/>
                </a:cubicBezTo>
                <a:cubicBezTo>
                  <a:pt x="337063" y="155540"/>
                  <a:pt x="337063" y="160321"/>
                  <a:pt x="338432" y="161687"/>
                </a:cubicBezTo>
                <a:cubicBezTo>
                  <a:pt x="348680" y="161461"/>
                  <a:pt x="359839" y="161232"/>
                  <a:pt x="368037" y="161232"/>
                </a:cubicBezTo>
                <a:cubicBezTo>
                  <a:pt x="376009" y="161232"/>
                  <a:pt x="389447" y="161461"/>
                  <a:pt x="400835" y="161687"/>
                </a:cubicBezTo>
                <a:cubicBezTo>
                  <a:pt x="402201" y="160321"/>
                  <a:pt x="402201" y="155540"/>
                  <a:pt x="400835" y="154174"/>
                </a:cubicBezTo>
                <a:cubicBezTo>
                  <a:pt x="383070" y="153260"/>
                  <a:pt x="377604" y="152349"/>
                  <a:pt x="377604" y="133434"/>
                </a:cubicBezTo>
                <a:lnTo>
                  <a:pt x="377604" y="94690"/>
                </a:lnTo>
                <a:cubicBezTo>
                  <a:pt x="382615" y="96285"/>
                  <a:pt x="388078" y="96966"/>
                  <a:pt x="396050" y="96966"/>
                </a:cubicBezTo>
                <a:cubicBezTo>
                  <a:pt x="437501" y="96966"/>
                  <a:pt x="450025" y="69860"/>
                  <a:pt x="450025" y="50494"/>
                </a:cubicBezTo>
                <a:cubicBezTo>
                  <a:pt x="450025" y="37052"/>
                  <a:pt x="441143" y="12674"/>
                  <a:pt x="399010" y="12674"/>
                </a:cubicBezTo>
                <a:cubicBezTo>
                  <a:pt x="390357" y="12674"/>
                  <a:pt x="376919" y="14269"/>
                  <a:pt x="367811" y="14269"/>
                </a:cubicBezTo>
                <a:cubicBezTo>
                  <a:pt x="359384" y="14269"/>
                  <a:pt x="347540" y="14043"/>
                  <a:pt x="338432" y="13814"/>
                </a:cubicBezTo>
                <a:cubicBezTo>
                  <a:pt x="337063" y="15179"/>
                  <a:pt x="337063" y="19965"/>
                  <a:pt x="338432" y="21330"/>
                </a:cubicBezTo>
                <a:cubicBezTo>
                  <a:pt x="354373" y="22015"/>
                  <a:pt x="358244" y="23151"/>
                  <a:pt x="358244" y="42063"/>
                </a:cubicBezTo>
                <a:close/>
                <a:moveTo>
                  <a:pt x="478268" y="24719"/>
                </a:moveTo>
                <a:cubicBezTo>
                  <a:pt x="478268" y="30640"/>
                  <a:pt x="483734" y="36562"/>
                  <a:pt x="489197" y="36562"/>
                </a:cubicBezTo>
                <a:cubicBezTo>
                  <a:pt x="495574" y="36562"/>
                  <a:pt x="501040" y="30414"/>
                  <a:pt x="501040" y="25629"/>
                </a:cubicBezTo>
                <a:cubicBezTo>
                  <a:pt x="501040" y="20166"/>
                  <a:pt x="496258" y="13786"/>
                  <a:pt x="490111" y="13786"/>
                </a:cubicBezTo>
                <a:cubicBezTo>
                  <a:pt x="484645" y="13786"/>
                  <a:pt x="478268" y="19252"/>
                  <a:pt x="478268" y="24719"/>
                </a:cubicBezTo>
                <a:moveTo>
                  <a:pt x="498993" y="133445"/>
                </a:moveTo>
                <a:lnTo>
                  <a:pt x="498993" y="88119"/>
                </a:lnTo>
                <a:cubicBezTo>
                  <a:pt x="498993" y="76731"/>
                  <a:pt x="499904" y="62104"/>
                  <a:pt x="499904" y="62104"/>
                </a:cubicBezTo>
                <a:cubicBezTo>
                  <a:pt x="499904" y="61183"/>
                  <a:pt x="498764" y="60491"/>
                  <a:pt x="496943" y="60491"/>
                </a:cubicBezTo>
                <a:cubicBezTo>
                  <a:pt x="490566" y="63025"/>
                  <a:pt x="481454" y="65096"/>
                  <a:pt x="465740" y="67164"/>
                </a:cubicBezTo>
                <a:cubicBezTo>
                  <a:pt x="465285" y="68533"/>
                  <a:pt x="465740" y="72175"/>
                  <a:pt x="466195" y="73544"/>
                </a:cubicBezTo>
                <a:cubicBezTo>
                  <a:pt x="478723" y="74680"/>
                  <a:pt x="480999" y="76050"/>
                  <a:pt x="480999" y="89033"/>
                </a:cubicBezTo>
                <a:lnTo>
                  <a:pt x="480999" y="133445"/>
                </a:lnTo>
                <a:cubicBezTo>
                  <a:pt x="480999" y="152349"/>
                  <a:pt x="478494" y="153034"/>
                  <a:pt x="464603" y="154174"/>
                </a:cubicBezTo>
                <a:cubicBezTo>
                  <a:pt x="463234" y="155540"/>
                  <a:pt x="463234" y="160321"/>
                  <a:pt x="464603" y="161687"/>
                </a:cubicBezTo>
                <a:cubicBezTo>
                  <a:pt x="472117" y="161461"/>
                  <a:pt x="480999" y="161232"/>
                  <a:pt x="490111" y="161232"/>
                </a:cubicBezTo>
                <a:cubicBezTo>
                  <a:pt x="499219" y="161232"/>
                  <a:pt x="507872" y="161461"/>
                  <a:pt x="515389" y="161687"/>
                </a:cubicBezTo>
                <a:cubicBezTo>
                  <a:pt x="516755" y="160321"/>
                  <a:pt x="516755" y="155540"/>
                  <a:pt x="515389" y="154174"/>
                </a:cubicBezTo>
                <a:cubicBezTo>
                  <a:pt x="501495" y="153263"/>
                  <a:pt x="498993" y="152349"/>
                  <a:pt x="498993" y="133445"/>
                </a:cubicBezTo>
                <a:close/>
                <a:moveTo>
                  <a:pt x="561394" y="79615"/>
                </a:moveTo>
                <a:cubicBezTo>
                  <a:pt x="560028" y="81210"/>
                  <a:pt x="558662" y="81669"/>
                  <a:pt x="558662" y="79615"/>
                </a:cubicBezTo>
                <a:cubicBezTo>
                  <a:pt x="558433" y="73461"/>
                  <a:pt x="557978" y="64578"/>
                  <a:pt x="556838" y="62299"/>
                </a:cubicBezTo>
                <a:cubicBezTo>
                  <a:pt x="556383" y="61159"/>
                  <a:pt x="555927" y="60478"/>
                  <a:pt x="554107" y="60478"/>
                </a:cubicBezTo>
                <a:cubicBezTo>
                  <a:pt x="547730" y="62983"/>
                  <a:pt x="541808" y="65033"/>
                  <a:pt x="526094" y="67080"/>
                </a:cubicBezTo>
                <a:cubicBezTo>
                  <a:pt x="525638" y="68449"/>
                  <a:pt x="526094" y="72091"/>
                  <a:pt x="526549" y="73461"/>
                </a:cubicBezTo>
                <a:cubicBezTo>
                  <a:pt x="538847" y="74600"/>
                  <a:pt x="541353" y="75740"/>
                  <a:pt x="541353" y="88963"/>
                </a:cubicBezTo>
                <a:lnTo>
                  <a:pt x="541353" y="133424"/>
                </a:lnTo>
                <a:cubicBezTo>
                  <a:pt x="541353" y="152120"/>
                  <a:pt x="539077" y="153034"/>
                  <a:pt x="525409" y="154174"/>
                </a:cubicBezTo>
                <a:cubicBezTo>
                  <a:pt x="524043" y="155540"/>
                  <a:pt x="524043" y="160321"/>
                  <a:pt x="525409" y="161687"/>
                </a:cubicBezTo>
                <a:cubicBezTo>
                  <a:pt x="532245" y="161461"/>
                  <a:pt x="541353" y="161232"/>
                  <a:pt x="550461" y="161232"/>
                </a:cubicBezTo>
                <a:cubicBezTo>
                  <a:pt x="559573" y="161232"/>
                  <a:pt x="566405" y="161461"/>
                  <a:pt x="573237" y="161687"/>
                </a:cubicBezTo>
                <a:cubicBezTo>
                  <a:pt x="574603" y="160321"/>
                  <a:pt x="574603" y="155540"/>
                  <a:pt x="573237" y="154174"/>
                </a:cubicBezTo>
                <a:cubicBezTo>
                  <a:pt x="561623" y="153034"/>
                  <a:pt x="559344" y="152120"/>
                  <a:pt x="559344" y="133424"/>
                </a:cubicBezTo>
                <a:lnTo>
                  <a:pt x="559344" y="96032"/>
                </a:lnTo>
                <a:cubicBezTo>
                  <a:pt x="559344" y="91243"/>
                  <a:pt x="561394" y="88508"/>
                  <a:pt x="563215" y="86458"/>
                </a:cubicBezTo>
                <a:cubicBezTo>
                  <a:pt x="571871" y="78020"/>
                  <a:pt x="582119" y="73002"/>
                  <a:pt x="591002" y="73002"/>
                </a:cubicBezTo>
                <a:cubicBezTo>
                  <a:pt x="595558" y="73002"/>
                  <a:pt x="600340" y="75966"/>
                  <a:pt x="603071" y="81210"/>
                </a:cubicBezTo>
                <a:cubicBezTo>
                  <a:pt x="605351" y="85773"/>
                  <a:pt x="605806" y="91927"/>
                  <a:pt x="605806" y="98766"/>
                </a:cubicBezTo>
                <a:lnTo>
                  <a:pt x="605806" y="133424"/>
                </a:lnTo>
                <a:cubicBezTo>
                  <a:pt x="605806" y="152120"/>
                  <a:pt x="603526" y="153034"/>
                  <a:pt x="591683" y="154174"/>
                </a:cubicBezTo>
                <a:cubicBezTo>
                  <a:pt x="590547" y="155540"/>
                  <a:pt x="590547" y="160321"/>
                  <a:pt x="591683" y="161687"/>
                </a:cubicBezTo>
                <a:cubicBezTo>
                  <a:pt x="598519" y="161461"/>
                  <a:pt x="605806" y="161232"/>
                  <a:pt x="614914" y="161232"/>
                </a:cubicBezTo>
                <a:cubicBezTo>
                  <a:pt x="624026" y="161232"/>
                  <a:pt x="632224" y="161461"/>
                  <a:pt x="639056" y="161687"/>
                </a:cubicBezTo>
                <a:cubicBezTo>
                  <a:pt x="640196" y="160321"/>
                  <a:pt x="640196" y="155540"/>
                  <a:pt x="639056" y="154174"/>
                </a:cubicBezTo>
                <a:cubicBezTo>
                  <a:pt x="626302" y="153034"/>
                  <a:pt x="623797" y="152120"/>
                  <a:pt x="623797" y="133424"/>
                </a:cubicBezTo>
                <a:lnTo>
                  <a:pt x="623797" y="99451"/>
                </a:lnTo>
                <a:cubicBezTo>
                  <a:pt x="623797" y="86913"/>
                  <a:pt x="622886" y="75966"/>
                  <a:pt x="617649" y="68905"/>
                </a:cubicBezTo>
                <a:cubicBezTo>
                  <a:pt x="613774" y="63894"/>
                  <a:pt x="606716" y="61159"/>
                  <a:pt x="598744" y="61159"/>
                </a:cubicBezTo>
                <a:cubicBezTo>
                  <a:pt x="587586" y="61159"/>
                  <a:pt x="574832" y="64119"/>
                  <a:pt x="561394" y="79615"/>
                </a:cubicBezTo>
                <a:close/>
                <a:moveTo>
                  <a:pt x="684832" y="79615"/>
                </a:moveTo>
                <a:cubicBezTo>
                  <a:pt x="683466" y="81210"/>
                  <a:pt x="682100" y="81669"/>
                  <a:pt x="682100" y="79615"/>
                </a:cubicBezTo>
                <a:cubicBezTo>
                  <a:pt x="681871" y="73461"/>
                  <a:pt x="681416" y="64578"/>
                  <a:pt x="680276" y="62299"/>
                </a:cubicBezTo>
                <a:cubicBezTo>
                  <a:pt x="679821" y="61159"/>
                  <a:pt x="679365" y="60478"/>
                  <a:pt x="677545" y="60478"/>
                </a:cubicBezTo>
                <a:cubicBezTo>
                  <a:pt x="671168" y="62983"/>
                  <a:pt x="665246" y="65033"/>
                  <a:pt x="649532" y="67080"/>
                </a:cubicBezTo>
                <a:cubicBezTo>
                  <a:pt x="649076" y="68449"/>
                  <a:pt x="649532" y="72091"/>
                  <a:pt x="649987" y="73461"/>
                </a:cubicBezTo>
                <a:cubicBezTo>
                  <a:pt x="662285" y="74600"/>
                  <a:pt x="664791" y="75740"/>
                  <a:pt x="664791" y="88963"/>
                </a:cubicBezTo>
                <a:lnTo>
                  <a:pt x="664791" y="133424"/>
                </a:lnTo>
                <a:cubicBezTo>
                  <a:pt x="664791" y="152120"/>
                  <a:pt x="662515" y="153034"/>
                  <a:pt x="648847" y="154174"/>
                </a:cubicBezTo>
                <a:cubicBezTo>
                  <a:pt x="647481" y="155540"/>
                  <a:pt x="647481" y="160321"/>
                  <a:pt x="648847" y="161687"/>
                </a:cubicBezTo>
                <a:cubicBezTo>
                  <a:pt x="655683" y="161461"/>
                  <a:pt x="664791" y="161232"/>
                  <a:pt x="673899" y="161232"/>
                </a:cubicBezTo>
                <a:cubicBezTo>
                  <a:pt x="683011" y="161232"/>
                  <a:pt x="689843" y="161461"/>
                  <a:pt x="696675" y="161687"/>
                </a:cubicBezTo>
                <a:cubicBezTo>
                  <a:pt x="698041" y="160321"/>
                  <a:pt x="698041" y="155540"/>
                  <a:pt x="696675" y="154174"/>
                </a:cubicBezTo>
                <a:cubicBezTo>
                  <a:pt x="685061" y="153034"/>
                  <a:pt x="682782" y="152120"/>
                  <a:pt x="682782" y="133424"/>
                </a:cubicBezTo>
                <a:lnTo>
                  <a:pt x="682782" y="96032"/>
                </a:lnTo>
                <a:cubicBezTo>
                  <a:pt x="682782" y="91243"/>
                  <a:pt x="684832" y="88508"/>
                  <a:pt x="686653" y="86458"/>
                </a:cubicBezTo>
                <a:cubicBezTo>
                  <a:pt x="695309" y="78020"/>
                  <a:pt x="705557" y="73002"/>
                  <a:pt x="714440" y="73002"/>
                </a:cubicBezTo>
                <a:cubicBezTo>
                  <a:pt x="718996" y="73002"/>
                  <a:pt x="723778" y="75966"/>
                  <a:pt x="726509" y="81210"/>
                </a:cubicBezTo>
                <a:cubicBezTo>
                  <a:pt x="728789" y="85773"/>
                  <a:pt x="729244" y="91927"/>
                  <a:pt x="729244" y="98766"/>
                </a:cubicBezTo>
                <a:lnTo>
                  <a:pt x="729244" y="133424"/>
                </a:lnTo>
                <a:cubicBezTo>
                  <a:pt x="729244" y="152120"/>
                  <a:pt x="726964" y="153034"/>
                  <a:pt x="715121" y="154174"/>
                </a:cubicBezTo>
                <a:cubicBezTo>
                  <a:pt x="713985" y="155540"/>
                  <a:pt x="713985" y="160321"/>
                  <a:pt x="715121" y="161687"/>
                </a:cubicBezTo>
                <a:cubicBezTo>
                  <a:pt x="721957" y="161461"/>
                  <a:pt x="729244" y="161232"/>
                  <a:pt x="738352" y="161232"/>
                </a:cubicBezTo>
                <a:cubicBezTo>
                  <a:pt x="747464" y="161232"/>
                  <a:pt x="755662" y="161461"/>
                  <a:pt x="762494" y="161687"/>
                </a:cubicBezTo>
                <a:cubicBezTo>
                  <a:pt x="763634" y="160321"/>
                  <a:pt x="763634" y="155540"/>
                  <a:pt x="762494" y="154174"/>
                </a:cubicBezTo>
                <a:cubicBezTo>
                  <a:pt x="749740" y="153034"/>
                  <a:pt x="747235" y="152120"/>
                  <a:pt x="747235" y="133424"/>
                </a:cubicBezTo>
                <a:lnTo>
                  <a:pt x="747235" y="99451"/>
                </a:lnTo>
                <a:cubicBezTo>
                  <a:pt x="747235" y="86913"/>
                  <a:pt x="746324" y="75966"/>
                  <a:pt x="741087" y="68905"/>
                </a:cubicBezTo>
                <a:cubicBezTo>
                  <a:pt x="737212" y="63894"/>
                  <a:pt x="730154" y="61159"/>
                  <a:pt x="722182" y="61159"/>
                </a:cubicBezTo>
                <a:cubicBezTo>
                  <a:pt x="711024" y="61159"/>
                  <a:pt x="698270" y="64119"/>
                  <a:pt x="684832" y="79615"/>
                </a:cubicBezTo>
                <a:close/>
                <a:moveTo>
                  <a:pt x="786863" y="24719"/>
                </a:moveTo>
                <a:cubicBezTo>
                  <a:pt x="786863" y="30640"/>
                  <a:pt x="792330" y="36562"/>
                  <a:pt x="797793" y="36562"/>
                </a:cubicBezTo>
                <a:cubicBezTo>
                  <a:pt x="804169" y="36562"/>
                  <a:pt x="809636" y="30414"/>
                  <a:pt x="809636" y="25629"/>
                </a:cubicBezTo>
                <a:cubicBezTo>
                  <a:pt x="809636" y="20166"/>
                  <a:pt x="804854" y="13786"/>
                  <a:pt x="798707" y="13786"/>
                </a:cubicBezTo>
                <a:cubicBezTo>
                  <a:pt x="793240" y="13786"/>
                  <a:pt x="786863" y="19252"/>
                  <a:pt x="786863" y="24719"/>
                </a:cubicBezTo>
                <a:moveTo>
                  <a:pt x="807589" y="133445"/>
                </a:moveTo>
                <a:lnTo>
                  <a:pt x="807589" y="88119"/>
                </a:lnTo>
                <a:cubicBezTo>
                  <a:pt x="807589" y="76731"/>
                  <a:pt x="808499" y="62104"/>
                  <a:pt x="808499" y="62104"/>
                </a:cubicBezTo>
                <a:cubicBezTo>
                  <a:pt x="808499" y="61183"/>
                  <a:pt x="807360" y="60491"/>
                  <a:pt x="805539" y="60491"/>
                </a:cubicBezTo>
                <a:cubicBezTo>
                  <a:pt x="799162" y="63025"/>
                  <a:pt x="790050" y="65096"/>
                  <a:pt x="774336" y="67164"/>
                </a:cubicBezTo>
                <a:cubicBezTo>
                  <a:pt x="773880" y="68533"/>
                  <a:pt x="774336" y="72175"/>
                  <a:pt x="774791" y="73544"/>
                </a:cubicBezTo>
                <a:cubicBezTo>
                  <a:pt x="787319" y="74680"/>
                  <a:pt x="789595" y="76050"/>
                  <a:pt x="789595" y="89033"/>
                </a:cubicBezTo>
                <a:lnTo>
                  <a:pt x="789595" y="133445"/>
                </a:lnTo>
                <a:cubicBezTo>
                  <a:pt x="789595" y="152349"/>
                  <a:pt x="787089" y="153034"/>
                  <a:pt x="773199" y="154174"/>
                </a:cubicBezTo>
                <a:cubicBezTo>
                  <a:pt x="771830" y="155540"/>
                  <a:pt x="771830" y="160321"/>
                  <a:pt x="773199" y="161687"/>
                </a:cubicBezTo>
                <a:cubicBezTo>
                  <a:pt x="780712" y="161461"/>
                  <a:pt x="789595" y="161232"/>
                  <a:pt x="798707" y="161232"/>
                </a:cubicBezTo>
                <a:cubicBezTo>
                  <a:pt x="807815" y="161232"/>
                  <a:pt x="816468" y="161461"/>
                  <a:pt x="823985" y="161687"/>
                </a:cubicBezTo>
                <a:cubicBezTo>
                  <a:pt x="825350" y="160321"/>
                  <a:pt x="825350" y="155540"/>
                  <a:pt x="823985" y="154174"/>
                </a:cubicBezTo>
                <a:cubicBezTo>
                  <a:pt x="810091" y="153263"/>
                  <a:pt x="807589" y="152349"/>
                  <a:pt x="807589" y="133445"/>
                </a:cubicBezTo>
                <a:close/>
                <a:moveTo>
                  <a:pt x="869990" y="79615"/>
                </a:moveTo>
                <a:cubicBezTo>
                  <a:pt x="868624" y="81210"/>
                  <a:pt x="867258" y="81669"/>
                  <a:pt x="867258" y="79615"/>
                </a:cubicBezTo>
                <a:cubicBezTo>
                  <a:pt x="867029" y="73461"/>
                  <a:pt x="866574" y="64578"/>
                  <a:pt x="865434" y="62299"/>
                </a:cubicBezTo>
                <a:cubicBezTo>
                  <a:pt x="864978" y="61159"/>
                  <a:pt x="864523" y="60478"/>
                  <a:pt x="862702" y="60478"/>
                </a:cubicBezTo>
                <a:cubicBezTo>
                  <a:pt x="856325" y="62983"/>
                  <a:pt x="850404" y="65033"/>
                  <a:pt x="834689" y="67080"/>
                </a:cubicBezTo>
                <a:cubicBezTo>
                  <a:pt x="834234" y="68449"/>
                  <a:pt x="834689" y="72091"/>
                  <a:pt x="835145" y="73461"/>
                </a:cubicBezTo>
                <a:cubicBezTo>
                  <a:pt x="847443" y="74600"/>
                  <a:pt x="849949" y="75740"/>
                  <a:pt x="849949" y="88963"/>
                </a:cubicBezTo>
                <a:lnTo>
                  <a:pt x="849949" y="133424"/>
                </a:lnTo>
                <a:cubicBezTo>
                  <a:pt x="849949" y="152120"/>
                  <a:pt x="847672" y="153034"/>
                  <a:pt x="834005" y="154174"/>
                </a:cubicBezTo>
                <a:cubicBezTo>
                  <a:pt x="832639" y="155540"/>
                  <a:pt x="832639" y="160321"/>
                  <a:pt x="834005" y="161687"/>
                </a:cubicBezTo>
                <a:cubicBezTo>
                  <a:pt x="840840" y="161461"/>
                  <a:pt x="849949" y="161232"/>
                  <a:pt x="859057" y="161232"/>
                </a:cubicBezTo>
                <a:cubicBezTo>
                  <a:pt x="868169" y="161232"/>
                  <a:pt x="875001" y="161461"/>
                  <a:pt x="881833" y="161687"/>
                </a:cubicBezTo>
                <a:cubicBezTo>
                  <a:pt x="883199" y="160321"/>
                  <a:pt x="883199" y="155540"/>
                  <a:pt x="881833" y="154174"/>
                </a:cubicBezTo>
                <a:cubicBezTo>
                  <a:pt x="870219" y="153034"/>
                  <a:pt x="867939" y="152120"/>
                  <a:pt x="867939" y="133424"/>
                </a:cubicBezTo>
                <a:lnTo>
                  <a:pt x="867939" y="96032"/>
                </a:lnTo>
                <a:cubicBezTo>
                  <a:pt x="867939" y="91243"/>
                  <a:pt x="869990" y="88508"/>
                  <a:pt x="871811" y="86458"/>
                </a:cubicBezTo>
                <a:cubicBezTo>
                  <a:pt x="880467" y="78020"/>
                  <a:pt x="890715" y="73002"/>
                  <a:pt x="899598" y="73002"/>
                </a:cubicBezTo>
                <a:cubicBezTo>
                  <a:pt x="904153" y="73002"/>
                  <a:pt x="908935" y="75966"/>
                  <a:pt x="911667" y="81210"/>
                </a:cubicBezTo>
                <a:cubicBezTo>
                  <a:pt x="913946" y="85773"/>
                  <a:pt x="914402" y="91927"/>
                  <a:pt x="914402" y="98766"/>
                </a:cubicBezTo>
                <a:lnTo>
                  <a:pt x="914402" y="133424"/>
                </a:lnTo>
                <a:cubicBezTo>
                  <a:pt x="914402" y="152120"/>
                  <a:pt x="912122" y="153034"/>
                  <a:pt x="900279" y="154174"/>
                </a:cubicBezTo>
                <a:cubicBezTo>
                  <a:pt x="899142" y="155540"/>
                  <a:pt x="899142" y="160321"/>
                  <a:pt x="900279" y="161687"/>
                </a:cubicBezTo>
                <a:cubicBezTo>
                  <a:pt x="907114" y="161461"/>
                  <a:pt x="914402" y="161232"/>
                  <a:pt x="923510" y="161232"/>
                </a:cubicBezTo>
                <a:cubicBezTo>
                  <a:pt x="932622" y="161232"/>
                  <a:pt x="940820" y="161461"/>
                  <a:pt x="947652" y="161687"/>
                </a:cubicBezTo>
                <a:cubicBezTo>
                  <a:pt x="948791" y="160321"/>
                  <a:pt x="948791" y="155540"/>
                  <a:pt x="947652" y="154174"/>
                </a:cubicBezTo>
                <a:cubicBezTo>
                  <a:pt x="934898" y="153034"/>
                  <a:pt x="932392" y="152120"/>
                  <a:pt x="932392" y="133424"/>
                </a:cubicBezTo>
                <a:lnTo>
                  <a:pt x="932392" y="99451"/>
                </a:lnTo>
                <a:cubicBezTo>
                  <a:pt x="932392" y="86913"/>
                  <a:pt x="931482" y="75966"/>
                  <a:pt x="926245" y="68905"/>
                </a:cubicBezTo>
                <a:cubicBezTo>
                  <a:pt x="922370" y="63894"/>
                  <a:pt x="915312" y="61159"/>
                  <a:pt x="907340" y="61159"/>
                </a:cubicBezTo>
                <a:cubicBezTo>
                  <a:pt x="896182" y="61159"/>
                  <a:pt x="883428" y="64119"/>
                  <a:pt x="869990" y="79615"/>
                </a:cubicBezTo>
                <a:close/>
                <a:moveTo>
                  <a:pt x="1024176" y="97654"/>
                </a:moveTo>
                <a:cubicBezTo>
                  <a:pt x="1024176" y="118877"/>
                  <a:pt x="1013469" y="123210"/>
                  <a:pt x="1005042" y="123210"/>
                </a:cubicBezTo>
                <a:cubicBezTo>
                  <a:pt x="985911" y="123210"/>
                  <a:pt x="983864" y="107013"/>
                  <a:pt x="983864" y="92407"/>
                </a:cubicBezTo>
                <a:cubicBezTo>
                  <a:pt x="983864" y="76435"/>
                  <a:pt x="989557" y="68220"/>
                  <a:pt x="1002084" y="68220"/>
                </a:cubicBezTo>
                <a:cubicBezTo>
                  <a:pt x="1016430" y="68220"/>
                  <a:pt x="1024176" y="78718"/>
                  <a:pt x="1024176" y="97654"/>
                </a:cubicBezTo>
                <a:moveTo>
                  <a:pt x="981585" y="163456"/>
                </a:moveTo>
                <a:cubicBezTo>
                  <a:pt x="984090" y="164140"/>
                  <a:pt x="987736" y="164599"/>
                  <a:pt x="990696" y="164599"/>
                </a:cubicBezTo>
                <a:cubicBezTo>
                  <a:pt x="997754" y="164599"/>
                  <a:pt x="1004131" y="163911"/>
                  <a:pt x="1007321" y="163911"/>
                </a:cubicBezTo>
                <a:cubicBezTo>
                  <a:pt x="1018709" y="163911"/>
                  <a:pt x="1028273" y="164140"/>
                  <a:pt x="1034879" y="167796"/>
                </a:cubicBezTo>
                <a:cubicBezTo>
                  <a:pt x="1043762" y="172821"/>
                  <a:pt x="1046493" y="176018"/>
                  <a:pt x="1046493" y="181957"/>
                </a:cubicBezTo>
                <a:cubicBezTo>
                  <a:pt x="1046493" y="198405"/>
                  <a:pt x="1022351" y="207086"/>
                  <a:pt x="1001855" y="207086"/>
                </a:cubicBezTo>
                <a:cubicBezTo>
                  <a:pt x="993657" y="207086"/>
                  <a:pt x="974527" y="200459"/>
                  <a:pt x="974527" y="184929"/>
                </a:cubicBezTo>
                <a:cubicBezTo>
                  <a:pt x="974527" y="177162"/>
                  <a:pt x="974982" y="171452"/>
                  <a:pt x="981585" y="163456"/>
                </a:cubicBezTo>
                <a:moveTo>
                  <a:pt x="1052644" y="73012"/>
                </a:moveTo>
                <a:cubicBezTo>
                  <a:pt x="1056970" y="73012"/>
                  <a:pt x="1061068" y="68905"/>
                  <a:pt x="1061068" y="64349"/>
                </a:cubicBezTo>
                <a:cubicBezTo>
                  <a:pt x="1061068" y="59567"/>
                  <a:pt x="1056741" y="55922"/>
                  <a:pt x="1050594" y="55922"/>
                </a:cubicBezTo>
                <a:cubicBezTo>
                  <a:pt x="1044672" y="55922"/>
                  <a:pt x="1033739" y="59793"/>
                  <a:pt x="1027818" y="67539"/>
                </a:cubicBezTo>
                <a:cubicBezTo>
                  <a:pt x="1025086" y="65715"/>
                  <a:pt x="1017570" y="61159"/>
                  <a:pt x="1004131" y="61159"/>
                </a:cubicBezTo>
                <a:cubicBezTo>
                  <a:pt x="983864" y="61159"/>
                  <a:pt x="965189" y="74837"/>
                  <a:pt x="965189" y="95830"/>
                </a:cubicBezTo>
                <a:cubicBezTo>
                  <a:pt x="965189" y="108153"/>
                  <a:pt x="970655" y="115225"/>
                  <a:pt x="977032" y="121386"/>
                </a:cubicBezTo>
                <a:cubicBezTo>
                  <a:pt x="970655" y="126856"/>
                  <a:pt x="967010" y="136628"/>
                  <a:pt x="967010" y="144346"/>
                </a:cubicBezTo>
                <a:cubicBezTo>
                  <a:pt x="967010" y="152527"/>
                  <a:pt x="971566" y="158903"/>
                  <a:pt x="977487" y="161864"/>
                </a:cubicBezTo>
                <a:cubicBezTo>
                  <a:pt x="965189" y="169165"/>
                  <a:pt x="958812" y="179674"/>
                  <a:pt x="958812" y="189495"/>
                </a:cubicBezTo>
                <a:cubicBezTo>
                  <a:pt x="958812" y="209362"/>
                  <a:pt x="977487" y="215510"/>
                  <a:pt x="995023" y="215510"/>
                </a:cubicBezTo>
                <a:cubicBezTo>
                  <a:pt x="1025767" y="215510"/>
                  <a:pt x="1059021" y="200688"/>
                  <a:pt x="1059021" y="176018"/>
                </a:cubicBezTo>
                <a:cubicBezTo>
                  <a:pt x="1059021" y="168710"/>
                  <a:pt x="1055605" y="163001"/>
                  <a:pt x="1048999" y="157534"/>
                </a:cubicBezTo>
                <a:cubicBezTo>
                  <a:pt x="1040116" y="150247"/>
                  <a:pt x="1024176" y="150021"/>
                  <a:pt x="1015749" y="150021"/>
                </a:cubicBezTo>
                <a:cubicBezTo>
                  <a:pt x="1011648" y="150021"/>
                  <a:pt x="1005956" y="150476"/>
                  <a:pt x="1000489" y="151157"/>
                </a:cubicBezTo>
                <a:cubicBezTo>
                  <a:pt x="997073" y="151387"/>
                  <a:pt x="994794" y="151616"/>
                  <a:pt x="993657" y="151616"/>
                </a:cubicBezTo>
                <a:cubicBezTo>
                  <a:pt x="987051" y="151616"/>
                  <a:pt x="979079" y="148433"/>
                  <a:pt x="979079" y="138671"/>
                </a:cubicBezTo>
                <a:cubicBezTo>
                  <a:pt x="979079" y="134133"/>
                  <a:pt x="980448" y="129361"/>
                  <a:pt x="983180" y="125490"/>
                </a:cubicBezTo>
                <a:cubicBezTo>
                  <a:pt x="988646" y="128677"/>
                  <a:pt x="995023" y="130272"/>
                  <a:pt x="1003905" y="130272"/>
                </a:cubicBezTo>
                <a:cubicBezTo>
                  <a:pt x="1023946" y="130272"/>
                  <a:pt x="1042392" y="117737"/>
                  <a:pt x="1042392" y="95375"/>
                </a:cubicBezTo>
                <a:cubicBezTo>
                  <a:pt x="1042392" y="84651"/>
                  <a:pt x="1039206" y="78489"/>
                  <a:pt x="1032599" y="71643"/>
                </a:cubicBezTo>
                <a:cubicBezTo>
                  <a:pt x="1034195" y="69360"/>
                  <a:pt x="1038750" y="66170"/>
                  <a:pt x="1041711" y="66170"/>
                </a:cubicBezTo>
                <a:cubicBezTo>
                  <a:pt x="1043306" y="66170"/>
                  <a:pt x="1044898" y="66854"/>
                  <a:pt x="1046267" y="68905"/>
                </a:cubicBezTo>
                <a:cubicBezTo>
                  <a:pt x="1047178" y="70729"/>
                  <a:pt x="1050138" y="73012"/>
                  <a:pt x="1052644" y="73012"/>
                </a:cubicBezTo>
                <a:close/>
                <a:moveTo>
                  <a:pt x="1132353" y="103851"/>
                </a:moveTo>
                <a:cubicBezTo>
                  <a:pt x="1132353" y="114102"/>
                  <a:pt x="1133263" y="166709"/>
                  <a:pt x="1180636" y="207705"/>
                </a:cubicBezTo>
                <a:cubicBezTo>
                  <a:pt x="1182912" y="207249"/>
                  <a:pt x="1184733" y="205654"/>
                  <a:pt x="1185418" y="203833"/>
                </a:cubicBezTo>
                <a:cubicBezTo>
                  <a:pt x="1177901" y="195177"/>
                  <a:pt x="1151257" y="163748"/>
                  <a:pt x="1151257" y="103851"/>
                </a:cubicBezTo>
                <a:cubicBezTo>
                  <a:pt x="1151257" y="43953"/>
                  <a:pt x="1178130" y="12524"/>
                  <a:pt x="1185418" y="4327"/>
                </a:cubicBezTo>
                <a:cubicBezTo>
                  <a:pt x="1184733" y="2050"/>
                  <a:pt x="1183142" y="455"/>
                  <a:pt x="1180636" y="226"/>
                </a:cubicBezTo>
                <a:cubicBezTo>
                  <a:pt x="1153534" y="23457"/>
                  <a:pt x="1132353" y="61492"/>
                  <a:pt x="1132353" y="103851"/>
                </a:cubicBezTo>
                <a:close/>
                <a:moveTo>
                  <a:pt x="1229245" y="95371"/>
                </a:moveTo>
                <a:cubicBezTo>
                  <a:pt x="1238128" y="89905"/>
                  <a:pt x="1241999" y="89450"/>
                  <a:pt x="1246100" y="89450"/>
                </a:cubicBezTo>
                <a:cubicBezTo>
                  <a:pt x="1259309" y="89450"/>
                  <a:pt x="1268417" y="105164"/>
                  <a:pt x="1268417" y="118828"/>
                </a:cubicBezTo>
                <a:cubicBezTo>
                  <a:pt x="1268417" y="143425"/>
                  <a:pt x="1261130" y="154587"/>
                  <a:pt x="1252932" y="154587"/>
                </a:cubicBezTo>
                <a:cubicBezTo>
                  <a:pt x="1241544" y="154587"/>
                  <a:pt x="1229020" y="145705"/>
                  <a:pt x="1229020" y="106075"/>
                </a:cubicBezTo>
                <a:cubicBezTo>
                  <a:pt x="1229020" y="103569"/>
                  <a:pt x="1229020" y="97877"/>
                  <a:pt x="1229245" y="95371"/>
                </a:cubicBezTo>
                <a:moveTo>
                  <a:pt x="1292788" y="31575"/>
                </a:moveTo>
                <a:cubicBezTo>
                  <a:pt x="1293469" y="28844"/>
                  <a:pt x="1293243" y="24517"/>
                  <a:pt x="1291422" y="22237"/>
                </a:cubicBezTo>
                <a:cubicBezTo>
                  <a:pt x="1259309" y="23151"/>
                  <a:pt x="1242229" y="29299"/>
                  <a:pt x="1224919" y="44339"/>
                </a:cubicBezTo>
                <a:cubicBezTo>
                  <a:pt x="1207609" y="59376"/>
                  <a:pt x="1200322" y="83302"/>
                  <a:pt x="1200322" y="105164"/>
                </a:cubicBezTo>
                <a:cubicBezTo>
                  <a:pt x="1200322" y="153903"/>
                  <a:pt x="1227195" y="163466"/>
                  <a:pt x="1250200" y="163466"/>
                </a:cubicBezTo>
                <a:cubicBezTo>
                  <a:pt x="1285727" y="163466"/>
                  <a:pt x="1298936" y="134772"/>
                  <a:pt x="1298936" y="114731"/>
                </a:cubicBezTo>
                <a:cubicBezTo>
                  <a:pt x="1298936" y="103569"/>
                  <a:pt x="1291193" y="78746"/>
                  <a:pt x="1253842" y="78062"/>
                </a:cubicBezTo>
                <a:cubicBezTo>
                  <a:pt x="1248376" y="78746"/>
                  <a:pt x="1238812" y="81481"/>
                  <a:pt x="1230611" y="85808"/>
                </a:cubicBezTo>
                <a:cubicBezTo>
                  <a:pt x="1232206" y="69405"/>
                  <a:pt x="1239949" y="53910"/>
                  <a:pt x="1250656" y="45250"/>
                </a:cubicBezTo>
                <a:cubicBezTo>
                  <a:pt x="1264091" y="34310"/>
                  <a:pt x="1279805" y="32260"/>
                  <a:pt x="1292788" y="31575"/>
                </a:cubicBezTo>
                <a:close/>
                <a:moveTo>
                  <a:pt x="1467265" y="133469"/>
                </a:moveTo>
                <a:lnTo>
                  <a:pt x="1467265" y="28454"/>
                </a:lnTo>
                <a:cubicBezTo>
                  <a:pt x="1467265" y="13619"/>
                  <a:pt x="1467491" y="4500"/>
                  <a:pt x="1467491" y="4500"/>
                </a:cubicBezTo>
                <a:cubicBezTo>
                  <a:pt x="1467491" y="2905"/>
                  <a:pt x="1466580" y="2221"/>
                  <a:pt x="1464530" y="2221"/>
                </a:cubicBezTo>
                <a:cubicBezTo>
                  <a:pt x="1461569" y="4045"/>
                  <a:pt x="1455877" y="6551"/>
                  <a:pt x="1452232" y="7461"/>
                </a:cubicBezTo>
                <a:cubicBezTo>
                  <a:pt x="1447224" y="4045"/>
                  <a:pt x="1436747" y="2221"/>
                  <a:pt x="1428775" y="2221"/>
                </a:cubicBezTo>
                <a:cubicBezTo>
                  <a:pt x="1409644" y="2221"/>
                  <a:pt x="1386187" y="18866"/>
                  <a:pt x="1386187" y="56759"/>
                </a:cubicBezTo>
                <a:lnTo>
                  <a:pt x="1386187" y="63605"/>
                </a:lnTo>
                <a:lnTo>
                  <a:pt x="1374573" y="63605"/>
                </a:lnTo>
                <a:cubicBezTo>
                  <a:pt x="1370472" y="63605"/>
                  <a:pt x="1369333" y="66340"/>
                  <a:pt x="1369333" y="68161"/>
                </a:cubicBezTo>
                <a:lnTo>
                  <a:pt x="1369333" y="71122"/>
                </a:lnTo>
                <a:cubicBezTo>
                  <a:pt x="1369333" y="72262"/>
                  <a:pt x="1369562" y="72488"/>
                  <a:pt x="1370472" y="72488"/>
                </a:cubicBezTo>
                <a:lnTo>
                  <a:pt x="1385732" y="72488"/>
                </a:lnTo>
                <a:lnTo>
                  <a:pt x="1385732" y="133469"/>
                </a:lnTo>
                <a:cubicBezTo>
                  <a:pt x="1385732" y="152353"/>
                  <a:pt x="1383226" y="153263"/>
                  <a:pt x="1370928" y="154174"/>
                </a:cubicBezTo>
                <a:cubicBezTo>
                  <a:pt x="1369562" y="155540"/>
                  <a:pt x="1369562" y="160321"/>
                  <a:pt x="1370928" y="161687"/>
                </a:cubicBezTo>
                <a:cubicBezTo>
                  <a:pt x="1378670" y="161461"/>
                  <a:pt x="1387097" y="161232"/>
                  <a:pt x="1394840" y="161232"/>
                </a:cubicBezTo>
                <a:cubicBezTo>
                  <a:pt x="1403041" y="161232"/>
                  <a:pt x="1411465" y="161461"/>
                  <a:pt x="1419437" y="161687"/>
                </a:cubicBezTo>
                <a:cubicBezTo>
                  <a:pt x="1420803" y="160321"/>
                  <a:pt x="1420803" y="155540"/>
                  <a:pt x="1419437" y="154174"/>
                </a:cubicBezTo>
                <a:cubicBezTo>
                  <a:pt x="1406683" y="153034"/>
                  <a:pt x="1403722" y="152353"/>
                  <a:pt x="1403722" y="133469"/>
                </a:cubicBezTo>
                <a:lnTo>
                  <a:pt x="1403722" y="72488"/>
                </a:lnTo>
                <a:lnTo>
                  <a:pt x="1424903" y="72488"/>
                </a:lnTo>
                <a:cubicBezTo>
                  <a:pt x="1426954" y="72488"/>
                  <a:pt x="1430140" y="71577"/>
                  <a:pt x="1430140" y="69527"/>
                </a:cubicBezTo>
                <a:lnTo>
                  <a:pt x="1430140" y="64974"/>
                </a:lnTo>
                <a:cubicBezTo>
                  <a:pt x="1430140" y="64064"/>
                  <a:pt x="1429459" y="63605"/>
                  <a:pt x="1428319" y="63605"/>
                </a:cubicBezTo>
                <a:lnTo>
                  <a:pt x="1403267" y="63605"/>
                </a:lnTo>
                <a:lnTo>
                  <a:pt x="1403267" y="52877"/>
                </a:lnTo>
                <a:cubicBezTo>
                  <a:pt x="1403267" y="17727"/>
                  <a:pt x="1417616" y="9967"/>
                  <a:pt x="1425133" y="9967"/>
                </a:cubicBezTo>
                <a:cubicBezTo>
                  <a:pt x="1431965" y="9967"/>
                  <a:pt x="1440163" y="13619"/>
                  <a:pt x="1443123" y="21150"/>
                </a:cubicBezTo>
                <a:cubicBezTo>
                  <a:pt x="1444489" y="24117"/>
                  <a:pt x="1446769" y="26401"/>
                  <a:pt x="1449500" y="27314"/>
                </a:cubicBezTo>
                <a:cubicBezTo>
                  <a:pt x="1449500" y="28454"/>
                  <a:pt x="1449271" y="30967"/>
                  <a:pt x="1449271" y="33021"/>
                </a:cubicBezTo>
                <a:lnTo>
                  <a:pt x="1449271" y="133469"/>
                </a:lnTo>
                <a:cubicBezTo>
                  <a:pt x="1449271" y="152353"/>
                  <a:pt x="1447224" y="153489"/>
                  <a:pt x="1435836" y="154174"/>
                </a:cubicBezTo>
                <a:cubicBezTo>
                  <a:pt x="1434470" y="155540"/>
                  <a:pt x="1434470" y="160321"/>
                  <a:pt x="1435836" y="161687"/>
                </a:cubicBezTo>
                <a:cubicBezTo>
                  <a:pt x="1442668" y="161461"/>
                  <a:pt x="1449500" y="161232"/>
                  <a:pt x="1458383" y="161232"/>
                </a:cubicBezTo>
                <a:cubicBezTo>
                  <a:pt x="1468176" y="161232"/>
                  <a:pt x="1475918" y="161461"/>
                  <a:pt x="1483205" y="161687"/>
                </a:cubicBezTo>
                <a:cubicBezTo>
                  <a:pt x="1484575" y="160321"/>
                  <a:pt x="1484575" y="155540"/>
                  <a:pt x="1483205" y="154174"/>
                </a:cubicBezTo>
                <a:cubicBezTo>
                  <a:pt x="1470452" y="153263"/>
                  <a:pt x="1467265" y="152353"/>
                  <a:pt x="1467265" y="133469"/>
                </a:cubicBezTo>
                <a:close/>
                <a:moveTo>
                  <a:pt x="1496642" y="114477"/>
                </a:moveTo>
                <a:cubicBezTo>
                  <a:pt x="1496642" y="137723"/>
                  <a:pt x="1512131" y="163466"/>
                  <a:pt x="1544470" y="163466"/>
                </a:cubicBezTo>
                <a:cubicBezTo>
                  <a:pt x="1559045" y="163466"/>
                  <a:pt x="1570207" y="158229"/>
                  <a:pt x="1577949" y="150713"/>
                </a:cubicBezTo>
                <a:cubicBezTo>
                  <a:pt x="1588198" y="140683"/>
                  <a:pt x="1592753" y="126328"/>
                  <a:pt x="1592753" y="112427"/>
                </a:cubicBezTo>
                <a:cubicBezTo>
                  <a:pt x="1592753" y="88727"/>
                  <a:pt x="1579770" y="61159"/>
                  <a:pt x="1544925" y="61159"/>
                </a:cubicBezTo>
                <a:cubicBezTo>
                  <a:pt x="1529895" y="61159"/>
                  <a:pt x="1517597" y="67310"/>
                  <a:pt x="1509170" y="77106"/>
                </a:cubicBezTo>
                <a:cubicBezTo>
                  <a:pt x="1500972" y="86906"/>
                  <a:pt x="1496642" y="100122"/>
                  <a:pt x="1496642" y="114477"/>
                </a:cubicBezTo>
                <a:moveTo>
                  <a:pt x="1541509" y="69131"/>
                </a:moveTo>
                <a:cubicBezTo>
                  <a:pt x="1561095" y="69131"/>
                  <a:pt x="1573168" y="86906"/>
                  <a:pt x="1573168" y="119721"/>
                </a:cubicBezTo>
                <a:cubicBezTo>
                  <a:pt x="1573168" y="148433"/>
                  <a:pt x="1558364" y="155498"/>
                  <a:pt x="1547660" y="155498"/>
                </a:cubicBezTo>
                <a:cubicBezTo>
                  <a:pt x="1523974" y="155498"/>
                  <a:pt x="1516231" y="126783"/>
                  <a:pt x="1516231" y="109237"/>
                </a:cubicBezTo>
                <a:cubicBezTo>
                  <a:pt x="1516231" y="89411"/>
                  <a:pt x="1521013" y="69131"/>
                  <a:pt x="1541509" y="69131"/>
                </a:cubicBezTo>
                <a:close/>
                <a:moveTo>
                  <a:pt x="1668821" y="108101"/>
                </a:moveTo>
                <a:lnTo>
                  <a:pt x="1668821" y="138178"/>
                </a:lnTo>
                <a:cubicBezTo>
                  <a:pt x="1668821" y="141142"/>
                  <a:pt x="1667452" y="142737"/>
                  <a:pt x="1665631" y="144103"/>
                </a:cubicBezTo>
                <a:cubicBezTo>
                  <a:pt x="1659709" y="148888"/>
                  <a:pt x="1651967" y="154132"/>
                  <a:pt x="1645590" y="154132"/>
                </a:cubicBezTo>
                <a:cubicBezTo>
                  <a:pt x="1634202" y="154132"/>
                  <a:pt x="1629191" y="145017"/>
                  <a:pt x="1629191" y="137952"/>
                </a:cubicBezTo>
                <a:cubicBezTo>
                  <a:pt x="1629191" y="127697"/>
                  <a:pt x="1633976" y="117212"/>
                  <a:pt x="1650827" y="112886"/>
                </a:cubicBezTo>
                <a:lnTo>
                  <a:pt x="1668821" y="108101"/>
                </a:lnTo>
                <a:moveTo>
                  <a:pt x="1668821" y="150257"/>
                </a:moveTo>
                <a:cubicBezTo>
                  <a:pt x="1670187" y="157319"/>
                  <a:pt x="1672692" y="163466"/>
                  <a:pt x="1684080" y="163466"/>
                </a:cubicBezTo>
                <a:cubicBezTo>
                  <a:pt x="1692733" y="163466"/>
                  <a:pt x="1700931" y="159595"/>
                  <a:pt x="1705713" y="155043"/>
                </a:cubicBezTo>
                <a:cubicBezTo>
                  <a:pt x="1705258" y="152308"/>
                  <a:pt x="1704347" y="150257"/>
                  <a:pt x="1701842" y="148892"/>
                </a:cubicBezTo>
                <a:cubicBezTo>
                  <a:pt x="1700250" y="150257"/>
                  <a:pt x="1696375" y="152537"/>
                  <a:pt x="1693415" y="152537"/>
                </a:cubicBezTo>
                <a:cubicBezTo>
                  <a:pt x="1686812" y="152537"/>
                  <a:pt x="1686583" y="143648"/>
                  <a:pt x="1686583" y="133167"/>
                </a:cubicBezTo>
                <a:lnTo>
                  <a:pt x="1686583" y="99667"/>
                </a:lnTo>
                <a:cubicBezTo>
                  <a:pt x="1686583" y="67310"/>
                  <a:pt x="1668821" y="61159"/>
                  <a:pt x="1652193" y="61159"/>
                </a:cubicBezTo>
                <a:cubicBezTo>
                  <a:pt x="1633517" y="61159"/>
                  <a:pt x="1614616" y="73461"/>
                  <a:pt x="1614616" y="86451"/>
                </a:cubicBezTo>
                <a:cubicBezTo>
                  <a:pt x="1614616" y="91920"/>
                  <a:pt x="1617348" y="94655"/>
                  <a:pt x="1622588" y="94655"/>
                </a:cubicBezTo>
                <a:cubicBezTo>
                  <a:pt x="1629191" y="94655"/>
                  <a:pt x="1633292" y="89870"/>
                  <a:pt x="1633292" y="86906"/>
                </a:cubicBezTo>
                <a:cubicBezTo>
                  <a:pt x="1633292" y="85311"/>
                  <a:pt x="1633062" y="83716"/>
                  <a:pt x="1632607" y="82805"/>
                </a:cubicBezTo>
                <a:cubicBezTo>
                  <a:pt x="1632381" y="82121"/>
                  <a:pt x="1632152" y="80755"/>
                  <a:pt x="1632152" y="78246"/>
                </a:cubicBezTo>
                <a:cubicBezTo>
                  <a:pt x="1632152" y="71181"/>
                  <a:pt x="1641719" y="68675"/>
                  <a:pt x="1650372" y="68675"/>
                </a:cubicBezTo>
                <a:cubicBezTo>
                  <a:pt x="1658114" y="68675"/>
                  <a:pt x="1668821" y="72550"/>
                  <a:pt x="1668821" y="98301"/>
                </a:cubicBezTo>
                <a:cubicBezTo>
                  <a:pt x="1668821" y="99896"/>
                  <a:pt x="1668137" y="100806"/>
                  <a:pt x="1667452" y="101036"/>
                </a:cubicBezTo>
                <a:lnTo>
                  <a:pt x="1647866" y="105821"/>
                </a:lnTo>
                <a:cubicBezTo>
                  <a:pt x="1626004" y="111291"/>
                  <a:pt x="1610290" y="123367"/>
                  <a:pt x="1610290" y="138862"/>
                </a:cubicBezTo>
                <a:cubicBezTo>
                  <a:pt x="1610290" y="157548"/>
                  <a:pt x="1623043" y="163466"/>
                  <a:pt x="1638984" y="163466"/>
                </a:cubicBezTo>
                <a:cubicBezTo>
                  <a:pt x="1646956" y="163466"/>
                  <a:pt x="1653788" y="161645"/>
                  <a:pt x="1663810" y="153903"/>
                </a:cubicBezTo>
                <a:lnTo>
                  <a:pt x="1668366" y="150257"/>
                </a:lnTo>
                <a:lnTo>
                  <a:pt x="1668821" y="150257"/>
                </a:lnTo>
                <a:close/>
                <a:moveTo>
                  <a:pt x="1715964" y="63605"/>
                </a:moveTo>
                <a:cubicBezTo>
                  <a:pt x="1712774" y="63605"/>
                  <a:pt x="1711864" y="66340"/>
                  <a:pt x="1711864" y="68161"/>
                </a:cubicBezTo>
                <a:lnTo>
                  <a:pt x="1711864" y="71122"/>
                </a:lnTo>
                <a:cubicBezTo>
                  <a:pt x="1711864" y="72262"/>
                  <a:pt x="1712090" y="72488"/>
                  <a:pt x="1713004" y="72488"/>
                </a:cubicBezTo>
                <a:lnTo>
                  <a:pt x="1726438" y="72488"/>
                </a:lnTo>
                <a:lnTo>
                  <a:pt x="1726438" y="140937"/>
                </a:lnTo>
                <a:cubicBezTo>
                  <a:pt x="1726438" y="157089"/>
                  <a:pt x="1733500" y="163466"/>
                  <a:pt x="1743974" y="163466"/>
                </a:cubicBezTo>
                <a:cubicBezTo>
                  <a:pt x="1754451" y="163466"/>
                  <a:pt x="1765839" y="158459"/>
                  <a:pt x="1774722" y="148440"/>
                </a:cubicBezTo>
                <a:cubicBezTo>
                  <a:pt x="1774266" y="146167"/>
                  <a:pt x="1772901" y="144801"/>
                  <a:pt x="1770621" y="144576"/>
                </a:cubicBezTo>
                <a:cubicBezTo>
                  <a:pt x="1764699" y="149124"/>
                  <a:pt x="1757867" y="150942"/>
                  <a:pt x="1751946" y="150942"/>
                </a:cubicBezTo>
                <a:cubicBezTo>
                  <a:pt x="1745798" y="150942"/>
                  <a:pt x="1744433" y="144120"/>
                  <a:pt x="1744433" y="130022"/>
                </a:cubicBezTo>
                <a:lnTo>
                  <a:pt x="1744433" y="72488"/>
                </a:lnTo>
                <a:lnTo>
                  <a:pt x="1768115" y="72488"/>
                </a:lnTo>
                <a:cubicBezTo>
                  <a:pt x="1770395" y="72488"/>
                  <a:pt x="1773582" y="71577"/>
                  <a:pt x="1773582" y="69527"/>
                </a:cubicBezTo>
                <a:lnTo>
                  <a:pt x="1773582" y="64974"/>
                </a:lnTo>
                <a:cubicBezTo>
                  <a:pt x="1773582" y="64064"/>
                  <a:pt x="1772901" y="63605"/>
                  <a:pt x="1771761" y="63605"/>
                </a:cubicBezTo>
                <a:lnTo>
                  <a:pt x="1744433" y="63605"/>
                </a:lnTo>
                <a:lnTo>
                  <a:pt x="1744433" y="54726"/>
                </a:lnTo>
                <a:cubicBezTo>
                  <a:pt x="1744433" y="39922"/>
                  <a:pt x="1745343" y="30810"/>
                  <a:pt x="1745343" y="30810"/>
                </a:cubicBezTo>
                <a:cubicBezTo>
                  <a:pt x="1745343" y="29445"/>
                  <a:pt x="1744658" y="28760"/>
                  <a:pt x="1743519" y="28760"/>
                </a:cubicBezTo>
                <a:cubicBezTo>
                  <a:pt x="1742608" y="28760"/>
                  <a:pt x="1740558" y="29674"/>
                  <a:pt x="1738511" y="30810"/>
                </a:cubicBezTo>
                <a:cubicBezTo>
                  <a:pt x="1736005" y="32180"/>
                  <a:pt x="1733726" y="33316"/>
                  <a:pt x="1730765" y="34001"/>
                </a:cubicBezTo>
                <a:cubicBezTo>
                  <a:pt x="1728033" y="34911"/>
                  <a:pt x="1725757" y="35596"/>
                  <a:pt x="1725757" y="37187"/>
                </a:cubicBezTo>
                <a:cubicBezTo>
                  <a:pt x="1725757" y="39922"/>
                  <a:pt x="1726438" y="38327"/>
                  <a:pt x="1726438" y="63605"/>
                </a:cubicBezTo>
                <a:lnTo>
                  <a:pt x="1715964" y="63605"/>
                </a:lnTo>
                <a:close/>
                <a:moveTo>
                  <a:pt x="1798635" y="24719"/>
                </a:moveTo>
                <a:cubicBezTo>
                  <a:pt x="1798635" y="30640"/>
                  <a:pt x="1804101" y="36562"/>
                  <a:pt x="1809564" y="36562"/>
                </a:cubicBezTo>
                <a:cubicBezTo>
                  <a:pt x="1815941" y="36562"/>
                  <a:pt x="1821407" y="30414"/>
                  <a:pt x="1821407" y="25629"/>
                </a:cubicBezTo>
                <a:cubicBezTo>
                  <a:pt x="1821407" y="20166"/>
                  <a:pt x="1816626" y="13786"/>
                  <a:pt x="1810478" y="13786"/>
                </a:cubicBezTo>
                <a:cubicBezTo>
                  <a:pt x="1805012" y="13786"/>
                  <a:pt x="1798635" y="19252"/>
                  <a:pt x="1798635" y="24719"/>
                </a:cubicBezTo>
                <a:moveTo>
                  <a:pt x="1819361" y="133445"/>
                </a:moveTo>
                <a:lnTo>
                  <a:pt x="1819361" y="88119"/>
                </a:lnTo>
                <a:cubicBezTo>
                  <a:pt x="1819361" y="76731"/>
                  <a:pt x="1820271" y="62104"/>
                  <a:pt x="1820271" y="62104"/>
                </a:cubicBezTo>
                <a:cubicBezTo>
                  <a:pt x="1820271" y="61183"/>
                  <a:pt x="1819131" y="60491"/>
                  <a:pt x="1817310" y="60491"/>
                </a:cubicBezTo>
                <a:cubicBezTo>
                  <a:pt x="1810933" y="63025"/>
                  <a:pt x="1801822" y="65096"/>
                  <a:pt x="1786107" y="67164"/>
                </a:cubicBezTo>
                <a:cubicBezTo>
                  <a:pt x="1785652" y="68533"/>
                  <a:pt x="1786107" y="72175"/>
                  <a:pt x="1786562" y="73544"/>
                </a:cubicBezTo>
                <a:cubicBezTo>
                  <a:pt x="1799090" y="74680"/>
                  <a:pt x="1801366" y="76050"/>
                  <a:pt x="1801366" y="89033"/>
                </a:cubicBezTo>
                <a:lnTo>
                  <a:pt x="1801366" y="133445"/>
                </a:lnTo>
                <a:cubicBezTo>
                  <a:pt x="1801366" y="152349"/>
                  <a:pt x="1798861" y="153034"/>
                  <a:pt x="1784971" y="154174"/>
                </a:cubicBezTo>
                <a:cubicBezTo>
                  <a:pt x="1783602" y="155540"/>
                  <a:pt x="1783602" y="160321"/>
                  <a:pt x="1784971" y="161687"/>
                </a:cubicBezTo>
                <a:cubicBezTo>
                  <a:pt x="1792484" y="161461"/>
                  <a:pt x="1801366" y="161232"/>
                  <a:pt x="1810478" y="161232"/>
                </a:cubicBezTo>
                <a:cubicBezTo>
                  <a:pt x="1819586" y="161232"/>
                  <a:pt x="1828240" y="161461"/>
                  <a:pt x="1835756" y="161687"/>
                </a:cubicBezTo>
                <a:cubicBezTo>
                  <a:pt x="1837122" y="160321"/>
                  <a:pt x="1837122" y="155540"/>
                  <a:pt x="1835756" y="154174"/>
                </a:cubicBezTo>
                <a:cubicBezTo>
                  <a:pt x="1821863" y="153263"/>
                  <a:pt x="1819361" y="152349"/>
                  <a:pt x="1819361" y="133445"/>
                </a:cubicBezTo>
                <a:close/>
                <a:moveTo>
                  <a:pt x="1881762" y="79615"/>
                </a:moveTo>
                <a:cubicBezTo>
                  <a:pt x="1880396" y="81210"/>
                  <a:pt x="1879030" y="81669"/>
                  <a:pt x="1879030" y="79615"/>
                </a:cubicBezTo>
                <a:cubicBezTo>
                  <a:pt x="1878801" y="73461"/>
                  <a:pt x="1878346" y="64578"/>
                  <a:pt x="1877206" y="62299"/>
                </a:cubicBezTo>
                <a:cubicBezTo>
                  <a:pt x="1876751" y="61159"/>
                  <a:pt x="1876295" y="60478"/>
                  <a:pt x="1874474" y="60478"/>
                </a:cubicBezTo>
                <a:cubicBezTo>
                  <a:pt x="1868098" y="62983"/>
                  <a:pt x="1862176" y="65033"/>
                  <a:pt x="1846461" y="67080"/>
                </a:cubicBezTo>
                <a:cubicBezTo>
                  <a:pt x="1846006" y="68449"/>
                  <a:pt x="1846461" y="72091"/>
                  <a:pt x="1846917" y="73461"/>
                </a:cubicBezTo>
                <a:cubicBezTo>
                  <a:pt x="1859215" y="74600"/>
                  <a:pt x="1861721" y="75740"/>
                  <a:pt x="1861721" y="88963"/>
                </a:cubicBezTo>
                <a:lnTo>
                  <a:pt x="1861721" y="133424"/>
                </a:lnTo>
                <a:cubicBezTo>
                  <a:pt x="1861721" y="152120"/>
                  <a:pt x="1859445" y="153034"/>
                  <a:pt x="1845777" y="154174"/>
                </a:cubicBezTo>
                <a:cubicBezTo>
                  <a:pt x="1844411" y="155540"/>
                  <a:pt x="1844411" y="160321"/>
                  <a:pt x="1845777" y="161687"/>
                </a:cubicBezTo>
                <a:cubicBezTo>
                  <a:pt x="1852612" y="161461"/>
                  <a:pt x="1861721" y="161232"/>
                  <a:pt x="1870829" y="161232"/>
                </a:cubicBezTo>
                <a:cubicBezTo>
                  <a:pt x="1879941" y="161232"/>
                  <a:pt x="1886773" y="161461"/>
                  <a:pt x="1893605" y="161687"/>
                </a:cubicBezTo>
                <a:cubicBezTo>
                  <a:pt x="1894971" y="160321"/>
                  <a:pt x="1894971" y="155540"/>
                  <a:pt x="1893605" y="154174"/>
                </a:cubicBezTo>
                <a:cubicBezTo>
                  <a:pt x="1881991" y="153034"/>
                  <a:pt x="1879711" y="152120"/>
                  <a:pt x="1879711" y="133424"/>
                </a:cubicBezTo>
                <a:lnTo>
                  <a:pt x="1879711" y="96032"/>
                </a:lnTo>
                <a:cubicBezTo>
                  <a:pt x="1879711" y="91243"/>
                  <a:pt x="1881762" y="88508"/>
                  <a:pt x="1883583" y="86458"/>
                </a:cubicBezTo>
                <a:cubicBezTo>
                  <a:pt x="1892239" y="78020"/>
                  <a:pt x="1902487" y="73002"/>
                  <a:pt x="1911370" y="73002"/>
                </a:cubicBezTo>
                <a:cubicBezTo>
                  <a:pt x="1915926" y="73002"/>
                  <a:pt x="1920707" y="75966"/>
                  <a:pt x="1923439" y="81210"/>
                </a:cubicBezTo>
                <a:cubicBezTo>
                  <a:pt x="1925719" y="85773"/>
                  <a:pt x="1926174" y="91927"/>
                  <a:pt x="1926174" y="98766"/>
                </a:cubicBezTo>
                <a:lnTo>
                  <a:pt x="1926174" y="133424"/>
                </a:lnTo>
                <a:cubicBezTo>
                  <a:pt x="1926174" y="152120"/>
                  <a:pt x="1923894" y="153034"/>
                  <a:pt x="1912051" y="154174"/>
                </a:cubicBezTo>
                <a:cubicBezTo>
                  <a:pt x="1910915" y="155540"/>
                  <a:pt x="1910915" y="160321"/>
                  <a:pt x="1912051" y="161687"/>
                </a:cubicBezTo>
                <a:cubicBezTo>
                  <a:pt x="1918886" y="161461"/>
                  <a:pt x="1926174" y="161232"/>
                  <a:pt x="1935282" y="161232"/>
                </a:cubicBezTo>
                <a:cubicBezTo>
                  <a:pt x="1944394" y="161232"/>
                  <a:pt x="1952592" y="161461"/>
                  <a:pt x="1959424" y="161687"/>
                </a:cubicBezTo>
                <a:cubicBezTo>
                  <a:pt x="1960564" y="160321"/>
                  <a:pt x="1960564" y="155540"/>
                  <a:pt x="1959424" y="154174"/>
                </a:cubicBezTo>
                <a:cubicBezTo>
                  <a:pt x="1946670" y="153034"/>
                  <a:pt x="1944165" y="152120"/>
                  <a:pt x="1944165" y="133424"/>
                </a:cubicBezTo>
                <a:lnTo>
                  <a:pt x="1944165" y="99451"/>
                </a:lnTo>
                <a:cubicBezTo>
                  <a:pt x="1944165" y="86913"/>
                  <a:pt x="1943254" y="75966"/>
                  <a:pt x="1938017" y="68905"/>
                </a:cubicBezTo>
                <a:cubicBezTo>
                  <a:pt x="1934142" y="63894"/>
                  <a:pt x="1927084" y="61159"/>
                  <a:pt x="1919112" y="61159"/>
                </a:cubicBezTo>
                <a:cubicBezTo>
                  <a:pt x="1907954" y="61159"/>
                  <a:pt x="1895200" y="64119"/>
                  <a:pt x="1881762" y="79615"/>
                </a:cubicBezTo>
                <a:close/>
                <a:moveTo>
                  <a:pt x="2035947" y="97654"/>
                </a:moveTo>
                <a:cubicBezTo>
                  <a:pt x="2035947" y="118877"/>
                  <a:pt x="2025240" y="123210"/>
                  <a:pt x="2016813" y="123210"/>
                </a:cubicBezTo>
                <a:cubicBezTo>
                  <a:pt x="1997682" y="123210"/>
                  <a:pt x="1995636" y="107013"/>
                  <a:pt x="1995636" y="92407"/>
                </a:cubicBezTo>
                <a:cubicBezTo>
                  <a:pt x="1995636" y="76435"/>
                  <a:pt x="2001328" y="68220"/>
                  <a:pt x="2013856" y="68220"/>
                </a:cubicBezTo>
                <a:cubicBezTo>
                  <a:pt x="2028201" y="68220"/>
                  <a:pt x="2035947" y="78718"/>
                  <a:pt x="2035947" y="97654"/>
                </a:cubicBezTo>
                <a:moveTo>
                  <a:pt x="1993356" y="163456"/>
                </a:moveTo>
                <a:cubicBezTo>
                  <a:pt x="1995862" y="164140"/>
                  <a:pt x="1999507" y="164599"/>
                  <a:pt x="2002468" y="164599"/>
                </a:cubicBezTo>
                <a:cubicBezTo>
                  <a:pt x="2009526" y="164599"/>
                  <a:pt x="2015903" y="163911"/>
                  <a:pt x="2019093" y="163911"/>
                </a:cubicBezTo>
                <a:cubicBezTo>
                  <a:pt x="2030481" y="163911"/>
                  <a:pt x="2040044" y="164140"/>
                  <a:pt x="2046650" y="167796"/>
                </a:cubicBezTo>
                <a:cubicBezTo>
                  <a:pt x="2055533" y="172821"/>
                  <a:pt x="2058264" y="176018"/>
                  <a:pt x="2058264" y="181957"/>
                </a:cubicBezTo>
                <a:cubicBezTo>
                  <a:pt x="2058264" y="198405"/>
                  <a:pt x="2034123" y="207086"/>
                  <a:pt x="2013626" y="207086"/>
                </a:cubicBezTo>
                <a:cubicBezTo>
                  <a:pt x="2005429" y="207086"/>
                  <a:pt x="1986298" y="200459"/>
                  <a:pt x="1986298" y="184929"/>
                </a:cubicBezTo>
                <a:cubicBezTo>
                  <a:pt x="1986298" y="177162"/>
                  <a:pt x="1986753" y="171452"/>
                  <a:pt x="1993356" y="163456"/>
                </a:cubicBezTo>
                <a:moveTo>
                  <a:pt x="2064415" y="73012"/>
                </a:moveTo>
                <a:cubicBezTo>
                  <a:pt x="2068742" y="73012"/>
                  <a:pt x="2072839" y="68905"/>
                  <a:pt x="2072839" y="64349"/>
                </a:cubicBezTo>
                <a:cubicBezTo>
                  <a:pt x="2072839" y="59567"/>
                  <a:pt x="2068512" y="55922"/>
                  <a:pt x="2062365" y="55922"/>
                </a:cubicBezTo>
                <a:cubicBezTo>
                  <a:pt x="2056443" y="55922"/>
                  <a:pt x="2045511" y="59793"/>
                  <a:pt x="2039589" y="67539"/>
                </a:cubicBezTo>
                <a:cubicBezTo>
                  <a:pt x="2036858" y="65715"/>
                  <a:pt x="2029341" y="61159"/>
                  <a:pt x="2015903" y="61159"/>
                </a:cubicBezTo>
                <a:cubicBezTo>
                  <a:pt x="1995636" y="61159"/>
                  <a:pt x="1976960" y="74837"/>
                  <a:pt x="1976960" y="95830"/>
                </a:cubicBezTo>
                <a:cubicBezTo>
                  <a:pt x="1976960" y="108153"/>
                  <a:pt x="1982427" y="115225"/>
                  <a:pt x="1988804" y="121386"/>
                </a:cubicBezTo>
                <a:cubicBezTo>
                  <a:pt x="1982427" y="126856"/>
                  <a:pt x="1978781" y="136628"/>
                  <a:pt x="1978781" y="144346"/>
                </a:cubicBezTo>
                <a:cubicBezTo>
                  <a:pt x="1978781" y="152527"/>
                  <a:pt x="1983337" y="158903"/>
                  <a:pt x="1989259" y="161864"/>
                </a:cubicBezTo>
                <a:cubicBezTo>
                  <a:pt x="1976960" y="169165"/>
                  <a:pt x="1970583" y="179674"/>
                  <a:pt x="1970583" y="189495"/>
                </a:cubicBezTo>
                <a:cubicBezTo>
                  <a:pt x="1970583" y="209362"/>
                  <a:pt x="1989259" y="215510"/>
                  <a:pt x="2006794" y="215510"/>
                </a:cubicBezTo>
                <a:cubicBezTo>
                  <a:pt x="2037539" y="215510"/>
                  <a:pt x="2070792" y="200688"/>
                  <a:pt x="2070792" y="176018"/>
                </a:cubicBezTo>
                <a:cubicBezTo>
                  <a:pt x="2070792" y="168710"/>
                  <a:pt x="2067376" y="163001"/>
                  <a:pt x="2060770" y="157534"/>
                </a:cubicBezTo>
                <a:cubicBezTo>
                  <a:pt x="2051887" y="150247"/>
                  <a:pt x="2035947" y="150021"/>
                  <a:pt x="2027520" y="150021"/>
                </a:cubicBezTo>
                <a:cubicBezTo>
                  <a:pt x="2023419" y="150021"/>
                  <a:pt x="2017727" y="150476"/>
                  <a:pt x="2012261" y="151157"/>
                </a:cubicBezTo>
                <a:cubicBezTo>
                  <a:pt x="2008845" y="151387"/>
                  <a:pt x="2006565" y="151616"/>
                  <a:pt x="2005429" y="151616"/>
                </a:cubicBezTo>
                <a:cubicBezTo>
                  <a:pt x="1998822" y="151616"/>
                  <a:pt x="1990850" y="148433"/>
                  <a:pt x="1990850" y="138671"/>
                </a:cubicBezTo>
                <a:cubicBezTo>
                  <a:pt x="1990850" y="134133"/>
                  <a:pt x="1992220" y="129361"/>
                  <a:pt x="1994951" y="125490"/>
                </a:cubicBezTo>
                <a:cubicBezTo>
                  <a:pt x="2000417" y="128677"/>
                  <a:pt x="2006794" y="130272"/>
                  <a:pt x="2015677" y="130272"/>
                </a:cubicBezTo>
                <a:cubicBezTo>
                  <a:pt x="2035718" y="130272"/>
                  <a:pt x="2054164" y="117737"/>
                  <a:pt x="2054164" y="95375"/>
                </a:cubicBezTo>
                <a:cubicBezTo>
                  <a:pt x="2054164" y="84651"/>
                  <a:pt x="2050977" y="78489"/>
                  <a:pt x="2044371" y="71643"/>
                </a:cubicBezTo>
                <a:cubicBezTo>
                  <a:pt x="2045966" y="69360"/>
                  <a:pt x="2050522" y="66170"/>
                  <a:pt x="2053483" y="66170"/>
                </a:cubicBezTo>
                <a:cubicBezTo>
                  <a:pt x="2055078" y="66170"/>
                  <a:pt x="2056669" y="66854"/>
                  <a:pt x="2058038" y="68905"/>
                </a:cubicBezTo>
                <a:cubicBezTo>
                  <a:pt x="2058949" y="70729"/>
                  <a:pt x="2061910" y="73012"/>
                  <a:pt x="2064415" y="73012"/>
                </a:cubicBezTo>
                <a:close/>
                <a:moveTo>
                  <a:pt x="2162345" y="97008"/>
                </a:moveTo>
                <a:cubicBezTo>
                  <a:pt x="2166671" y="71382"/>
                  <a:pt x="2182615" y="69343"/>
                  <a:pt x="2188081" y="69343"/>
                </a:cubicBezTo>
                <a:cubicBezTo>
                  <a:pt x="2196734" y="69343"/>
                  <a:pt x="2206983" y="74107"/>
                  <a:pt x="2206983" y="93154"/>
                </a:cubicBezTo>
                <a:cubicBezTo>
                  <a:pt x="2206983" y="95194"/>
                  <a:pt x="2206072" y="96330"/>
                  <a:pt x="2203567" y="96330"/>
                </a:cubicBezTo>
                <a:lnTo>
                  <a:pt x="2162345" y="97008"/>
                </a:lnTo>
                <a:moveTo>
                  <a:pt x="2222012" y="140020"/>
                </a:moveTo>
                <a:cubicBezTo>
                  <a:pt x="2213589" y="148669"/>
                  <a:pt x="2206983" y="152308"/>
                  <a:pt x="2193774" y="152308"/>
                </a:cubicBezTo>
                <a:cubicBezTo>
                  <a:pt x="2185576" y="152308"/>
                  <a:pt x="2176009" y="147529"/>
                  <a:pt x="2168951" y="135926"/>
                </a:cubicBezTo>
                <a:cubicBezTo>
                  <a:pt x="2164395" y="128416"/>
                  <a:pt x="2161660" y="117949"/>
                  <a:pt x="2161660" y="104751"/>
                </a:cubicBezTo>
                <a:lnTo>
                  <a:pt x="2222242" y="105206"/>
                </a:lnTo>
                <a:cubicBezTo>
                  <a:pt x="2224973" y="105206"/>
                  <a:pt x="2226568" y="103840"/>
                  <a:pt x="2226568" y="101335"/>
                </a:cubicBezTo>
                <a:cubicBezTo>
                  <a:pt x="2226568" y="82270"/>
                  <a:pt x="2219736" y="61826"/>
                  <a:pt x="2188081" y="61826"/>
                </a:cubicBezTo>
                <a:cubicBezTo>
                  <a:pt x="2168266" y="61826"/>
                  <a:pt x="2142529" y="80682"/>
                  <a:pt x="2142529" y="115218"/>
                </a:cubicBezTo>
                <a:cubicBezTo>
                  <a:pt x="2142529" y="127961"/>
                  <a:pt x="2145720" y="140249"/>
                  <a:pt x="2153236" y="148895"/>
                </a:cubicBezTo>
                <a:cubicBezTo>
                  <a:pt x="2160979" y="158003"/>
                  <a:pt x="2171682" y="163466"/>
                  <a:pt x="2188081" y="163466"/>
                </a:cubicBezTo>
                <a:cubicBezTo>
                  <a:pt x="2205387" y="163466"/>
                  <a:pt x="2217686" y="155498"/>
                  <a:pt x="2226798" y="143662"/>
                </a:cubicBezTo>
                <a:cubicBezTo>
                  <a:pt x="2226113" y="141385"/>
                  <a:pt x="2224747" y="140249"/>
                  <a:pt x="2222012" y="140020"/>
                </a:cubicBezTo>
                <a:close/>
                <a:moveTo>
                  <a:pt x="2316071" y="132937"/>
                </a:moveTo>
                <a:cubicBezTo>
                  <a:pt x="2316071" y="137267"/>
                  <a:pt x="2315616" y="139092"/>
                  <a:pt x="2312429" y="141827"/>
                </a:cubicBezTo>
                <a:cubicBezTo>
                  <a:pt x="2304002" y="149117"/>
                  <a:pt x="2296714" y="152763"/>
                  <a:pt x="2291019" y="152763"/>
                </a:cubicBezTo>
                <a:cubicBezTo>
                  <a:pt x="2278724" y="152763"/>
                  <a:pt x="2265970" y="139318"/>
                  <a:pt x="2265970" y="110832"/>
                </a:cubicBezTo>
                <a:cubicBezTo>
                  <a:pt x="2265970" y="94426"/>
                  <a:pt x="2269157" y="85311"/>
                  <a:pt x="2272573" y="80526"/>
                </a:cubicBezTo>
                <a:cubicBezTo>
                  <a:pt x="2279634" y="69815"/>
                  <a:pt x="2289198" y="69131"/>
                  <a:pt x="2293754" y="69131"/>
                </a:cubicBezTo>
                <a:cubicBezTo>
                  <a:pt x="2301951" y="69131"/>
                  <a:pt x="2307647" y="72095"/>
                  <a:pt x="2312200" y="77335"/>
                </a:cubicBezTo>
                <a:cubicBezTo>
                  <a:pt x="2315390" y="80981"/>
                  <a:pt x="2316071" y="82576"/>
                  <a:pt x="2316071" y="89641"/>
                </a:cubicBezTo>
                <a:lnTo>
                  <a:pt x="2316071" y="132937"/>
                </a:lnTo>
                <a:moveTo>
                  <a:pt x="2313569" y="149802"/>
                </a:moveTo>
                <a:cubicBezTo>
                  <a:pt x="2314705" y="148892"/>
                  <a:pt x="2316755" y="148433"/>
                  <a:pt x="2316985" y="150028"/>
                </a:cubicBezTo>
                <a:cubicBezTo>
                  <a:pt x="2317666" y="155498"/>
                  <a:pt x="2319490" y="163466"/>
                  <a:pt x="2319490" y="163466"/>
                </a:cubicBezTo>
                <a:cubicBezTo>
                  <a:pt x="2321311" y="164151"/>
                  <a:pt x="2322448" y="163925"/>
                  <a:pt x="2323817" y="163466"/>
                </a:cubicBezTo>
                <a:cubicBezTo>
                  <a:pt x="2328825" y="159359"/>
                  <a:pt x="2336797" y="155943"/>
                  <a:pt x="2350690" y="154348"/>
                </a:cubicBezTo>
                <a:cubicBezTo>
                  <a:pt x="2352056" y="152982"/>
                  <a:pt x="2352056" y="149566"/>
                  <a:pt x="2350690" y="148200"/>
                </a:cubicBezTo>
                <a:cubicBezTo>
                  <a:pt x="2336115" y="147060"/>
                  <a:pt x="2334065" y="142730"/>
                  <a:pt x="2334065" y="131565"/>
                </a:cubicBezTo>
                <a:lnTo>
                  <a:pt x="2334065" y="28340"/>
                </a:lnTo>
                <a:cubicBezTo>
                  <a:pt x="2334065" y="13529"/>
                  <a:pt x="2334976" y="4469"/>
                  <a:pt x="2334976" y="4469"/>
                </a:cubicBezTo>
                <a:cubicBezTo>
                  <a:pt x="2334976" y="2898"/>
                  <a:pt x="2334065" y="2221"/>
                  <a:pt x="2332015" y="2221"/>
                </a:cubicBezTo>
                <a:cubicBezTo>
                  <a:pt x="2326322" y="4469"/>
                  <a:pt x="2309239" y="7614"/>
                  <a:pt x="2300130" y="8288"/>
                </a:cubicBezTo>
                <a:cubicBezTo>
                  <a:pt x="2299675" y="10113"/>
                  <a:pt x="2300130" y="13755"/>
                  <a:pt x="2301496" y="15120"/>
                </a:cubicBezTo>
                <a:cubicBezTo>
                  <a:pt x="2313339" y="15805"/>
                  <a:pt x="2316071" y="14665"/>
                  <a:pt x="2316071" y="33809"/>
                </a:cubicBezTo>
                <a:lnTo>
                  <a:pt x="2316071" y="62983"/>
                </a:lnTo>
                <a:cubicBezTo>
                  <a:pt x="2316071" y="64578"/>
                  <a:pt x="2315616" y="65033"/>
                  <a:pt x="2314024" y="65033"/>
                </a:cubicBezTo>
                <a:cubicBezTo>
                  <a:pt x="2313110" y="65033"/>
                  <a:pt x="2303776" y="61159"/>
                  <a:pt x="2296259" y="61159"/>
                </a:cubicBezTo>
                <a:cubicBezTo>
                  <a:pt x="2281226" y="61159"/>
                  <a:pt x="2271207" y="66170"/>
                  <a:pt x="2262095" y="74826"/>
                </a:cubicBezTo>
                <a:cubicBezTo>
                  <a:pt x="2252302" y="84626"/>
                  <a:pt x="2246381" y="98071"/>
                  <a:pt x="2246381" y="114933"/>
                </a:cubicBezTo>
                <a:cubicBezTo>
                  <a:pt x="2246381" y="142967"/>
                  <a:pt x="2260504" y="163466"/>
                  <a:pt x="2285101" y="163466"/>
                </a:cubicBezTo>
                <a:cubicBezTo>
                  <a:pt x="2293980" y="163466"/>
                  <a:pt x="2302407" y="158914"/>
                  <a:pt x="2313569" y="149802"/>
                </a:cubicBezTo>
                <a:close/>
                <a:moveTo>
                  <a:pt x="2425392" y="97654"/>
                </a:moveTo>
                <a:cubicBezTo>
                  <a:pt x="2425392" y="118877"/>
                  <a:pt x="2414685" y="123210"/>
                  <a:pt x="2406258" y="123210"/>
                </a:cubicBezTo>
                <a:cubicBezTo>
                  <a:pt x="2387127" y="123210"/>
                  <a:pt x="2385081" y="107013"/>
                  <a:pt x="2385081" y="92407"/>
                </a:cubicBezTo>
                <a:cubicBezTo>
                  <a:pt x="2385081" y="76435"/>
                  <a:pt x="2390773" y="68220"/>
                  <a:pt x="2403301" y="68220"/>
                </a:cubicBezTo>
                <a:cubicBezTo>
                  <a:pt x="2417646" y="68220"/>
                  <a:pt x="2425392" y="78718"/>
                  <a:pt x="2425392" y="97654"/>
                </a:cubicBezTo>
                <a:moveTo>
                  <a:pt x="2382801" y="163456"/>
                </a:moveTo>
                <a:cubicBezTo>
                  <a:pt x="2385306" y="164140"/>
                  <a:pt x="2388952" y="164599"/>
                  <a:pt x="2391913" y="164599"/>
                </a:cubicBezTo>
                <a:cubicBezTo>
                  <a:pt x="2398971" y="164599"/>
                  <a:pt x="2405348" y="163911"/>
                  <a:pt x="2408538" y="163911"/>
                </a:cubicBezTo>
                <a:cubicBezTo>
                  <a:pt x="2419926" y="163911"/>
                  <a:pt x="2429489" y="164140"/>
                  <a:pt x="2436095" y="167796"/>
                </a:cubicBezTo>
                <a:cubicBezTo>
                  <a:pt x="2444978" y="172821"/>
                  <a:pt x="2447709" y="176018"/>
                  <a:pt x="2447709" y="181957"/>
                </a:cubicBezTo>
                <a:cubicBezTo>
                  <a:pt x="2447709" y="198405"/>
                  <a:pt x="2423568" y="207086"/>
                  <a:pt x="2403071" y="207086"/>
                </a:cubicBezTo>
                <a:cubicBezTo>
                  <a:pt x="2394873" y="207086"/>
                  <a:pt x="2375743" y="200459"/>
                  <a:pt x="2375743" y="184929"/>
                </a:cubicBezTo>
                <a:cubicBezTo>
                  <a:pt x="2375743" y="177162"/>
                  <a:pt x="2376198" y="171452"/>
                  <a:pt x="2382801" y="163456"/>
                </a:cubicBezTo>
                <a:moveTo>
                  <a:pt x="2453860" y="73012"/>
                </a:moveTo>
                <a:cubicBezTo>
                  <a:pt x="2458187" y="73012"/>
                  <a:pt x="2462284" y="68905"/>
                  <a:pt x="2462284" y="64349"/>
                </a:cubicBezTo>
                <a:cubicBezTo>
                  <a:pt x="2462284" y="59567"/>
                  <a:pt x="2457957" y="55922"/>
                  <a:pt x="2451810" y="55922"/>
                </a:cubicBezTo>
                <a:cubicBezTo>
                  <a:pt x="2445888" y="55922"/>
                  <a:pt x="2434956" y="59793"/>
                  <a:pt x="2429034" y="67539"/>
                </a:cubicBezTo>
                <a:cubicBezTo>
                  <a:pt x="2426302" y="65715"/>
                  <a:pt x="2418786" y="61159"/>
                  <a:pt x="2405348" y="61159"/>
                </a:cubicBezTo>
                <a:cubicBezTo>
                  <a:pt x="2385081" y="61159"/>
                  <a:pt x="2366405" y="74837"/>
                  <a:pt x="2366405" y="95830"/>
                </a:cubicBezTo>
                <a:cubicBezTo>
                  <a:pt x="2366405" y="108153"/>
                  <a:pt x="2371872" y="115225"/>
                  <a:pt x="2378248" y="121386"/>
                </a:cubicBezTo>
                <a:cubicBezTo>
                  <a:pt x="2371872" y="126856"/>
                  <a:pt x="2368226" y="136628"/>
                  <a:pt x="2368226" y="144346"/>
                </a:cubicBezTo>
                <a:cubicBezTo>
                  <a:pt x="2368226" y="152527"/>
                  <a:pt x="2372782" y="158903"/>
                  <a:pt x="2378704" y="161864"/>
                </a:cubicBezTo>
                <a:cubicBezTo>
                  <a:pt x="2366405" y="169165"/>
                  <a:pt x="2360028" y="179674"/>
                  <a:pt x="2360028" y="189495"/>
                </a:cubicBezTo>
                <a:cubicBezTo>
                  <a:pt x="2360028" y="209362"/>
                  <a:pt x="2378704" y="215510"/>
                  <a:pt x="2396239" y="215510"/>
                </a:cubicBezTo>
                <a:cubicBezTo>
                  <a:pt x="2426984" y="215510"/>
                  <a:pt x="2460237" y="200688"/>
                  <a:pt x="2460237" y="176018"/>
                </a:cubicBezTo>
                <a:cubicBezTo>
                  <a:pt x="2460237" y="168710"/>
                  <a:pt x="2456821" y="163001"/>
                  <a:pt x="2450215" y="157534"/>
                </a:cubicBezTo>
                <a:cubicBezTo>
                  <a:pt x="2441332" y="150247"/>
                  <a:pt x="2425392" y="150021"/>
                  <a:pt x="2416965" y="150021"/>
                </a:cubicBezTo>
                <a:cubicBezTo>
                  <a:pt x="2412864" y="150021"/>
                  <a:pt x="2407172" y="150476"/>
                  <a:pt x="2401706" y="151157"/>
                </a:cubicBezTo>
                <a:cubicBezTo>
                  <a:pt x="2398290" y="151387"/>
                  <a:pt x="2396010" y="151616"/>
                  <a:pt x="2394873" y="151616"/>
                </a:cubicBezTo>
                <a:cubicBezTo>
                  <a:pt x="2388267" y="151616"/>
                  <a:pt x="2380295" y="148433"/>
                  <a:pt x="2380295" y="138671"/>
                </a:cubicBezTo>
                <a:cubicBezTo>
                  <a:pt x="2380295" y="134133"/>
                  <a:pt x="2381665" y="129361"/>
                  <a:pt x="2384396" y="125490"/>
                </a:cubicBezTo>
                <a:cubicBezTo>
                  <a:pt x="2389862" y="128677"/>
                  <a:pt x="2396239" y="130272"/>
                  <a:pt x="2405122" y="130272"/>
                </a:cubicBezTo>
                <a:cubicBezTo>
                  <a:pt x="2425163" y="130272"/>
                  <a:pt x="2443609" y="117737"/>
                  <a:pt x="2443609" y="95375"/>
                </a:cubicBezTo>
                <a:cubicBezTo>
                  <a:pt x="2443609" y="84651"/>
                  <a:pt x="2440422" y="78489"/>
                  <a:pt x="2433816" y="71643"/>
                </a:cubicBezTo>
                <a:cubicBezTo>
                  <a:pt x="2435411" y="69360"/>
                  <a:pt x="2439967" y="66170"/>
                  <a:pt x="2442927" y="66170"/>
                </a:cubicBezTo>
                <a:cubicBezTo>
                  <a:pt x="2444523" y="66170"/>
                  <a:pt x="2446114" y="66854"/>
                  <a:pt x="2447483" y="68905"/>
                </a:cubicBezTo>
                <a:cubicBezTo>
                  <a:pt x="2448394" y="70729"/>
                  <a:pt x="2451355" y="73012"/>
                  <a:pt x="2453860" y="73012"/>
                </a:cubicBezTo>
                <a:close/>
                <a:moveTo>
                  <a:pt x="2494852" y="97008"/>
                </a:moveTo>
                <a:cubicBezTo>
                  <a:pt x="2499179" y="71382"/>
                  <a:pt x="2515123" y="69343"/>
                  <a:pt x="2520589" y="69343"/>
                </a:cubicBezTo>
                <a:cubicBezTo>
                  <a:pt x="2529242" y="69343"/>
                  <a:pt x="2539490" y="74107"/>
                  <a:pt x="2539490" y="93154"/>
                </a:cubicBezTo>
                <a:cubicBezTo>
                  <a:pt x="2539490" y="95194"/>
                  <a:pt x="2538580" y="96330"/>
                  <a:pt x="2536074" y="96330"/>
                </a:cubicBezTo>
                <a:lnTo>
                  <a:pt x="2494852" y="97008"/>
                </a:lnTo>
                <a:moveTo>
                  <a:pt x="2554520" y="140020"/>
                </a:moveTo>
                <a:cubicBezTo>
                  <a:pt x="2546096" y="148669"/>
                  <a:pt x="2539490" y="152308"/>
                  <a:pt x="2526281" y="152308"/>
                </a:cubicBezTo>
                <a:cubicBezTo>
                  <a:pt x="2518083" y="152308"/>
                  <a:pt x="2508516" y="147529"/>
                  <a:pt x="2501458" y="135926"/>
                </a:cubicBezTo>
                <a:cubicBezTo>
                  <a:pt x="2496902" y="128416"/>
                  <a:pt x="2494168" y="117949"/>
                  <a:pt x="2494168" y="104751"/>
                </a:cubicBezTo>
                <a:lnTo>
                  <a:pt x="2554749" y="105206"/>
                </a:lnTo>
                <a:cubicBezTo>
                  <a:pt x="2557481" y="105206"/>
                  <a:pt x="2559076" y="103840"/>
                  <a:pt x="2559076" y="101335"/>
                </a:cubicBezTo>
                <a:cubicBezTo>
                  <a:pt x="2559076" y="82270"/>
                  <a:pt x="2552244" y="61826"/>
                  <a:pt x="2520589" y="61826"/>
                </a:cubicBezTo>
                <a:cubicBezTo>
                  <a:pt x="2500774" y="61826"/>
                  <a:pt x="2475037" y="80682"/>
                  <a:pt x="2475037" y="115218"/>
                </a:cubicBezTo>
                <a:cubicBezTo>
                  <a:pt x="2475037" y="127961"/>
                  <a:pt x="2478227" y="140249"/>
                  <a:pt x="2485744" y="148895"/>
                </a:cubicBezTo>
                <a:cubicBezTo>
                  <a:pt x="2493486" y="158003"/>
                  <a:pt x="2504190" y="163466"/>
                  <a:pt x="2520589" y="163466"/>
                </a:cubicBezTo>
                <a:cubicBezTo>
                  <a:pt x="2537895" y="163466"/>
                  <a:pt x="2550194" y="155498"/>
                  <a:pt x="2559305" y="143662"/>
                </a:cubicBezTo>
                <a:cubicBezTo>
                  <a:pt x="2558621" y="141385"/>
                  <a:pt x="2557255" y="140249"/>
                  <a:pt x="2554520" y="140020"/>
                </a:cubicBezTo>
                <a:close/>
                <a:moveTo>
                  <a:pt x="2579345" y="129747"/>
                </a:moveTo>
                <a:cubicBezTo>
                  <a:pt x="2580256" y="140913"/>
                  <a:pt x="2580940" y="151623"/>
                  <a:pt x="2580940" y="161190"/>
                </a:cubicBezTo>
                <a:cubicBezTo>
                  <a:pt x="2583216" y="160735"/>
                  <a:pt x="2585496" y="160509"/>
                  <a:pt x="2586632" y="160509"/>
                </a:cubicBezTo>
                <a:cubicBezTo>
                  <a:pt x="2588227" y="160509"/>
                  <a:pt x="2589593" y="160509"/>
                  <a:pt x="2591188" y="160964"/>
                </a:cubicBezTo>
                <a:cubicBezTo>
                  <a:pt x="2597339" y="162556"/>
                  <a:pt x="2603487" y="163466"/>
                  <a:pt x="2611914" y="163466"/>
                </a:cubicBezTo>
                <a:cubicBezTo>
                  <a:pt x="2624668" y="163466"/>
                  <a:pt x="2648125" y="157319"/>
                  <a:pt x="2648125" y="134758"/>
                </a:cubicBezTo>
                <a:cubicBezTo>
                  <a:pt x="2648125" y="119266"/>
                  <a:pt x="2636966" y="110151"/>
                  <a:pt x="2621477" y="104452"/>
                </a:cubicBezTo>
                <a:cubicBezTo>
                  <a:pt x="2607813" y="99211"/>
                  <a:pt x="2598705" y="95792"/>
                  <a:pt x="2598705" y="83260"/>
                </a:cubicBezTo>
                <a:cubicBezTo>
                  <a:pt x="2598705" y="73916"/>
                  <a:pt x="2606903" y="68675"/>
                  <a:pt x="2614645" y="68675"/>
                </a:cubicBezTo>
                <a:cubicBezTo>
                  <a:pt x="2619656" y="68675"/>
                  <a:pt x="2632865" y="70500"/>
                  <a:pt x="2635826" y="89870"/>
                </a:cubicBezTo>
                <a:cubicBezTo>
                  <a:pt x="2637192" y="91236"/>
                  <a:pt x="2641748" y="91007"/>
                  <a:pt x="2643114" y="89641"/>
                </a:cubicBezTo>
                <a:cubicBezTo>
                  <a:pt x="2643798" y="81436"/>
                  <a:pt x="2644253" y="73005"/>
                  <a:pt x="2644483" y="65489"/>
                </a:cubicBezTo>
                <a:cubicBezTo>
                  <a:pt x="2637421" y="64349"/>
                  <a:pt x="2626489" y="61159"/>
                  <a:pt x="2614645" y="61159"/>
                </a:cubicBezTo>
                <a:cubicBezTo>
                  <a:pt x="2597794" y="61159"/>
                  <a:pt x="2582535" y="72095"/>
                  <a:pt x="2582535" y="86680"/>
                </a:cubicBezTo>
                <a:cubicBezTo>
                  <a:pt x="2582535" y="103312"/>
                  <a:pt x="2590048" y="110377"/>
                  <a:pt x="2607587" y="117671"/>
                </a:cubicBezTo>
                <a:cubicBezTo>
                  <a:pt x="2626489" y="125417"/>
                  <a:pt x="2630815" y="130202"/>
                  <a:pt x="2630815" y="140002"/>
                </a:cubicBezTo>
                <a:cubicBezTo>
                  <a:pt x="2630815" y="151168"/>
                  <a:pt x="2619886" y="155953"/>
                  <a:pt x="2611459" y="155953"/>
                </a:cubicBezTo>
                <a:cubicBezTo>
                  <a:pt x="2602576" y="155953"/>
                  <a:pt x="2597565" y="152989"/>
                  <a:pt x="2595289" y="150483"/>
                </a:cubicBezTo>
                <a:cubicBezTo>
                  <a:pt x="2590278" y="145243"/>
                  <a:pt x="2587772" y="135217"/>
                  <a:pt x="2586406" y="129518"/>
                </a:cubicBezTo>
                <a:cubicBezTo>
                  <a:pt x="2585041" y="128152"/>
                  <a:pt x="2580711" y="128378"/>
                  <a:pt x="2579345" y="129747"/>
                </a:cubicBezTo>
                <a:close/>
                <a:moveTo>
                  <a:pt x="2715083" y="103851"/>
                </a:moveTo>
                <a:cubicBezTo>
                  <a:pt x="2715083" y="93602"/>
                  <a:pt x="2714173" y="40993"/>
                  <a:pt x="2666800" y="0"/>
                </a:cubicBezTo>
                <a:cubicBezTo>
                  <a:pt x="2664524" y="455"/>
                  <a:pt x="2662699" y="2050"/>
                  <a:pt x="2662018" y="3871"/>
                </a:cubicBezTo>
                <a:cubicBezTo>
                  <a:pt x="2669532" y="12524"/>
                  <a:pt x="2696179" y="43953"/>
                  <a:pt x="2696179" y="103851"/>
                </a:cubicBezTo>
                <a:cubicBezTo>
                  <a:pt x="2696179" y="163748"/>
                  <a:pt x="2669306" y="195177"/>
                  <a:pt x="2662018" y="203378"/>
                </a:cubicBezTo>
                <a:cubicBezTo>
                  <a:pt x="2662699" y="205654"/>
                  <a:pt x="2664295" y="207249"/>
                  <a:pt x="2666800" y="207475"/>
                </a:cubicBezTo>
                <a:cubicBezTo>
                  <a:pt x="2693903" y="184248"/>
                  <a:pt x="2715083" y="146212"/>
                  <a:pt x="2715083" y="103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59966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2026-09-05T08:53:04.3400000Z</dcterms:created>
  <dcterms:modified xsi:type="dcterms:W3CDTF">2026-09-05T08:53:04.3400000Z</dcterms:modified>
</coreProperties>
</file>