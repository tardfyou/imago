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ff71ecd90846fa" /><Relationship Type="http://schemas.openxmlformats.org/officeDocument/2006/relationships/extended-properties" Target="/docProps/app.xml" Id="R90b3c3ad296d41ec" /><Relationship Type="http://schemas.openxmlformats.org/officeDocument/2006/relationships/officeDocument" Target="/ppt/presentation.xml" Id="R0dd07db633e24d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ac1f098404088"/>
  </p:sldMasterIdLst>
  <p:notesMasterIdLst>
    <p:notesMasterId xmlns:r="http://schemas.openxmlformats.org/officeDocument/2006/relationships" r:id="R79e4499c8d3d425e"/>
  </p:notesMasterIdLst>
  <p:sldIdLst>
    <p:sldId xmlns:r="http://schemas.openxmlformats.org/officeDocument/2006/relationships" id="256" r:id="R15d6e80599794abe"/>
  </p:sldIdLst>
  <p:sldSz cx="11401425" cy="53435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44079cf92e4e51" /><Relationship Type="http://schemas.openxmlformats.org/officeDocument/2006/relationships/slideMaster" Target="/ppt/slideMasters/slideMaster1.xml" Id="R8ceac1f098404088" /><Relationship Type="http://schemas.openxmlformats.org/officeDocument/2006/relationships/notesMaster" Target="/ppt/notesMasters/notesMaster1.xml" Id="R79e4499c8d3d425e" /><Relationship Type="http://schemas.openxmlformats.org/officeDocument/2006/relationships/presProps" Target="/ppt/presProps.xml" Id="Rfebb87909f5944af" /><Relationship Type="http://schemas.openxmlformats.org/officeDocument/2006/relationships/tableStyles" Target="/ppt/tableStyles.xml" Id="Rf1aa9aa8017e4da9" /><Relationship Type="http://schemas.openxmlformats.org/officeDocument/2006/relationships/slide" Target="/ppt/slides/slide1.xml" Id="R15d6e80599794a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4dac0e84b24b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5f9cb3831648b1" /><Relationship Type="http://schemas.openxmlformats.org/officeDocument/2006/relationships/notesMaster" Target="/ppt/notesMasters/notesMaster1.xml" Id="R7c5724be9b4440f4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素材ID：SE-006</ns1:t>
            </ns1:r>
          </ns1:p>
          <ns1:p>
            <ns1:r>
              <ns1:t>论文：Pinning Is Futile: You Need More Than Local Dependency Versioning to Defend Against Supply Chain Attacks</ns1:t>
            </ns1:r>
          </ns1:p>
          <ns1:p>
            <ns1:r>
              <ns1:t>会议：FSE 2025</ns1:t>
            </ns1:r>
          </ns1:p>
          <ns1:p>
            <ns1:r>
              <ns1:t>奖项：ACM SIGSOFT Distinguished Paper Award</ns1:t>
            </ns1:r>
          </ns1:p>
          <ns1:p>
            <ns1:r>
              <ns1:t>图号：Figure 5，PDF第15页</ns1:t>
            </ns1:r>
          </ns1:p>
          <ns1:p>
            <ns1:r>
              <ns1:t>类型：威胁模型</ns1:t>
            </ns1:r>
          </ns1:p>
          <ns1:p>
            <ns1:r>
              <ns1:t>借鉴点：同一依赖图用彩色可达域对比局部与传递防御；适合传播范围、隔离边界与攻击影响解释。</ns1:t>
            </ns1:r>
          </ns1:p>
          <ns1:p>
            <ns1:r>
              <ns1:t>论文URL：https://www.cs.cmu.edu/~ckaestne/pdf/fse25.pdf</ns1:t>
            </ns1:r>
          </ns1:p>
          <ns1:p>
            <ns1:r>
              <ns1:t>官方获奖URL：https://www2.sigsoft.org/awards/distinguishedpaper/#the-acm-international-conference-on-the-foundations-of-software-engineering-fse-2025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3ff8eb0cf44d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64ab4a6874864" /><Relationship Type="http://schemas.openxmlformats.org/officeDocument/2006/relationships/slideLayout" Target="/ppt/slideLayouts/slideLayout1.xml" Id="R83c31356b0374c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c31356b0374c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359d5417fa48aa" /><Relationship Type="http://schemas.openxmlformats.org/officeDocument/2006/relationships/notesSlide" Target="/ppt/notesSlides/notesSlide1.xml" Id="R0ae2cc70f25d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3752DF-F357-417B-906B-6733FBC87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35" y="104599"/>
            <a:ext cx="5408905" cy="3042509"/>
          </a:xfrm>
          <a:custGeom xmlns:a="http://schemas.openxmlformats.org/drawingml/2006/main">
            <a:pathLst>
              <a:path w="5408905" h="3042509">
                <a:moveTo>
                  <a:pt x="0" y="3042509"/>
                </a:moveTo>
                <a:lnTo>
                  <a:pt x="0" y="0"/>
                </a:lnTo>
                <a:lnTo>
                  <a:pt x="5408905" y="0"/>
                </a:lnTo>
                <a:lnTo>
                  <a:pt x="5408905" y="3042509"/>
                </a:lnTo>
                <a:lnTo>
                  <a:pt x="0" y="30425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4C636B-B2D4-4BBF-A27B-6C1FD5BC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902" y="2870852"/>
            <a:ext cx="248085" cy="3727"/>
          </a:xfrm>
          <a:custGeom xmlns:a="http://schemas.openxmlformats.org/drawingml/2006/main">
            <a:pathLst>
              <a:path w="248085" h="3727">
                <a:moveTo>
                  <a:pt x="248085" y="0"/>
                </a:moveTo>
                <a:lnTo>
                  <a:pt x="0" y="372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14D43-7913-4077-873E-25F7B676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0307" y="2870853"/>
            <a:ext cx="146680" cy="2203"/>
          </a:xfrm>
          <a:custGeom xmlns:a="http://schemas.openxmlformats.org/drawingml/2006/main">
            <a:pathLst>
              <a:path w="146680" h="2203" fill="none">
                <a:moveTo>
                  <a:pt x="146680" y="0"/>
                </a:moveTo>
                <a:lnTo>
                  <a:pt x="0" y="2203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1ACC96-8B1D-4595-BDA7-4A81F4F4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610" y="2845139"/>
            <a:ext cx="77117" cy="55833"/>
          </a:xfrm>
          <a:custGeom xmlns:a="http://schemas.openxmlformats.org/drawingml/2006/main">
            <a:pathLst>
              <a:path w="77117" h="55833">
                <a:moveTo>
                  <a:pt x="76279" y="0"/>
                </a:moveTo>
                <a:lnTo>
                  <a:pt x="77117" y="55833"/>
                </a:lnTo>
                <a:lnTo>
                  <a:pt x="0" y="29069"/>
                </a:lnTo>
                <a:lnTo>
                  <a:pt x="76279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363817-2379-41F4-B115-004C18C3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610" y="2845139"/>
            <a:ext cx="77117" cy="55833"/>
          </a:xfrm>
          <a:custGeom xmlns:a="http://schemas.openxmlformats.org/drawingml/2006/main">
            <a:pathLst>
              <a:path w="77117" h="55833" fill="none">
                <a:moveTo>
                  <a:pt x="76279" y="0"/>
                </a:moveTo>
                <a:lnTo>
                  <a:pt x="0" y="29069"/>
                </a:lnTo>
                <a:lnTo>
                  <a:pt x="77117" y="55833"/>
                </a:lnTo>
                <a:lnTo>
                  <a:pt x="76279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8325E3-3C34-4FCA-846C-D1750CE92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6960" y="1676517"/>
            <a:ext cx="1394180" cy="1447698"/>
          </a:xfrm>
          <a:custGeom xmlns:a="http://schemas.openxmlformats.org/drawingml/2006/main">
            <a:pathLst>
              <a:path w="1394180" h="1447698">
                <a:moveTo>
                  <a:pt x="0" y="0"/>
                </a:moveTo>
                <a:lnTo>
                  <a:pt x="1394180" y="0"/>
                </a:lnTo>
                <a:lnTo>
                  <a:pt x="1394180" y="1447698"/>
                </a:lnTo>
                <a:lnTo>
                  <a:pt x="0" y="14476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Packagewith#">
            <a:extLst xmlns:a="http://schemas.openxmlformats.org/drawingml/2006/main">
              <a:ext uri="{FF2B5EF4-FFF2-40B4-BE49-F238E27FC236}">
                <a16:creationId xmlns:a16="http://schemas.microsoft.com/office/drawing/2014/main" id="{4713789E-C574-4347-A708-44C57537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40" y="1763745"/>
            <a:ext cx="1054988" cy="148208"/>
          </a:xfrm>
          <a:custGeom xmlns:a="http://schemas.openxmlformats.org/drawingml/2006/main">
            <a:pathLst>
              <a:path w="1054988" h="148208">
                <a:moveTo>
                  <a:pt x="0" y="114930"/>
                </a:moveTo>
                <a:lnTo>
                  <a:pt x="0" y="2003"/>
                </a:lnTo>
                <a:lnTo>
                  <a:pt x="42598" y="2003"/>
                </a:lnTo>
                <a:cubicBezTo>
                  <a:pt x="50096" y="2003"/>
                  <a:pt x="55822" y="2362"/>
                  <a:pt x="59776" y="3081"/>
                </a:cubicBezTo>
                <a:cubicBezTo>
                  <a:pt x="65322" y="4006"/>
                  <a:pt x="69970" y="5764"/>
                  <a:pt x="73719" y="8358"/>
                </a:cubicBezTo>
                <a:cubicBezTo>
                  <a:pt x="77468" y="10951"/>
                  <a:pt x="80485" y="14585"/>
                  <a:pt x="82770" y="19258"/>
                </a:cubicBezTo>
                <a:cubicBezTo>
                  <a:pt x="85055" y="23931"/>
                  <a:pt x="86198" y="29066"/>
                  <a:pt x="86198" y="34664"/>
                </a:cubicBezTo>
                <a:cubicBezTo>
                  <a:pt x="86198" y="44267"/>
                  <a:pt x="83142" y="52394"/>
                  <a:pt x="77031" y="59044"/>
                </a:cubicBezTo>
                <a:cubicBezTo>
                  <a:pt x="70920" y="65695"/>
                  <a:pt x="59879" y="69020"/>
                  <a:pt x="43908" y="69020"/>
                </a:cubicBezTo>
                <a:lnTo>
                  <a:pt x="14944" y="69020"/>
                </a:lnTo>
                <a:lnTo>
                  <a:pt x="14944" y="114930"/>
                </a:lnTo>
                <a:lnTo>
                  <a:pt x="0" y="114930"/>
                </a:lnTo>
                <a:moveTo>
                  <a:pt x="14944" y="55616"/>
                </a:moveTo>
                <a:lnTo>
                  <a:pt x="44139" y="55616"/>
                </a:lnTo>
                <a:cubicBezTo>
                  <a:pt x="53793" y="55616"/>
                  <a:pt x="60649" y="53826"/>
                  <a:pt x="64706" y="50246"/>
                </a:cubicBezTo>
                <a:cubicBezTo>
                  <a:pt x="68763" y="46664"/>
                  <a:pt x="70792" y="41625"/>
                  <a:pt x="70792" y="35129"/>
                </a:cubicBezTo>
                <a:cubicBezTo>
                  <a:pt x="70792" y="30422"/>
                  <a:pt x="69598" y="26393"/>
                  <a:pt x="67210" y="23042"/>
                </a:cubicBezTo>
                <a:cubicBezTo>
                  <a:pt x="64822" y="19691"/>
                  <a:pt x="61676" y="17478"/>
                  <a:pt x="57773" y="16403"/>
                </a:cubicBezTo>
                <a:cubicBezTo>
                  <a:pt x="55257" y="15738"/>
                  <a:pt x="50609" y="15406"/>
                  <a:pt x="43831" y="15406"/>
                </a:cubicBezTo>
                <a:lnTo>
                  <a:pt x="14944" y="15406"/>
                </a:lnTo>
                <a:lnTo>
                  <a:pt x="14944" y="55616"/>
                </a:lnTo>
                <a:close/>
                <a:moveTo>
                  <a:pt x="156679" y="104608"/>
                </a:moveTo>
                <a:cubicBezTo>
                  <a:pt x="151543" y="109058"/>
                  <a:pt x="146600" y="112200"/>
                  <a:pt x="141850" y="114033"/>
                </a:cubicBezTo>
                <a:cubicBezTo>
                  <a:pt x="137100" y="115864"/>
                  <a:pt x="132003" y="116779"/>
                  <a:pt x="126559" y="116779"/>
                </a:cubicBezTo>
                <a:cubicBezTo>
                  <a:pt x="117572" y="116779"/>
                  <a:pt x="110665" y="114584"/>
                  <a:pt x="105838" y="110193"/>
                </a:cubicBezTo>
                <a:cubicBezTo>
                  <a:pt x="101011" y="105802"/>
                  <a:pt x="98597" y="100192"/>
                  <a:pt x="98597" y="93362"/>
                </a:cubicBezTo>
                <a:cubicBezTo>
                  <a:pt x="98597" y="89356"/>
                  <a:pt x="99509" y="85697"/>
                  <a:pt x="101332" y="82385"/>
                </a:cubicBezTo>
                <a:cubicBezTo>
                  <a:pt x="103155" y="79072"/>
                  <a:pt x="105543" y="76415"/>
                  <a:pt x="108496" y="74412"/>
                </a:cubicBezTo>
                <a:cubicBezTo>
                  <a:pt x="111448" y="72409"/>
                  <a:pt x="114774" y="70894"/>
                  <a:pt x="118471" y="69867"/>
                </a:cubicBezTo>
                <a:cubicBezTo>
                  <a:pt x="121193" y="69148"/>
                  <a:pt x="125301" y="68455"/>
                  <a:pt x="130796" y="67787"/>
                </a:cubicBezTo>
                <a:cubicBezTo>
                  <a:pt x="141991" y="66452"/>
                  <a:pt x="150234" y="64860"/>
                  <a:pt x="155523" y="63011"/>
                </a:cubicBezTo>
                <a:cubicBezTo>
                  <a:pt x="155574" y="61119"/>
                  <a:pt x="155600" y="59917"/>
                  <a:pt x="155600" y="59405"/>
                </a:cubicBezTo>
                <a:cubicBezTo>
                  <a:pt x="155600" y="53777"/>
                  <a:pt x="154291" y="49813"/>
                  <a:pt x="151672" y="47511"/>
                </a:cubicBezTo>
                <a:cubicBezTo>
                  <a:pt x="148128" y="44390"/>
                  <a:pt x="142864" y="42829"/>
                  <a:pt x="135880" y="42829"/>
                </a:cubicBezTo>
                <a:cubicBezTo>
                  <a:pt x="129358" y="42829"/>
                  <a:pt x="124544" y="43972"/>
                  <a:pt x="121437" y="46257"/>
                </a:cubicBezTo>
                <a:cubicBezTo>
                  <a:pt x="118330" y="48542"/>
                  <a:pt x="116032" y="52587"/>
                  <a:pt x="114543" y="58390"/>
                </a:cubicBezTo>
                <a:lnTo>
                  <a:pt x="100985" y="56541"/>
                </a:lnTo>
                <a:cubicBezTo>
                  <a:pt x="102218" y="50720"/>
                  <a:pt x="104246" y="46020"/>
                  <a:pt x="107071" y="42439"/>
                </a:cubicBezTo>
                <a:cubicBezTo>
                  <a:pt x="109895" y="38859"/>
                  <a:pt x="113978" y="36104"/>
                  <a:pt x="119318" y="34173"/>
                </a:cubicBezTo>
                <a:cubicBezTo>
                  <a:pt x="124659" y="32241"/>
                  <a:pt x="130847" y="31275"/>
                  <a:pt x="137883" y="31275"/>
                </a:cubicBezTo>
                <a:cubicBezTo>
                  <a:pt x="144867" y="31275"/>
                  <a:pt x="150542" y="32100"/>
                  <a:pt x="154907" y="33749"/>
                </a:cubicBezTo>
                <a:cubicBezTo>
                  <a:pt x="159272" y="35397"/>
                  <a:pt x="162482" y="37472"/>
                  <a:pt x="164536" y="39972"/>
                </a:cubicBezTo>
                <a:cubicBezTo>
                  <a:pt x="166590" y="42471"/>
                  <a:pt x="168028" y="45627"/>
                  <a:pt x="168849" y="49442"/>
                </a:cubicBezTo>
                <a:cubicBezTo>
                  <a:pt x="169312" y="51812"/>
                  <a:pt x="169543" y="56070"/>
                  <a:pt x="169543" y="62215"/>
                </a:cubicBezTo>
                <a:lnTo>
                  <a:pt x="169543" y="80649"/>
                </a:lnTo>
                <a:cubicBezTo>
                  <a:pt x="169543" y="93502"/>
                  <a:pt x="169838" y="101643"/>
                  <a:pt x="170429" y="105070"/>
                </a:cubicBezTo>
                <a:cubicBezTo>
                  <a:pt x="171019" y="108498"/>
                  <a:pt x="172187" y="111785"/>
                  <a:pt x="173934" y="114930"/>
                </a:cubicBezTo>
                <a:lnTo>
                  <a:pt x="159452" y="114930"/>
                </a:lnTo>
                <a:cubicBezTo>
                  <a:pt x="158014" y="111989"/>
                  <a:pt x="157089" y="108548"/>
                  <a:pt x="156679" y="104608"/>
                </a:cubicBezTo>
                <a:moveTo>
                  <a:pt x="155523" y="73950"/>
                </a:moveTo>
                <a:cubicBezTo>
                  <a:pt x="150490" y="75994"/>
                  <a:pt x="142941" y="77732"/>
                  <a:pt x="132876" y="79164"/>
                </a:cubicBezTo>
                <a:cubicBezTo>
                  <a:pt x="127176" y="79981"/>
                  <a:pt x="123144" y="80900"/>
                  <a:pt x="120782" y="81923"/>
                </a:cubicBezTo>
                <a:cubicBezTo>
                  <a:pt x="118420" y="82945"/>
                  <a:pt x="116597" y="84440"/>
                  <a:pt x="115313" y="86407"/>
                </a:cubicBezTo>
                <a:cubicBezTo>
                  <a:pt x="114029" y="88375"/>
                  <a:pt x="113387" y="90560"/>
                  <a:pt x="113387" y="92962"/>
                </a:cubicBezTo>
                <a:cubicBezTo>
                  <a:pt x="113387" y="96642"/>
                  <a:pt x="114786" y="99709"/>
                  <a:pt x="117585" y="102163"/>
                </a:cubicBezTo>
                <a:cubicBezTo>
                  <a:pt x="120384" y="104615"/>
                  <a:pt x="124480" y="105841"/>
                  <a:pt x="129872" y="105841"/>
                </a:cubicBezTo>
                <a:cubicBezTo>
                  <a:pt x="135213" y="105841"/>
                  <a:pt x="139963" y="104676"/>
                  <a:pt x="144122" y="102348"/>
                </a:cubicBezTo>
                <a:cubicBezTo>
                  <a:pt x="148282" y="100018"/>
                  <a:pt x="151338" y="96835"/>
                  <a:pt x="153289" y="92798"/>
                </a:cubicBezTo>
                <a:cubicBezTo>
                  <a:pt x="154778" y="89683"/>
                  <a:pt x="155523" y="85086"/>
                  <a:pt x="155523" y="79007"/>
                </a:cubicBezTo>
                <a:lnTo>
                  <a:pt x="155523" y="73950"/>
                </a:lnTo>
                <a:close/>
                <a:moveTo>
                  <a:pt x="244393" y="84888"/>
                </a:moveTo>
                <a:lnTo>
                  <a:pt x="258028" y="86737"/>
                </a:lnTo>
                <a:cubicBezTo>
                  <a:pt x="256538" y="96135"/>
                  <a:pt x="252725" y="103491"/>
                  <a:pt x="246589" y="108806"/>
                </a:cubicBezTo>
                <a:cubicBezTo>
                  <a:pt x="240452" y="114122"/>
                  <a:pt x="232916" y="116779"/>
                  <a:pt x="223980" y="116779"/>
                </a:cubicBezTo>
                <a:cubicBezTo>
                  <a:pt x="212785" y="116779"/>
                  <a:pt x="203785" y="113120"/>
                  <a:pt x="196981" y="105802"/>
                </a:cubicBezTo>
                <a:cubicBezTo>
                  <a:pt x="190176" y="98484"/>
                  <a:pt x="186774" y="87995"/>
                  <a:pt x="186774" y="74335"/>
                </a:cubicBezTo>
                <a:cubicBezTo>
                  <a:pt x="186774" y="65502"/>
                  <a:pt x="188238" y="57773"/>
                  <a:pt x="191165" y="51149"/>
                </a:cubicBezTo>
                <a:cubicBezTo>
                  <a:pt x="194092" y="44524"/>
                  <a:pt x="198547" y="39555"/>
                  <a:pt x="204530" y="36243"/>
                </a:cubicBezTo>
                <a:cubicBezTo>
                  <a:pt x="210512" y="32931"/>
                  <a:pt x="217022" y="31275"/>
                  <a:pt x="224057" y="31275"/>
                </a:cubicBezTo>
                <a:cubicBezTo>
                  <a:pt x="232941" y="31275"/>
                  <a:pt x="240208" y="33509"/>
                  <a:pt x="245857" y="37976"/>
                </a:cubicBezTo>
                <a:cubicBezTo>
                  <a:pt x="251506" y="42443"/>
                  <a:pt x="255126" y="48785"/>
                  <a:pt x="256718" y="57003"/>
                </a:cubicBezTo>
                <a:lnTo>
                  <a:pt x="243238" y="59160"/>
                </a:lnTo>
                <a:cubicBezTo>
                  <a:pt x="241954" y="53691"/>
                  <a:pt x="239681" y="49576"/>
                  <a:pt x="236421" y="46816"/>
                </a:cubicBezTo>
                <a:cubicBezTo>
                  <a:pt x="233160" y="44055"/>
                  <a:pt x="229218" y="42675"/>
                  <a:pt x="224596" y="42675"/>
                </a:cubicBezTo>
                <a:cubicBezTo>
                  <a:pt x="217612" y="42675"/>
                  <a:pt x="211937" y="45179"/>
                  <a:pt x="207572" y="50186"/>
                </a:cubicBezTo>
                <a:cubicBezTo>
                  <a:pt x="203207" y="55193"/>
                  <a:pt x="201025" y="63114"/>
                  <a:pt x="201025" y="73950"/>
                </a:cubicBezTo>
                <a:cubicBezTo>
                  <a:pt x="201025" y="84940"/>
                  <a:pt x="203130" y="92925"/>
                  <a:pt x="207341" y="97907"/>
                </a:cubicBezTo>
                <a:cubicBezTo>
                  <a:pt x="211552" y="102888"/>
                  <a:pt x="217047" y="105379"/>
                  <a:pt x="223826" y="105379"/>
                </a:cubicBezTo>
                <a:cubicBezTo>
                  <a:pt x="229269" y="105379"/>
                  <a:pt x="233814" y="103703"/>
                  <a:pt x="237460" y="100352"/>
                </a:cubicBezTo>
                <a:cubicBezTo>
                  <a:pt x="241107" y="97001"/>
                  <a:pt x="243417" y="91847"/>
                  <a:pt x="244393" y="84888"/>
                </a:cubicBezTo>
                <a:close/>
                <a:moveTo>
                  <a:pt x="269968" y="114930"/>
                </a:moveTo>
                <a:lnTo>
                  <a:pt x="269968" y="2003"/>
                </a:lnTo>
                <a:lnTo>
                  <a:pt x="283833" y="2003"/>
                </a:lnTo>
                <a:lnTo>
                  <a:pt x="283833" y="66331"/>
                </a:lnTo>
                <a:lnTo>
                  <a:pt x="316648" y="33123"/>
                </a:lnTo>
                <a:lnTo>
                  <a:pt x="334597" y="33123"/>
                </a:lnTo>
                <a:lnTo>
                  <a:pt x="303322" y="63517"/>
                </a:lnTo>
                <a:lnTo>
                  <a:pt x="337755" y="114930"/>
                </a:lnTo>
                <a:lnTo>
                  <a:pt x="320654" y="114930"/>
                </a:lnTo>
                <a:lnTo>
                  <a:pt x="293616" y="73033"/>
                </a:lnTo>
                <a:lnTo>
                  <a:pt x="283833" y="82500"/>
                </a:lnTo>
                <a:lnTo>
                  <a:pt x="283833" y="114930"/>
                </a:lnTo>
                <a:lnTo>
                  <a:pt x="269968" y="114930"/>
                </a:lnTo>
                <a:close/>
                <a:moveTo>
                  <a:pt x="402153" y="104608"/>
                </a:moveTo>
                <a:cubicBezTo>
                  <a:pt x="397018" y="109058"/>
                  <a:pt x="392075" y="112200"/>
                  <a:pt x="387324" y="114033"/>
                </a:cubicBezTo>
                <a:cubicBezTo>
                  <a:pt x="382574" y="115864"/>
                  <a:pt x="377477" y="116779"/>
                  <a:pt x="372034" y="116779"/>
                </a:cubicBezTo>
                <a:cubicBezTo>
                  <a:pt x="363047" y="116779"/>
                  <a:pt x="356140" y="114584"/>
                  <a:pt x="351312" y="110193"/>
                </a:cubicBezTo>
                <a:cubicBezTo>
                  <a:pt x="346485" y="105802"/>
                  <a:pt x="344071" y="100192"/>
                  <a:pt x="344071" y="93362"/>
                </a:cubicBezTo>
                <a:cubicBezTo>
                  <a:pt x="344071" y="89356"/>
                  <a:pt x="344983" y="85697"/>
                  <a:pt x="346806" y="82385"/>
                </a:cubicBezTo>
                <a:cubicBezTo>
                  <a:pt x="348629" y="79072"/>
                  <a:pt x="351017" y="76415"/>
                  <a:pt x="353970" y="74412"/>
                </a:cubicBezTo>
                <a:cubicBezTo>
                  <a:pt x="356923" y="72409"/>
                  <a:pt x="360248" y="70894"/>
                  <a:pt x="363946" y="69867"/>
                </a:cubicBezTo>
                <a:cubicBezTo>
                  <a:pt x="366667" y="69148"/>
                  <a:pt x="370776" y="68455"/>
                  <a:pt x="376270" y="67787"/>
                </a:cubicBezTo>
                <a:cubicBezTo>
                  <a:pt x="387466" y="66452"/>
                  <a:pt x="395708" y="64860"/>
                  <a:pt x="400997" y="63011"/>
                </a:cubicBezTo>
                <a:cubicBezTo>
                  <a:pt x="401049" y="61119"/>
                  <a:pt x="401075" y="59917"/>
                  <a:pt x="401075" y="59405"/>
                </a:cubicBezTo>
                <a:cubicBezTo>
                  <a:pt x="401075" y="53777"/>
                  <a:pt x="399765" y="49813"/>
                  <a:pt x="397146" y="47511"/>
                </a:cubicBezTo>
                <a:cubicBezTo>
                  <a:pt x="393602" y="44390"/>
                  <a:pt x="388339" y="42829"/>
                  <a:pt x="381355" y="42829"/>
                </a:cubicBezTo>
                <a:cubicBezTo>
                  <a:pt x="374833" y="42829"/>
                  <a:pt x="370018" y="43972"/>
                  <a:pt x="366911" y="46257"/>
                </a:cubicBezTo>
                <a:cubicBezTo>
                  <a:pt x="363804" y="48542"/>
                  <a:pt x="361506" y="52587"/>
                  <a:pt x="360017" y="58390"/>
                </a:cubicBezTo>
                <a:lnTo>
                  <a:pt x="346459" y="56541"/>
                </a:lnTo>
                <a:cubicBezTo>
                  <a:pt x="347692" y="50720"/>
                  <a:pt x="349720" y="46020"/>
                  <a:pt x="352545" y="42439"/>
                </a:cubicBezTo>
                <a:cubicBezTo>
                  <a:pt x="355369" y="38859"/>
                  <a:pt x="359452" y="36104"/>
                  <a:pt x="364793" y="34173"/>
                </a:cubicBezTo>
                <a:cubicBezTo>
                  <a:pt x="370134" y="32241"/>
                  <a:pt x="376322" y="31275"/>
                  <a:pt x="383357" y="31275"/>
                </a:cubicBezTo>
                <a:cubicBezTo>
                  <a:pt x="390342" y="31275"/>
                  <a:pt x="396016" y="32100"/>
                  <a:pt x="400381" y="33749"/>
                </a:cubicBezTo>
                <a:cubicBezTo>
                  <a:pt x="404746" y="35397"/>
                  <a:pt x="407956" y="37472"/>
                  <a:pt x="410010" y="39972"/>
                </a:cubicBezTo>
                <a:cubicBezTo>
                  <a:pt x="412064" y="42471"/>
                  <a:pt x="413502" y="45627"/>
                  <a:pt x="414324" y="49442"/>
                </a:cubicBezTo>
                <a:cubicBezTo>
                  <a:pt x="414786" y="51812"/>
                  <a:pt x="415017" y="56070"/>
                  <a:pt x="415017" y="62215"/>
                </a:cubicBezTo>
                <a:lnTo>
                  <a:pt x="415017" y="80649"/>
                </a:lnTo>
                <a:cubicBezTo>
                  <a:pt x="415017" y="93502"/>
                  <a:pt x="415312" y="101643"/>
                  <a:pt x="415903" y="105070"/>
                </a:cubicBezTo>
                <a:cubicBezTo>
                  <a:pt x="416494" y="108498"/>
                  <a:pt x="417662" y="111785"/>
                  <a:pt x="419408" y="114930"/>
                </a:cubicBezTo>
                <a:lnTo>
                  <a:pt x="404926" y="114930"/>
                </a:lnTo>
                <a:cubicBezTo>
                  <a:pt x="403488" y="111989"/>
                  <a:pt x="402564" y="108548"/>
                  <a:pt x="402153" y="104608"/>
                </a:cubicBezTo>
                <a:moveTo>
                  <a:pt x="400997" y="73950"/>
                </a:moveTo>
                <a:cubicBezTo>
                  <a:pt x="395965" y="75994"/>
                  <a:pt x="388416" y="77732"/>
                  <a:pt x="378350" y="79164"/>
                </a:cubicBezTo>
                <a:cubicBezTo>
                  <a:pt x="372650" y="79981"/>
                  <a:pt x="368619" y="80900"/>
                  <a:pt x="366256" y="81923"/>
                </a:cubicBezTo>
                <a:cubicBezTo>
                  <a:pt x="363894" y="82945"/>
                  <a:pt x="362071" y="84440"/>
                  <a:pt x="360787" y="86407"/>
                </a:cubicBezTo>
                <a:cubicBezTo>
                  <a:pt x="359503" y="88375"/>
                  <a:pt x="358861" y="90560"/>
                  <a:pt x="358861" y="92962"/>
                </a:cubicBezTo>
                <a:cubicBezTo>
                  <a:pt x="358861" y="96642"/>
                  <a:pt x="360261" y="99709"/>
                  <a:pt x="363060" y="102163"/>
                </a:cubicBezTo>
                <a:cubicBezTo>
                  <a:pt x="365858" y="104615"/>
                  <a:pt x="369954" y="105841"/>
                  <a:pt x="375346" y="105841"/>
                </a:cubicBezTo>
                <a:cubicBezTo>
                  <a:pt x="380687" y="105841"/>
                  <a:pt x="385437" y="104676"/>
                  <a:pt x="389597" y="102348"/>
                </a:cubicBezTo>
                <a:cubicBezTo>
                  <a:pt x="393757" y="100018"/>
                  <a:pt x="396812" y="96835"/>
                  <a:pt x="398764" y="92798"/>
                </a:cubicBezTo>
                <a:cubicBezTo>
                  <a:pt x="400253" y="89683"/>
                  <a:pt x="400997" y="85086"/>
                  <a:pt x="400997" y="79007"/>
                </a:cubicBezTo>
                <a:lnTo>
                  <a:pt x="400997" y="73950"/>
                </a:lnTo>
                <a:close/>
                <a:moveTo>
                  <a:pt x="433942" y="121709"/>
                </a:moveTo>
                <a:lnTo>
                  <a:pt x="447423" y="123558"/>
                </a:lnTo>
                <a:cubicBezTo>
                  <a:pt x="447988" y="127767"/>
                  <a:pt x="449554" y="130833"/>
                  <a:pt x="452122" y="132756"/>
                </a:cubicBezTo>
                <a:cubicBezTo>
                  <a:pt x="455563" y="135354"/>
                  <a:pt x="460261" y="136653"/>
                  <a:pt x="466218" y="136653"/>
                </a:cubicBezTo>
                <a:cubicBezTo>
                  <a:pt x="472638" y="136653"/>
                  <a:pt x="477593" y="135366"/>
                  <a:pt x="481085" y="132792"/>
                </a:cubicBezTo>
                <a:cubicBezTo>
                  <a:pt x="484578" y="130218"/>
                  <a:pt x="486940" y="126615"/>
                  <a:pt x="488172" y="121984"/>
                </a:cubicBezTo>
                <a:cubicBezTo>
                  <a:pt x="488891" y="119151"/>
                  <a:pt x="489225" y="113205"/>
                  <a:pt x="489174" y="104146"/>
                </a:cubicBezTo>
                <a:cubicBezTo>
                  <a:pt x="483114" y="111336"/>
                  <a:pt x="475565" y="114930"/>
                  <a:pt x="466527" y="114930"/>
                </a:cubicBezTo>
                <a:cubicBezTo>
                  <a:pt x="455280" y="114930"/>
                  <a:pt x="446576" y="110873"/>
                  <a:pt x="440413" y="102759"/>
                </a:cubicBezTo>
                <a:cubicBezTo>
                  <a:pt x="434251" y="94646"/>
                  <a:pt x="431169" y="84914"/>
                  <a:pt x="431169" y="73565"/>
                </a:cubicBezTo>
                <a:cubicBezTo>
                  <a:pt x="431169" y="65759"/>
                  <a:pt x="432582" y="58556"/>
                  <a:pt x="435406" y="51957"/>
                </a:cubicBezTo>
                <a:cubicBezTo>
                  <a:pt x="438231" y="45358"/>
                  <a:pt x="442326" y="40262"/>
                  <a:pt x="447693" y="36667"/>
                </a:cubicBezTo>
                <a:cubicBezTo>
                  <a:pt x="453059" y="33072"/>
                  <a:pt x="459363" y="31275"/>
                  <a:pt x="466604" y="31275"/>
                </a:cubicBezTo>
                <a:cubicBezTo>
                  <a:pt x="476258" y="31275"/>
                  <a:pt x="484218" y="35229"/>
                  <a:pt x="490483" y="43137"/>
                </a:cubicBezTo>
                <a:lnTo>
                  <a:pt x="490483" y="33123"/>
                </a:lnTo>
                <a:lnTo>
                  <a:pt x="503270" y="33123"/>
                </a:lnTo>
                <a:lnTo>
                  <a:pt x="503270" y="103886"/>
                </a:lnTo>
                <a:cubicBezTo>
                  <a:pt x="503270" y="116630"/>
                  <a:pt x="501974" y="125661"/>
                  <a:pt x="499380" y="130979"/>
                </a:cubicBezTo>
                <a:cubicBezTo>
                  <a:pt x="496787" y="136298"/>
                  <a:pt x="492679" y="140498"/>
                  <a:pt x="487055" y="143581"/>
                </a:cubicBezTo>
                <a:cubicBezTo>
                  <a:pt x="481432" y="146666"/>
                  <a:pt x="474512" y="148208"/>
                  <a:pt x="466296" y="148208"/>
                </a:cubicBezTo>
                <a:cubicBezTo>
                  <a:pt x="456538" y="148208"/>
                  <a:pt x="448655" y="146006"/>
                  <a:pt x="442647" y="141602"/>
                </a:cubicBezTo>
                <a:cubicBezTo>
                  <a:pt x="436639" y="137199"/>
                  <a:pt x="433737" y="130568"/>
                  <a:pt x="433942" y="121709"/>
                </a:cubicBezTo>
                <a:moveTo>
                  <a:pt x="445420" y="72566"/>
                </a:moveTo>
                <a:cubicBezTo>
                  <a:pt x="445420" y="83271"/>
                  <a:pt x="447551" y="91083"/>
                  <a:pt x="451814" y="96000"/>
                </a:cubicBezTo>
                <a:cubicBezTo>
                  <a:pt x="456076" y="100917"/>
                  <a:pt x="461417" y="103376"/>
                  <a:pt x="467836" y="103376"/>
                </a:cubicBezTo>
                <a:cubicBezTo>
                  <a:pt x="474204" y="103376"/>
                  <a:pt x="479545" y="100930"/>
                  <a:pt x="483859" y="96039"/>
                </a:cubicBezTo>
                <a:cubicBezTo>
                  <a:pt x="488172" y="91147"/>
                  <a:pt x="490329" y="83476"/>
                  <a:pt x="490329" y="73025"/>
                </a:cubicBezTo>
                <a:cubicBezTo>
                  <a:pt x="490329" y="63037"/>
                  <a:pt x="488108" y="55507"/>
                  <a:pt x="483666" y="50436"/>
                </a:cubicBezTo>
                <a:cubicBezTo>
                  <a:pt x="479224" y="45365"/>
                  <a:pt x="473870" y="42829"/>
                  <a:pt x="467605" y="42829"/>
                </a:cubicBezTo>
                <a:cubicBezTo>
                  <a:pt x="461443" y="42829"/>
                  <a:pt x="456204" y="45326"/>
                  <a:pt x="451891" y="50321"/>
                </a:cubicBezTo>
                <a:cubicBezTo>
                  <a:pt x="447577" y="55315"/>
                  <a:pt x="445420" y="62730"/>
                  <a:pt x="445420" y="72566"/>
                </a:cubicBezTo>
                <a:close/>
                <a:moveTo>
                  <a:pt x="580201" y="88432"/>
                </a:moveTo>
                <a:lnTo>
                  <a:pt x="594529" y="90280"/>
                </a:lnTo>
                <a:cubicBezTo>
                  <a:pt x="592269" y="98675"/>
                  <a:pt x="588084" y="105191"/>
                  <a:pt x="581972" y="109827"/>
                </a:cubicBezTo>
                <a:cubicBezTo>
                  <a:pt x="575861" y="114462"/>
                  <a:pt x="568056" y="116779"/>
                  <a:pt x="558555" y="116779"/>
                </a:cubicBezTo>
                <a:cubicBezTo>
                  <a:pt x="546590" y="116779"/>
                  <a:pt x="537102" y="113095"/>
                  <a:pt x="530092" y="105725"/>
                </a:cubicBezTo>
                <a:cubicBezTo>
                  <a:pt x="523082" y="98356"/>
                  <a:pt x="519577" y="88021"/>
                  <a:pt x="519577" y="74720"/>
                </a:cubicBezTo>
                <a:cubicBezTo>
                  <a:pt x="519577" y="60957"/>
                  <a:pt x="523121" y="50276"/>
                  <a:pt x="530208" y="42675"/>
                </a:cubicBezTo>
                <a:cubicBezTo>
                  <a:pt x="537294" y="35075"/>
                  <a:pt x="546487" y="31275"/>
                  <a:pt x="557785" y="31275"/>
                </a:cubicBezTo>
                <a:cubicBezTo>
                  <a:pt x="568723" y="31275"/>
                  <a:pt x="577659" y="34992"/>
                  <a:pt x="584592" y="42427"/>
                </a:cubicBezTo>
                <a:cubicBezTo>
                  <a:pt x="591524" y="49861"/>
                  <a:pt x="594991" y="60319"/>
                  <a:pt x="594991" y="73803"/>
                </a:cubicBezTo>
                <a:cubicBezTo>
                  <a:pt x="594991" y="74623"/>
                  <a:pt x="594965" y="75853"/>
                  <a:pt x="594914" y="77493"/>
                </a:cubicBezTo>
                <a:lnTo>
                  <a:pt x="533905" y="77493"/>
                </a:lnTo>
                <a:cubicBezTo>
                  <a:pt x="534419" y="86506"/>
                  <a:pt x="536961" y="93407"/>
                  <a:pt x="541531" y="98195"/>
                </a:cubicBezTo>
                <a:cubicBezTo>
                  <a:pt x="546102" y="102984"/>
                  <a:pt x="551802" y="105379"/>
                  <a:pt x="558632" y="105379"/>
                </a:cubicBezTo>
                <a:cubicBezTo>
                  <a:pt x="563716" y="105379"/>
                  <a:pt x="568056" y="104031"/>
                  <a:pt x="571650" y="101337"/>
                </a:cubicBezTo>
                <a:cubicBezTo>
                  <a:pt x="575245" y="98641"/>
                  <a:pt x="578095" y="94339"/>
                  <a:pt x="580201" y="88432"/>
                </a:cubicBezTo>
                <a:moveTo>
                  <a:pt x="534675" y="66093"/>
                </a:moveTo>
                <a:lnTo>
                  <a:pt x="580355" y="66093"/>
                </a:lnTo>
                <a:cubicBezTo>
                  <a:pt x="579739" y="59234"/>
                  <a:pt x="577993" y="54089"/>
                  <a:pt x="575117" y="50660"/>
                </a:cubicBezTo>
                <a:cubicBezTo>
                  <a:pt x="570700" y="45337"/>
                  <a:pt x="564974" y="42675"/>
                  <a:pt x="557939" y="42675"/>
                </a:cubicBezTo>
                <a:cubicBezTo>
                  <a:pt x="551571" y="42675"/>
                  <a:pt x="546217" y="44800"/>
                  <a:pt x="541878" y="49050"/>
                </a:cubicBezTo>
                <a:cubicBezTo>
                  <a:pt x="537538" y="53297"/>
                  <a:pt x="535138" y="58979"/>
                  <a:pt x="534675" y="66093"/>
                </a:cubicBezTo>
                <a:close/>
                <a:moveTo>
                  <a:pt x="670711" y="114930"/>
                </a:moveTo>
                <a:lnTo>
                  <a:pt x="645676" y="33123"/>
                </a:lnTo>
                <a:lnTo>
                  <a:pt x="660004" y="33123"/>
                </a:lnTo>
                <a:lnTo>
                  <a:pt x="673022" y="80336"/>
                </a:lnTo>
                <a:lnTo>
                  <a:pt x="677875" y="97907"/>
                </a:lnTo>
                <a:cubicBezTo>
                  <a:pt x="678080" y="97035"/>
                  <a:pt x="679492" y="91417"/>
                  <a:pt x="682111" y="81054"/>
                </a:cubicBezTo>
                <a:lnTo>
                  <a:pt x="695130" y="33123"/>
                </a:lnTo>
                <a:lnTo>
                  <a:pt x="709380" y="33123"/>
                </a:lnTo>
                <a:lnTo>
                  <a:pt x="721628" y="80565"/>
                </a:lnTo>
                <a:lnTo>
                  <a:pt x="725711" y="96212"/>
                </a:lnTo>
                <a:lnTo>
                  <a:pt x="730410" y="80418"/>
                </a:lnTo>
                <a:lnTo>
                  <a:pt x="744430" y="33123"/>
                </a:lnTo>
                <a:lnTo>
                  <a:pt x="757910" y="33123"/>
                </a:lnTo>
                <a:lnTo>
                  <a:pt x="732336" y="114930"/>
                </a:lnTo>
                <a:lnTo>
                  <a:pt x="717931" y="114930"/>
                </a:lnTo>
                <a:lnTo>
                  <a:pt x="704913" y="65912"/>
                </a:lnTo>
                <a:lnTo>
                  <a:pt x="701754" y="51996"/>
                </a:lnTo>
                <a:lnTo>
                  <a:pt x="685193" y="114930"/>
                </a:lnTo>
                <a:lnTo>
                  <a:pt x="670711" y="114930"/>
                </a:lnTo>
                <a:close/>
                <a:moveTo>
                  <a:pt x="769592" y="17871"/>
                </a:moveTo>
                <a:lnTo>
                  <a:pt x="769592" y="2003"/>
                </a:lnTo>
                <a:lnTo>
                  <a:pt x="783458" y="2003"/>
                </a:lnTo>
                <a:lnTo>
                  <a:pt x="783458" y="17871"/>
                </a:lnTo>
                <a:lnTo>
                  <a:pt x="769592" y="17871"/>
                </a:lnTo>
                <a:moveTo>
                  <a:pt x="769592" y="114930"/>
                </a:moveTo>
                <a:lnTo>
                  <a:pt x="769592" y="33123"/>
                </a:lnTo>
                <a:lnTo>
                  <a:pt x="783458" y="33123"/>
                </a:lnTo>
                <a:lnTo>
                  <a:pt x="783458" y="114930"/>
                </a:lnTo>
                <a:lnTo>
                  <a:pt x="769592" y="114930"/>
                </a:lnTo>
                <a:close/>
                <a:moveTo>
                  <a:pt x="834811" y="102528"/>
                </a:moveTo>
                <a:lnTo>
                  <a:pt x="836814" y="114776"/>
                </a:lnTo>
                <a:cubicBezTo>
                  <a:pt x="832911" y="115598"/>
                  <a:pt x="829419" y="116009"/>
                  <a:pt x="826338" y="116009"/>
                </a:cubicBezTo>
                <a:cubicBezTo>
                  <a:pt x="821305" y="116009"/>
                  <a:pt x="817402" y="115213"/>
                  <a:pt x="814629" y="113621"/>
                </a:cubicBezTo>
                <a:cubicBezTo>
                  <a:pt x="811856" y="112029"/>
                  <a:pt x="809904" y="109936"/>
                  <a:pt x="808775" y="107343"/>
                </a:cubicBezTo>
                <a:cubicBezTo>
                  <a:pt x="807645" y="104749"/>
                  <a:pt x="807080" y="99293"/>
                  <a:pt x="807080" y="90974"/>
                </a:cubicBezTo>
                <a:lnTo>
                  <a:pt x="807080" y="43908"/>
                </a:lnTo>
                <a:lnTo>
                  <a:pt x="796912" y="43908"/>
                </a:lnTo>
                <a:lnTo>
                  <a:pt x="796912" y="33123"/>
                </a:lnTo>
                <a:lnTo>
                  <a:pt x="807080" y="33123"/>
                </a:lnTo>
                <a:lnTo>
                  <a:pt x="807080" y="12864"/>
                </a:lnTo>
                <a:lnTo>
                  <a:pt x="820869" y="4545"/>
                </a:lnTo>
                <a:lnTo>
                  <a:pt x="820869" y="33123"/>
                </a:lnTo>
                <a:lnTo>
                  <a:pt x="834811" y="33123"/>
                </a:lnTo>
                <a:lnTo>
                  <a:pt x="834811" y="43908"/>
                </a:lnTo>
                <a:lnTo>
                  <a:pt x="820869" y="43908"/>
                </a:lnTo>
                <a:lnTo>
                  <a:pt x="820869" y="91744"/>
                </a:lnTo>
                <a:cubicBezTo>
                  <a:pt x="820869" y="95698"/>
                  <a:pt x="821112" y="98240"/>
                  <a:pt x="821600" y="99370"/>
                </a:cubicBezTo>
                <a:cubicBezTo>
                  <a:pt x="822088" y="100500"/>
                  <a:pt x="822884" y="101399"/>
                  <a:pt x="823988" y="102066"/>
                </a:cubicBezTo>
                <a:cubicBezTo>
                  <a:pt x="825092" y="102734"/>
                  <a:pt x="826672" y="103068"/>
                  <a:pt x="828726" y="103068"/>
                </a:cubicBezTo>
                <a:cubicBezTo>
                  <a:pt x="830266" y="103068"/>
                  <a:pt x="832295" y="102888"/>
                  <a:pt x="834811" y="102528"/>
                </a:cubicBezTo>
                <a:close/>
                <a:moveTo>
                  <a:pt x="848237" y="114930"/>
                </a:moveTo>
                <a:lnTo>
                  <a:pt x="848237" y="2003"/>
                </a:lnTo>
                <a:lnTo>
                  <a:pt x="862103" y="2003"/>
                </a:lnTo>
                <a:lnTo>
                  <a:pt x="862103" y="42593"/>
                </a:lnTo>
                <a:cubicBezTo>
                  <a:pt x="868574" y="35048"/>
                  <a:pt x="876739" y="31275"/>
                  <a:pt x="886599" y="31275"/>
                </a:cubicBezTo>
                <a:cubicBezTo>
                  <a:pt x="892659" y="31275"/>
                  <a:pt x="897922" y="32469"/>
                  <a:pt x="902390" y="34857"/>
                </a:cubicBezTo>
                <a:cubicBezTo>
                  <a:pt x="906858" y="37245"/>
                  <a:pt x="910055" y="40544"/>
                  <a:pt x="911981" y="44755"/>
                </a:cubicBezTo>
                <a:cubicBezTo>
                  <a:pt x="913906" y="48966"/>
                  <a:pt x="914869" y="55077"/>
                  <a:pt x="914869" y="63088"/>
                </a:cubicBezTo>
                <a:lnTo>
                  <a:pt x="914869" y="114930"/>
                </a:lnTo>
                <a:lnTo>
                  <a:pt x="901004" y="114930"/>
                </a:lnTo>
                <a:lnTo>
                  <a:pt x="901004" y="63144"/>
                </a:lnTo>
                <a:cubicBezTo>
                  <a:pt x="901004" y="56219"/>
                  <a:pt x="899502" y="51179"/>
                  <a:pt x="896497" y="48024"/>
                </a:cubicBezTo>
                <a:cubicBezTo>
                  <a:pt x="893493" y="44869"/>
                  <a:pt x="889244" y="43291"/>
                  <a:pt x="883749" y="43291"/>
                </a:cubicBezTo>
                <a:cubicBezTo>
                  <a:pt x="879640" y="43291"/>
                  <a:pt x="875776" y="44356"/>
                  <a:pt x="872156" y="46486"/>
                </a:cubicBezTo>
                <a:cubicBezTo>
                  <a:pt x="868535" y="48614"/>
                  <a:pt x="865955" y="51499"/>
                  <a:pt x="864414" y="55142"/>
                </a:cubicBezTo>
                <a:cubicBezTo>
                  <a:pt x="862873" y="58784"/>
                  <a:pt x="862103" y="63811"/>
                  <a:pt x="862103" y="70223"/>
                </a:cubicBezTo>
                <a:lnTo>
                  <a:pt x="862103" y="114930"/>
                </a:lnTo>
                <a:lnTo>
                  <a:pt x="848237" y="114930"/>
                </a:lnTo>
                <a:close/>
                <a:moveTo>
                  <a:pt x="977186" y="116933"/>
                </a:moveTo>
                <a:lnTo>
                  <a:pt x="983845" y="84118"/>
                </a:lnTo>
                <a:lnTo>
                  <a:pt x="970870" y="84118"/>
                </a:lnTo>
                <a:lnTo>
                  <a:pt x="970870" y="72563"/>
                </a:lnTo>
                <a:lnTo>
                  <a:pt x="986189" y="72563"/>
                </a:lnTo>
                <a:lnTo>
                  <a:pt x="991878" y="44524"/>
                </a:lnTo>
                <a:lnTo>
                  <a:pt x="970870" y="44524"/>
                </a:lnTo>
                <a:lnTo>
                  <a:pt x="970870" y="32969"/>
                </a:lnTo>
                <a:lnTo>
                  <a:pt x="994222" y="32969"/>
                </a:lnTo>
                <a:lnTo>
                  <a:pt x="1000912" y="0"/>
                </a:lnTo>
                <a:lnTo>
                  <a:pt x="1012466" y="0"/>
                </a:lnTo>
                <a:lnTo>
                  <a:pt x="1005777" y="32969"/>
                </a:lnTo>
                <a:lnTo>
                  <a:pt x="1030042" y="32969"/>
                </a:lnTo>
                <a:lnTo>
                  <a:pt x="1036731" y="0"/>
                </a:lnTo>
                <a:lnTo>
                  <a:pt x="1048363" y="0"/>
                </a:lnTo>
                <a:lnTo>
                  <a:pt x="1041652" y="32969"/>
                </a:lnTo>
                <a:lnTo>
                  <a:pt x="1054988" y="32969"/>
                </a:lnTo>
                <a:lnTo>
                  <a:pt x="1054988" y="44524"/>
                </a:lnTo>
                <a:lnTo>
                  <a:pt x="1039300" y="44524"/>
                </a:lnTo>
                <a:lnTo>
                  <a:pt x="1033592" y="72563"/>
                </a:lnTo>
                <a:lnTo>
                  <a:pt x="1054988" y="72563"/>
                </a:lnTo>
                <a:lnTo>
                  <a:pt x="1054988" y="84118"/>
                </a:lnTo>
                <a:lnTo>
                  <a:pt x="1031240" y="84118"/>
                </a:lnTo>
                <a:lnTo>
                  <a:pt x="1024560" y="116933"/>
                </a:lnTo>
                <a:lnTo>
                  <a:pt x="1013006" y="116933"/>
                </a:lnTo>
                <a:lnTo>
                  <a:pt x="1019664" y="84118"/>
                </a:lnTo>
                <a:lnTo>
                  <a:pt x="995399" y="84118"/>
                </a:lnTo>
                <a:lnTo>
                  <a:pt x="988741" y="116933"/>
                </a:lnTo>
                <a:lnTo>
                  <a:pt x="977186" y="116933"/>
                </a:lnTo>
                <a:moveTo>
                  <a:pt x="997744" y="72563"/>
                </a:moveTo>
                <a:lnTo>
                  <a:pt x="1022009" y="72563"/>
                </a:lnTo>
                <a:lnTo>
                  <a:pt x="1027697" y="44524"/>
                </a:lnTo>
                <a:lnTo>
                  <a:pt x="1003432" y="44524"/>
                </a:lnTo>
                <a:lnTo>
                  <a:pt x="997744" y="7256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Text Downloads">
            <a:extLst xmlns:a="http://schemas.openxmlformats.org/drawingml/2006/main">
              <a:ext uri="{FF2B5EF4-FFF2-40B4-BE49-F238E27FC236}">
                <a16:creationId xmlns:a16="http://schemas.microsoft.com/office/drawing/2014/main" id="{FC9799EB-4A05-45F1-9A3B-FDF8A9028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40" y="1955060"/>
            <a:ext cx="762023" cy="114776"/>
          </a:xfrm>
          <a:custGeom xmlns:a="http://schemas.openxmlformats.org/drawingml/2006/main">
            <a:pathLst>
              <a:path w="762023" h="114776">
                <a:moveTo>
                  <a:pt x="0" y="112928"/>
                </a:moveTo>
                <a:lnTo>
                  <a:pt x="0" y="0"/>
                </a:lnTo>
                <a:lnTo>
                  <a:pt x="38901" y="0"/>
                </a:lnTo>
                <a:cubicBezTo>
                  <a:pt x="47682" y="0"/>
                  <a:pt x="54384" y="539"/>
                  <a:pt x="59006" y="1618"/>
                </a:cubicBezTo>
                <a:cubicBezTo>
                  <a:pt x="65476" y="3107"/>
                  <a:pt x="70997" y="5803"/>
                  <a:pt x="75568" y="9706"/>
                </a:cubicBezTo>
                <a:cubicBezTo>
                  <a:pt x="81525" y="14739"/>
                  <a:pt x="85980" y="21171"/>
                  <a:pt x="88932" y="29002"/>
                </a:cubicBezTo>
                <a:cubicBezTo>
                  <a:pt x="91885" y="36834"/>
                  <a:pt x="93362" y="45782"/>
                  <a:pt x="93362" y="55848"/>
                </a:cubicBezTo>
                <a:cubicBezTo>
                  <a:pt x="93362" y="64424"/>
                  <a:pt x="92360" y="72024"/>
                  <a:pt x="90357" y="78649"/>
                </a:cubicBezTo>
                <a:cubicBezTo>
                  <a:pt x="88355" y="85273"/>
                  <a:pt x="85787" y="90755"/>
                  <a:pt x="82654" y="95095"/>
                </a:cubicBezTo>
                <a:cubicBezTo>
                  <a:pt x="79522" y="99434"/>
                  <a:pt x="76094" y="102849"/>
                  <a:pt x="72371" y="105340"/>
                </a:cubicBezTo>
                <a:cubicBezTo>
                  <a:pt x="68648" y="107831"/>
                  <a:pt x="64154" y="109718"/>
                  <a:pt x="58890" y="111002"/>
                </a:cubicBezTo>
                <a:cubicBezTo>
                  <a:pt x="53626" y="112286"/>
                  <a:pt x="47580" y="112928"/>
                  <a:pt x="40749" y="112928"/>
                </a:cubicBezTo>
                <a:lnTo>
                  <a:pt x="0" y="112928"/>
                </a:lnTo>
                <a:moveTo>
                  <a:pt x="14944" y="99524"/>
                </a:moveTo>
                <a:lnTo>
                  <a:pt x="39055" y="99524"/>
                </a:lnTo>
                <a:cubicBezTo>
                  <a:pt x="46501" y="99524"/>
                  <a:pt x="52343" y="98833"/>
                  <a:pt x="56579" y="97449"/>
                </a:cubicBezTo>
                <a:cubicBezTo>
                  <a:pt x="60816" y="96064"/>
                  <a:pt x="64193" y="94116"/>
                  <a:pt x="66709" y="91604"/>
                </a:cubicBezTo>
                <a:cubicBezTo>
                  <a:pt x="70252" y="88067"/>
                  <a:pt x="73013" y="83313"/>
                  <a:pt x="74990" y="77342"/>
                </a:cubicBezTo>
                <a:cubicBezTo>
                  <a:pt x="76967" y="71369"/>
                  <a:pt x="77955" y="64128"/>
                  <a:pt x="77955" y="55619"/>
                </a:cubicBezTo>
                <a:cubicBezTo>
                  <a:pt x="77955" y="43828"/>
                  <a:pt x="76017" y="34768"/>
                  <a:pt x="72140" y="28437"/>
                </a:cubicBezTo>
                <a:cubicBezTo>
                  <a:pt x="68262" y="22106"/>
                  <a:pt x="63551" y="17863"/>
                  <a:pt x="58004" y="15710"/>
                </a:cubicBezTo>
                <a:cubicBezTo>
                  <a:pt x="53999" y="14172"/>
                  <a:pt x="47554" y="13403"/>
                  <a:pt x="38670" y="13403"/>
                </a:cubicBezTo>
                <a:lnTo>
                  <a:pt x="14944" y="13403"/>
                </a:lnTo>
                <a:lnTo>
                  <a:pt x="14944" y="99524"/>
                </a:lnTo>
                <a:close/>
                <a:moveTo>
                  <a:pt x="106969" y="72024"/>
                </a:moveTo>
                <a:cubicBezTo>
                  <a:pt x="106969" y="56875"/>
                  <a:pt x="111180" y="45654"/>
                  <a:pt x="119603" y="38361"/>
                </a:cubicBezTo>
                <a:cubicBezTo>
                  <a:pt x="126638" y="32302"/>
                  <a:pt x="135214" y="29272"/>
                  <a:pt x="145331" y="29272"/>
                </a:cubicBezTo>
                <a:cubicBezTo>
                  <a:pt x="156577" y="29272"/>
                  <a:pt x="165770" y="32956"/>
                  <a:pt x="172908" y="40326"/>
                </a:cubicBezTo>
                <a:cubicBezTo>
                  <a:pt x="180046" y="47695"/>
                  <a:pt x="183615" y="57876"/>
                  <a:pt x="183615" y="70869"/>
                </a:cubicBezTo>
                <a:cubicBezTo>
                  <a:pt x="183615" y="81396"/>
                  <a:pt x="182036" y="89677"/>
                  <a:pt x="178878" y="95711"/>
                </a:cubicBezTo>
                <a:cubicBezTo>
                  <a:pt x="175720" y="101745"/>
                  <a:pt x="171124" y="106431"/>
                  <a:pt x="165089" y="109769"/>
                </a:cubicBezTo>
                <a:cubicBezTo>
                  <a:pt x="159055" y="113107"/>
                  <a:pt x="152469" y="114776"/>
                  <a:pt x="145331" y="114776"/>
                </a:cubicBezTo>
                <a:cubicBezTo>
                  <a:pt x="133879" y="114776"/>
                  <a:pt x="124622" y="111105"/>
                  <a:pt x="117561" y="103761"/>
                </a:cubicBezTo>
                <a:cubicBezTo>
                  <a:pt x="110500" y="96417"/>
                  <a:pt x="106969" y="85838"/>
                  <a:pt x="106969" y="72024"/>
                </a:cubicBezTo>
                <a:moveTo>
                  <a:pt x="121220" y="72063"/>
                </a:moveTo>
                <a:cubicBezTo>
                  <a:pt x="121220" y="82526"/>
                  <a:pt x="123505" y="90361"/>
                  <a:pt x="128076" y="95567"/>
                </a:cubicBezTo>
                <a:cubicBezTo>
                  <a:pt x="132646" y="100773"/>
                  <a:pt x="138398" y="103376"/>
                  <a:pt x="145331" y="103376"/>
                </a:cubicBezTo>
                <a:cubicBezTo>
                  <a:pt x="152212" y="103376"/>
                  <a:pt x="157938" y="100760"/>
                  <a:pt x="162509" y="95528"/>
                </a:cubicBezTo>
                <a:cubicBezTo>
                  <a:pt x="167079" y="90297"/>
                  <a:pt x="169365" y="82321"/>
                  <a:pt x="169365" y="71600"/>
                </a:cubicBezTo>
                <a:cubicBezTo>
                  <a:pt x="169365" y="61497"/>
                  <a:pt x="167067" y="53842"/>
                  <a:pt x="162470" y="48636"/>
                </a:cubicBezTo>
                <a:cubicBezTo>
                  <a:pt x="157874" y="43429"/>
                  <a:pt x="152161" y="40826"/>
                  <a:pt x="145331" y="40826"/>
                </a:cubicBezTo>
                <a:cubicBezTo>
                  <a:pt x="138398" y="40826"/>
                  <a:pt x="132646" y="43417"/>
                  <a:pt x="128076" y="48597"/>
                </a:cubicBezTo>
                <a:cubicBezTo>
                  <a:pt x="123505" y="53777"/>
                  <a:pt x="121220" y="61599"/>
                  <a:pt x="121220" y="72063"/>
                </a:cubicBezTo>
                <a:close/>
                <a:moveTo>
                  <a:pt x="214943" y="112928"/>
                </a:moveTo>
                <a:lnTo>
                  <a:pt x="189908" y="31121"/>
                </a:lnTo>
                <a:lnTo>
                  <a:pt x="204236" y="31121"/>
                </a:lnTo>
                <a:lnTo>
                  <a:pt x="217254" y="78333"/>
                </a:lnTo>
                <a:lnTo>
                  <a:pt x="222107" y="95904"/>
                </a:lnTo>
                <a:cubicBezTo>
                  <a:pt x="222313" y="95032"/>
                  <a:pt x="223725" y="89415"/>
                  <a:pt x="226344" y="79051"/>
                </a:cubicBezTo>
                <a:lnTo>
                  <a:pt x="239362" y="31121"/>
                </a:lnTo>
                <a:lnTo>
                  <a:pt x="253613" y="31121"/>
                </a:lnTo>
                <a:lnTo>
                  <a:pt x="265861" y="78562"/>
                </a:lnTo>
                <a:lnTo>
                  <a:pt x="269944" y="94209"/>
                </a:lnTo>
                <a:lnTo>
                  <a:pt x="274642" y="78415"/>
                </a:lnTo>
                <a:lnTo>
                  <a:pt x="288662" y="31121"/>
                </a:lnTo>
                <a:lnTo>
                  <a:pt x="302143" y="31121"/>
                </a:lnTo>
                <a:lnTo>
                  <a:pt x="276568" y="112928"/>
                </a:lnTo>
                <a:lnTo>
                  <a:pt x="262163" y="112928"/>
                </a:lnTo>
                <a:lnTo>
                  <a:pt x="249145" y="63909"/>
                </a:lnTo>
                <a:lnTo>
                  <a:pt x="245987" y="49993"/>
                </a:lnTo>
                <a:lnTo>
                  <a:pt x="229425" y="112928"/>
                </a:lnTo>
                <a:lnTo>
                  <a:pt x="214943" y="112928"/>
                </a:lnTo>
                <a:close/>
                <a:moveTo>
                  <a:pt x="313747" y="112928"/>
                </a:moveTo>
                <a:lnTo>
                  <a:pt x="313747" y="31121"/>
                </a:lnTo>
                <a:lnTo>
                  <a:pt x="326226" y="31121"/>
                </a:lnTo>
                <a:lnTo>
                  <a:pt x="326226" y="42752"/>
                </a:lnTo>
                <a:cubicBezTo>
                  <a:pt x="332235" y="33765"/>
                  <a:pt x="340914" y="29272"/>
                  <a:pt x="352263" y="29272"/>
                </a:cubicBezTo>
                <a:cubicBezTo>
                  <a:pt x="357193" y="29272"/>
                  <a:pt x="361725" y="30158"/>
                  <a:pt x="365859" y="31929"/>
                </a:cubicBezTo>
                <a:cubicBezTo>
                  <a:pt x="369993" y="33701"/>
                  <a:pt x="373087" y="36025"/>
                  <a:pt x="375141" y="38901"/>
                </a:cubicBezTo>
                <a:cubicBezTo>
                  <a:pt x="377195" y="41777"/>
                  <a:pt x="378633" y="45192"/>
                  <a:pt x="379455" y="49146"/>
                </a:cubicBezTo>
                <a:cubicBezTo>
                  <a:pt x="379969" y="51714"/>
                  <a:pt x="380225" y="56207"/>
                  <a:pt x="380225" y="62626"/>
                </a:cubicBezTo>
                <a:lnTo>
                  <a:pt x="380225" y="112928"/>
                </a:lnTo>
                <a:lnTo>
                  <a:pt x="366360" y="112928"/>
                </a:lnTo>
                <a:lnTo>
                  <a:pt x="366360" y="63166"/>
                </a:lnTo>
                <a:cubicBezTo>
                  <a:pt x="366360" y="57517"/>
                  <a:pt x="365820" y="53293"/>
                  <a:pt x="364742" y="50494"/>
                </a:cubicBezTo>
                <a:cubicBezTo>
                  <a:pt x="363664" y="47695"/>
                  <a:pt x="361751" y="45461"/>
                  <a:pt x="359003" y="43792"/>
                </a:cubicBezTo>
                <a:cubicBezTo>
                  <a:pt x="356256" y="42123"/>
                  <a:pt x="353033" y="41289"/>
                  <a:pt x="349336" y="41289"/>
                </a:cubicBezTo>
                <a:cubicBezTo>
                  <a:pt x="343430" y="41289"/>
                  <a:pt x="338333" y="43163"/>
                  <a:pt x="334045" y="46912"/>
                </a:cubicBezTo>
                <a:cubicBezTo>
                  <a:pt x="329757" y="50661"/>
                  <a:pt x="327613" y="57773"/>
                  <a:pt x="327613" y="68250"/>
                </a:cubicBezTo>
                <a:lnTo>
                  <a:pt x="327613" y="112928"/>
                </a:lnTo>
                <a:lnTo>
                  <a:pt x="313747" y="112928"/>
                </a:lnTo>
                <a:close/>
                <a:moveTo>
                  <a:pt x="401154" y="112928"/>
                </a:moveTo>
                <a:lnTo>
                  <a:pt x="401154" y="0"/>
                </a:lnTo>
                <a:lnTo>
                  <a:pt x="415019" y="0"/>
                </a:lnTo>
                <a:lnTo>
                  <a:pt x="415019" y="112928"/>
                </a:lnTo>
                <a:lnTo>
                  <a:pt x="401154" y="112928"/>
                </a:lnTo>
                <a:close/>
                <a:moveTo>
                  <a:pt x="431323" y="72024"/>
                </a:moveTo>
                <a:cubicBezTo>
                  <a:pt x="431323" y="56875"/>
                  <a:pt x="435534" y="45654"/>
                  <a:pt x="443957" y="38361"/>
                </a:cubicBezTo>
                <a:cubicBezTo>
                  <a:pt x="450992" y="32302"/>
                  <a:pt x="459568" y="29272"/>
                  <a:pt x="469685" y="29272"/>
                </a:cubicBezTo>
                <a:cubicBezTo>
                  <a:pt x="480931" y="29272"/>
                  <a:pt x="490124" y="32956"/>
                  <a:pt x="497262" y="40326"/>
                </a:cubicBezTo>
                <a:cubicBezTo>
                  <a:pt x="504400" y="47695"/>
                  <a:pt x="507969" y="57876"/>
                  <a:pt x="507969" y="70869"/>
                </a:cubicBezTo>
                <a:cubicBezTo>
                  <a:pt x="507969" y="81396"/>
                  <a:pt x="506390" y="89677"/>
                  <a:pt x="503232" y="95711"/>
                </a:cubicBezTo>
                <a:cubicBezTo>
                  <a:pt x="500074" y="101745"/>
                  <a:pt x="495477" y="106431"/>
                  <a:pt x="489443" y="109769"/>
                </a:cubicBezTo>
                <a:cubicBezTo>
                  <a:pt x="483409" y="113107"/>
                  <a:pt x="476823" y="114776"/>
                  <a:pt x="469685" y="114776"/>
                </a:cubicBezTo>
                <a:cubicBezTo>
                  <a:pt x="458233" y="114776"/>
                  <a:pt x="448976" y="111105"/>
                  <a:pt x="441915" y="103761"/>
                </a:cubicBezTo>
                <a:cubicBezTo>
                  <a:pt x="434854" y="96417"/>
                  <a:pt x="431323" y="85838"/>
                  <a:pt x="431323" y="72024"/>
                </a:cubicBezTo>
                <a:moveTo>
                  <a:pt x="445574" y="72063"/>
                </a:moveTo>
                <a:cubicBezTo>
                  <a:pt x="445574" y="82526"/>
                  <a:pt x="447859" y="90361"/>
                  <a:pt x="452430" y="95567"/>
                </a:cubicBezTo>
                <a:cubicBezTo>
                  <a:pt x="457000" y="100773"/>
                  <a:pt x="462752" y="103376"/>
                  <a:pt x="469685" y="103376"/>
                </a:cubicBezTo>
                <a:cubicBezTo>
                  <a:pt x="476566" y="103376"/>
                  <a:pt x="482292" y="100760"/>
                  <a:pt x="486863" y="95528"/>
                </a:cubicBezTo>
                <a:cubicBezTo>
                  <a:pt x="491433" y="90297"/>
                  <a:pt x="493719" y="82321"/>
                  <a:pt x="493719" y="71600"/>
                </a:cubicBezTo>
                <a:cubicBezTo>
                  <a:pt x="493719" y="61497"/>
                  <a:pt x="491421" y="53842"/>
                  <a:pt x="486824" y="48636"/>
                </a:cubicBezTo>
                <a:cubicBezTo>
                  <a:pt x="482228" y="43429"/>
                  <a:pt x="476515" y="40826"/>
                  <a:pt x="469685" y="40826"/>
                </a:cubicBezTo>
                <a:cubicBezTo>
                  <a:pt x="462752" y="40826"/>
                  <a:pt x="457000" y="43417"/>
                  <a:pt x="452430" y="48597"/>
                </a:cubicBezTo>
                <a:cubicBezTo>
                  <a:pt x="447859" y="53777"/>
                  <a:pt x="445574" y="61599"/>
                  <a:pt x="445574" y="72063"/>
                </a:cubicBezTo>
                <a:close/>
                <a:moveTo>
                  <a:pt x="577582" y="102605"/>
                </a:moveTo>
                <a:cubicBezTo>
                  <a:pt x="572446" y="107056"/>
                  <a:pt x="567503" y="110197"/>
                  <a:pt x="562753" y="112030"/>
                </a:cubicBezTo>
                <a:cubicBezTo>
                  <a:pt x="558003" y="113861"/>
                  <a:pt x="552906" y="114776"/>
                  <a:pt x="547463" y="114776"/>
                </a:cubicBezTo>
                <a:cubicBezTo>
                  <a:pt x="538476" y="114776"/>
                  <a:pt x="531568" y="112581"/>
                  <a:pt x="526741" y="108190"/>
                </a:cubicBezTo>
                <a:cubicBezTo>
                  <a:pt x="521914" y="103799"/>
                  <a:pt x="519500" y="98189"/>
                  <a:pt x="519500" y="91359"/>
                </a:cubicBezTo>
                <a:cubicBezTo>
                  <a:pt x="519500" y="87353"/>
                  <a:pt x="520412" y="83694"/>
                  <a:pt x="522235" y="80382"/>
                </a:cubicBezTo>
                <a:cubicBezTo>
                  <a:pt x="524058" y="77070"/>
                  <a:pt x="526446" y="74412"/>
                  <a:pt x="529399" y="72409"/>
                </a:cubicBezTo>
                <a:cubicBezTo>
                  <a:pt x="532352" y="70406"/>
                  <a:pt x="535677" y="68891"/>
                  <a:pt x="539374" y="67864"/>
                </a:cubicBezTo>
                <a:cubicBezTo>
                  <a:pt x="542096" y="67145"/>
                  <a:pt x="546204" y="66452"/>
                  <a:pt x="551699" y="65785"/>
                </a:cubicBezTo>
                <a:cubicBezTo>
                  <a:pt x="562894" y="64449"/>
                  <a:pt x="571137" y="62857"/>
                  <a:pt x="576426" y="61009"/>
                </a:cubicBezTo>
                <a:cubicBezTo>
                  <a:pt x="576478" y="59117"/>
                  <a:pt x="576503" y="57915"/>
                  <a:pt x="576503" y="57403"/>
                </a:cubicBezTo>
                <a:cubicBezTo>
                  <a:pt x="576503" y="51775"/>
                  <a:pt x="575194" y="47810"/>
                  <a:pt x="572575" y="45509"/>
                </a:cubicBezTo>
                <a:cubicBezTo>
                  <a:pt x="569031" y="42387"/>
                  <a:pt x="563767" y="40826"/>
                  <a:pt x="556783" y="40826"/>
                </a:cubicBezTo>
                <a:cubicBezTo>
                  <a:pt x="550261" y="40826"/>
                  <a:pt x="545447" y="41969"/>
                  <a:pt x="542340" y="44254"/>
                </a:cubicBezTo>
                <a:cubicBezTo>
                  <a:pt x="539233" y="46540"/>
                  <a:pt x="536935" y="50584"/>
                  <a:pt x="535446" y="56387"/>
                </a:cubicBezTo>
                <a:lnTo>
                  <a:pt x="521888" y="54538"/>
                </a:lnTo>
                <a:cubicBezTo>
                  <a:pt x="523121" y="48717"/>
                  <a:pt x="525149" y="44017"/>
                  <a:pt x="527974" y="40437"/>
                </a:cubicBezTo>
                <a:cubicBezTo>
                  <a:pt x="530798" y="36856"/>
                  <a:pt x="534881" y="34101"/>
                  <a:pt x="540222" y="32170"/>
                </a:cubicBezTo>
                <a:cubicBezTo>
                  <a:pt x="545562" y="30238"/>
                  <a:pt x="551751" y="29272"/>
                  <a:pt x="558786" y="29272"/>
                </a:cubicBezTo>
                <a:cubicBezTo>
                  <a:pt x="565770" y="29272"/>
                  <a:pt x="571445" y="30097"/>
                  <a:pt x="575810" y="31746"/>
                </a:cubicBezTo>
                <a:cubicBezTo>
                  <a:pt x="580175" y="33395"/>
                  <a:pt x="583385" y="35469"/>
                  <a:pt x="585439" y="37969"/>
                </a:cubicBezTo>
                <a:cubicBezTo>
                  <a:pt x="587493" y="40468"/>
                  <a:pt x="588931" y="43624"/>
                  <a:pt x="589753" y="47439"/>
                </a:cubicBezTo>
                <a:cubicBezTo>
                  <a:pt x="590215" y="49809"/>
                  <a:pt x="590446" y="54067"/>
                  <a:pt x="590446" y="60212"/>
                </a:cubicBezTo>
                <a:lnTo>
                  <a:pt x="590446" y="78646"/>
                </a:lnTo>
                <a:cubicBezTo>
                  <a:pt x="590446" y="91499"/>
                  <a:pt x="590741" y="99640"/>
                  <a:pt x="591332" y="103068"/>
                </a:cubicBezTo>
                <a:cubicBezTo>
                  <a:pt x="591922" y="106496"/>
                  <a:pt x="593091" y="109782"/>
                  <a:pt x="594837" y="112928"/>
                </a:cubicBezTo>
                <a:lnTo>
                  <a:pt x="580355" y="112928"/>
                </a:lnTo>
                <a:cubicBezTo>
                  <a:pt x="578917" y="109986"/>
                  <a:pt x="577993" y="106545"/>
                  <a:pt x="577582" y="102605"/>
                </a:cubicBezTo>
                <a:moveTo>
                  <a:pt x="576426" y="71947"/>
                </a:moveTo>
                <a:cubicBezTo>
                  <a:pt x="571394" y="73992"/>
                  <a:pt x="563845" y="75730"/>
                  <a:pt x="553779" y="77161"/>
                </a:cubicBezTo>
                <a:cubicBezTo>
                  <a:pt x="548079" y="77978"/>
                  <a:pt x="544048" y="78898"/>
                  <a:pt x="541685" y="79920"/>
                </a:cubicBezTo>
                <a:cubicBezTo>
                  <a:pt x="539323" y="80942"/>
                  <a:pt x="537500" y="82437"/>
                  <a:pt x="536216" y="84404"/>
                </a:cubicBezTo>
                <a:cubicBezTo>
                  <a:pt x="534932" y="86372"/>
                  <a:pt x="534290" y="88557"/>
                  <a:pt x="534290" y="90959"/>
                </a:cubicBezTo>
                <a:cubicBezTo>
                  <a:pt x="534290" y="94639"/>
                  <a:pt x="535690" y="97706"/>
                  <a:pt x="538488" y="100160"/>
                </a:cubicBezTo>
                <a:cubicBezTo>
                  <a:pt x="541287" y="102612"/>
                  <a:pt x="545383" y="103838"/>
                  <a:pt x="550775" y="103838"/>
                </a:cubicBezTo>
                <a:cubicBezTo>
                  <a:pt x="556116" y="103838"/>
                  <a:pt x="560866" y="102674"/>
                  <a:pt x="565026" y="100345"/>
                </a:cubicBezTo>
                <a:cubicBezTo>
                  <a:pt x="569185" y="98015"/>
                  <a:pt x="572241" y="94832"/>
                  <a:pt x="574192" y="90796"/>
                </a:cubicBezTo>
                <a:cubicBezTo>
                  <a:pt x="575682" y="87681"/>
                  <a:pt x="576426" y="83084"/>
                  <a:pt x="576426" y="77005"/>
                </a:cubicBezTo>
                <a:lnTo>
                  <a:pt x="576426" y="71947"/>
                </a:lnTo>
                <a:close/>
                <a:moveTo>
                  <a:pt x="664988" y="112928"/>
                </a:moveTo>
                <a:lnTo>
                  <a:pt x="664988" y="102605"/>
                </a:lnTo>
                <a:cubicBezTo>
                  <a:pt x="659801" y="110719"/>
                  <a:pt x="652175" y="114776"/>
                  <a:pt x="642110" y="114776"/>
                </a:cubicBezTo>
                <a:cubicBezTo>
                  <a:pt x="635588" y="114776"/>
                  <a:pt x="629592" y="112979"/>
                  <a:pt x="624123" y="109384"/>
                </a:cubicBezTo>
                <a:cubicBezTo>
                  <a:pt x="618654" y="105789"/>
                  <a:pt x="614417" y="100770"/>
                  <a:pt x="611413" y="94325"/>
                </a:cubicBezTo>
                <a:cubicBezTo>
                  <a:pt x="608409" y="87880"/>
                  <a:pt x="606907" y="80472"/>
                  <a:pt x="606907" y="72101"/>
                </a:cubicBezTo>
                <a:cubicBezTo>
                  <a:pt x="606907" y="63936"/>
                  <a:pt x="608267" y="56528"/>
                  <a:pt x="610989" y="49878"/>
                </a:cubicBezTo>
                <a:cubicBezTo>
                  <a:pt x="613711" y="43227"/>
                  <a:pt x="617794" y="38130"/>
                  <a:pt x="623237" y="34587"/>
                </a:cubicBezTo>
                <a:cubicBezTo>
                  <a:pt x="628681" y="31044"/>
                  <a:pt x="634766" y="29272"/>
                  <a:pt x="641494" y="29272"/>
                </a:cubicBezTo>
                <a:cubicBezTo>
                  <a:pt x="646423" y="29272"/>
                  <a:pt x="650814" y="30319"/>
                  <a:pt x="654666" y="32413"/>
                </a:cubicBezTo>
                <a:cubicBezTo>
                  <a:pt x="658517" y="34506"/>
                  <a:pt x="661650" y="37233"/>
                  <a:pt x="664064" y="40593"/>
                </a:cubicBezTo>
                <a:lnTo>
                  <a:pt x="664064" y="0"/>
                </a:lnTo>
                <a:lnTo>
                  <a:pt x="677852" y="0"/>
                </a:lnTo>
                <a:lnTo>
                  <a:pt x="677852" y="112928"/>
                </a:lnTo>
                <a:lnTo>
                  <a:pt x="664988" y="112928"/>
                </a:lnTo>
                <a:moveTo>
                  <a:pt x="621157" y="72140"/>
                </a:moveTo>
                <a:cubicBezTo>
                  <a:pt x="621157" y="82603"/>
                  <a:pt x="623366" y="90425"/>
                  <a:pt x="627782" y="95605"/>
                </a:cubicBezTo>
                <a:cubicBezTo>
                  <a:pt x="632198" y="100786"/>
                  <a:pt x="637411" y="103376"/>
                  <a:pt x="643419" y="103376"/>
                </a:cubicBezTo>
                <a:cubicBezTo>
                  <a:pt x="649479" y="103376"/>
                  <a:pt x="654627" y="100901"/>
                  <a:pt x="658864" y="95952"/>
                </a:cubicBezTo>
                <a:cubicBezTo>
                  <a:pt x="663101" y="91003"/>
                  <a:pt x="665219" y="83450"/>
                  <a:pt x="665219" y="73293"/>
                </a:cubicBezTo>
                <a:cubicBezTo>
                  <a:pt x="665219" y="62112"/>
                  <a:pt x="663062" y="53906"/>
                  <a:pt x="658748" y="48674"/>
                </a:cubicBezTo>
                <a:cubicBezTo>
                  <a:pt x="654435" y="43442"/>
                  <a:pt x="649120" y="40826"/>
                  <a:pt x="642803" y="40826"/>
                </a:cubicBezTo>
                <a:cubicBezTo>
                  <a:pt x="636641" y="40826"/>
                  <a:pt x="631492" y="43340"/>
                  <a:pt x="627358" y="48366"/>
                </a:cubicBezTo>
                <a:cubicBezTo>
                  <a:pt x="623224" y="53392"/>
                  <a:pt x="621157" y="61317"/>
                  <a:pt x="621157" y="72140"/>
                </a:cubicBezTo>
                <a:close/>
                <a:moveTo>
                  <a:pt x="694081" y="88432"/>
                </a:moveTo>
                <a:lnTo>
                  <a:pt x="707793" y="86275"/>
                </a:lnTo>
                <a:cubicBezTo>
                  <a:pt x="708563" y="91794"/>
                  <a:pt x="710707" y="96024"/>
                  <a:pt x="714225" y="98966"/>
                </a:cubicBezTo>
                <a:cubicBezTo>
                  <a:pt x="717743" y="101906"/>
                  <a:pt x="722660" y="103376"/>
                  <a:pt x="728977" y="103376"/>
                </a:cubicBezTo>
                <a:cubicBezTo>
                  <a:pt x="735344" y="103376"/>
                  <a:pt x="740069" y="102079"/>
                  <a:pt x="743150" y="99486"/>
                </a:cubicBezTo>
                <a:cubicBezTo>
                  <a:pt x="746231" y="96892"/>
                  <a:pt x="747772" y="93850"/>
                  <a:pt x="747772" y="90357"/>
                </a:cubicBezTo>
                <a:cubicBezTo>
                  <a:pt x="747772" y="87225"/>
                  <a:pt x="746411" y="84760"/>
                  <a:pt x="743689" y="82963"/>
                </a:cubicBezTo>
                <a:cubicBezTo>
                  <a:pt x="741789" y="81730"/>
                  <a:pt x="737065" y="80164"/>
                  <a:pt x="729516" y="78264"/>
                </a:cubicBezTo>
                <a:cubicBezTo>
                  <a:pt x="719348" y="75696"/>
                  <a:pt x="712299" y="73475"/>
                  <a:pt x="708371" y="71600"/>
                </a:cubicBezTo>
                <a:cubicBezTo>
                  <a:pt x="704442" y="69726"/>
                  <a:pt x="701464" y="67133"/>
                  <a:pt x="699435" y="63820"/>
                </a:cubicBezTo>
                <a:cubicBezTo>
                  <a:pt x="697407" y="60508"/>
                  <a:pt x="696392" y="56849"/>
                  <a:pt x="696392" y="52843"/>
                </a:cubicBezTo>
                <a:cubicBezTo>
                  <a:pt x="696392" y="49197"/>
                  <a:pt x="697227" y="45821"/>
                  <a:pt x="698896" y="42714"/>
                </a:cubicBezTo>
                <a:cubicBezTo>
                  <a:pt x="700565" y="39607"/>
                  <a:pt x="702837" y="37026"/>
                  <a:pt x="705713" y="34972"/>
                </a:cubicBezTo>
                <a:cubicBezTo>
                  <a:pt x="707870" y="33380"/>
                  <a:pt x="710810" y="32032"/>
                  <a:pt x="714533" y="30928"/>
                </a:cubicBezTo>
                <a:cubicBezTo>
                  <a:pt x="718256" y="29824"/>
                  <a:pt x="722249" y="29272"/>
                  <a:pt x="726512" y="29272"/>
                </a:cubicBezTo>
                <a:cubicBezTo>
                  <a:pt x="732931" y="29272"/>
                  <a:pt x="738567" y="30196"/>
                  <a:pt x="743420" y="32045"/>
                </a:cubicBezTo>
                <a:cubicBezTo>
                  <a:pt x="748273" y="33894"/>
                  <a:pt x="751855" y="36397"/>
                  <a:pt x="754166" y="39555"/>
                </a:cubicBezTo>
                <a:cubicBezTo>
                  <a:pt x="756477" y="42714"/>
                  <a:pt x="758069" y="46938"/>
                  <a:pt x="758942" y="52227"/>
                </a:cubicBezTo>
                <a:lnTo>
                  <a:pt x="745384" y="54076"/>
                </a:lnTo>
                <a:cubicBezTo>
                  <a:pt x="744768" y="49865"/>
                  <a:pt x="742983" y="46578"/>
                  <a:pt x="740030" y="44216"/>
                </a:cubicBezTo>
                <a:cubicBezTo>
                  <a:pt x="737078" y="41854"/>
                  <a:pt x="732905" y="40672"/>
                  <a:pt x="727513" y="40672"/>
                </a:cubicBezTo>
                <a:cubicBezTo>
                  <a:pt x="721145" y="40672"/>
                  <a:pt x="716600" y="41725"/>
                  <a:pt x="713878" y="43831"/>
                </a:cubicBezTo>
                <a:cubicBezTo>
                  <a:pt x="711157" y="45936"/>
                  <a:pt x="709796" y="48401"/>
                  <a:pt x="709796" y="51226"/>
                </a:cubicBezTo>
                <a:cubicBezTo>
                  <a:pt x="709796" y="53023"/>
                  <a:pt x="710361" y="54641"/>
                  <a:pt x="711490" y="56079"/>
                </a:cubicBezTo>
                <a:cubicBezTo>
                  <a:pt x="712620" y="57568"/>
                  <a:pt x="714392" y="58800"/>
                  <a:pt x="716806" y="59776"/>
                </a:cubicBezTo>
                <a:cubicBezTo>
                  <a:pt x="718192" y="60290"/>
                  <a:pt x="722275" y="61471"/>
                  <a:pt x="729054" y="63320"/>
                </a:cubicBezTo>
                <a:cubicBezTo>
                  <a:pt x="738862" y="65939"/>
                  <a:pt x="745705" y="68083"/>
                  <a:pt x="749582" y="69752"/>
                </a:cubicBezTo>
                <a:cubicBezTo>
                  <a:pt x="753460" y="71421"/>
                  <a:pt x="756502" y="73847"/>
                  <a:pt x="758711" y="77031"/>
                </a:cubicBezTo>
                <a:cubicBezTo>
                  <a:pt x="760919" y="80215"/>
                  <a:pt x="762023" y="84169"/>
                  <a:pt x="762023" y="88894"/>
                </a:cubicBezTo>
                <a:cubicBezTo>
                  <a:pt x="762023" y="93516"/>
                  <a:pt x="760675" y="97868"/>
                  <a:pt x="757979" y="101951"/>
                </a:cubicBezTo>
                <a:cubicBezTo>
                  <a:pt x="755283" y="106033"/>
                  <a:pt x="751393" y="109192"/>
                  <a:pt x="746309" y="111426"/>
                </a:cubicBezTo>
                <a:cubicBezTo>
                  <a:pt x="741224" y="113659"/>
                  <a:pt x="735473" y="114776"/>
                  <a:pt x="729054" y="114776"/>
                </a:cubicBezTo>
                <a:cubicBezTo>
                  <a:pt x="718423" y="114776"/>
                  <a:pt x="710322" y="112562"/>
                  <a:pt x="704750" y="108132"/>
                </a:cubicBezTo>
                <a:cubicBezTo>
                  <a:pt x="699178" y="103703"/>
                  <a:pt x="695622" y="97136"/>
                  <a:pt x="694081" y="88432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Text AttackedPackage">
            <a:extLst xmlns:a="http://schemas.openxmlformats.org/drawingml/2006/main">
              <a:ext uri="{FF2B5EF4-FFF2-40B4-BE49-F238E27FC236}">
                <a16:creationId xmlns:a16="http://schemas.microsoft.com/office/drawing/2014/main" id="{A195EF21-B39D-4E79-87C7-DF8ACFC0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7438" y="2333683"/>
            <a:ext cx="1264462" cy="146205"/>
          </a:xfrm>
          <a:custGeom xmlns:a="http://schemas.openxmlformats.org/drawingml/2006/main">
            <a:pathLst>
              <a:path w="1264462" h="146205">
                <a:moveTo>
                  <a:pt x="0" y="112928"/>
                </a:moveTo>
                <a:lnTo>
                  <a:pt x="43369" y="0"/>
                </a:lnTo>
                <a:lnTo>
                  <a:pt x="59468" y="0"/>
                </a:lnTo>
                <a:lnTo>
                  <a:pt x="105687" y="112928"/>
                </a:lnTo>
                <a:lnTo>
                  <a:pt x="88663" y="112928"/>
                </a:lnTo>
                <a:lnTo>
                  <a:pt x="75490" y="78726"/>
                </a:lnTo>
                <a:lnTo>
                  <a:pt x="28270" y="78726"/>
                </a:lnTo>
                <a:lnTo>
                  <a:pt x="15868" y="112928"/>
                </a:lnTo>
                <a:lnTo>
                  <a:pt x="0" y="112928"/>
                </a:lnTo>
                <a:moveTo>
                  <a:pt x="32584" y="66555"/>
                </a:moveTo>
                <a:lnTo>
                  <a:pt x="70869" y="66555"/>
                </a:lnTo>
                <a:lnTo>
                  <a:pt x="59083" y="35251"/>
                </a:lnTo>
                <a:cubicBezTo>
                  <a:pt x="55488" y="25765"/>
                  <a:pt x="52818" y="17918"/>
                  <a:pt x="51072" y="11709"/>
                </a:cubicBezTo>
                <a:cubicBezTo>
                  <a:pt x="49634" y="19044"/>
                  <a:pt x="47605" y="26285"/>
                  <a:pt x="44986" y="33431"/>
                </a:cubicBezTo>
                <a:lnTo>
                  <a:pt x="32584" y="66555"/>
                </a:lnTo>
                <a:close/>
                <a:moveTo>
                  <a:pt x="145971" y="100526"/>
                </a:moveTo>
                <a:lnTo>
                  <a:pt x="147974" y="112774"/>
                </a:lnTo>
                <a:cubicBezTo>
                  <a:pt x="144071" y="113595"/>
                  <a:pt x="140579" y="114006"/>
                  <a:pt x="137498" y="114006"/>
                </a:cubicBezTo>
                <a:cubicBezTo>
                  <a:pt x="132465" y="114006"/>
                  <a:pt x="128562" y="113210"/>
                  <a:pt x="125789" y="111618"/>
                </a:cubicBezTo>
                <a:cubicBezTo>
                  <a:pt x="123016" y="110026"/>
                  <a:pt x="121064" y="107933"/>
                  <a:pt x="119935" y="105340"/>
                </a:cubicBezTo>
                <a:cubicBezTo>
                  <a:pt x="118805" y="102747"/>
                  <a:pt x="118240" y="97290"/>
                  <a:pt x="118240" y="88971"/>
                </a:cubicBezTo>
                <a:lnTo>
                  <a:pt x="118240" y="41905"/>
                </a:lnTo>
                <a:lnTo>
                  <a:pt x="108072" y="41905"/>
                </a:lnTo>
                <a:lnTo>
                  <a:pt x="108072" y="31121"/>
                </a:lnTo>
                <a:lnTo>
                  <a:pt x="118240" y="31121"/>
                </a:lnTo>
                <a:lnTo>
                  <a:pt x="118240" y="10861"/>
                </a:lnTo>
                <a:lnTo>
                  <a:pt x="132029" y="2542"/>
                </a:lnTo>
                <a:lnTo>
                  <a:pt x="132029" y="31121"/>
                </a:lnTo>
                <a:lnTo>
                  <a:pt x="145971" y="31121"/>
                </a:lnTo>
                <a:lnTo>
                  <a:pt x="145971" y="41905"/>
                </a:lnTo>
                <a:lnTo>
                  <a:pt x="132029" y="41905"/>
                </a:lnTo>
                <a:lnTo>
                  <a:pt x="132029" y="89741"/>
                </a:lnTo>
                <a:cubicBezTo>
                  <a:pt x="132029" y="93696"/>
                  <a:pt x="132273" y="96238"/>
                  <a:pt x="132760" y="97367"/>
                </a:cubicBezTo>
                <a:cubicBezTo>
                  <a:pt x="133248" y="98497"/>
                  <a:pt x="134044" y="99396"/>
                  <a:pt x="135148" y="100063"/>
                </a:cubicBezTo>
                <a:cubicBezTo>
                  <a:pt x="136252" y="100731"/>
                  <a:pt x="137832" y="101065"/>
                  <a:pt x="139886" y="101065"/>
                </a:cubicBezTo>
                <a:cubicBezTo>
                  <a:pt x="141426" y="101065"/>
                  <a:pt x="143455" y="100885"/>
                  <a:pt x="145971" y="100526"/>
                </a:cubicBezTo>
                <a:close/>
                <a:moveTo>
                  <a:pt x="189671" y="100526"/>
                </a:moveTo>
                <a:lnTo>
                  <a:pt x="191674" y="112774"/>
                </a:lnTo>
                <a:cubicBezTo>
                  <a:pt x="187771" y="113595"/>
                  <a:pt x="184279" y="114006"/>
                  <a:pt x="181198" y="114006"/>
                </a:cubicBezTo>
                <a:cubicBezTo>
                  <a:pt x="176165" y="114006"/>
                  <a:pt x="172262" y="113210"/>
                  <a:pt x="169489" y="111618"/>
                </a:cubicBezTo>
                <a:cubicBezTo>
                  <a:pt x="166716" y="110026"/>
                  <a:pt x="164764" y="107933"/>
                  <a:pt x="163634" y="105340"/>
                </a:cubicBezTo>
                <a:cubicBezTo>
                  <a:pt x="162505" y="102747"/>
                  <a:pt x="161940" y="97290"/>
                  <a:pt x="161940" y="88971"/>
                </a:cubicBezTo>
                <a:lnTo>
                  <a:pt x="161940" y="41905"/>
                </a:lnTo>
                <a:lnTo>
                  <a:pt x="151772" y="41905"/>
                </a:lnTo>
                <a:lnTo>
                  <a:pt x="151772" y="31121"/>
                </a:lnTo>
                <a:lnTo>
                  <a:pt x="161940" y="31121"/>
                </a:lnTo>
                <a:lnTo>
                  <a:pt x="161940" y="10861"/>
                </a:lnTo>
                <a:lnTo>
                  <a:pt x="175728" y="2542"/>
                </a:lnTo>
                <a:lnTo>
                  <a:pt x="175728" y="31121"/>
                </a:lnTo>
                <a:lnTo>
                  <a:pt x="189671" y="31121"/>
                </a:lnTo>
                <a:lnTo>
                  <a:pt x="189671" y="41905"/>
                </a:lnTo>
                <a:lnTo>
                  <a:pt x="175728" y="41905"/>
                </a:lnTo>
                <a:lnTo>
                  <a:pt x="175728" y="89741"/>
                </a:lnTo>
                <a:cubicBezTo>
                  <a:pt x="175728" y="93696"/>
                  <a:pt x="175972" y="96238"/>
                  <a:pt x="176460" y="97367"/>
                </a:cubicBezTo>
                <a:cubicBezTo>
                  <a:pt x="176948" y="98497"/>
                  <a:pt x="177744" y="99396"/>
                  <a:pt x="178848" y="100063"/>
                </a:cubicBezTo>
                <a:cubicBezTo>
                  <a:pt x="179952" y="100731"/>
                  <a:pt x="181531" y="101065"/>
                  <a:pt x="183586" y="101065"/>
                </a:cubicBezTo>
                <a:cubicBezTo>
                  <a:pt x="185126" y="101065"/>
                  <a:pt x="187155" y="100885"/>
                  <a:pt x="189671" y="100526"/>
                </a:cubicBezTo>
                <a:close/>
                <a:moveTo>
                  <a:pt x="256479" y="102605"/>
                </a:moveTo>
                <a:cubicBezTo>
                  <a:pt x="251344" y="107056"/>
                  <a:pt x="246401" y="110197"/>
                  <a:pt x="241651" y="112030"/>
                </a:cubicBezTo>
                <a:cubicBezTo>
                  <a:pt x="236901" y="113861"/>
                  <a:pt x="231804" y="114776"/>
                  <a:pt x="226360" y="114776"/>
                </a:cubicBezTo>
                <a:cubicBezTo>
                  <a:pt x="217373" y="114776"/>
                  <a:pt x="210466" y="112581"/>
                  <a:pt x="205639" y="108190"/>
                </a:cubicBezTo>
                <a:cubicBezTo>
                  <a:pt x="200812" y="103799"/>
                  <a:pt x="198398" y="98189"/>
                  <a:pt x="198398" y="91359"/>
                </a:cubicBezTo>
                <a:cubicBezTo>
                  <a:pt x="198398" y="87353"/>
                  <a:pt x="199310" y="83694"/>
                  <a:pt x="201133" y="80382"/>
                </a:cubicBezTo>
                <a:cubicBezTo>
                  <a:pt x="202956" y="77070"/>
                  <a:pt x="205344" y="74412"/>
                  <a:pt x="208297" y="72409"/>
                </a:cubicBezTo>
                <a:cubicBezTo>
                  <a:pt x="211249" y="70406"/>
                  <a:pt x="214575" y="68891"/>
                  <a:pt x="218272" y="67864"/>
                </a:cubicBezTo>
                <a:cubicBezTo>
                  <a:pt x="220994" y="67145"/>
                  <a:pt x="225102" y="66452"/>
                  <a:pt x="230597" y="65785"/>
                </a:cubicBezTo>
                <a:cubicBezTo>
                  <a:pt x="241792" y="64449"/>
                  <a:pt x="250035" y="62857"/>
                  <a:pt x="255324" y="61009"/>
                </a:cubicBezTo>
                <a:cubicBezTo>
                  <a:pt x="255375" y="59117"/>
                  <a:pt x="255401" y="57915"/>
                  <a:pt x="255401" y="57403"/>
                </a:cubicBezTo>
                <a:cubicBezTo>
                  <a:pt x="255401" y="51775"/>
                  <a:pt x="254092" y="47810"/>
                  <a:pt x="251472" y="45509"/>
                </a:cubicBezTo>
                <a:cubicBezTo>
                  <a:pt x="247929" y="42387"/>
                  <a:pt x="242665" y="40826"/>
                  <a:pt x="235681" y="40826"/>
                </a:cubicBezTo>
                <a:cubicBezTo>
                  <a:pt x="229159" y="40826"/>
                  <a:pt x="224345" y="41969"/>
                  <a:pt x="221238" y="44254"/>
                </a:cubicBezTo>
                <a:cubicBezTo>
                  <a:pt x="218131" y="46540"/>
                  <a:pt x="215833" y="50584"/>
                  <a:pt x="214343" y="56387"/>
                </a:cubicBezTo>
                <a:lnTo>
                  <a:pt x="200786" y="54538"/>
                </a:lnTo>
                <a:cubicBezTo>
                  <a:pt x="202018" y="48717"/>
                  <a:pt x="204047" y="44017"/>
                  <a:pt x="206871" y="40437"/>
                </a:cubicBezTo>
                <a:cubicBezTo>
                  <a:pt x="209696" y="36856"/>
                  <a:pt x="213779" y="34101"/>
                  <a:pt x="219119" y="32170"/>
                </a:cubicBezTo>
                <a:cubicBezTo>
                  <a:pt x="224460" y="30238"/>
                  <a:pt x="230648" y="29272"/>
                  <a:pt x="237684" y="29272"/>
                </a:cubicBezTo>
                <a:cubicBezTo>
                  <a:pt x="244668" y="29272"/>
                  <a:pt x="250343" y="30097"/>
                  <a:pt x="254708" y="31746"/>
                </a:cubicBezTo>
                <a:cubicBezTo>
                  <a:pt x="259073" y="33395"/>
                  <a:pt x="262282" y="35469"/>
                  <a:pt x="264337" y="37969"/>
                </a:cubicBezTo>
                <a:cubicBezTo>
                  <a:pt x="266391" y="40468"/>
                  <a:pt x="267829" y="43624"/>
                  <a:pt x="268650" y="47439"/>
                </a:cubicBezTo>
                <a:cubicBezTo>
                  <a:pt x="269113" y="49809"/>
                  <a:pt x="269344" y="54067"/>
                  <a:pt x="269344" y="60212"/>
                </a:cubicBezTo>
                <a:lnTo>
                  <a:pt x="269344" y="78646"/>
                </a:lnTo>
                <a:cubicBezTo>
                  <a:pt x="269344" y="91499"/>
                  <a:pt x="269639" y="99640"/>
                  <a:pt x="270230" y="103068"/>
                </a:cubicBezTo>
                <a:cubicBezTo>
                  <a:pt x="270820" y="106496"/>
                  <a:pt x="271988" y="109782"/>
                  <a:pt x="273734" y="112928"/>
                </a:cubicBezTo>
                <a:lnTo>
                  <a:pt x="259253" y="112928"/>
                </a:lnTo>
                <a:cubicBezTo>
                  <a:pt x="257815" y="109986"/>
                  <a:pt x="256890" y="106545"/>
                  <a:pt x="256479" y="102605"/>
                </a:cubicBezTo>
                <a:moveTo>
                  <a:pt x="255324" y="71947"/>
                </a:moveTo>
                <a:cubicBezTo>
                  <a:pt x="250291" y="73992"/>
                  <a:pt x="242742" y="75730"/>
                  <a:pt x="232677" y="77161"/>
                </a:cubicBezTo>
                <a:cubicBezTo>
                  <a:pt x="226977" y="77978"/>
                  <a:pt x="222945" y="78898"/>
                  <a:pt x="220583" y="79920"/>
                </a:cubicBezTo>
                <a:cubicBezTo>
                  <a:pt x="218221" y="80942"/>
                  <a:pt x="216398" y="82437"/>
                  <a:pt x="215114" y="84404"/>
                </a:cubicBezTo>
                <a:cubicBezTo>
                  <a:pt x="213830" y="86372"/>
                  <a:pt x="213188" y="88557"/>
                  <a:pt x="213188" y="90959"/>
                </a:cubicBezTo>
                <a:cubicBezTo>
                  <a:pt x="213188" y="94639"/>
                  <a:pt x="214587" y="97706"/>
                  <a:pt x="217386" y="100160"/>
                </a:cubicBezTo>
                <a:cubicBezTo>
                  <a:pt x="220185" y="102612"/>
                  <a:pt x="224280" y="103838"/>
                  <a:pt x="229673" y="103838"/>
                </a:cubicBezTo>
                <a:cubicBezTo>
                  <a:pt x="235013" y="103838"/>
                  <a:pt x="239764" y="102674"/>
                  <a:pt x="243923" y="100345"/>
                </a:cubicBezTo>
                <a:cubicBezTo>
                  <a:pt x="248083" y="98015"/>
                  <a:pt x="251139" y="94832"/>
                  <a:pt x="253090" y="90796"/>
                </a:cubicBezTo>
                <a:cubicBezTo>
                  <a:pt x="254579" y="87681"/>
                  <a:pt x="255324" y="83084"/>
                  <a:pt x="255324" y="77005"/>
                </a:cubicBezTo>
                <a:lnTo>
                  <a:pt x="255324" y="71947"/>
                </a:lnTo>
                <a:close/>
                <a:moveTo>
                  <a:pt x="344194" y="82885"/>
                </a:moveTo>
                <a:lnTo>
                  <a:pt x="357828" y="84734"/>
                </a:lnTo>
                <a:cubicBezTo>
                  <a:pt x="356339" y="94132"/>
                  <a:pt x="352526" y="101488"/>
                  <a:pt x="346389" y="106804"/>
                </a:cubicBezTo>
                <a:cubicBezTo>
                  <a:pt x="340252" y="112119"/>
                  <a:pt x="332716" y="114776"/>
                  <a:pt x="323781" y="114776"/>
                </a:cubicBezTo>
                <a:cubicBezTo>
                  <a:pt x="312585" y="114776"/>
                  <a:pt x="303586" y="111117"/>
                  <a:pt x="296781" y="103799"/>
                </a:cubicBezTo>
                <a:cubicBezTo>
                  <a:pt x="289977" y="96481"/>
                  <a:pt x="286575" y="85992"/>
                  <a:pt x="286575" y="72332"/>
                </a:cubicBezTo>
                <a:cubicBezTo>
                  <a:pt x="286575" y="63499"/>
                  <a:pt x="288038" y="55771"/>
                  <a:pt x="290965" y="49146"/>
                </a:cubicBezTo>
                <a:cubicBezTo>
                  <a:pt x="293893" y="42521"/>
                  <a:pt x="298348" y="37553"/>
                  <a:pt x="304330" y="34240"/>
                </a:cubicBezTo>
                <a:cubicBezTo>
                  <a:pt x="310313" y="30928"/>
                  <a:pt x="316822" y="29272"/>
                  <a:pt x="323858" y="29272"/>
                </a:cubicBezTo>
                <a:cubicBezTo>
                  <a:pt x="332742" y="29272"/>
                  <a:pt x="340009" y="31506"/>
                  <a:pt x="345657" y="35974"/>
                </a:cubicBezTo>
                <a:cubicBezTo>
                  <a:pt x="351306" y="40440"/>
                  <a:pt x="354927" y="46782"/>
                  <a:pt x="356519" y="55000"/>
                </a:cubicBezTo>
                <a:lnTo>
                  <a:pt x="343038" y="57157"/>
                </a:lnTo>
                <a:cubicBezTo>
                  <a:pt x="341755" y="51688"/>
                  <a:pt x="339482" y="47573"/>
                  <a:pt x="336221" y="44813"/>
                </a:cubicBezTo>
                <a:cubicBezTo>
                  <a:pt x="332960" y="42053"/>
                  <a:pt x="329019" y="40672"/>
                  <a:pt x="324397" y="40672"/>
                </a:cubicBezTo>
                <a:cubicBezTo>
                  <a:pt x="317413" y="40672"/>
                  <a:pt x="311738" y="43176"/>
                  <a:pt x="307373" y="48183"/>
                </a:cubicBezTo>
                <a:cubicBezTo>
                  <a:pt x="303008" y="53190"/>
                  <a:pt x="300825" y="61111"/>
                  <a:pt x="300825" y="71947"/>
                </a:cubicBezTo>
                <a:cubicBezTo>
                  <a:pt x="300825" y="82937"/>
                  <a:pt x="302931" y="90922"/>
                  <a:pt x="307142" y="95904"/>
                </a:cubicBezTo>
                <a:cubicBezTo>
                  <a:pt x="311353" y="100885"/>
                  <a:pt x="316848" y="103376"/>
                  <a:pt x="323627" y="103376"/>
                </a:cubicBezTo>
                <a:cubicBezTo>
                  <a:pt x="329070" y="103376"/>
                  <a:pt x="333615" y="101700"/>
                  <a:pt x="337261" y="98349"/>
                </a:cubicBezTo>
                <a:cubicBezTo>
                  <a:pt x="340907" y="94999"/>
                  <a:pt x="343218" y="89844"/>
                  <a:pt x="344194" y="82885"/>
                </a:cubicBezTo>
                <a:close/>
                <a:moveTo>
                  <a:pt x="369768" y="112928"/>
                </a:moveTo>
                <a:lnTo>
                  <a:pt x="369768" y="0"/>
                </a:lnTo>
                <a:lnTo>
                  <a:pt x="383634" y="0"/>
                </a:lnTo>
                <a:lnTo>
                  <a:pt x="383634" y="64328"/>
                </a:lnTo>
                <a:lnTo>
                  <a:pt x="416449" y="31121"/>
                </a:lnTo>
                <a:lnTo>
                  <a:pt x="434398" y="31121"/>
                </a:lnTo>
                <a:lnTo>
                  <a:pt x="403123" y="61514"/>
                </a:lnTo>
                <a:lnTo>
                  <a:pt x="437556" y="112928"/>
                </a:lnTo>
                <a:lnTo>
                  <a:pt x="420455" y="112928"/>
                </a:lnTo>
                <a:lnTo>
                  <a:pt x="393417" y="71030"/>
                </a:lnTo>
                <a:lnTo>
                  <a:pt x="383634" y="80498"/>
                </a:lnTo>
                <a:lnTo>
                  <a:pt x="383634" y="112928"/>
                </a:lnTo>
                <a:lnTo>
                  <a:pt x="369768" y="112928"/>
                </a:lnTo>
                <a:close/>
                <a:moveTo>
                  <a:pt x="504572" y="86429"/>
                </a:moveTo>
                <a:lnTo>
                  <a:pt x="518900" y="88278"/>
                </a:lnTo>
                <a:cubicBezTo>
                  <a:pt x="516641" y="96672"/>
                  <a:pt x="512455" y="103188"/>
                  <a:pt x="506344" y="107824"/>
                </a:cubicBezTo>
                <a:cubicBezTo>
                  <a:pt x="500233" y="112459"/>
                  <a:pt x="492427" y="114776"/>
                  <a:pt x="482927" y="114776"/>
                </a:cubicBezTo>
                <a:cubicBezTo>
                  <a:pt x="470961" y="114776"/>
                  <a:pt x="461473" y="111092"/>
                  <a:pt x="454464" y="103722"/>
                </a:cubicBezTo>
                <a:cubicBezTo>
                  <a:pt x="447454" y="96353"/>
                  <a:pt x="443949" y="86018"/>
                  <a:pt x="443949" y="72717"/>
                </a:cubicBezTo>
                <a:cubicBezTo>
                  <a:pt x="443949" y="58954"/>
                  <a:pt x="447492" y="48273"/>
                  <a:pt x="454579" y="40672"/>
                </a:cubicBezTo>
                <a:cubicBezTo>
                  <a:pt x="461666" y="33072"/>
                  <a:pt x="470858" y="29272"/>
                  <a:pt x="482156" y="29272"/>
                </a:cubicBezTo>
                <a:cubicBezTo>
                  <a:pt x="493095" y="29272"/>
                  <a:pt x="502030" y="32989"/>
                  <a:pt x="508963" y="40424"/>
                </a:cubicBezTo>
                <a:cubicBezTo>
                  <a:pt x="515896" y="47858"/>
                  <a:pt x="519362" y="58317"/>
                  <a:pt x="519362" y="71800"/>
                </a:cubicBezTo>
                <a:cubicBezTo>
                  <a:pt x="519362" y="72620"/>
                  <a:pt x="519337" y="73850"/>
                  <a:pt x="519285" y="75490"/>
                </a:cubicBezTo>
                <a:lnTo>
                  <a:pt x="458277" y="75490"/>
                </a:lnTo>
                <a:cubicBezTo>
                  <a:pt x="458790" y="84503"/>
                  <a:pt x="461332" y="91404"/>
                  <a:pt x="465903" y="96193"/>
                </a:cubicBezTo>
                <a:cubicBezTo>
                  <a:pt x="470473" y="100981"/>
                  <a:pt x="476174" y="103376"/>
                  <a:pt x="483004" y="103376"/>
                </a:cubicBezTo>
                <a:cubicBezTo>
                  <a:pt x="488088" y="103376"/>
                  <a:pt x="492427" y="102029"/>
                  <a:pt x="496022" y="99334"/>
                </a:cubicBezTo>
                <a:cubicBezTo>
                  <a:pt x="499617" y="96638"/>
                  <a:pt x="502467" y="92336"/>
                  <a:pt x="504572" y="86429"/>
                </a:cubicBezTo>
                <a:moveTo>
                  <a:pt x="459047" y="64090"/>
                </a:moveTo>
                <a:lnTo>
                  <a:pt x="504726" y="64090"/>
                </a:lnTo>
                <a:cubicBezTo>
                  <a:pt x="504110" y="57231"/>
                  <a:pt x="502364" y="52087"/>
                  <a:pt x="499488" y="48657"/>
                </a:cubicBezTo>
                <a:cubicBezTo>
                  <a:pt x="495072" y="43334"/>
                  <a:pt x="489346" y="40672"/>
                  <a:pt x="482310" y="40672"/>
                </a:cubicBezTo>
                <a:cubicBezTo>
                  <a:pt x="475942" y="40672"/>
                  <a:pt x="470589" y="42797"/>
                  <a:pt x="466249" y="47047"/>
                </a:cubicBezTo>
                <a:cubicBezTo>
                  <a:pt x="461910" y="51295"/>
                  <a:pt x="459509" y="56976"/>
                  <a:pt x="459047" y="64090"/>
                </a:cubicBezTo>
                <a:close/>
                <a:moveTo>
                  <a:pt x="589360" y="112928"/>
                </a:moveTo>
                <a:lnTo>
                  <a:pt x="589360" y="102605"/>
                </a:lnTo>
                <a:cubicBezTo>
                  <a:pt x="584173" y="110719"/>
                  <a:pt x="576547" y="114776"/>
                  <a:pt x="566482" y="114776"/>
                </a:cubicBezTo>
                <a:cubicBezTo>
                  <a:pt x="559960" y="114776"/>
                  <a:pt x="553964" y="112979"/>
                  <a:pt x="548495" y="109384"/>
                </a:cubicBezTo>
                <a:cubicBezTo>
                  <a:pt x="543026" y="105789"/>
                  <a:pt x="538789" y="100770"/>
                  <a:pt x="535785" y="94325"/>
                </a:cubicBezTo>
                <a:cubicBezTo>
                  <a:pt x="532781" y="87880"/>
                  <a:pt x="531278" y="80472"/>
                  <a:pt x="531278" y="72101"/>
                </a:cubicBezTo>
                <a:cubicBezTo>
                  <a:pt x="531278" y="63936"/>
                  <a:pt x="532639" y="56528"/>
                  <a:pt x="535361" y="49878"/>
                </a:cubicBezTo>
                <a:cubicBezTo>
                  <a:pt x="538083" y="43227"/>
                  <a:pt x="542165" y="38130"/>
                  <a:pt x="547609" y="34587"/>
                </a:cubicBezTo>
                <a:cubicBezTo>
                  <a:pt x="553053" y="31044"/>
                  <a:pt x="559138" y="29272"/>
                  <a:pt x="565865" y="29272"/>
                </a:cubicBezTo>
                <a:cubicBezTo>
                  <a:pt x="570795" y="29272"/>
                  <a:pt x="575186" y="30319"/>
                  <a:pt x="579038" y="32413"/>
                </a:cubicBezTo>
                <a:cubicBezTo>
                  <a:pt x="582889" y="34506"/>
                  <a:pt x="586022" y="37233"/>
                  <a:pt x="588435" y="40593"/>
                </a:cubicBezTo>
                <a:lnTo>
                  <a:pt x="588435" y="0"/>
                </a:lnTo>
                <a:lnTo>
                  <a:pt x="602224" y="0"/>
                </a:lnTo>
                <a:lnTo>
                  <a:pt x="602224" y="112928"/>
                </a:lnTo>
                <a:lnTo>
                  <a:pt x="589360" y="112928"/>
                </a:lnTo>
                <a:moveTo>
                  <a:pt x="545529" y="72140"/>
                </a:moveTo>
                <a:cubicBezTo>
                  <a:pt x="545529" y="82603"/>
                  <a:pt x="547737" y="90425"/>
                  <a:pt x="552154" y="95605"/>
                </a:cubicBezTo>
                <a:cubicBezTo>
                  <a:pt x="556570" y="100786"/>
                  <a:pt x="561783" y="103376"/>
                  <a:pt x="567791" y="103376"/>
                </a:cubicBezTo>
                <a:cubicBezTo>
                  <a:pt x="573851" y="103376"/>
                  <a:pt x="578999" y="100901"/>
                  <a:pt x="583236" y="95952"/>
                </a:cubicBezTo>
                <a:cubicBezTo>
                  <a:pt x="587473" y="91003"/>
                  <a:pt x="589591" y="83450"/>
                  <a:pt x="589591" y="73293"/>
                </a:cubicBezTo>
                <a:cubicBezTo>
                  <a:pt x="589591" y="62112"/>
                  <a:pt x="587434" y="53906"/>
                  <a:pt x="583120" y="48674"/>
                </a:cubicBezTo>
                <a:cubicBezTo>
                  <a:pt x="578807" y="43442"/>
                  <a:pt x="573491" y="40826"/>
                  <a:pt x="567175" y="40826"/>
                </a:cubicBezTo>
                <a:cubicBezTo>
                  <a:pt x="561012" y="40826"/>
                  <a:pt x="555864" y="43340"/>
                  <a:pt x="551730" y="48366"/>
                </a:cubicBezTo>
                <a:cubicBezTo>
                  <a:pt x="547596" y="53392"/>
                  <a:pt x="545529" y="61317"/>
                  <a:pt x="545529" y="72140"/>
                </a:cubicBezTo>
                <a:close/>
                <a:moveTo>
                  <a:pt x="669471" y="112928"/>
                </a:moveTo>
                <a:lnTo>
                  <a:pt x="669471" y="0"/>
                </a:lnTo>
                <a:lnTo>
                  <a:pt x="712069" y="0"/>
                </a:lnTo>
                <a:cubicBezTo>
                  <a:pt x="719567" y="0"/>
                  <a:pt x="725293" y="359"/>
                  <a:pt x="729247" y="1078"/>
                </a:cubicBezTo>
                <a:cubicBezTo>
                  <a:pt x="734793" y="2003"/>
                  <a:pt x="739441" y="3762"/>
                  <a:pt x="743190" y="6355"/>
                </a:cubicBezTo>
                <a:cubicBezTo>
                  <a:pt x="746939" y="8948"/>
                  <a:pt x="749956" y="12582"/>
                  <a:pt x="752241" y="17255"/>
                </a:cubicBezTo>
                <a:cubicBezTo>
                  <a:pt x="754526" y="21928"/>
                  <a:pt x="755669" y="27064"/>
                  <a:pt x="755669" y="32661"/>
                </a:cubicBezTo>
                <a:cubicBezTo>
                  <a:pt x="755669" y="42264"/>
                  <a:pt x="752613" y="50391"/>
                  <a:pt x="746502" y="57042"/>
                </a:cubicBezTo>
                <a:cubicBezTo>
                  <a:pt x="740391" y="63692"/>
                  <a:pt x="729350" y="67017"/>
                  <a:pt x="713379" y="67017"/>
                </a:cubicBezTo>
                <a:lnTo>
                  <a:pt x="684415" y="67017"/>
                </a:lnTo>
                <a:lnTo>
                  <a:pt x="684415" y="112928"/>
                </a:lnTo>
                <a:lnTo>
                  <a:pt x="669471" y="112928"/>
                </a:lnTo>
                <a:moveTo>
                  <a:pt x="684415" y="53614"/>
                </a:moveTo>
                <a:lnTo>
                  <a:pt x="713610" y="53614"/>
                </a:lnTo>
                <a:cubicBezTo>
                  <a:pt x="723264" y="53614"/>
                  <a:pt x="730120" y="51823"/>
                  <a:pt x="734177" y="48243"/>
                </a:cubicBezTo>
                <a:cubicBezTo>
                  <a:pt x="738234" y="44661"/>
                  <a:pt x="740263" y="39622"/>
                  <a:pt x="740263" y="33126"/>
                </a:cubicBezTo>
                <a:cubicBezTo>
                  <a:pt x="740263" y="28419"/>
                  <a:pt x="739069" y="24390"/>
                  <a:pt x="736681" y="21039"/>
                </a:cubicBezTo>
                <a:cubicBezTo>
                  <a:pt x="734293" y="17688"/>
                  <a:pt x="731147" y="15475"/>
                  <a:pt x="727244" y="14400"/>
                </a:cubicBezTo>
                <a:cubicBezTo>
                  <a:pt x="724728" y="13736"/>
                  <a:pt x="720080" y="13403"/>
                  <a:pt x="713302" y="13403"/>
                </a:cubicBezTo>
                <a:lnTo>
                  <a:pt x="684415" y="13403"/>
                </a:lnTo>
                <a:lnTo>
                  <a:pt x="684415" y="53614"/>
                </a:lnTo>
                <a:close/>
                <a:moveTo>
                  <a:pt x="826150" y="102605"/>
                </a:moveTo>
                <a:cubicBezTo>
                  <a:pt x="821014" y="107056"/>
                  <a:pt x="816072" y="110197"/>
                  <a:pt x="811321" y="112030"/>
                </a:cubicBezTo>
                <a:cubicBezTo>
                  <a:pt x="806571" y="113861"/>
                  <a:pt x="801474" y="114776"/>
                  <a:pt x="796031" y="114776"/>
                </a:cubicBezTo>
                <a:cubicBezTo>
                  <a:pt x="787044" y="114776"/>
                  <a:pt x="780137" y="112581"/>
                  <a:pt x="775309" y="108190"/>
                </a:cubicBezTo>
                <a:cubicBezTo>
                  <a:pt x="770482" y="103799"/>
                  <a:pt x="768068" y="98189"/>
                  <a:pt x="768068" y="91359"/>
                </a:cubicBezTo>
                <a:cubicBezTo>
                  <a:pt x="768068" y="87353"/>
                  <a:pt x="768980" y="83694"/>
                  <a:pt x="770803" y="80382"/>
                </a:cubicBezTo>
                <a:cubicBezTo>
                  <a:pt x="772626" y="77070"/>
                  <a:pt x="775014" y="74412"/>
                  <a:pt x="777967" y="72409"/>
                </a:cubicBezTo>
                <a:cubicBezTo>
                  <a:pt x="780920" y="70406"/>
                  <a:pt x="784245" y="68891"/>
                  <a:pt x="787942" y="67864"/>
                </a:cubicBezTo>
                <a:cubicBezTo>
                  <a:pt x="790664" y="67145"/>
                  <a:pt x="794772" y="66452"/>
                  <a:pt x="800267" y="65785"/>
                </a:cubicBezTo>
                <a:cubicBezTo>
                  <a:pt x="811463" y="64449"/>
                  <a:pt x="819705" y="62857"/>
                  <a:pt x="824994" y="61009"/>
                </a:cubicBezTo>
                <a:cubicBezTo>
                  <a:pt x="825046" y="59117"/>
                  <a:pt x="825071" y="57915"/>
                  <a:pt x="825071" y="57403"/>
                </a:cubicBezTo>
                <a:cubicBezTo>
                  <a:pt x="825071" y="51775"/>
                  <a:pt x="823762" y="47810"/>
                  <a:pt x="821143" y="45509"/>
                </a:cubicBezTo>
                <a:cubicBezTo>
                  <a:pt x="817599" y="42387"/>
                  <a:pt x="812336" y="40826"/>
                  <a:pt x="805351" y="40826"/>
                </a:cubicBezTo>
                <a:cubicBezTo>
                  <a:pt x="798829" y="40826"/>
                  <a:pt x="794015" y="41969"/>
                  <a:pt x="790908" y="44254"/>
                </a:cubicBezTo>
                <a:cubicBezTo>
                  <a:pt x="787801" y="46540"/>
                  <a:pt x="785503" y="50584"/>
                  <a:pt x="784014" y="56387"/>
                </a:cubicBezTo>
                <a:lnTo>
                  <a:pt x="770456" y="54538"/>
                </a:lnTo>
                <a:cubicBezTo>
                  <a:pt x="771689" y="48717"/>
                  <a:pt x="773717" y="44017"/>
                  <a:pt x="776542" y="40437"/>
                </a:cubicBezTo>
                <a:cubicBezTo>
                  <a:pt x="779366" y="36856"/>
                  <a:pt x="783449" y="34101"/>
                  <a:pt x="788790" y="32170"/>
                </a:cubicBezTo>
                <a:cubicBezTo>
                  <a:pt x="794131" y="30238"/>
                  <a:pt x="800319" y="29272"/>
                  <a:pt x="807354" y="29272"/>
                </a:cubicBezTo>
                <a:cubicBezTo>
                  <a:pt x="814338" y="29272"/>
                  <a:pt x="820013" y="30097"/>
                  <a:pt x="824378" y="31746"/>
                </a:cubicBezTo>
                <a:cubicBezTo>
                  <a:pt x="828743" y="33395"/>
                  <a:pt x="831953" y="35469"/>
                  <a:pt x="834007" y="37969"/>
                </a:cubicBezTo>
                <a:cubicBezTo>
                  <a:pt x="836061" y="40468"/>
                  <a:pt x="837499" y="43624"/>
                  <a:pt x="838321" y="47439"/>
                </a:cubicBezTo>
                <a:cubicBezTo>
                  <a:pt x="838783" y="49809"/>
                  <a:pt x="839014" y="54067"/>
                  <a:pt x="839014" y="60212"/>
                </a:cubicBezTo>
                <a:lnTo>
                  <a:pt x="839014" y="78646"/>
                </a:lnTo>
                <a:cubicBezTo>
                  <a:pt x="839014" y="91499"/>
                  <a:pt x="839309" y="99640"/>
                  <a:pt x="839900" y="103068"/>
                </a:cubicBezTo>
                <a:cubicBezTo>
                  <a:pt x="840490" y="106496"/>
                  <a:pt x="841659" y="109782"/>
                  <a:pt x="843405" y="112928"/>
                </a:cubicBezTo>
                <a:lnTo>
                  <a:pt x="828923" y="112928"/>
                </a:lnTo>
                <a:cubicBezTo>
                  <a:pt x="827485" y="109986"/>
                  <a:pt x="826561" y="106545"/>
                  <a:pt x="826150" y="102605"/>
                </a:cubicBezTo>
                <a:moveTo>
                  <a:pt x="824994" y="71947"/>
                </a:moveTo>
                <a:cubicBezTo>
                  <a:pt x="819962" y="73992"/>
                  <a:pt x="812413" y="75730"/>
                  <a:pt x="802347" y="77161"/>
                </a:cubicBezTo>
                <a:cubicBezTo>
                  <a:pt x="796647" y="77978"/>
                  <a:pt x="792616" y="78898"/>
                  <a:pt x="790253" y="79920"/>
                </a:cubicBezTo>
                <a:cubicBezTo>
                  <a:pt x="787891" y="80942"/>
                  <a:pt x="786068" y="82437"/>
                  <a:pt x="784784" y="84404"/>
                </a:cubicBezTo>
                <a:cubicBezTo>
                  <a:pt x="783500" y="86372"/>
                  <a:pt x="782858" y="88557"/>
                  <a:pt x="782858" y="90959"/>
                </a:cubicBezTo>
                <a:cubicBezTo>
                  <a:pt x="782858" y="94639"/>
                  <a:pt x="784258" y="97706"/>
                  <a:pt x="787057" y="100160"/>
                </a:cubicBezTo>
                <a:cubicBezTo>
                  <a:pt x="789855" y="102612"/>
                  <a:pt x="793951" y="103838"/>
                  <a:pt x="799343" y="103838"/>
                </a:cubicBezTo>
                <a:cubicBezTo>
                  <a:pt x="804684" y="103838"/>
                  <a:pt x="809434" y="102674"/>
                  <a:pt x="813594" y="100345"/>
                </a:cubicBezTo>
                <a:cubicBezTo>
                  <a:pt x="817753" y="98015"/>
                  <a:pt x="820809" y="94832"/>
                  <a:pt x="822760" y="90796"/>
                </a:cubicBezTo>
                <a:cubicBezTo>
                  <a:pt x="824250" y="87681"/>
                  <a:pt x="824994" y="83084"/>
                  <a:pt x="824994" y="77005"/>
                </a:cubicBezTo>
                <a:lnTo>
                  <a:pt x="824994" y="71947"/>
                </a:lnTo>
                <a:close/>
                <a:moveTo>
                  <a:pt x="913865" y="82885"/>
                </a:moveTo>
                <a:lnTo>
                  <a:pt x="927499" y="84734"/>
                </a:lnTo>
                <a:cubicBezTo>
                  <a:pt x="926010" y="94132"/>
                  <a:pt x="922197" y="101488"/>
                  <a:pt x="916060" y="106804"/>
                </a:cubicBezTo>
                <a:cubicBezTo>
                  <a:pt x="909923" y="112119"/>
                  <a:pt x="902387" y="114776"/>
                  <a:pt x="893451" y="114776"/>
                </a:cubicBezTo>
                <a:cubicBezTo>
                  <a:pt x="882256" y="114776"/>
                  <a:pt x="873256" y="111117"/>
                  <a:pt x="866452" y="103799"/>
                </a:cubicBezTo>
                <a:cubicBezTo>
                  <a:pt x="859647" y="96481"/>
                  <a:pt x="856245" y="85992"/>
                  <a:pt x="856245" y="72332"/>
                </a:cubicBezTo>
                <a:cubicBezTo>
                  <a:pt x="856245" y="63499"/>
                  <a:pt x="857709" y="55771"/>
                  <a:pt x="860636" y="49146"/>
                </a:cubicBezTo>
                <a:cubicBezTo>
                  <a:pt x="863563" y="42521"/>
                  <a:pt x="868018" y="37553"/>
                  <a:pt x="874001" y="34240"/>
                </a:cubicBezTo>
                <a:cubicBezTo>
                  <a:pt x="879984" y="30928"/>
                  <a:pt x="886493" y="29272"/>
                  <a:pt x="893528" y="29272"/>
                </a:cubicBezTo>
                <a:cubicBezTo>
                  <a:pt x="902413" y="29272"/>
                  <a:pt x="909679" y="31506"/>
                  <a:pt x="915328" y="35974"/>
                </a:cubicBezTo>
                <a:cubicBezTo>
                  <a:pt x="920977" y="40440"/>
                  <a:pt x="924598" y="46782"/>
                  <a:pt x="926189" y="55000"/>
                </a:cubicBezTo>
                <a:lnTo>
                  <a:pt x="912709" y="57157"/>
                </a:lnTo>
                <a:cubicBezTo>
                  <a:pt x="911425" y="51688"/>
                  <a:pt x="909153" y="47573"/>
                  <a:pt x="905892" y="44813"/>
                </a:cubicBezTo>
                <a:cubicBezTo>
                  <a:pt x="902631" y="42053"/>
                  <a:pt x="898689" y="40672"/>
                  <a:pt x="894068" y="40672"/>
                </a:cubicBezTo>
                <a:cubicBezTo>
                  <a:pt x="887083" y="40672"/>
                  <a:pt x="881409" y="43176"/>
                  <a:pt x="877044" y="48183"/>
                </a:cubicBezTo>
                <a:cubicBezTo>
                  <a:pt x="872679" y="53190"/>
                  <a:pt x="870496" y="61111"/>
                  <a:pt x="870496" y="71947"/>
                </a:cubicBezTo>
                <a:cubicBezTo>
                  <a:pt x="870496" y="82937"/>
                  <a:pt x="872602" y="90922"/>
                  <a:pt x="876813" y="95904"/>
                </a:cubicBezTo>
                <a:cubicBezTo>
                  <a:pt x="881024" y="100885"/>
                  <a:pt x="886518" y="103376"/>
                  <a:pt x="893297" y="103376"/>
                </a:cubicBezTo>
                <a:cubicBezTo>
                  <a:pt x="898741" y="103376"/>
                  <a:pt x="903286" y="101700"/>
                  <a:pt x="906932" y="98349"/>
                </a:cubicBezTo>
                <a:cubicBezTo>
                  <a:pt x="910578" y="94999"/>
                  <a:pt x="912889" y="89844"/>
                  <a:pt x="913865" y="82885"/>
                </a:cubicBezTo>
                <a:close/>
                <a:moveTo>
                  <a:pt x="939439" y="112928"/>
                </a:moveTo>
                <a:lnTo>
                  <a:pt x="939439" y="0"/>
                </a:lnTo>
                <a:lnTo>
                  <a:pt x="953304" y="0"/>
                </a:lnTo>
                <a:lnTo>
                  <a:pt x="953304" y="64328"/>
                </a:lnTo>
                <a:lnTo>
                  <a:pt x="986120" y="31121"/>
                </a:lnTo>
                <a:lnTo>
                  <a:pt x="1004068" y="31121"/>
                </a:lnTo>
                <a:lnTo>
                  <a:pt x="972793" y="61514"/>
                </a:lnTo>
                <a:lnTo>
                  <a:pt x="1007226" y="112928"/>
                </a:lnTo>
                <a:lnTo>
                  <a:pt x="990125" y="112928"/>
                </a:lnTo>
                <a:lnTo>
                  <a:pt x="963087" y="71030"/>
                </a:lnTo>
                <a:lnTo>
                  <a:pt x="953304" y="80498"/>
                </a:lnTo>
                <a:lnTo>
                  <a:pt x="953304" y="112928"/>
                </a:lnTo>
                <a:lnTo>
                  <a:pt x="939439" y="112928"/>
                </a:lnTo>
                <a:close/>
                <a:moveTo>
                  <a:pt x="1071624" y="102605"/>
                </a:moveTo>
                <a:cubicBezTo>
                  <a:pt x="1066489" y="107056"/>
                  <a:pt x="1061546" y="110197"/>
                  <a:pt x="1056795" y="112030"/>
                </a:cubicBezTo>
                <a:cubicBezTo>
                  <a:pt x="1052045" y="113861"/>
                  <a:pt x="1046948" y="114776"/>
                  <a:pt x="1041505" y="114776"/>
                </a:cubicBezTo>
                <a:cubicBezTo>
                  <a:pt x="1032518" y="114776"/>
                  <a:pt x="1025611" y="112581"/>
                  <a:pt x="1020783" y="108190"/>
                </a:cubicBezTo>
                <a:cubicBezTo>
                  <a:pt x="1015956" y="103799"/>
                  <a:pt x="1013542" y="98189"/>
                  <a:pt x="1013542" y="91359"/>
                </a:cubicBezTo>
                <a:cubicBezTo>
                  <a:pt x="1013542" y="87353"/>
                  <a:pt x="1014454" y="83694"/>
                  <a:pt x="1016277" y="80382"/>
                </a:cubicBezTo>
                <a:cubicBezTo>
                  <a:pt x="1018100" y="77070"/>
                  <a:pt x="1020488" y="74412"/>
                  <a:pt x="1023441" y="72409"/>
                </a:cubicBezTo>
                <a:cubicBezTo>
                  <a:pt x="1026394" y="70406"/>
                  <a:pt x="1029719" y="68891"/>
                  <a:pt x="1033417" y="67864"/>
                </a:cubicBezTo>
                <a:cubicBezTo>
                  <a:pt x="1036138" y="67145"/>
                  <a:pt x="1040247" y="66452"/>
                  <a:pt x="1045741" y="65785"/>
                </a:cubicBezTo>
                <a:cubicBezTo>
                  <a:pt x="1056937" y="64449"/>
                  <a:pt x="1065179" y="62857"/>
                  <a:pt x="1070468" y="61009"/>
                </a:cubicBezTo>
                <a:cubicBezTo>
                  <a:pt x="1070520" y="59117"/>
                  <a:pt x="1070545" y="57915"/>
                  <a:pt x="1070545" y="57403"/>
                </a:cubicBezTo>
                <a:cubicBezTo>
                  <a:pt x="1070545" y="51775"/>
                  <a:pt x="1069236" y="47810"/>
                  <a:pt x="1066617" y="45509"/>
                </a:cubicBezTo>
                <a:cubicBezTo>
                  <a:pt x="1063073" y="42387"/>
                  <a:pt x="1057810" y="40826"/>
                  <a:pt x="1050826" y="40826"/>
                </a:cubicBezTo>
                <a:cubicBezTo>
                  <a:pt x="1044304" y="40826"/>
                  <a:pt x="1039489" y="41969"/>
                  <a:pt x="1036382" y="44254"/>
                </a:cubicBezTo>
                <a:cubicBezTo>
                  <a:pt x="1033275" y="46540"/>
                  <a:pt x="1030977" y="50584"/>
                  <a:pt x="1029488" y="56387"/>
                </a:cubicBezTo>
                <a:lnTo>
                  <a:pt x="1015930" y="54538"/>
                </a:lnTo>
                <a:cubicBezTo>
                  <a:pt x="1017163" y="48717"/>
                  <a:pt x="1019191" y="44017"/>
                  <a:pt x="1022016" y="40437"/>
                </a:cubicBezTo>
                <a:cubicBezTo>
                  <a:pt x="1024840" y="36856"/>
                  <a:pt x="1028923" y="34101"/>
                  <a:pt x="1034264" y="32170"/>
                </a:cubicBezTo>
                <a:cubicBezTo>
                  <a:pt x="1039605" y="30238"/>
                  <a:pt x="1045793" y="29272"/>
                  <a:pt x="1052828" y="29272"/>
                </a:cubicBezTo>
                <a:cubicBezTo>
                  <a:pt x="1059812" y="29272"/>
                  <a:pt x="1065487" y="30097"/>
                  <a:pt x="1069852" y="31746"/>
                </a:cubicBezTo>
                <a:cubicBezTo>
                  <a:pt x="1074217" y="33395"/>
                  <a:pt x="1077427" y="35469"/>
                  <a:pt x="1079481" y="37969"/>
                </a:cubicBezTo>
                <a:cubicBezTo>
                  <a:pt x="1081535" y="40468"/>
                  <a:pt x="1082973" y="43624"/>
                  <a:pt x="1083795" y="47439"/>
                </a:cubicBezTo>
                <a:cubicBezTo>
                  <a:pt x="1084257" y="49809"/>
                  <a:pt x="1084488" y="54067"/>
                  <a:pt x="1084488" y="60212"/>
                </a:cubicBezTo>
                <a:lnTo>
                  <a:pt x="1084488" y="78646"/>
                </a:lnTo>
                <a:cubicBezTo>
                  <a:pt x="1084488" y="91499"/>
                  <a:pt x="1084783" y="99640"/>
                  <a:pt x="1085374" y="103068"/>
                </a:cubicBezTo>
                <a:cubicBezTo>
                  <a:pt x="1085965" y="106496"/>
                  <a:pt x="1087133" y="109782"/>
                  <a:pt x="1088879" y="112928"/>
                </a:cubicBezTo>
                <a:lnTo>
                  <a:pt x="1074397" y="112928"/>
                </a:lnTo>
                <a:cubicBezTo>
                  <a:pt x="1072959" y="109986"/>
                  <a:pt x="1072035" y="106545"/>
                  <a:pt x="1071624" y="102605"/>
                </a:cubicBezTo>
                <a:moveTo>
                  <a:pt x="1070468" y="71947"/>
                </a:moveTo>
                <a:cubicBezTo>
                  <a:pt x="1065436" y="73992"/>
                  <a:pt x="1057887" y="75730"/>
                  <a:pt x="1047821" y="77161"/>
                </a:cubicBezTo>
                <a:cubicBezTo>
                  <a:pt x="1042121" y="77978"/>
                  <a:pt x="1038090" y="78898"/>
                  <a:pt x="1035727" y="79920"/>
                </a:cubicBezTo>
                <a:cubicBezTo>
                  <a:pt x="1033365" y="80942"/>
                  <a:pt x="1031542" y="82437"/>
                  <a:pt x="1030258" y="84404"/>
                </a:cubicBezTo>
                <a:cubicBezTo>
                  <a:pt x="1028974" y="86372"/>
                  <a:pt x="1028332" y="88557"/>
                  <a:pt x="1028332" y="90959"/>
                </a:cubicBezTo>
                <a:cubicBezTo>
                  <a:pt x="1028332" y="94639"/>
                  <a:pt x="1029732" y="97706"/>
                  <a:pt x="1032531" y="100160"/>
                </a:cubicBezTo>
                <a:cubicBezTo>
                  <a:pt x="1035329" y="102612"/>
                  <a:pt x="1039425" y="103838"/>
                  <a:pt x="1044817" y="103838"/>
                </a:cubicBezTo>
                <a:cubicBezTo>
                  <a:pt x="1050158" y="103838"/>
                  <a:pt x="1054908" y="102674"/>
                  <a:pt x="1059068" y="100345"/>
                </a:cubicBezTo>
                <a:cubicBezTo>
                  <a:pt x="1063228" y="98015"/>
                  <a:pt x="1066283" y="94832"/>
                  <a:pt x="1068235" y="90796"/>
                </a:cubicBezTo>
                <a:cubicBezTo>
                  <a:pt x="1069724" y="87681"/>
                  <a:pt x="1070468" y="83084"/>
                  <a:pt x="1070468" y="77005"/>
                </a:cubicBezTo>
                <a:lnTo>
                  <a:pt x="1070468" y="71947"/>
                </a:lnTo>
                <a:close/>
                <a:moveTo>
                  <a:pt x="1103414" y="119706"/>
                </a:moveTo>
                <a:lnTo>
                  <a:pt x="1116894" y="121555"/>
                </a:lnTo>
                <a:cubicBezTo>
                  <a:pt x="1117459" y="125765"/>
                  <a:pt x="1119025" y="128831"/>
                  <a:pt x="1121593" y="130753"/>
                </a:cubicBezTo>
                <a:cubicBezTo>
                  <a:pt x="1125034" y="133351"/>
                  <a:pt x="1129733" y="134650"/>
                  <a:pt x="1135690" y="134650"/>
                </a:cubicBezTo>
                <a:cubicBezTo>
                  <a:pt x="1142109" y="134650"/>
                  <a:pt x="1147065" y="133363"/>
                  <a:pt x="1150557" y="130789"/>
                </a:cubicBezTo>
                <a:cubicBezTo>
                  <a:pt x="1154049" y="128215"/>
                  <a:pt x="1156411" y="124612"/>
                  <a:pt x="1157644" y="119981"/>
                </a:cubicBezTo>
                <a:cubicBezTo>
                  <a:pt x="1158363" y="117148"/>
                  <a:pt x="1158696" y="111202"/>
                  <a:pt x="1158645" y="102143"/>
                </a:cubicBezTo>
                <a:cubicBezTo>
                  <a:pt x="1152585" y="109333"/>
                  <a:pt x="1145036" y="112928"/>
                  <a:pt x="1135998" y="112928"/>
                </a:cubicBezTo>
                <a:cubicBezTo>
                  <a:pt x="1124751" y="112928"/>
                  <a:pt x="1116047" y="108871"/>
                  <a:pt x="1109884" y="100757"/>
                </a:cubicBezTo>
                <a:cubicBezTo>
                  <a:pt x="1103722" y="92643"/>
                  <a:pt x="1100641" y="82911"/>
                  <a:pt x="1100641" y="71562"/>
                </a:cubicBezTo>
                <a:cubicBezTo>
                  <a:pt x="1100641" y="63756"/>
                  <a:pt x="1102053" y="56554"/>
                  <a:pt x="1104877" y="49955"/>
                </a:cubicBezTo>
                <a:cubicBezTo>
                  <a:pt x="1107702" y="43356"/>
                  <a:pt x="1111797" y="38259"/>
                  <a:pt x="1117164" y="34664"/>
                </a:cubicBezTo>
                <a:cubicBezTo>
                  <a:pt x="1122530" y="31069"/>
                  <a:pt x="1128834" y="29272"/>
                  <a:pt x="1136075" y="29272"/>
                </a:cubicBezTo>
                <a:cubicBezTo>
                  <a:pt x="1145729" y="29272"/>
                  <a:pt x="1153689" y="33226"/>
                  <a:pt x="1159955" y="41135"/>
                </a:cubicBezTo>
                <a:lnTo>
                  <a:pt x="1159955" y="31121"/>
                </a:lnTo>
                <a:lnTo>
                  <a:pt x="1172742" y="31121"/>
                </a:lnTo>
                <a:lnTo>
                  <a:pt x="1172742" y="101883"/>
                </a:lnTo>
                <a:cubicBezTo>
                  <a:pt x="1172742" y="114627"/>
                  <a:pt x="1171445" y="123658"/>
                  <a:pt x="1168852" y="128977"/>
                </a:cubicBezTo>
                <a:cubicBezTo>
                  <a:pt x="1166258" y="134295"/>
                  <a:pt x="1162150" y="138496"/>
                  <a:pt x="1156527" y="141578"/>
                </a:cubicBezTo>
                <a:cubicBezTo>
                  <a:pt x="1150903" y="144663"/>
                  <a:pt x="1143983" y="146205"/>
                  <a:pt x="1135767" y="146205"/>
                </a:cubicBezTo>
                <a:cubicBezTo>
                  <a:pt x="1126010" y="146205"/>
                  <a:pt x="1118127" y="144003"/>
                  <a:pt x="1112118" y="139600"/>
                </a:cubicBezTo>
                <a:cubicBezTo>
                  <a:pt x="1106110" y="135196"/>
                  <a:pt x="1103208" y="128565"/>
                  <a:pt x="1103414" y="119706"/>
                </a:cubicBezTo>
                <a:moveTo>
                  <a:pt x="1114891" y="70563"/>
                </a:moveTo>
                <a:cubicBezTo>
                  <a:pt x="1114891" y="81269"/>
                  <a:pt x="1117023" y="89080"/>
                  <a:pt x="1121285" y="93997"/>
                </a:cubicBezTo>
                <a:cubicBezTo>
                  <a:pt x="1125547" y="98914"/>
                  <a:pt x="1130888" y="101373"/>
                  <a:pt x="1137307" y="101373"/>
                </a:cubicBezTo>
                <a:cubicBezTo>
                  <a:pt x="1143675" y="101373"/>
                  <a:pt x="1149016" y="98927"/>
                  <a:pt x="1153330" y="94036"/>
                </a:cubicBezTo>
                <a:cubicBezTo>
                  <a:pt x="1157644" y="89144"/>
                  <a:pt x="1159801" y="81473"/>
                  <a:pt x="1159801" y="71023"/>
                </a:cubicBezTo>
                <a:cubicBezTo>
                  <a:pt x="1159801" y="61034"/>
                  <a:pt x="1157579" y="53505"/>
                  <a:pt x="1153137" y="48433"/>
                </a:cubicBezTo>
                <a:cubicBezTo>
                  <a:pt x="1148695" y="43362"/>
                  <a:pt x="1143342" y="40826"/>
                  <a:pt x="1137076" y="40826"/>
                </a:cubicBezTo>
                <a:cubicBezTo>
                  <a:pt x="1130914" y="40826"/>
                  <a:pt x="1125676" y="43324"/>
                  <a:pt x="1121362" y="48318"/>
                </a:cubicBezTo>
                <a:cubicBezTo>
                  <a:pt x="1117048" y="53312"/>
                  <a:pt x="1114891" y="60727"/>
                  <a:pt x="1114891" y="70563"/>
                </a:cubicBezTo>
                <a:close/>
                <a:moveTo>
                  <a:pt x="1249672" y="86429"/>
                </a:moveTo>
                <a:lnTo>
                  <a:pt x="1264000" y="88278"/>
                </a:lnTo>
                <a:cubicBezTo>
                  <a:pt x="1261740" y="96672"/>
                  <a:pt x="1257555" y="103188"/>
                  <a:pt x="1251444" y="107824"/>
                </a:cubicBezTo>
                <a:cubicBezTo>
                  <a:pt x="1245333" y="112459"/>
                  <a:pt x="1237527" y="114776"/>
                  <a:pt x="1228026" y="114776"/>
                </a:cubicBezTo>
                <a:cubicBezTo>
                  <a:pt x="1216061" y="114776"/>
                  <a:pt x="1206573" y="111092"/>
                  <a:pt x="1199563" y="103722"/>
                </a:cubicBezTo>
                <a:cubicBezTo>
                  <a:pt x="1192553" y="96353"/>
                  <a:pt x="1189049" y="86018"/>
                  <a:pt x="1189049" y="72717"/>
                </a:cubicBezTo>
                <a:cubicBezTo>
                  <a:pt x="1189049" y="58954"/>
                  <a:pt x="1192592" y="48273"/>
                  <a:pt x="1199679" y="40672"/>
                </a:cubicBezTo>
                <a:cubicBezTo>
                  <a:pt x="1206766" y="33072"/>
                  <a:pt x="1215958" y="29272"/>
                  <a:pt x="1227256" y="29272"/>
                </a:cubicBezTo>
                <a:cubicBezTo>
                  <a:pt x="1238194" y="29272"/>
                  <a:pt x="1247130" y="32989"/>
                  <a:pt x="1254063" y="40424"/>
                </a:cubicBezTo>
                <a:cubicBezTo>
                  <a:pt x="1260996" y="47858"/>
                  <a:pt x="1264462" y="58317"/>
                  <a:pt x="1264462" y="71800"/>
                </a:cubicBezTo>
                <a:cubicBezTo>
                  <a:pt x="1264462" y="72620"/>
                  <a:pt x="1264436" y="73850"/>
                  <a:pt x="1264385" y="75490"/>
                </a:cubicBezTo>
                <a:lnTo>
                  <a:pt x="1203376" y="75490"/>
                </a:lnTo>
                <a:cubicBezTo>
                  <a:pt x="1203890" y="84503"/>
                  <a:pt x="1206432" y="91404"/>
                  <a:pt x="1211002" y="96193"/>
                </a:cubicBezTo>
                <a:cubicBezTo>
                  <a:pt x="1215573" y="100981"/>
                  <a:pt x="1221273" y="103376"/>
                  <a:pt x="1228103" y="103376"/>
                </a:cubicBezTo>
                <a:cubicBezTo>
                  <a:pt x="1233187" y="103376"/>
                  <a:pt x="1237527" y="102029"/>
                  <a:pt x="1241122" y="99334"/>
                </a:cubicBezTo>
                <a:cubicBezTo>
                  <a:pt x="1244716" y="96638"/>
                  <a:pt x="1247567" y="92336"/>
                  <a:pt x="1249672" y="86429"/>
                </a:cubicBezTo>
                <a:moveTo>
                  <a:pt x="1204147" y="64090"/>
                </a:moveTo>
                <a:lnTo>
                  <a:pt x="1249826" y="64090"/>
                </a:lnTo>
                <a:cubicBezTo>
                  <a:pt x="1249210" y="57231"/>
                  <a:pt x="1247464" y="52087"/>
                  <a:pt x="1244588" y="48657"/>
                </a:cubicBezTo>
                <a:cubicBezTo>
                  <a:pt x="1240172" y="43334"/>
                  <a:pt x="1234446" y="40672"/>
                  <a:pt x="1227410" y="40672"/>
                </a:cubicBezTo>
                <a:cubicBezTo>
                  <a:pt x="1221042" y="40672"/>
                  <a:pt x="1215689" y="42797"/>
                  <a:pt x="1211349" y="47047"/>
                </a:cubicBezTo>
                <a:cubicBezTo>
                  <a:pt x="1207010" y="51295"/>
                  <a:pt x="1204609" y="56976"/>
                  <a:pt x="1204147" y="64090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Text Dependency">
            <a:extLst xmlns:a="http://schemas.openxmlformats.org/drawingml/2006/main">
              <a:ext uri="{FF2B5EF4-FFF2-40B4-BE49-F238E27FC236}">
                <a16:creationId xmlns:a16="http://schemas.microsoft.com/office/drawing/2014/main" id="{FAD6B670-20D8-4990-9134-8849805D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40" y="2712306"/>
            <a:ext cx="872105" cy="146205"/>
          </a:xfrm>
          <a:custGeom xmlns:a="http://schemas.openxmlformats.org/drawingml/2006/main">
            <a:pathLst>
              <a:path w="872105" h="146205">
                <a:moveTo>
                  <a:pt x="0" y="112928"/>
                </a:moveTo>
                <a:lnTo>
                  <a:pt x="0" y="0"/>
                </a:lnTo>
                <a:lnTo>
                  <a:pt x="38901" y="0"/>
                </a:lnTo>
                <a:cubicBezTo>
                  <a:pt x="47682" y="0"/>
                  <a:pt x="54384" y="539"/>
                  <a:pt x="59006" y="1618"/>
                </a:cubicBezTo>
                <a:cubicBezTo>
                  <a:pt x="65476" y="3107"/>
                  <a:pt x="70997" y="5803"/>
                  <a:pt x="75568" y="9706"/>
                </a:cubicBezTo>
                <a:cubicBezTo>
                  <a:pt x="81525" y="14739"/>
                  <a:pt x="85980" y="21171"/>
                  <a:pt x="88932" y="29002"/>
                </a:cubicBezTo>
                <a:cubicBezTo>
                  <a:pt x="91885" y="36834"/>
                  <a:pt x="93362" y="45782"/>
                  <a:pt x="93362" y="55848"/>
                </a:cubicBezTo>
                <a:cubicBezTo>
                  <a:pt x="93362" y="64424"/>
                  <a:pt x="92360" y="72024"/>
                  <a:pt x="90357" y="78649"/>
                </a:cubicBezTo>
                <a:cubicBezTo>
                  <a:pt x="88355" y="85273"/>
                  <a:pt x="85787" y="90755"/>
                  <a:pt x="82654" y="95095"/>
                </a:cubicBezTo>
                <a:cubicBezTo>
                  <a:pt x="79522" y="99434"/>
                  <a:pt x="76094" y="102849"/>
                  <a:pt x="72371" y="105340"/>
                </a:cubicBezTo>
                <a:cubicBezTo>
                  <a:pt x="68648" y="107831"/>
                  <a:pt x="64154" y="109718"/>
                  <a:pt x="58890" y="111002"/>
                </a:cubicBezTo>
                <a:cubicBezTo>
                  <a:pt x="53626" y="112286"/>
                  <a:pt x="47580" y="112928"/>
                  <a:pt x="40749" y="112928"/>
                </a:cubicBezTo>
                <a:lnTo>
                  <a:pt x="0" y="112928"/>
                </a:lnTo>
                <a:moveTo>
                  <a:pt x="14944" y="99524"/>
                </a:moveTo>
                <a:lnTo>
                  <a:pt x="39055" y="99524"/>
                </a:lnTo>
                <a:cubicBezTo>
                  <a:pt x="46501" y="99524"/>
                  <a:pt x="52343" y="98833"/>
                  <a:pt x="56579" y="97449"/>
                </a:cubicBezTo>
                <a:cubicBezTo>
                  <a:pt x="60816" y="96064"/>
                  <a:pt x="64193" y="94116"/>
                  <a:pt x="66709" y="91604"/>
                </a:cubicBezTo>
                <a:cubicBezTo>
                  <a:pt x="70252" y="88067"/>
                  <a:pt x="73013" y="83313"/>
                  <a:pt x="74990" y="77342"/>
                </a:cubicBezTo>
                <a:cubicBezTo>
                  <a:pt x="76967" y="71369"/>
                  <a:pt x="77955" y="64128"/>
                  <a:pt x="77955" y="55619"/>
                </a:cubicBezTo>
                <a:cubicBezTo>
                  <a:pt x="77955" y="43828"/>
                  <a:pt x="76017" y="34768"/>
                  <a:pt x="72140" y="28437"/>
                </a:cubicBezTo>
                <a:cubicBezTo>
                  <a:pt x="68262" y="22106"/>
                  <a:pt x="63551" y="17863"/>
                  <a:pt x="58004" y="15710"/>
                </a:cubicBezTo>
                <a:cubicBezTo>
                  <a:pt x="53999" y="14172"/>
                  <a:pt x="47554" y="13403"/>
                  <a:pt x="38670" y="13403"/>
                </a:cubicBezTo>
                <a:lnTo>
                  <a:pt x="14944" y="13403"/>
                </a:lnTo>
                <a:lnTo>
                  <a:pt x="14944" y="99524"/>
                </a:lnTo>
                <a:close/>
                <a:moveTo>
                  <a:pt x="168132" y="86429"/>
                </a:moveTo>
                <a:lnTo>
                  <a:pt x="182460" y="88278"/>
                </a:lnTo>
                <a:cubicBezTo>
                  <a:pt x="180200" y="96672"/>
                  <a:pt x="176015" y="103188"/>
                  <a:pt x="169904" y="107824"/>
                </a:cubicBezTo>
                <a:cubicBezTo>
                  <a:pt x="163793" y="112459"/>
                  <a:pt x="155987" y="114776"/>
                  <a:pt x="146486" y="114776"/>
                </a:cubicBezTo>
                <a:cubicBezTo>
                  <a:pt x="134521" y="114776"/>
                  <a:pt x="125033" y="111092"/>
                  <a:pt x="118023" y="103722"/>
                </a:cubicBezTo>
                <a:cubicBezTo>
                  <a:pt x="111014" y="96353"/>
                  <a:pt x="107509" y="86018"/>
                  <a:pt x="107509" y="72717"/>
                </a:cubicBezTo>
                <a:cubicBezTo>
                  <a:pt x="107509" y="58954"/>
                  <a:pt x="111052" y="48273"/>
                  <a:pt x="118139" y="40672"/>
                </a:cubicBezTo>
                <a:cubicBezTo>
                  <a:pt x="125226" y="33072"/>
                  <a:pt x="134418" y="29272"/>
                  <a:pt x="145716" y="29272"/>
                </a:cubicBezTo>
                <a:cubicBezTo>
                  <a:pt x="156655" y="29272"/>
                  <a:pt x="165590" y="32989"/>
                  <a:pt x="172523" y="40424"/>
                </a:cubicBezTo>
                <a:cubicBezTo>
                  <a:pt x="179456" y="47858"/>
                  <a:pt x="182922" y="58317"/>
                  <a:pt x="182922" y="71800"/>
                </a:cubicBezTo>
                <a:cubicBezTo>
                  <a:pt x="182922" y="72620"/>
                  <a:pt x="182896" y="73850"/>
                  <a:pt x="182845" y="75490"/>
                </a:cubicBezTo>
                <a:lnTo>
                  <a:pt x="121836" y="75490"/>
                </a:lnTo>
                <a:cubicBezTo>
                  <a:pt x="122350" y="84503"/>
                  <a:pt x="124892" y="91404"/>
                  <a:pt x="129463" y="96193"/>
                </a:cubicBezTo>
                <a:cubicBezTo>
                  <a:pt x="134033" y="100981"/>
                  <a:pt x="139733" y="103376"/>
                  <a:pt x="146563" y="103376"/>
                </a:cubicBezTo>
                <a:cubicBezTo>
                  <a:pt x="151647" y="103376"/>
                  <a:pt x="155987" y="102029"/>
                  <a:pt x="159582" y="99334"/>
                </a:cubicBezTo>
                <a:cubicBezTo>
                  <a:pt x="163176" y="96638"/>
                  <a:pt x="166027" y="92336"/>
                  <a:pt x="168132" y="86429"/>
                </a:cubicBezTo>
                <a:moveTo>
                  <a:pt x="122607" y="64090"/>
                </a:moveTo>
                <a:lnTo>
                  <a:pt x="168286" y="64090"/>
                </a:lnTo>
                <a:cubicBezTo>
                  <a:pt x="167670" y="57231"/>
                  <a:pt x="165924" y="52087"/>
                  <a:pt x="163048" y="48657"/>
                </a:cubicBezTo>
                <a:cubicBezTo>
                  <a:pt x="158632" y="43334"/>
                  <a:pt x="152906" y="40672"/>
                  <a:pt x="145870" y="40672"/>
                </a:cubicBezTo>
                <a:cubicBezTo>
                  <a:pt x="139502" y="40672"/>
                  <a:pt x="134149" y="42797"/>
                  <a:pt x="129809" y="47047"/>
                </a:cubicBezTo>
                <a:cubicBezTo>
                  <a:pt x="125470" y="51295"/>
                  <a:pt x="123069" y="56976"/>
                  <a:pt x="122607" y="64090"/>
                </a:cubicBezTo>
                <a:close/>
                <a:moveTo>
                  <a:pt x="199845" y="144356"/>
                </a:moveTo>
                <a:lnTo>
                  <a:pt x="199845" y="31121"/>
                </a:lnTo>
                <a:lnTo>
                  <a:pt x="212478" y="31121"/>
                </a:lnTo>
                <a:lnTo>
                  <a:pt x="212478" y="41825"/>
                </a:lnTo>
                <a:cubicBezTo>
                  <a:pt x="215457" y="37640"/>
                  <a:pt x="218821" y="34502"/>
                  <a:pt x="222569" y="32411"/>
                </a:cubicBezTo>
                <a:cubicBezTo>
                  <a:pt x="226318" y="30318"/>
                  <a:pt x="230863" y="29272"/>
                  <a:pt x="236204" y="29272"/>
                </a:cubicBezTo>
                <a:cubicBezTo>
                  <a:pt x="243188" y="29272"/>
                  <a:pt x="249351" y="31069"/>
                  <a:pt x="254691" y="34664"/>
                </a:cubicBezTo>
                <a:cubicBezTo>
                  <a:pt x="260032" y="38259"/>
                  <a:pt x="264063" y="43330"/>
                  <a:pt x="266785" y="49878"/>
                </a:cubicBezTo>
                <a:cubicBezTo>
                  <a:pt x="269507" y="56425"/>
                  <a:pt x="270868" y="63602"/>
                  <a:pt x="270868" y="71408"/>
                </a:cubicBezTo>
                <a:cubicBezTo>
                  <a:pt x="270868" y="79779"/>
                  <a:pt x="269366" y="87315"/>
                  <a:pt x="266362" y="94016"/>
                </a:cubicBezTo>
                <a:cubicBezTo>
                  <a:pt x="263357" y="100718"/>
                  <a:pt x="258992" y="105854"/>
                  <a:pt x="253266" y="109423"/>
                </a:cubicBezTo>
                <a:cubicBezTo>
                  <a:pt x="247540" y="112992"/>
                  <a:pt x="241519" y="114776"/>
                  <a:pt x="235202" y="114776"/>
                </a:cubicBezTo>
                <a:cubicBezTo>
                  <a:pt x="230581" y="114776"/>
                  <a:pt x="226434" y="113801"/>
                  <a:pt x="222762" y="111849"/>
                </a:cubicBezTo>
                <a:cubicBezTo>
                  <a:pt x="219090" y="109898"/>
                  <a:pt x="216073" y="107433"/>
                  <a:pt x="213711" y="104454"/>
                </a:cubicBezTo>
                <a:lnTo>
                  <a:pt x="213711" y="144356"/>
                </a:lnTo>
                <a:lnTo>
                  <a:pt x="199845" y="144356"/>
                </a:lnTo>
                <a:moveTo>
                  <a:pt x="212401" y="72525"/>
                </a:moveTo>
                <a:cubicBezTo>
                  <a:pt x="212401" y="83040"/>
                  <a:pt x="214532" y="90810"/>
                  <a:pt x="218795" y="95836"/>
                </a:cubicBezTo>
                <a:cubicBezTo>
                  <a:pt x="223057" y="100863"/>
                  <a:pt x="228218" y="103376"/>
                  <a:pt x="234278" y="103376"/>
                </a:cubicBezTo>
                <a:cubicBezTo>
                  <a:pt x="240441" y="103376"/>
                  <a:pt x="245717" y="100773"/>
                  <a:pt x="250108" y="95567"/>
                </a:cubicBezTo>
                <a:cubicBezTo>
                  <a:pt x="254499" y="90361"/>
                  <a:pt x="256694" y="82295"/>
                  <a:pt x="256694" y="71369"/>
                </a:cubicBezTo>
                <a:cubicBezTo>
                  <a:pt x="256694" y="60957"/>
                  <a:pt x="254550" y="53161"/>
                  <a:pt x="250262" y="47981"/>
                </a:cubicBezTo>
                <a:cubicBezTo>
                  <a:pt x="245974" y="42800"/>
                  <a:pt x="240851" y="40210"/>
                  <a:pt x="234894" y="40210"/>
                </a:cubicBezTo>
                <a:cubicBezTo>
                  <a:pt x="228989" y="40210"/>
                  <a:pt x="223763" y="42967"/>
                  <a:pt x="219219" y="48481"/>
                </a:cubicBezTo>
                <a:cubicBezTo>
                  <a:pt x="214674" y="53996"/>
                  <a:pt x="212401" y="62010"/>
                  <a:pt x="212401" y="72525"/>
                </a:cubicBezTo>
                <a:close/>
                <a:moveTo>
                  <a:pt x="343561" y="86429"/>
                </a:moveTo>
                <a:lnTo>
                  <a:pt x="357889" y="88278"/>
                </a:lnTo>
                <a:cubicBezTo>
                  <a:pt x="355629" y="96672"/>
                  <a:pt x="351444" y="103188"/>
                  <a:pt x="345333" y="107824"/>
                </a:cubicBezTo>
                <a:cubicBezTo>
                  <a:pt x="339222" y="112459"/>
                  <a:pt x="331416" y="114776"/>
                  <a:pt x="321915" y="114776"/>
                </a:cubicBezTo>
                <a:cubicBezTo>
                  <a:pt x="309950" y="114776"/>
                  <a:pt x="300462" y="111092"/>
                  <a:pt x="293452" y="103722"/>
                </a:cubicBezTo>
                <a:cubicBezTo>
                  <a:pt x="286442" y="96353"/>
                  <a:pt x="282937" y="86018"/>
                  <a:pt x="282937" y="72717"/>
                </a:cubicBezTo>
                <a:cubicBezTo>
                  <a:pt x="282937" y="58954"/>
                  <a:pt x="286481" y="48273"/>
                  <a:pt x="293568" y="40672"/>
                </a:cubicBezTo>
                <a:cubicBezTo>
                  <a:pt x="300655" y="33072"/>
                  <a:pt x="309847" y="29272"/>
                  <a:pt x="321145" y="29272"/>
                </a:cubicBezTo>
                <a:cubicBezTo>
                  <a:pt x="332083" y="29272"/>
                  <a:pt x="341019" y="32989"/>
                  <a:pt x="347952" y="40424"/>
                </a:cubicBezTo>
                <a:cubicBezTo>
                  <a:pt x="354884" y="47858"/>
                  <a:pt x="358351" y="58317"/>
                  <a:pt x="358351" y="71800"/>
                </a:cubicBezTo>
                <a:cubicBezTo>
                  <a:pt x="358351" y="72620"/>
                  <a:pt x="358325" y="73850"/>
                  <a:pt x="358274" y="75490"/>
                </a:cubicBezTo>
                <a:lnTo>
                  <a:pt x="297265" y="75490"/>
                </a:lnTo>
                <a:cubicBezTo>
                  <a:pt x="297779" y="84503"/>
                  <a:pt x="300321" y="91404"/>
                  <a:pt x="304891" y="96193"/>
                </a:cubicBezTo>
                <a:cubicBezTo>
                  <a:pt x="309462" y="100981"/>
                  <a:pt x="315162" y="103376"/>
                  <a:pt x="321992" y="103376"/>
                </a:cubicBezTo>
                <a:cubicBezTo>
                  <a:pt x="327076" y="103376"/>
                  <a:pt x="331416" y="102029"/>
                  <a:pt x="335010" y="99334"/>
                </a:cubicBezTo>
                <a:cubicBezTo>
                  <a:pt x="338605" y="96638"/>
                  <a:pt x="341455" y="92336"/>
                  <a:pt x="343561" y="86429"/>
                </a:cubicBezTo>
                <a:moveTo>
                  <a:pt x="298036" y="64090"/>
                </a:moveTo>
                <a:lnTo>
                  <a:pt x="343715" y="64090"/>
                </a:lnTo>
                <a:cubicBezTo>
                  <a:pt x="343099" y="57231"/>
                  <a:pt x="341353" y="52087"/>
                  <a:pt x="338477" y="48657"/>
                </a:cubicBezTo>
                <a:cubicBezTo>
                  <a:pt x="334060" y="43334"/>
                  <a:pt x="328334" y="40672"/>
                  <a:pt x="321299" y="40672"/>
                </a:cubicBezTo>
                <a:cubicBezTo>
                  <a:pt x="314931" y="40672"/>
                  <a:pt x="309577" y="42797"/>
                  <a:pt x="305238" y="47047"/>
                </a:cubicBezTo>
                <a:cubicBezTo>
                  <a:pt x="300899" y="51295"/>
                  <a:pt x="298498" y="56976"/>
                  <a:pt x="298036" y="64090"/>
                </a:cubicBezTo>
                <a:close/>
                <a:moveTo>
                  <a:pt x="375274" y="112928"/>
                </a:moveTo>
                <a:lnTo>
                  <a:pt x="375274" y="31121"/>
                </a:lnTo>
                <a:lnTo>
                  <a:pt x="387753" y="31121"/>
                </a:lnTo>
                <a:lnTo>
                  <a:pt x="387753" y="42752"/>
                </a:lnTo>
                <a:cubicBezTo>
                  <a:pt x="393761" y="33765"/>
                  <a:pt x="402440" y="29272"/>
                  <a:pt x="413790" y="29272"/>
                </a:cubicBezTo>
                <a:cubicBezTo>
                  <a:pt x="418720" y="29272"/>
                  <a:pt x="423252" y="30158"/>
                  <a:pt x="427386" y="31929"/>
                </a:cubicBezTo>
                <a:cubicBezTo>
                  <a:pt x="431520" y="33701"/>
                  <a:pt x="434614" y="36025"/>
                  <a:pt x="436668" y="38901"/>
                </a:cubicBezTo>
                <a:cubicBezTo>
                  <a:pt x="438722" y="41777"/>
                  <a:pt x="440160" y="45192"/>
                  <a:pt x="440982" y="49146"/>
                </a:cubicBezTo>
                <a:cubicBezTo>
                  <a:pt x="441495" y="51714"/>
                  <a:pt x="441752" y="56207"/>
                  <a:pt x="441752" y="62626"/>
                </a:cubicBezTo>
                <a:lnTo>
                  <a:pt x="441752" y="112928"/>
                </a:lnTo>
                <a:lnTo>
                  <a:pt x="427886" y="112928"/>
                </a:lnTo>
                <a:lnTo>
                  <a:pt x="427886" y="63166"/>
                </a:lnTo>
                <a:cubicBezTo>
                  <a:pt x="427886" y="57517"/>
                  <a:pt x="427347" y="53293"/>
                  <a:pt x="426269" y="50494"/>
                </a:cubicBezTo>
                <a:cubicBezTo>
                  <a:pt x="425190" y="47695"/>
                  <a:pt x="423277" y="45461"/>
                  <a:pt x="420530" y="43792"/>
                </a:cubicBezTo>
                <a:cubicBezTo>
                  <a:pt x="417782" y="42123"/>
                  <a:pt x="414560" y="41289"/>
                  <a:pt x="410862" y="41289"/>
                </a:cubicBezTo>
                <a:cubicBezTo>
                  <a:pt x="404957" y="41289"/>
                  <a:pt x="399860" y="43163"/>
                  <a:pt x="395572" y="46912"/>
                </a:cubicBezTo>
                <a:cubicBezTo>
                  <a:pt x="391284" y="50661"/>
                  <a:pt x="389140" y="57773"/>
                  <a:pt x="389140" y="68250"/>
                </a:cubicBezTo>
                <a:lnTo>
                  <a:pt x="389140" y="112928"/>
                </a:lnTo>
                <a:lnTo>
                  <a:pt x="375274" y="112928"/>
                </a:lnTo>
                <a:close/>
                <a:moveTo>
                  <a:pt x="516063" y="112928"/>
                </a:moveTo>
                <a:lnTo>
                  <a:pt x="516063" y="102605"/>
                </a:lnTo>
                <a:cubicBezTo>
                  <a:pt x="510876" y="110719"/>
                  <a:pt x="503250" y="114776"/>
                  <a:pt x="493185" y="114776"/>
                </a:cubicBezTo>
                <a:cubicBezTo>
                  <a:pt x="486663" y="114776"/>
                  <a:pt x="480667" y="112979"/>
                  <a:pt x="475198" y="109384"/>
                </a:cubicBezTo>
                <a:cubicBezTo>
                  <a:pt x="469729" y="105789"/>
                  <a:pt x="465492" y="100770"/>
                  <a:pt x="462488" y="94325"/>
                </a:cubicBezTo>
                <a:cubicBezTo>
                  <a:pt x="459483" y="87880"/>
                  <a:pt x="457981" y="80472"/>
                  <a:pt x="457981" y="72101"/>
                </a:cubicBezTo>
                <a:cubicBezTo>
                  <a:pt x="457981" y="63936"/>
                  <a:pt x="459342" y="56528"/>
                  <a:pt x="462064" y="49878"/>
                </a:cubicBezTo>
                <a:cubicBezTo>
                  <a:pt x="464786" y="43227"/>
                  <a:pt x="468868" y="38130"/>
                  <a:pt x="474312" y="34587"/>
                </a:cubicBezTo>
                <a:cubicBezTo>
                  <a:pt x="479755" y="31044"/>
                  <a:pt x="485841" y="29272"/>
                  <a:pt x="492568" y="29272"/>
                </a:cubicBezTo>
                <a:cubicBezTo>
                  <a:pt x="497498" y="29272"/>
                  <a:pt x="501889" y="30319"/>
                  <a:pt x="505741" y="32413"/>
                </a:cubicBezTo>
                <a:cubicBezTo>
                  <a:pt x="509592" y="34506"/>
                  <a:pt x="512725" y="37233"/>
                  <a:pt x="515138" y="40593"/>
                </a:cubicBezTo>
                <a:lnTo>
                  <a:pt x="515138" y="0"/>
                </a:lnTo>
                <a:lnTo>
                  <a:pt x="528927" y="0"/>
                </a:lnTo>
                <a:lnTo>
                  <a:pt x="528927" y="112928"/>
                </a:lnTo>
                <a:lnTo>
                  <a:pt x="516063" y="112928"/>
                </a:lnTo>
                <a:moveTo>
                  <a:pt x="472232" y="72140"/>
                </a:moveTo>
                <a:cubicBezTo>
                  <a:pt x="472232" y="82603"/>
                  <a:pt x="474440" y="90425"/>
                  <a:pt x="478857" y="95605"/>
                </a:cubicBezTo>
                <a:cubicBezTo>
                  <a:pt x="483273" y="100786"/>
                  <a:pt x="488486" y="103376"/>
                  <a:pt x="494494" y="103376"/>
                </a:cubicBezTo>
                <a:cubicBezTo>
                  <a:pt x="500554" y="103376"/>
                  <a:pt x="505702" y="100901"/>
                  <a:pt x="509939" y="95952"/>
                </a:cubicBezTo>
                <a:cubicBezTo>
                  <a:pt x="514176" y="91003"/>
                  <a:pt x="516294" y="83450"/>
                  <a:pt x="516294" y="73293"/>
                </a:cubicBezTo>
                <a:cubicBezTo>
                  <a:pt x="516294" y="62112"/>
                  <a:pt x="514137" y="53906"/>
                  <a:pt x="509823" y="48674"/>
                </a:cubicBezTo>
                <a:cubicBezTo>
                  <a:pt x="505510" y="43442"/>
                  <a:pt x="500194" y="40826"/>
                  <a:pt x="493878" y="40826"/>
                </a:cubicBezTo>
                <a:cubicBezTo>
                  <a:pt x="487715" y="40826"/>
                  <a:pt x="482567" y="43340"/>
                  <a:pt x="478433" y="48366"/>
                </a:cubicBezTo>
                <a:cubicBezTo>
                  <a:pt x="474299" y="53392"/>
                  <a:pt x="472232" y="61317"/>
                  <a:pt x="472232" y="72140"/>
                </a:cubicBezTo>
                <a:close/>
                <a:moveTo>
                  <a:pt x="606704" y="86429"/>
                </a:moveTo>
                <a:lnTo>
                  <a:pt x="621032" y="88278"/>
                </a:lnTo>
                <a:cubicBezTo>
                  <a:pt x="618772" y="96672"/>
                  <a:pt x="614587" y="103188"/>
                  <a:pt x="608476" y="107824"/>
                </a:cubicBezTo>
                <a:cubicBezTo>
                  <a:pt x="602365" y="112459"/>
                  <a:pt x="594559" y="114776"/>
                  <a:pt x="585058" y="114776"/>
                </a:cubicBezTo>
                <a:cubicBezTo>
                  <a:pt x="573093" y="114776"/>
                  <a:pt x="563605" y="111092"/>
                  <a:pt x="556595" y="103722"/>
                </a:cubicBezTo>
                <a:cubicBezTo>
                  <a:pt x="549586" y="96353"/>
                  <a:pt x="546081" y="86018"/>
                  <a:pt x="546081" y="72717"/>
                </a:cubicBezTo>
                <a:cubicBezTo>
                  <a:pt x="546081" y="58954"/>
                  <a:pt x="549624" y="48273"/>
                  <a:pt x="556711" y="40672"/>
                </a:cubicBezTo>
                <a:cubicBezTo>
                  <a:pt x="563798" y="33072"/>
                  <a:pt x="572990" y="29272"/>
                  <a:pt x="584288" y="29272"/>
                </a:cubicBezTo>
                <a:cubicBezTo>
                  <a:pt x="595226" y="29272"/>
                  <a:pt x="604162" y="32989"/>
                  <a:pt x="611095" y="40424"/>
                </a:cubicBezTo>
                <a:cubicBezTo>
                  <a:pt x="618028" y="47858"/>
                  <a:pt x="621494" y="58317"/>
                  <a:pt x="621494" y="71800"/>
                </a:cubicBezTo>
                <a:cubicBezTo>
                  <a:pt x="621494" y="72620"/>
                  <a:pt x="621468" y="73850"/>
                  <a:pt x="621417" y="75490"/>
                </a:cubicBezTo>
                <a:lnTo>
                  <a:pt x="560408" y="75490"/>
                </a:lnTo>
                <a:cubicBezTo>
                  <a:pt x="560922" y="84503"/>
                  <a:pt x="563464" y="91404"/>
                  <a:pt x="568034" y="96193"/>
                </a:cubicBezTo>
                <a:cubicBezTo>
                  <a:pt x="572605" y="100981"/>
                  <a:pt x="578305" y="103376"/>
                  <a:pt x="585135" y="103376"/>
                </a:cubicBezTo>
                <a:cubicBezTo>
                  <a:pt x="590219" y="103376"/>
                  <a:pt x="594559" y="102029"/>
                  <a:pt x="598154" y="99334"/>
                </a:cubicBezTo>
                <a:cubicBezTo>
                  <a:pt x="601748" y="96638"/>
                  <a:pt x="604599" y="92336"/>
                  <a:pt x="606704" y="86429"/>
                </a:cubicBezTo>
                <a:moveTo>
                  <a:pt x="561179" y="64090"/>
                </a:moveTo>
                <a:lnTo>
                  <a:pt x="606858" y="64090"/>
                </a:lnTo>
                <a:cubicBezTo>
                  <a:pt x="606242" y="57231"/>
                  <a:pt x="604496" y="52087"/>
                  <a:pt x="601620" y="48657"/>
                </a:cubicBezTo>
                <a:cubicBezTo>
                  <a:pt x="597204" y="43334"/>
                  <a:pt x="591478" y="40672"/>
                  <a:pt x="584442" y="40672"/>
                </a:cubicBezTo>
                <a:cubicBezTo>
                  <a:pt x="578074" y="40672"/>
                  <a:pt x="572721" y="42797"/>
                  <a:pt x="568381" y="47047"/>
                </a:cubicBezTo>
                <a:cubicBezTo>
                  <a:pt x="564042" y="51295"/>
                  <a:pt x="561641" y="56976"/>
                  <a:pt x="561179" y="64090"/>
                </a:cubicBezTo>
                <a:close/>
                <a:moveTo>
                  <a:pt x="638417" y="112928"/>
                </a:moveTo>
                <a:lnTo>
                  <a:pt x="638417" y="31121"/>
                </a:lnTo>
                <a:lnTo>
                  <a:pt x="650896" y="31121"/>
                </a:lnTo>
                <a:lnTo>
                  <a:pt x="650896" y="42752"/>
                </a:lnTo>
                <a:cubicBezTo>
                  <a:pt x="656905" y="33765"/>
                  <a:pt x="665583" y="29272"/>
                  <a:pt x="676933" y="29272"/>
                </a:cubicBezTo>
                <a:cubicBezTo>
                  <a:pt x="681863" y="29272"/>
                  <a:pt x="686395" y="30158"/>
                  <a:pt x="690529" y="31929"/>
                </a:cubicBezTo>
                <a:cubicBezTo>
                  <a:pt x="694663" y="33701"/>
                  <a:pt x="697757" y="36025"/>
                  <a:pt x="699811" y="38901"/>
                </a:cubicBezTo>
                <a:cubicBezTo>
                  <a:pt x="701865" y="41777"/>
                  <a:pt x="703303" y="45192"/>
                  <a:pt x="704125" y="49146"/>
                </a:cubicBezTo>
                <a:cubicBezTo>
                  <a:pt x="704638" y="51714"/>
                  <a:pt x="704895" y="56207"/>
                  <a:pt x="704895" y="62626"/>
                </a:cubicBezTo>
                <a:lnTo>
                  <a:pt x="704895" y="112928"/>
                </a:lnTo>
                <a:lnTo>
                  <a:pt x="691029" y="112928"/>
                </a:lnTo>
                <a:lnTo>
                  <a:pt x="691029" y="63166"/>
                </a:lnTo>
                <a:cubicBezTo>
                  <a:pt x="691029" y="57517"/>
                  <a:pt x="690490" y="53293"/>
                  <a:pt x="689412" y="50494"/>
                </a:cubicBezTo>
                <a:cubicBezTo>
                  <a:pt x="688333" y="47695"/>
                  <a:pt x="686420" y="45461"/>
                  <a:pt x="683673" y="43792"/>
                </a:cubicBezTo>
                <a:cubicBezTo>
                  <a:pt x="680925" y="42123"/>
                  <a:pt x="677703" y="41289"/>
                  <a:pt x="674006" y="41289"/>
                </a:cubicBezTo>
                <a:cubicBezTo>
                  <a:pt x="668100" y="41289"/>
                  <a:pt x="663003" y="43163"/>
                  <a:pt x="658715" y="46912"/>
                </a:cubicBezTo>
                <a:cubicBezTo>
                  <a:pt x="654427" y="50661"/>
                  <a:pt x="652283" y="57773"/>
                  <a:pt x="652283" y="68250"/>
                </a:cubicBezTo>
                <a:lnTo>
                  <a:pt x="652283" y="112928"/>
                </a:lnTo>
                <a:lnTo>
                  <a:pt x="638417" y="112928"/>
                </a:lnTo>
                <a:close/>
                <a:moveTo>
                  <a:pt x="779514" y="82885"/>
                </a:moveTo>
                <a:lnTo>
                  <a:pt x="793149" y="84734"/>
                </a:lnTo>
                <a:cubicBezTo>
                  <a:pt x="791659" y="94132"/>
                  <a:pt x="787846" y="101488"/>
                  <a:pt x="781709" y="106804"/>
                </a:cubicBezTo>
                <a:cubicBezTo>
                  <a:pt x="775573" y="112119"/>
                  <a:pt x="768036" y="114776"/>
                  <a:pt x="759101" y="114776"/>
                </a:cubicBezTo>
                <a:cubicBezTo>
                  <a:pt x="747906" y="114776"/>
                  <a:pt x="738906" y="111117"/>
                  <a:pt x="732101" y="103799"/>
                </a:cubicBezTo>
                <a:cubicBezTo>
                  <a:pt x="725297" y="96481"/>
                  <a:pt x="721895" y="85992"/>
                  <a:pt x="721895" y="72332"/>
                </a:cubicBezTo>
                <a:cubicBezTo>
                  <a:pt x="721895" y="63499"/>
                  <a:pt x="723358" y="55771"/>
                  <a:pt x="726286" y="49146"/>
                </a:cubicBezTo>
                <a:cubicBezTo>
                  <a:pt x="729213" y="42521"/>
                  <a:pt x="733668" y="37553"/>
                  <a:pt x="739651" y="34240"/>
                </a:cubicBezTo>
                <a:cubicBezTo>
                  <a:pt x="745633" y="30928"/>
                  <a:pt x="752142" y="29272"/>
                  <a:pt x="759178" y="29272"/>
                </a:cubicBezTo>
                <a:cubicBezTo>
                  <a:pt x="768062" y="29272"/>
                  <a:pt x="775329" y="31506"/>
                  <a:pt x="780978" y="35974"/>
                </a:cubicBezTo>
                <a:cubicBezTo>
                  <a:pt x="786627" y="40440"/>
                  <a:pt x="790247" y="46782"/>
                  <a:pt x="791839" y="55000"/>
                </a:cubicBezTo>
                <a:lnTo>
                  <a:pt x="778359" y="57157"/>
                </a:lnTo>
                <a:cubicBezTo>
                  <a:pt x="777075" y="51688"/>
                  <a:pt x="774802" y="47573"/>
                  <a:pt x="771541" y="44813"/>
                </a:cubicBezTo>
                <a:cubicBezTo>
                  <a:pt x="768280" y="42053"/>
                  <a:pt x="764339" y="40672"/>
                  <a:pt x="759717" y="40672"/>
                </a:cubicBezTo>
                <a:cubicBezTo>
                  <a:pt x="752733" y="40672"/>
                  <a:pt x="747058" y="43176"/>
                  <a:pt x="742693" y="48183"/>
                </a:cubicBezTo>
                <a:cubicBezTo>
                  <a:pt x="738328" y="53190"/>
                  <a:pt x="736146" y="61111"/>
                  <a:pt x="736146" y="71947"/>
                </a:cubicBezTo>
                <a:cubicBezTo>
                  <a:pt x="736146" y="82937"/>
                  <a:pt x="738251" y="90922"/>
                  <a:pt x="742462" y="95904"/>
                </a:cubicBezTo>
                <a:cubicBezTo>
                  <a:pt x="746673" y="100885"/>
                  <a:pt x="752168" y="103376"/>
                  <a:pt x="758947" y="103376"/>
                </a:cubicBezTo>
                <a:cubicBezTo>
                  <a:pt x="764390" y="103376"/>
                  <a:pt x="768935" y="101700"/>
                  <a:pt x="772581" y="98349"/>
                </a:cubicBezTo>
                <a:cubicBezTo>
                  <a:pt x="776227" y="94999"/>
                  <a:pt x="778538" y="89844"/>
                  <a:pt x="779514" y="82885"/>
                </a:cubicBezTo>
                <a:close/>
                <a:moveTo>
                  <a:pt x="804395" y="144520"/>
                </a:moveTo>
                <a:lnTo>
                  <a:pt x="802854" y="131569"/>
                </a:lnTo>
                <a:cubicBezTo>
                  <a:pt x="805884" y="132391"/>
                  <a:pt x="808529" y="132802"/>
                  <a:pt x="810788" y="132802"/>
                </a:cubicBezTo>
                <a:cubicBezTo>
                  <a:pt x="813870" y="132802"/>
                  <a:pt x="816335" y="132287"/>
                  <a:pt x="818183" y="131259"/>
                </a:cubicBezTo>
                <a:cubicBezTo>
                  <a:pt x="820032" y="130230"/>
                  <a:pt x="821547" y="128790"/>
                  <a:pt x="822728" y="126938"/>
                </a:cubicBezTo>
                <a:cubicBezTo>
                  <a:pt x="823601" y="125549"/>
                  <a:pt x="825014" y="122104"/>
                  <a:pt x="826965" y="116601"/>
                </a:cubicBezTo>
                <a:cubicBezTo>
                  <a:pt x="827222" y="115829"/>
                  <a:pt x="827633" y="114698"/>
                  <a:pt x="828197" y="113207"/>
                </a:cubicBezTo>
                <a:lnTo>
                  <a:pt x="797154" y="31121"/>
                </a:lnTo>
                <a:lnTo>
                  <a:pt x="812098" y="31121"/>
                </a:lnTo>
                <a:lnTo>
                  <a:pt x="829122" y="78509"/>
                </a:lnTo>
                <a:cubicBezTo>
                  <a:pt x="831330" y="84519"/>
                  <a:pt x="833307" y="90837"/>
                  <a:pt x="835053" y="97464"/>
                </a:cubicBezTo>
                <a:cubicBezTo>
                  <a:pt x="836645" y="91081"/>
                  <a:pt x="838545" y="84862"/>
                  <a:pt x="840754" y="78805"/>
                </a:cubicBezTo>
                <a:lnTo>
                  <a:pt x="858240" y="31121"/>
                </a:lnTo>
                <a:lnTo>
                  <a:pt x="872105" y="31121"/>
                </a:lnTo>
                <a:lnTo>
                  <a:pt x="840985" y="114305"/>
                </a:lnTo>
                <a:cubicBezTo>
                  <a:pt x="837647" y="123316"/>
                  <a:pt x="835053" y="129521"/>
                  <a:pt x="833205" y="132920"/>
                </a:cubicBezTo>
                <a:cubicBezTo>
                  <a:pt x="830740" y="137503"/>
                  <a:pt x="827915" y="140863"/>
                  <a:pt x="824731" y="142999"/>
                </a:cubicBezTo>
                <a:cubicBezTo>
                  <a:pt x="821547" y="145136"/>
                  <a:pt x="817747" y="146205"/>
                  <a:pt x="813330" y="146205"/>
                </a:cubicBezTo>
                <a:cubicBezTo>
                  <a:pt x="810660" y="146205"/>
                  <a:pt x="807682" y="145643"/>
                  <a:pt x="804395" y="144520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Text Declaration">
            <a:extLst xmlns:a="http://schemas.openxmlformats.org/drawingml/2006/main">
              <a:ext uri="{FF2B5EF4-FFF2-40B4-BE49-F238E27FC236}">
                <a16:creationId xmlns:a16="http://schemas.microsoft.com/office/drawing/2014/main" id="{56D96C4B-18C2-4533-8C8B-7A7D94B8C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840" y="2901618"/>
            <a:ext cx="774625" cy="114776"/>
          </a:xfrm>
          <a:custGeom xmlns:a="http://schemas.openxmlformats.org/drawingml/2006/main">
            <a:pathLst>
              <a:path w="774625" h="114776">
                <a:moveTo>
                  <a:pt x="0" y="112928"/>
                </a:moveTo>
                <a:lnTo>
                  <a:pt x="0" y="0"/>
                </a:lnTo>
                <a:lnTo>
                  <a:pt x="38901" y="0"/>
                </a:lnTo>
                <a:cubicBezTo>
                  <a:pt x="47682" y="0"/>
                  <a:pt x="54384" y="539"/>
                  <a:pt x="59006" y="1618"/>
                </a:cubicBezTo>
                <a:cubicBezTo>
                  <a:pt x="65476" y="3107"/>
                  <a:pt x="70997" y="5803"/>
                  <a:pt x="75568" y="9706"/>
                </a:cubicBezTo>
                <a:cubicBezTo>
                  <a:pt x="81525" y="14739"/>
                  <a:pt x="85980" y="21171"/>
                  <a:pt x="88932" y="29002"/>
                </a:cubicBezTo>
                <a:cubicBezTo>
                  <a:pt x="91885" y="36834"/>
                  <a:pt x="93362" y="45782"/>
                  <a:pt x="93362" y="55848"/>
                </a:cubicBezTo>
                <a:cubicBezTo>
                  <a:pt x="93362" y="64424"/>
                  <a:pt x="92360" y="72024"/>
                  <a:pt x="90357" y="78649"/>
                </a:cubicBezTo>
                <a:cubicBezTo>
                  <a:pt x="88355" y="85273"/>
                  <a:pt x="85787" y="90755"/>
                  <a:pt x="82654" y="95095"/>
                </a:cubicBezTo>
                <a:cubicBezTo>
                  <a:pt x="79522" y="99434"/>
                  <a:pt x="76094" y="102849"/>
                  <a:pt x="72371" y="105340"/>
                </a:cubicBezTo>
                <a:cubicBezTo>
                  <a:pt x="68648" y="107831"/>
                  <a:pt x="64154" y="109718"/>
                  <a:pt x="58890" y="111002"/>
                </a:cubicBezTo>
                <a:cubicBezTo>
                  <a:pt x="53626" y="112286"/>
                  <a:pt x="47580" y="112928"/>
                  <a:pt x="40749" y="112928"/>
                </a:cubicBezTo>
                <a:lnTo>
                  <a:pt x="0" y="112928"/>
                </a:lnTo>
                <a:moveTo>
                  <a:pt x="14944" y="99524"/>
                </a:moveTo>
                <a:lnTo>
                  <a:pt x="39055" y="99524"/>
                </a:lnTo>
                <a:cubicBezTo>
                  <a:pt x="46501" y="99524"/>
                  <a:pt x="52343" y="98833"/>
                  <a:pt x="56579" y="97449"/>
                </a:cubicBezTo>
                <a:cubicBezTo>
                  <a:pt x="60816" y="96064"/>
                  <a:pt x="64193" y="94116"/>
                  <a:pt x="66709" y="91604"/>
                </a:cubicBezTo>
                <a:cubicBezTo>
                  <a:pt x="70252" y="88067"/>
                  <a:pt x="73013" y="83313"/>
                  <a:pt x="74990" y="77342"/>
                </a:cubicBezTo>
                <a:cubicBezTo>
                  <a:pt x="76967" y="71369"/>
                  <a:pt x="77955" y="64128"/>
                  <a:pt x="77955" y="55619"/>
                </a:cubicBezTo>
                <a:cubicBezTo>
                  <a:pt x="77955" y="43828"/>
                  <a:pt x="76017" y="34768"/>
                  <a:pt x="72140" y="28437"/>
                </a:cubicBezTo>
                <a:cubicBezTo>
                  <a:pt x="68262" y="22106"/>
                  <a:pt x="63551" y="17863"/>
                  <a:pt x="58004" y="15710"/>
                </a:cubicBezTo>
                <a:cubicBezTo>
                  <a:pt x="53999" y="14172"/>
                  <a:pt x="47554" y="13403"/>
                  <a:pt x="38670" y="13403"/>
                </a:cubicBezTo>
                <a:lnTo>
                  <a:pt x="14944" y="13403"/>
                </a:lnTo>
                <a:lnTo>
                  <a:pt x="14944" y="99524"/>
                </a:lnTo>
                <a:close/>
                <a:moveTo>
                  <a:pt x="168132" y="86429"/>
                </a:moveTo>
                <a:lnTo>
                  <a:pt x="182460" y="88278"/>
                </a:lnTo>
                <a:cubicBezTo>
                  <a:pt x="180200" y="96672"/>
                  <a:pt x="176015" y="103188"/>
                  <a:pt x="169904" y="107824"/>
                </a:cubicBezTo>
                <a:cubicBezTo>
                  <a:pt x="163793" y="112459"/>
                  <a:pt x="155987" y="114776"/>
                  <a:pt x="146486" y="114776"/>
                </a:cubicBezTo>
                <a:cubicBezTo>
                  <a:pt x="134521" y="114776"/>
                  <a:pt x="125033" y="111092"/>
                  <a:pt x="118023" y="103722"/>
                </a:cubicBezTo>
                <a:cubicBezTo>
                  <a:pt x="111014" y="96353"/>
                  <a:pt x="107509" y="86018"/>
                  <a:pt x="107509" y="72717"/>
                </a:cubicBezTo>
                <a:cubicBezTo>
                  <a:pt x="107509" y="58954"/>
                  <a:pt x="111052" y="48273"/>
                  <a:pt x="118139" y="40672"/>
                </a:cubicBezTo>
                <a:cubicBezTo>
                  <a:pt x="125226" y="33072"/>
                  <a:pt x="134418" y="29272"/>
                  <a:pt x="145716" y="29272"/>
                </a:cubicBezTo>
                <a:cubicBezTo>
                  <a:pt x="156655" y="29272"/>
                  <a:pt x="165590" y="32989"/>
                  <a:pt x="172523" y="40424"/>
                </a:cubicBezTo>
                <a:cubicBezTo>
                  <a:pt x="179456" y="47858"/>
                  <a:pt x="182922" y="58317"/>
                  <a:pt x="182922" y="71800"/>
                </a:cubicBezTo>
                <a:cubicBezTo>
                  <a:pt x="182922" y="72620"/>
                  <a:pt x="182896" y="73850"/>
                  <a:pt x="182845" y="75490"/>
                </a:cubicBezTo>
                <a:lnTo>
                  <a:pt x="121836" y="75490"/>
                </a:lnTo>
                <a:cubicBezTo>
                  <a:pt x="122350" y="84503"/>
                  <a:pt x="124892" y="91404"/>
                  <a:pt x="129463" y="96193"/>
                </a:cubicBezTo>
                <a:cubicBezTo>
                  <a:pt x="134033" y="100981"/>
                  <a:pt x="139733" y="103376"/>
                  <a:pt x="146563" y="103376"/>
                </a:cubicBezTo>
                <a:cubicBezTo>
                  <a:pt x="151647" y="103376"/>
                  <a:pt x="155987" y="102029"/>
                  <a:pt x="159582" y="99334"/>
                </a:cubicBezTo>
                <a:cubicBezTo>
                  <a:pt x="163176" y="96638"/>
                  <a:pt x="166027" y="92336"/>
                  <a:pt x="168132" y="86429"/>
                </a:cubicBezTo>
                <a:moveTo>
                  <a:pt x="122607" y="64090"/>
                </a:moveTo>
                <a:lnTo>
                  <a:pt x="168286" y="64090"/>
                </a:lnTo>
                <a:cubicBezTo>
                  <a:pt x="167670" y="57231"/>
                  <a:pt x="165924" y="52087"/>
                  <a:pt x="163048" y="48657"/>
                </a:cubicBezTo>
                <a:cubicBezTo>
                  <a:pt x="158632" y="43334"/>
                  <a:pt x="152906" y="40672"/>
                  <a:pt x="145870" y="40672"/>
                </a:cubicBezTo>
                <a:cubicBezTo>
                  <a:pt x="139502" y="40672"/>
                  <a:pt x="134149" y="42797"/>
                  <a:pt x="129809" y="47047"/>
                </a:cubicBezTo>
                <a:cubicBezTo>
                  <a:pt x="125470" y="51295"/>
                  <a:pt x="123069" y="56976"/>
                  <a:pt x="122607" y="64090"/>
                </a:cubicBezTo>
                <a:close/>
                <a:moveTo>
                  <a:pt x="253228" y="82885"/>
                </a:moveTo>
                <a:lnTo>
                  <a:pt x="266862" y="84734"/>
                </a:lnTo>
                <a:cubicBezTo>
                  <a:pt x="265373" y="94132"/>
                  <a:pt x="261560" y="101488"/>
                  <a:pt x="255423" y="106804"/>
                </a:cubicBezTo>
                <a:cubicBezTo>
                  <a:pt x="249286" y="112119"/>
                  <a:pt x="241750" y="114776"/>
                  <a:pt x="232815" y="114776"/>
                </a:cubicBezTo>
                <a:cubicBezTo>
                  <a:pt x="221619" y="114776"/>
                  <a:pt x="212620" y="111117"/>
                  <a:pt x="205815" y="103799"/>
                </a:cubicBezTo>
                <a:cubicBezTo>
                  <a:pt x="199011" y="96481"/>
                  <a:pt x="195608" y="85992"/>
                  <a:pt x="195608" y="72332"/>
                </a:cubicBezTo>
                <a:cubicBezTo>
                  <a:pt x="195608" y="63499"/>
                  <a:pt x="197072" y="55771"/>
                  <a:pt x="199999" y="49146"/>
                </a:cubicBezTo>
                <a:cubicBezTo>
                  <a:pt x="202926" y="42521"/>
                  <a:pt x="207381" y="37553"/>
                  <a:pt x="213364" y="34240"/>
                </a:cubicBezTo>
                <a:cubicBezTo>
                  <a:pt x="219347" y="30928"/>
                  <a:pt x="225856" y="29272"/>
                  <a:pt x="232892" y="29272"/>
                </a:cubicBezTo>
                <a:cubicBezTo>
                  <a:pt x="241776" y="29272"/>
                  <a:pt x="249042" y="31506"/>
                  <a:pt x="254691" y="35974"/>
                </a:cubicBezTo>
                <a:cubicBezTo>
                  <a:pt x="260340" y="40440"/>
                  <a:pt x="263961" y="46782"/>
                  <a:pt x="265553" y="55000"/>
                </a:cubicBezTo>
                <a:lnTo>
                  <a:pt x="252072" y="57157"/>
                </a:lnTo>
                <a:cubicBezTo>
                  <a:pt x="250788" y="51688"/>
                  <a:pt x="248516" y="47573"/>
                  <a:pt x="245255" y="44813"/>
                </a:cubicBezTo>
                <a:cubicBezTo>
                  <a:pt x="241994" y="42053"/>
                  <a:pt x="238053" y="40672"/>
                  <a:pt x="233431" y="40672"/>
                </a:cubicBezTo>
                <a:cubicBezTo>
                  <a:pt x="226447" y="40672"/>
                  <a:pt x="220772" y="43176"/>
                  <a:pt x="216407" y="48183"/>
                </a:cubicBezTo>
                <a:cubicBezTo>
                  <a:pt x="212042" y="53190"/>
                  <a:pt x="209859" y="61111"/>
                  <a:pt x="209859" y="71947"/>
                </a:cubicBezTo>
                <a:cubicBezTo>
                  <a:pt x="209859" y="82937"/>
                  <a:pt x="211965" y="90922"/>
                  <a:pt x="216176" y="95904"/>
                </a:cubicBezTo>
                <a:cubicBezTo>
                  <a:pt x="220387" y="100885"/>
                  <a:pt x="225882" y="103376"/>
                  <a:pt x="232660" y="103376"/>
                </a:cubicBezTo>
                <a:cubicBezTo>
                  <a:pt x="238104" y="103376"/>
                  <a:pt x="242649" y="101700"/>
                  <a:pt x="246295" y="98349"/>
                </a:cubicBezTo>
                <a:cubicBezTo>
                  <a:pt x="249941" y="94999"/>
                  <a:pt x="252252" y="89844"/>
                  <a:pt x="253228" y="82885"/>
                </a:cubicBezTo>
                <a:close/>
                <a:moveTo>
                  <a:pt x="278417" y="112928"/>
                </a:moveTo>
                <a:lnTo>
                  <a:pt x="278417" y="0"/>
                </a:lnTo>
                <a:lnTo>
                  <a:pt x="292282" y="0"/>
                </a:lnTo>
                <a:lnTo>
                  <a:pt x="292282" y="112928"/>
                </a:lnTo>
                <a:lnTo>
                  <a:pt x="278417" y="112928"/>
                </a:lnTo>
                <a:close/>
                <a:moveTo>
                  <a:pt x="367130" y="102605"/>
                </a:moveTo>
                <a:cubicBezTo>
                  <a:pt x="361995" y="107056"/>
                  <a:pt x="357052" y="110197"/>
                  <a:pt x="352302" y="112030"/>
                </a:cubicBezTo>
                <a:cubicBezTo>
                  <a:pt x="347551" y="113861"/>
                  <a:pt x="342454" y="114776"/>
                  <a:pt x="337011" y="114776"/>
                </a:cubicBezTo>
                <a:cubicBezTo>
                  <a:pt x="328024" y="114776"/>
                  <a:pt x="321117" y="112581"/>
                  <a:pt x="316289" y="108190"/>
                </a:cubicBezTo>
                <a:cubicBezTo>
                  <a:pt x="311462" y="103799"/>
                  <a:pt x="309049" y="98189"/>
                  <a:pt x="309049" y="91359"/>
                </a:cubicBezTo>
                <a:cubicBezTo>
                  <a:pt x="309049" y="87353"/>
                  <a:pt x="309960" y="83694"/>
                  <a:pt x="311783" y="80382"/>
                </a:cubicBezTo>
                <a:cubicBezTo>
                  <a:pt x="313606" y="77070"/>
                  <a:pt x="315994" y="74412"/>
                  <a:pt x="318947" y="72409"/>
                </a:cubicBezTo>
                <a:cubicBezTo>
                  <a:pt x="321900" y="70406"/>
                  <a:pt x="325225" y="68891"/>
                  <a:pt x="328923" y="67864"/>
                </a:cubicBezTo>
                <a:cubicBezTo>
                  <a:pt x="331644" y="67145"/>
                  <a:pt x="335753" y="66452"/>
                  <a:pt x="341248" y="65785"/>
                </a:cubicBezTo>
                <a:cubicBezTo>
                  <a:pt x="352443" y="64449"/>
                  <a:pt x="360685" y="62857"/>
                  <a:pt x="365975" y="61009"/>
                </a:cubicBezTo>
                <a:cubicBezTo>
                  <a:pt x="366026" y="59117"/>
                  <a:pt x="366052" y="57915"/>
                  <a:pt x="366052" y="57403"/>
                </a:cubicBezTo>
                <a:cubicBezTo>
                  <a:pt x="366052" y="51775"/>
                  <a:pt x="364742" y="47810"/>
                  <a:pt x="362123" y="45509"/>
                </a:cubicBezTo>
                <a:cubicBezTo>
                  <a:pt x="358580" y="42387"/>
                  <a:pt x="353316" y="40826"/>
                  <a:pt x="346332" y="40826"/>
                </a:cubicBezTo>
                <a:cubicBezTo>
                  <a:pt x="339810" y="40826"/>
                  <a:pt x="334995" y="41969"/>
                  <a:pt x="331888" y="44254"/>
                </a:cubicBezTo>
                <a:cubicBezTo>
                  <a:pt x="328781" y="46540"/>
                  <a:pt x="326483" y="50584"/>
                  <a:pt x="324994" y="56387"/>
                </a:cubicBezTo>
                <a:lnTo>
                  <a:pt x="311436" y="54538"/>
                </a:lnTo>
                <a:cubicBezTo>
                  <a:pt x="312669" y="48717"/>
                  <a:pt x="314697" y="44017"/>
                  <a:pt x="317522" y="40437"/>
                </a:cubicBezTo>
                <a:cubicBezTo>
                  <a:pt x="320346" y="36856"/>
                  <a:pt x="324429" y="34101"/>
                  <a:pt x="329770" y="32170"/>
                </a:cubicBezTo>
                <a:cubicBezTo>
                  <a:pt x="335111" y="30238"/>
                  <a:pt x="341299" y="29272"/>
                  <a:pt x="348334" y="29272"/>
                </a:cubicBezTo>
                <a:cubicBezTo>
                  <a:pt x="355319" y="29272"/>
                  <a:pt x="360993" y="30097"/>
                  <a:pt x="365358" y="31746"/>
                </a:cubicBezTo>
                <a:cubicBezTo>
                  <a:pt x="369723" y="33395"/>
                  <a:pt x="372933" y="35469"/>
                  <a:pt x="374987" y="37969"/>
                </a:cubicBezTo>
                <a:cubicBezTo>
                  <a:pt x="377041" y="40468"/>
                  <a:pt x="378479" y="43624"/>
                  <a:pt x="379301" y="47439"/>
                </a:cubicBezTo>
                <a:cubicBezTo>
                  <a:pt x="379763" y="49809"/>
                  <a:pt x="379994" y="54067"/>
                  <a:pt x="379994" y="60212"/>
                </a:cubicBezTo>
                <a:lnTo>
                  <a:pt x="379994" y="78646"/>
                </a:lnTo>
                <a:cubicBezTo>
                  <a:pt x="379994" y="91499"/>
                  <a:pt x="380289" y="99640"/>
                  <a:pt x="380880" y="103068"/>
                </a:cubicBezTo>
                <a:cubicBezTo>
                  <a:pt x="381471" y="106496"/>
                  <a:pt x="382639" y="109782"/>
                  <a:pt x="384385" y="112928"/>
                </a:cubicBezTo>
                <a:lnTo>
                  <a:pt x="369903" y="112928"/>
                </a:lnTo>
                <a:cubicBezTo>
                  <a:pt x="368465" y="109986"/>
                  <a:pt x="367541" y="106545"/>
                  <a:pt x="367130" y="102605"/>
                </a:cubicBezTo>
                <a:moveTo>
                  <a:pt x="365975" y="71947"/>
                </a:moveTo>
                <a:cubicBezTo>
                  <a:pt x="360942" y="73992"/>
                  <a:pt x="353393" y="75730"/>
                  <a:pt x="343327" y="77161"/>
                </a:cubicBezTo>
                <a:cubicBezTo>
                  <a:pt x="337627" y="77978"/>
                  <a:pt x="333596" y="78898"/>
                  <a:pt x="331233" y="79920"/>
                </a:cubicBezTo>
                <a:cubicBezTo>
                  <a:pt x="328871" y="80942"/>
                  <a:pt x="327048" y="82437"/>
                  <a:pt x="325764" y="84404"/>
                </a:cubicBezTo>
                <a:cubicBezTo>
                  <a:pt x="324480" y="86372"/>
                  <a:pt x="323839" y="88557"/>
                  <a:pt x="323839" y="90959"/>
                </a:cubicBezTo>
                <a:cubicBezTo>
                  <a:pt x="323839" y="94639"/>
                  <a:pt x="325238" y="97706"/>
                  <a:pt x="328037" y="100160"/>
                </a:cubicBezTo>
                <a:cubicBezTo>
                  <a:pt x="330836" y="102612"/>
                  <a:pt x="334931" y="103838"/>
                  <a:pt x="340323" y="103838"/>
                </a:cubicBezTo>
                <a:cubicBezTo>
                  <a:pt x="345664" y="103838"/>
                  <a:pt x="350414" y="102674"/>
                  <a:pt x="354574" y="100345"/>
                </a:cubicBezTo>
                <a:cubicBezTo>
                  <a:pt x="358734" y="98015"/>
                  <a:pt x="361789" y="94832"/>
                  <a:pt x="363741" y="90796"/>
                </a:cubicBezTo>
                <a:cubicBezTo>
                  <a:pt x="365230" y="87681"/>
                  <a:pt x="365975" y="83084"/>
                  <a:pt x="365975" y="77005"/>
                </a:cubicBezTo>
                <a:lnTo>
                  <a:pt x="365975" y="71947"/>
                </a:lnTo>
                <a:close/>
                <a:moveTo>
                  <a:pt x="401308" y="112928"/>
                </a:moveTo>
                <a:lnTo>
                  <a:pt x="401308" y="31121"/>
                </a:lnTo>
                <a:lnTo>
                  <a:pt x="413787" y="31121"/>
                </a:lnTo>
                <a:lnTo>
                  <a:pt x="413787" y="43523"/>
                </a:lnTo>
                <a:cubicBezTo>
                  <a:pt x="416971" y="37720"/>
                  <a:pt x="419911" y="33894"/>
                  <a:pt x="422607" y="32045"/>
                </a:cubicBezTo>
                <a:cubicBezTo>
                  <a:pt x="425303" y="30196"/>
                  <a:pt x="428269" y="29272"/>
                  <a:pt x="431504" y="29272"/>
                </a:cubicBezTo>
                <a:cubicBezTo>
                  <a:pt x="436177" y="29272"/>
                  <a:pt x="440927" y="30761"/>
                  <a:pt x="445755" y="33740"/>
                </a:cubicBezTo>
                <a:lnTo>
                  <a:pt x="440979" y="46594"/>
                </a:lnTo>
                <a:cubicBezTo>
                  <a:pt x="437589" y="44598"/>
                  <a:pt x="434200" y="43600"/>
                  <a:pt x="430811" y="43600"/>
                </a:cubicBezTo>
                <a:cubicBezTo>
                  <a:pt x="427781" y="43600"/>
                  <a:pt x="425059" y="44511"/>
                  <a:pt x="422645" y="46334"/>
                </a:cubicBezTo>
                <a:cubicBezTo>
                  <a:pt x="420232" y="48157"/>
                  <a:pt x="418511" y="50686"/>
                  <a:pt x="417484" y="53922"/>
                </a:cubicBezTo>
                <a:cubicBezTo>
                  <a:pt x="415944" y="58852"/>
                  <a:pt x="415173" y="64244"/>
                  <a:pt x="415173" y="70098"/>
                </a:cubicBezTo>
                <a:lnTo>
                  <a:pt x="415173" y="112928"/>
                </a:lnTo>
                <a:lnTo>
                  <a:pt x="401308" y="112928"/>
                </a:lnTo>
                <a:close/>
                <a:moveTo>
                  <a:pt x="507379" y="102605"/>
                </a:moveTo>
                <a:cubicBezTo>
                  <a:pt x="502243" y="107056"/>
                  <a:pt x="497300" y="110197"/>
                  <a:pt x="492550" y="112030"/>
                </a:cubicBezTo>
                <a:cubicBezTo>
                  <a:pt x="487800" y="113861"/>
                  <a:pt x="482703" y="114776"/>
                  <a:pt x="477259" y="114776"/>
                </a:cubicBezTo>
                <a:cubicBezTo>
                  <a:pt x="468273" y="114776"/>
                  <a:pt x="461365" y="112581"/>
                  <a:pt x="456538" y="108190"/>
                </a:cubicBezTo>
                <a:cubicBezTo>
                  <a:pt x="451711" y="103799"/>
                  <a:pt x="449297" y="98189"/>
                  <a:pt x="449297" y="91359"/>
                </a:cubicBezTo>
                <a:cubicBezTo>
                  <a:pt x="449297" y="87353"/>
                  <a:pt x="450209" y="83694"/>
                  <a:pt x="452032" y="80382"/>
                </a:cubicBezTo>
                <a:cubicBezTo>
                  <a:pt x="453855" y="77070"/>
                  <a:pt x="456243" y="74412"/>
                  <a:pt x="459196" y="72409"/>
                </a:cubicBezTo>
                <a:cubicBezTo>
                  <a:pt x="462149" y="70406"/>
                  <a:pt x="465474" y="68891"/>
                  <a:pt x="469171" y="67864"/>
                </a:cubicBezTo>
                <a:cubicBezTo>
                  <a:pt x="471893" y="67145"/>
                  <a:pt x="476001" y="66452"/>
                  <a:pt x="481496" y="65785"/>
                </a:cubicBezTo>
                <a:cubicBezTo>
                  <a:pt x="492691" y="64449"/>
                  <a:pt x="500934" y="62857"/>
                  <a:pt x="506223" y="61009"/>
                </a:cubicBezTo>
                <a:cubicBezTo>
                  <a:pt x="506275" y="59117"/>
                  <a:pt x="506300" y="57915"/>
                  <a:pt x="506300" y="57403"/>
                </a:cubicBezTo>
                <a:cubicBezTo>
                  <a:pt x="506300" y="51775"/>
                  <a:pt x="504991" y="47810"/>
                  <a:pt x="502372" y="45509"/>
                </a:cubicBezTo>
                <a:cubicBezTo>
                  <a:pt x="498828" y="42387"/>
                  <a:pt x="493564" y="40826"/>
                  <a:pt x="486580" y="40826"/>
                </a:cubicBezTo>
                <a:cubicBezTo>
                  <a:pt x="480058" y="40826"/>
                  <a:pt x="475244" y="41969"/>
                  <a:pt x="472137" y="44254"/>
                </a:cubicBezTo>
                <a:cubicBezTo>
                  <a:pt x="469030" y="46540"/>
                  <a:pt x="466732" y="50584"/>
                  <a:pt x="465243" y="56387"/>
                </a:cubicBezTo>
                <a:lnTo>
                  <a:pt x="451685" y="54538"/>
                </a:lnTo>
                <a:cubicBezTo>
                  <a:pt x="452918" y="48717"/>
                  <a:pt x="454946" y="44017"/>
                  <a:pt x="457771" y="40437"/>
                </a:cubicBezTo>
                <a:cubicBezTo>
                  <a:pt x="460595" y="36856"/>
                  <a:pt x="464678" y="34101"/>
                  <a:pt x="470019" y="32170"/>
                </a:cubicBezTo>
                <a:cubicBezTo>
                  <a:pt x="475359" y="30238"/>
                  <a:pt x="481548" y="29272"/>
                  <a:pt x="488583" y="29272"/>
                </a:cubicBezTo>
                <a:cubicBezTo>
                  <a:pt x="495567" y="29272"/>
                  <a:pt x="501242" y="30097"/>
                  <a:pt x="505607" y="31746"/>
                </a:cubicBezTo>
                <a:cubicBezTo>
                  <a:pt x="509972" y="33395"/>
                  <a:pt x="513182" y="35469"/>
                  <a:pt x="515236" y="37969"/>
                </a:cubicBezTo>
                <a:cubicBezTo>
                  <a:pt x="517290" y="40468"/>
                  <a:pt x="518728" y="43624"/>
                  <a:pt x="519550" y="47439"/>
                </a:cubicBezTo>
                <a:cubicBezTo>
                  <a:pt x="520012" y="49809"/>
                  <a:pt x="520243" y="54067"/>
                  <a:pt x="520243" y="60212"/>
                </a:cubicBezTo>
                <a:lnTo>
                  <a:pt x="520243" y="78646"/>
                </a:lnTo>
                <a:cubicBezTo>
                  <a:pt x="520243" y="91499"/>
                  <a:pt x="520538" y="99640"/>
                  <a:pt x="521129" y="103068"/>
                </a:cubicBezTo>
                <a:cubicBezTo>
                  <a:pt x="521719" y="106496"/>
                  <a:pt x="522888" y="109782"/>
                  <a:pt x="524634" y="112928"/>
                </a:cubicBezTo>
                <a:lnTo>
                  <a:pt x="510152" y="112928"/>
                </a:lnTo>
                <a:cubicBezTo>
                  <a:pt x="508714" y="109986"/>
                  <a:pt x="507789" y="106545"/>
                  <a:pt x="507379" y="102605"/>
                </a:cubicBezTo>
                <a:moveTo>
                  <a:pt x="506223" y="71947"/>
                </a:moveTo>
                <a:cubicBezTo>
                  <a:pt x="501191" y="73992"/>
                  <a:pt x="493641" y="75730"/>
                  <a:pt x="483576" y="77161"/>
                </a:cubicBezTo>
                <a:cubicBezTo>
                  <a:pt x="477876" y="77978"/>
                  <a:pt x="473844" y="78898"/>
                  <a:pt x="471482" y="79920"/>
                </a:cubicBezTo>
                <a:cubicBezTo>
                  <a:pt x="469120" y="80942"/>
                  <a:pt x="467297" y="82437"/>
                  <a:pt x="466013" y="84404"/>
                </a:cubicBezTo>
                <a:cubicBezTo>
                  <a:pt x="464729" y="86372"/>
                  <a:pt x="464087" y="88557"/>
                  <a:pt x="464087" y="90959"/>
                </a:cubicBezTo>
                <a:cubicBezTo>
                  <a:pt x="464087" y="94639"/>
                  <a:pt x="465487" y="97706"/>
                  <a:pt x="468285" y="100160"/>
                </a:cubicBezTo>
                <a:cubicBezTo>
                  <a:pt x="471084" y="102612"/>
                  <a:pt x="475180" y="103838"/>
                  <a:pt x="480572" y="103838"/>
                </a:cubicBezTo>
                <a:cubicBezTo>
                  <a:pt x="485913" y="103838"/>
                  <a:pt x="490663" y="102674"/>
                  <a:pt x="494823" y="100345"/>
                </a:cubicBezTo>
                <a:cubicBezTo>
                  <a:pt x="498982" y="98015"/>
                  <a:pt x="502038" y="94832"/>
                  <a:pt x="503989" y="90796"/>
                </a:cubicBezTo>
                <a:cubicBezTo>
                  <a:pt x="505479" y="87681"/>
                  <a:pt x="506223" y="83084"/>
                  <a:pt x="506223" y="77005"/>
                </a:cubicBezTo>
                <a:lnTo>
                  <a:pt x="506223" y="71947"/>
                </a:lnTo>
                <a:close/>
                <a:moveTo>
                  <a:pt x="571984" y="100526"/>
                </a:moveTo>
                <a:lnTo>
                  <a:pt x="573987" y="112774"/>
                </a:lnTo>
                <a:cubicBezTo>
                  <a:pt x="570084" y="113595"/>
                  <a:pt x="566592" y="114006"/>
                  <a:pt x="563510" y="114006"/>
                </a:cubicBezTo>
                <a:cubicBezTo>
                  <a:pt x="558478" y="114006"/>
                  <a:pt x="554575" y="113210"/>
                  <a:pt x="551802" y="111618"/>
                </a:cubicBezTo>
                <a:cubicBezTo>
                  <a:pt x="549028" y="110026"/>
                  <a:pt x="547077" y="107933"/>
                  <a:pt x="545947" y="105340"/>
                </a:cubicBezTo>
                <a:cubicBezTo>
                  <a:pt x="544817" y="102747"/>
                  <a:pt x="544253" y="97290"/>
                  <a:pt x="544253" y="88971"/>
                </a:cubicBezTo>
                <a:lnTo>
                  <a:pt x="544253" y="41905"/>
                </a:lnTo>
                <a:lnTo>
                  <a:pt x="534084" y="41905"/>
                </a:lnTo>
                <a:lnTo>
                  <a:pt x="534084" y="31121"/>
                </a:lnTo>
                <a:lnTo>
                  <a:pt x="544253" y="31121"/>
                </a:lnTo>
                <a:lnTo>
                  <a:pt x="544253" y="10861"/>
                </a:lnTo>
                <a:lnTo>
                  <a:pt x="558041" y="2542"/>
                </a:lnTo>
                <a:lnTo>
                  <a:pt x="558041" y="31121"/>
                </a:lnTo>
                <a:lnTo>
                  <a:pt x="571984" y="31121"/>
                </a:lnTo>
                <a:lnTo>
                  <a:pt x="571984" y="41905"/>
                </a:lnTo>
                <a:lnTo>
                  <a:pt x="558041" y="41905"/>
                </a:lnTo>
                <a:lnTo>
                  <a:pt x="558041" y="89741"/>
                </a:lnTo>
                <a:cubicBezTo>
                  <a:pt x="558041" y="93696"/>
                  <a:pt x="558285" y="96238"/>
                  <a:pt x="558773" y="97367"/>
                </a:cubicBezTo>
                <a:cubicBezTo>
                  <a:pt x="559261" y="98497"/>
                  <a:pt x="560057" y="99396"/>
                  <a:pt x="561161" y="100063"/>
                </a:cubicBezTo>
                <a:cubicBezTo>
                  <a:pt x="562265" y="100731"/>
                  <a:pt x="563844" y="101065"/>
                  <a:pt x="565898" y="101065"/>
                </a:cubicBezTo>
                <a:cubicBezTo>
                  <a:pt x="567439" y="101065"/>
                  <a:pt x="569467" y="100885"/>
                  <a:pt x="571984" y="100526"/>
                </a:cubicBezTo>
                <a:close/>
                <a:moveTo>
                  <a:pt x="585487" y="15868"/>
                </a:moveTo>
                <a:lnTo>
                  <a:pt x="585487" y="0"/>
                </a:lnTo>
                <a:lnTo>
                  <a:pt x="599352" y="0"/>
                </a:lnTo>
                <a:lnTo>
                  <a:pt x="599352" y="15868"/>
                </a:lnTo>
                <a:lnTo>
                  <a:pt x="585487" y="15868"/>
                </a:lnTo>
                <a:moveTo>
                  <a:pt x="585487" y="112928"/>
                </a:moveTo>
                <a:lnTo>
                  <a:pt x="585487" y="31121"/>
                </a:lnTo>
                <a:lnTo>
                  <a:pt x="599352" y="31121"/>
                </a:lnTo>
                <a:lnTo>
                  <a:pt x="599352" y="112928"/>
                </a:lnTo>
                <a:lnTo>
                  <a:pt x="585487" y="112928"/>
                </a:lnTo>
                <a:close/>
                <a:moveTo>
                  <a:pt x="615272" y="72024"/>
                </a:moveTo>
                <a:cubicBezTo>
                  <a:pt x="615272" y="56875"/>
                  <a:pt x="619483" y="45654"/>
                  <a:pt x="627905" y="38361"/>
                </a:cubicBezTo>
                <a:cubicBezTo>
                  <a:pt x="634940" y="32302"/>
                  <a:pt x="643516" y="29272"/>
                  <a:pt x="653633" y="29272"/>
                </a:cubicBezTo>
                <a:cubicBezTo>
                  <a:pt x="664880" y="29272"/>
                  <a:pt x="674072" y="32956"/>
                  <a:pt x="681210" y="40326"/>
                </a:cubicBezTo>
                <a:cubicBezTo>
                  <a:pt x="688348" y="47695"/>
                  <a:pt x="691917" y="57876"/>
                  <a:pt x="691917" y="70869"/>
                </a:cubicBezTo>
                <a:cubicBezTo>
                  <a:pt x="691917" y="81396"/>
                  <a:pt x="690338" y="89677"/>
                  <a:pt x="687180" y="95711"/>
                </a:cubicBezTo>
                <a:cubicBezTo>
                  <a:pt x="684022" y="101745"/>
                  <a:pt x="679426" y="106431"/>
                  <a:pt x="673392" y="109769"/>
                </a:cubicBezTo>
                <a:cubicBezTo>
                  <a:pt x="667357" y="113107"/>
                  <a:pt x="660771" y="114776"/>
                  <a:pt x="653633" y="114776"/>
                </a:cubicBezTo>
                <a:cubicBezTo>
                  <a:pt x="642181" y="114776"/>
                  <a:pt x="632924" y="111105"/>
                  <a:pt x="625863" y="103761"/>
                </a:cubicBezTo>
                <a:cubicBezTo>
                  <a:pt x="618802" y="96417"/>
                  <a:pt x="615272" y="85838"/>
                  <a:pt x="615272" y="72024"/>
                </a:cubicBezTo>
                <a:moveTo>
                  <a:pt x="629522" y="72063"/>
                </a:moveTo>
                <a:cubicBezTo>
                  <a:pt x="629522" y="82526"/>
                  <a:pt x="631808" y="90361"/>
                  <a:pt x="636378" y="95567"/>
                </a:cubicBezTo>
                <a:cubicBezTo>
                  <a:pt x="640949" y="100773"/>
                  <a:pt x="646700" y="103376"/>
                  <a:pt x="653633" y="103376"/>
                </a:cubicBezTo>
                <a:cubicBezTo>
                  <a:pt x="660514" y="103376"/>
                  <a:pt x="666240" y="100760"/>
                  <a:pt x="670811" y="95528"/>
                </a:cubicBezTo>
                <a:cubicBezTo>
                  <a:pt x="675381" y="90297"/>
                  <a:pt x="677667" y="82321"/>
                  <a:pt x="677667" y="71600"/>
                </a:cubicBezTo>
                <a:cubicBezTo>
                  <a:pt x="677667" y="61497"/>
                  <a:pt x="675369" y="53842"/>
                  <a:pt x="670772" y="48636"/>
                </a:cubicBezTo>
                <a:cubicBezTo>
                  <a:pt x="666176" y="43429"/>
                  <a:pt x="660463" y="40826"/>
                  <a:pt x="653633" y="40826"/>
                </a:cubicBezTo>
                <a:cubicBezTo>
                  <a:pt x="646700" y="40826"/>
                  <a:pt x="640949" y="43417"/>
                  <a:pt x="636378" y="48597"/>
                </a:cubicBezTo>
                <a:cubicBezTo>
                  <a:pt x="631808" y="53777"/>
                  <a:pt x="629522" y="61599"/>
                  <a:pt x="629522" y="72063"/>
                </a:cubicBezTo>
                <a:close/>
                <a:moveTo>
                  <a:pt x="708147" y="112928"/>
                </a:moveTo>
                <a:lnTo>
                  <a:pt x="708147" y="31121"/>
                </a:lnTo>
                <a:lnTo>
                  <a:pt x="720626" y="31121"/>
                </a:lnTo>
                <a:lnTo>
                  <a:pt x="720626" y="42752"/>
                </a:lnTo>
                <a:cubicBezTo>
                  <a:pt x="726634" y="33765"/>
                  <a:pt x="735313" y="29272"/>
                  <a:pt x="746662" y="29272"/>
                </a:cubicBezTo>
                <a:cubicBezTo>
                  <a:pt x="751592" y="29272"/>
                  <a:pt x="756124" y="30158"/>
                  <a:pt x="760258" y="31929"/>
                </a:cubicBezTo>
                <a:cubicBezTo>
                  <a:pt x="764392" y="33701"/>
                  <a:pt x="767486" y="36025"/>
                  <a:pt x="769541" y="38901"/>
                </a:cubicBezTo>
                <a:cubicBezTo>
                  <a:pt x="771595" y="41777"/>
                  <a:pt x="773033" y="45192"/>
                  <a:pt x="773854" y="49146"/>
                </a:cubicBezTo>
                <a:cubicBezTo>
                  <a:pt x="774368" y="51714"/>
                  <a:pt x="774625" y="56207"/>
                  <a:pt x="774625" y="62626"/>
                </a:cubicBezTo>
                <a:lnTo>
                  <a:pt x="774625" y="112928"/>
                </a:lnTo>
                <a:lnTo>
                  <a:pt x="760759" y="112928"/>
                </a:lnTo>
                <a:lnTo>
                  <a:pt x="760759" y="63166"/>
                </a:lnTo>
                <a:cubicBezTo>
                  <a:pt x="760759" y="57517"/>
                  <a:pt x="760220" y="53293"/>
                  <a:pt x="759141" y="50494"/>
                </a:cubicBezTo>
                <a:cubicBezTo>
                  <a:pt x="758063" y="47695"/>
                  <a:pt x="756150" y="45461"/>
                  <a:pt x="753403" y="43792"/>
                </a:cubicBezTo>
                <a:cubicBezTo>
                  <a:pt x="750655" y="42123"/>
                  <a:pt x="747433" y="41289"/>
                  <a:pt x="743735" y="41289"/>
                </a:cubicBezTo>
                <a:cubicBezTo>
                  <a:pt x="737829" y="41289"/>
                  <a:pt x="732732" y="43163"/>
                  <a:pt x="728444" y="46912"/>
                </a:cubicBezTo>
                <a:cubicBezTo>
                  <a:pt x="724156" y="50661"/>
                  <a:pt x="722012" y="57773"/>
                  <a:pt x="722012" y="68250"/>
                </a:cubicBezTo>
                <a:lnTo>
                  <a:pt x="722012" y="112928"/>
                </a:lnTo>
                <a:lnTo>
                  <a:pt x="708147" y="11292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68611-EC74-4C3A-BC49-B236A144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57" y="1742828"/>
            <a:ext cx="373371" cy="355980"/>
          </a:xfrm>
          <a:custGeom xmlns:a="http://schemas.openxmlformats.org/drawingml/2006/main">
            <a:pathLst>
              <a:path w="373371" h="355980">
                <a:moveTo>
                  <a:pt x="0" y="177990"/>
                </a:moveTo>
                <a:lnTo>
                  <a:pt x="0" y="177990"/>
                </a:lnTo>
                <a:cubicBezTo>
                  <a:pt x="0" y="79689"/>
                  <a:pt x="83582" y="0"/>
                  <a:pt x="186685" y="0"/>
                </a:cubicBezTo>
                <a:cubicBezTo>
                  <a:pt x="236198" y="0"/>
                  <a:pt x="283682" y="18752"/>
                  <a:pt x="318692" y="52132"/>
                </a:cubicBezTo>
                <a:cubicBezTo>
                  <a:pt x="353703" y="85511"/>
                  <a:pt x="373371" y="130784"/>
                  <a:pt x="373371" y="177990"/>
                </a:cubicBezTo>
                <a:cubicBezTo>
                  <a:pt x="373371" y="276291"/>
                  <a:pt x="289789" y="355980"/>
                  <a:pt x="186685" y="355980"/>
                </a:cubicBezTo>
                <a:cubicBezTo>
                  <a:pt x="83582" y="355980"/>
                  <a:pt x="0" y="276291"/>
                  <a:pt x="0" y="17799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8EB552-4091-4619-B526-3FB4437E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757" y="1742828"/>
            <a:ext cx="373371" cy="355980"/>
          </a:xfrm>
          <a:custGeom xmlns:a="http://schemas.openxmlformats.org/drawingml/2006/main">
            <a:pathLst>
              <a:path w="373371" h="355980" fill="none">
                <a:moveTo>
                  <a:pt x="0" y="177990"/>
                </a:moveTo>
                <a:lnTo>
                  <a:pt x="0" y="177990"/>
                </a:lnTo>
                <a:cubicBezTo>
                  <a:pt x="0" y="79689"/>
                  <a:pt x="83582" y="0"/>
                  <a:pt x="186685" y="0"/>
                </a:cubicBezTo>
                <a:cubicBezTo>
                  <a:pt x="236197" y="0"/>
                  <a:pt x="283682" y="18753"/>
                  <a:pt x="318691" y="52133"/>
                </a:cubicBezTo>
                <a:cubicBezTo>
                  <a:pt x="353702" y="85511"/>
                  <a:pt x="373371" y="130783"/>
                  <a:pt x="373371" y="177990"/>
                </a:cubicBezTo>
                <a:cubicBezTo>
                  <a:pt x="373371" y="276291"/>
                  <a:pt x="289788" y="355980"/>
                  <a:pt x="186685" y="355980"/>
                </a:cubicBezTo>
                <a:cubicBezTo>
                  <a:pt x="83582" y="355980"/>
                  <a:pt x="0" y="276291"/>
                  <a:pt x="0" y="1779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4" name="Text 90k">
            <a:extLst xmlns:a="http://schemas.openxmlformats.org/drawingml/2006/main">
              <a:ext uri="{FF2B5EF4-FFF2-40B4-BE49-F238E27FC236}">
                <a16:creationId xmlns:a16="http://schemas.microsoft.com/office/drawing/2014/main" id="{E0ABCCEC-0F83-4EC4-8D1E-1A0CE5F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8604" y="1866917"/>
            <a:ext cx="235376" cy="109751"/>
          </a:xfrm>
          <a:custGeom xmlns:a="http://schemas.openxmlformats.org/drawingml/2006/main">
            <a:pathLst>
              <a:path w="235376" h="109751">
                <a:moveTo>
                  <a:pt x="1981" y="83047"/>
                </a:moveTo>
                <a:lnTo>
                  <a:pt x="14673" y="82020"/>
                </a:lnTo>
                <a:cubicBezTo>
                  <a:pt x="15749" y="87935"/>
                  <a:pt x="17803" y="92226"/>
                  <a:pt x="20835" y="94893"/>
                </a:cubicBezTo>
                <a:cubicBezTo>
                  <a:pt x="23867" y="97560"/>
                  <a:pt x="27756" y="98893"/>
                  <a:pt x="32500" y="98893"/>
                </a:cubicBezTo>
                <a:cubicBezTo>
                  <a:pt x="36559" y="98893"/>
                  <a:pt x="40117" y="97964"/>
                  <a:pt x="43174" y="96105"/>
                </a:cubicBezTo>
                <a:cubicBezTo>
                  <a:pt x="46231" y="94247"/>
                  <a:pt x="48737" y="91765"/>
                  <a:pt x="50694" y="88659"/>
                </a:cubicBezTo>
                <a:cubicBezTo>
                  <a:pt x="52650" y="85553"/>
                  <a:pt x="54289" y="81360"/>
                  <a:pt x="55609" y="76077"/>
                </a:cubicBezTo>
                <a:cubicBezTo>
                  <a:pt x="56930" y="70795"/>
                  <a:pt x="57590" y="65415"/>
                  <a:pt x="57590" y="59938"/>
                </a:cubicBezTo>
                <a:cubicBezTo>
                  <a:pt x="57590" y="59351"/>
                  <a:pt x="57565" y="58470"/>
                  <a:pt x="57517" y="57296"/>
                </a:cubicBezTo>
                <a:cubicBezTo>
                  <a:pt x="54876" y="61503"/>
                  <a:pt x="51268" y="64914"/>
                  <a:pt x="46696" y="67531"/>
                </a:cubicBezTo>
                <a:cubicBezTo>
                  <a:pt x="42123" y="70147"/>
                  <a:pt x="37171" y="71456"/>
                  <a:pt x="31840" y="71456"/>
                </a:cubicBezTo>
                <a:cubicBezTo>
                  <a:pt x="22938" y="71456"/>
                  <a:pt x="15406" y="68231"/>
                  <a:pt x="9244" y="61783"/>
                </a:cubicBezTo>
                <a:cubicBezTo>
                  <a:pt x="3081" y="55333"/>
                  <a:pt x="0" y="46832"/>
                  <a:pt x="0" y="36278"/>
                </a:cubicBezTo>
                <a:cubicBezTo>
                  <a:pt x="0" y="25382"/>
                  <a:pt x="3216" y="16612"/>
                  <a:pt x="9647" y="9968"/>
                </a:cubicBezTo>
                <a:cubicBezTo>
                  <a:pt x="16079" y="3323"/>
                  <a:pt x="24136" y="0"/>
                  <a:pt x="33820" y="0"/>
                </a:cubicBezTo>
                <a:cubicBezTo>
                  <a:pt x="40814" y="0"/>
                  <a:pt x="47209" y="1882"/>
                  <a:pt x="53005" y="5647"/>
                </a:cubicBezTo>
                <a:cubicBezTo>
                  <a:pt x="58800" y="9410"/>
                  <a:pt x="63202" y="14773"/>
                  <a:pt x="66210" y="21738"/>
                </a:cubicBezTo>
                <a:cubicBezTo>
                  <a:pt x="69218" y="28703"/>
                  <a:pt x="70722" y="38784"/>
                  <a:pt x="70722" y="51980"/>
                </a:cubicBezTo>
                <a:cubicBezTo>
                  <a:pt x="70722" y="65714"/>
                  <a:pt x="69230" y="76651"/>
                  <a:pt x="66247" y="84789"/>
                </a:cubicBezTo>
                <a:cubicBezTo>
                  <a:pt x="63263" y="92926"/>
                  <a:pt x="58825" y="99121"/>
                  <a:pt x="52931" y="103373"/>
                </a:cubicBezTo>
                <a:cubicBezTo>
                  <a:pt x="47038" y="107625"/>
                  <a:pt x="40130" y="109751"/>
                  <a:pt x="32206" y="109751"/>
                </a:cubicBezTo>
                <a:cubicBezTo>
                  <a:pt x="23794" y="109751"/>
                  <a:pt x="16922" y="107416"/>
                  <a:pt x="11591" y="102745"/>
                </a:cubicBezTo>
                <a:cubicBezTo>
                  <a:pt x="6260" y="98074"/>
                  <a:pt x="3057" y="91508"/>
                  <a:pt x="1981" y="83047"/>
                </a:cubicBezTo>
                <a:moveTo>
                  <a:pt x="56049" y="35615"/>
                </a:moveTo>
                <a:cubicBezTo>
                  <a:pt x="56049" y="28070"/>
                  <a:pt x="54032" y="22081"/>
                  <a:pt x="49997" y="17651"/>
                </a:cubicBezTo>
                <a:cubicBezTo>
                  <a:pt x="45962" y="13220"/>
                  <a:pt x="41108" y="11004"/>
                  <a:pt x="35434" y="11004"/>
                </a:cubicBezTo>
                <a:cubicBezTo>
                  <a:pt x="29565" y="11004"/>
                  <a:pt x="24454" y="13390"/>
                  <a:pt x="20101" y="18162"/>
                </a:cubicBezTo>
                <a:cubicBezTo>
                  <a:pt x="15749" y="22934"/>
                  <a:pt x="13572" y="29117"/>
                  <a:pt x="13572" y="36711"/>
                </a:cubicBezTo>
                <a:cubicBezTo>
                  <a:pt x="13572" y="43528"/>
                  <a:pt x="15639" y="49067"/>
                  <a:pt x="19771" y="53328"/>
                </a:cubicBezTo>
                <a:cubicBezTo>
                  <a:pt x="23904" y="57588"/>
                  <a:pt x="29003" y="59717"/>
                  <a:pt x="35068" y="59717"/>
                </a:cubicBezTo>
                <a:cubicBezTo>
                  <a:pt x="41181" y="59717"/>
                  <a:pt x="46206" y="57588"/>
                  <a:pt x="50144" y="53328"/>
                </a:cubicBezTo>
                <a:cubicBezTo>
                  <a:pt x="54081" y="49067"/>
                  <a:pt x="56049" y="43163"/>
                  <a:pt x="56049" y="35615"/>
                </a:cubicBezTo>
                <a:close/>
                <a:moveTo>
                  <a:pt x="83538" y="54912"/>
                </a:moveTo>
                <a:cubicBezTo>
                  <a:pt x="83538" y="42205"/>
                  <a:pt x="84846" y="31978"/>
                  <a:pt x="87463" y="24230"/>
                </a:cubicBezTo>
                <a:cubicBezTo>
                  <a:pt x="90079" y="16483"/>
                  <a:pt x="93967" y="10508"/>
                  <a:pt x="99127" y="6305"/>
                </a:cubicBezTo>
                <a:cubicBezTo>
                  <a:pt x="104287" y="2102"/>
                  <a:pt x="110780" y="0"/>
                  <a:pt x="118605" y="0"/>
                </a:cubicBezTo>
                <a:cubicBezTo>
                  <a:pt x="124376" y="0"/>
                  <a:pt x="129438" y="1161"/>
                  <a:pt x="133791" y="3482"/>
                </a:cubicBezTo>
                <a:cubicBezTo>
                  <a:pt x="138144" y="5804"/>
                  <a:pt x="141739" y="9152"/>
                  <a:pt x="144576" y="13526"/>
                </a:cubicBezTo>
                <a:cubicBezTo>
                  <a:pt x="147412" y="17901"/>
                  <a:pt x="149638" y="23229"/>
                  <a:pt x="151252" y="29510"/>
                </a:cubicBezTo>
                <a:cubicBezTo>
                  <a:pt x="152866" y="35790"/>
                  <a:pt x="153673" y="44258"/>
                  <a:pt x="153673" y="54912"/>
                </a:cubicBezTo>
                <a:cubicBezTo>
                  <a:pt x="153673" y="67521"/>
                  <a:pt x="152377" y="77700"/>
                  <a:pt x="149784" y="85447"/>
                </a:cubicBezTo>
                <a:cubicBezTo>
                  <a:pt x="147192" y="93195"/>
                  <a:pt x="143316" y="99182"/>
                  <a:pt x="138156" y="103410"/>
                </a:cubicBezTo>
                <a:cubicBezTo>
                  <a:pt x="132996" y="107637"/>
                  <a:pt x="126479" y="109751"/>
                  <a:pt x="118605" y="109751"/>
                </a:cubicBezTo>
                <a:cubicBezTo>
                  <a:pt x="108236" y="109751"/>
                  <a:pt x="100093" y="106036"/>
                  <a:pt x="94175" y="98607"/>
                </a:cubicBezTo>
                <a:cubicBezTo>
                  <a:pt x="87083" y="89663"/>
                  <a:pt x="83538" y="75098"/>
                  <a:pt x="83538" y="54912"/>
                </a:cubicBezTo>
                <a:moveTo>
                  <a:pt x="97110" y="54949"/>
                </a:moveTo>
                <a:cubicBezTo>
                  <a:pt x="97110" y="72576"/>
                  <a:pt x="99176" y="84307"/>
                  <a:pt x="103309" y="90142"/>
                </a:cubicBezTo>
                <a:cubicBezTo>
                  <a:pt x="107442" y="95976"/>
                  <a:pt x="112540" y="98893"/>
                  <a:pt x="118605" y="98893"/>
                </a:cubicBezTo>
                <a:cubicBezTo>
                  <a:pt x="124670" y="98893"/>
                  <a:pt x="129768" y="95964"/>
                  <a:pt x="133901" y="90106"/>
                </a:cubicBezTo>
                <a:cubicBezTo>
                  <a:pt x="138034" y="84246"/>
                  <a:pt x="140100" y="72527"/>
                  <a:pt x="140100" y="54949"/>
                </a:cubicBezTo>
                <a:cubicBezTo>
                  <a:pt x="140100" y="37273"/>
                  <a:pt x="138034" y="25530"/>
                  <a:pt x="133901" y="19721"/>
                </a:cubicBezTo>
                <a:cubicBezTo>
                  <a:pt x="129768" y="13910"/>
                  <a:pt x="124621" y="11004"/>
                  <a:pt x="118458" y="11004"/>
                </a:cubicBezTo>
                <a:cubicBezTo>
                  <a:pt x="112394" y="11004"/>
                  <a:pt x="107552" y="13568"/>
                  <a:pt x="103932" y="18694"/>
                </a:cubicBezTo>
                <a:cubicBezTo>
                  <a:pt x="99384" y="25237"/>
                  <a:pt x="97110" y="37322"/>
                  <a:pt x="97110" y="54949"/>
                </a:cubicBezTo>
                <a:close/>
                <a:moveTo>
                  <a:pt x="170816" y="107990"/>
                </a:moveTo>
                <a:lnTo>
                  <a:pt x="170816" y="440"/>
                </a:lnTo>
                <a:lnTo>
                  <a:pt x="184022" y="440"/>
                </a:lnTo>
                <a:lnTo>
                  <a:pt x="184022" y="61705"/>
                </a:lnTo>
                <a:lnTo>
                  <a:pt x="215274" y="30079"/>
                </a:lnTo>
                <a:lnTo>
                  <a:pt x="232368" y="30079"/>
                </a:lnTo>
                <a:lnTo>
                  <a:pt x="202583" y="59025"/>
                </a:lnTo>
                <a:lnTo>
                  <a:pt x="235376" y="107990"/>
                </a:lnTo>
                <a:lnTo>
                  <a:pt x="219089" y="107990"/>
                </a:lnTo>
                <a:lnTo>
                  <a:pt x="193339" y="68088"/>
                </a:lnTo>
                <a:lnTo>
                  <a:pt x="184022" y="77104"/>
                </a:lnTo>
                <a:lnTo>
                  <a:pt x="184022" y="107990"/>
                </a:lnTo>
                <a:lnTo>
                  <a:pt x="170816" y="1079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96FBAE-818B-4AF5-9BDA-A62C624C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589" y="2224204"/>
            <a:ext cx="359706" cy="355980"/>
          </a:xfrm>
          <a:custGeom xmlns:a="http://schemas.openxmlformats.org/drawingml/2006/main">
            <a:pathLst>
              <a:path w="359706" h="355980">
                <a:moveTo>
                  <a:pt x="0" y="177990"/>
                </a:moveTo>
                <a:lnTo>
                  <a:pt x="0" y="177990"/>
                </a:lnTo>
                <a:cubicBezTo>
                  <a:pt x="0" y="79688"/>
                  <a:pt x="80523" y="0"/>
                  <a:pt x="179853" y="0"/>
                </a:cubicBezTo>
                <a:cubicBezTo>
                  <a:pt x="227553" y="0"/>
                  <a:pt x="273299" y="18752"/>
                  <a:pt x="307028" y="52132"/>
                </a:cubicBezTo>
                <a:cubicBezTo>
                  <a:pt x="340758" y="85511"/>
                  <a:pt x="359706" y="130784"/>
                  <a:pt x="359706" y="177990"/>
                </a:cubicBezTo>
                <a:cubicBezTo>
                  <a:pt x="359706" y="276291"/>
                  <a:pt x="279183" y="355980"/>
                  <a:pt x="179853" y="355980"/>
                </a:cubicBezTo>
                <a:cubicBezTo>
                  <a:pt x="80523" y="355980"/>
                  <a:pt x="0" y="276291"/>
                  <a:pt x="0" y="177990"/>
                </a:cubicBez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D8A9E5-0BA3-4A08-A91F-D0C205D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589" y="2224203"/>
            <a:ext cx="359706" cy="355980"/>
          </a:xfrm>
          <a:custGeom xmlns:a="http://schemas.openxmlformats.org/drawingml/2006/main">
            <a:pathLst>
              <a:path w="359706" h="355980" fill="none">
                <a:moveTo>
                  <a:pt x="0" y="177990"/>
                </a:moveTo>
                <a:lnTo>
                  <a:pt x="0" y="177990"/>
                </a:lnTo>
                <a:cubicBezTo>
                  <a:pt x="0" y="79689"/>
                  <a:pt x="80523" y="0"/>
                  <a:pt x="179853" y="0"/>
                </a:cubicBezTo>
                <a:cubicBezTo>
                  <a:pt x="227554" y="0"/>
                  <a:pt x="273299" y="18753"/>
                  <a:pt x="307028" y="52133"/>
                </a:cubicBezTo>
                <a:cubicBezTo>
                  <a:pt x="340758" y="85512"/>
                  <a:pt x="359706" y="130785"/>
                  <a:pt x="359706" y="177990"/>
                </a:cubicBezTo>
                <a:cubicBezTo>
                  <a:pt x="359706" y="276291"/>
                  <a:pt x="279184" y="355980"/>
                  <a:pt x="179853" y="355980"/>
                </a:cubicBezTo>
                <a:cubicBezTo>
                  <a:pt x="80523" y="355980"/>
                  <a:pt x="0" y="276291"/>
                  <a:pt x="0" y="1779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08D73-A01F-4EC3-A6EE-5081738A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20" y="254182"/>
            <a:ext cx="375946" cy="361860"/>
          </a:xfrm>
          <a:custGeom xmlns:a="http://schemas.openxmlformats.org/drawingml/2006/main">
            <a:pathLst>
              <a:path w="375946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6" y="132944"/>
                  <a:pt x="375946" y="180930"/>
                </a:cubicBezTo>
                <a:cubicBezTo>
                  <a:pt x="375946" y="280855"/>
                  <a:pt x="291788" y="361860"/>
                  <a:pt x="187973" y="361860"/>
                </a:cubicBezTo>
                <a:cubicBezTo>
                  <a:pt x="84159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2583D4-DB77-47E5-B9B4-A4FAD06E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520" y="25418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9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9" name="Text 90k">
            <a:extLst xmlns:a="http://schemas.openxmlformats.org/drawingml/2006/main">
              <a:ext uri="{FF2B5EF4-FFF2-40B4-BE49-F238E27FC236}">
                <a16:creationId xmlns:a16="http://schemas.microsoft.com/office/drawing/2014/main" id="{34214A86-112B-4B78-B38E-AB72C994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63" y="377389"/>
            <a:ext cx="247145" cy="115239"/>
          </a:xfrm>
          <a:custGeom xmlns:a="http://schemas.openxmlformats.org/drawingml/2006/main">
            <a:pathLst>
              <a:path w="247145" h="115239">
                <a:moveTo>
                  <a:pt x="2080" y="87199"/>
                </a:moveTo>
                <a:lnTo>
                  <a:pt x="15406" y="86121"/>
                </a:lnTo>
                <a:cubicBezTo>
                  <a:pt x="16536" y="92331"/>
                  <a:pt x="18693" y="96837"/>
                  <a:pt x="21877" y="99637"/>
                </a:cubicBezTo>
                <a:cubicBezTo>
                  <a:pt x="25061" y="102438"/>
                  <a:pt x="29143" y="103838"/>
                  <a:pt x="34125" y="103838"/>
                </a:cubicBezTo>
                <a:cubicBezTo>
                  <a:pt x="38387" y="103838"/>
                  <a:pt x="42123" y="102862"/>
                  <a:pt x="45333" y="100911"/>
                </a:cubicBezTo>
                <a:cubicBezTo>
                  <a:pt x="48542" y="98959"/>
                  <a:pt x="51174" y="96353"/>
                  <a:pt x="53228" y="93092"/>
                </a:cubicBezTo>
                <a:cubicBezTo>
                  <a:pt x="55283" y="89831"/>
                  <a:pt x="57003" y="85428"/>
                  <a:pt x="58390" y="79881"/>
                </a:cubicBezTo>
                <a:cubicBezTo>
                  <a:pt x="59776" y="74335"/>
                  <a:pt x="60469" y="68686"/>
                  <a:pt x="60469" y="62934"/>
                </a:cubicBezTo>
                <a:cubicBezTo>
                  <a:pt x="60469" y="62318"/>
                  <a:pt x="60444" y="61394"/>
                  <a:pt x="60392" y="60161"/>
                </a:cubicBezTo>
                <a:cubicBezTo>
                  <a:pt x="57619" y="64578"/>
                  <a:pt x="53832" y="68160"/>
                  <a:pt x="49030" y="70907"/>
                </a:cubicBezTo>
                <a:cubicBezTo>
                  <a:pt x="44229" y="73655"/>
                  <a:pt x="39029" y="75028"/>
                  <a:pt x="33432" y="75028"/>
                </a:cubicBezTo>
                <a:cubicBezTo>
                  <a:pt x="24085" y="75028"/>
                  <a:pt x="16177" y="71643"/>
                  <a:pt x="9706" y="64872"/>
                </a:cubicBezTo>
                <a:cubicBezTo>
                  <a:pt x="3235" y="58100"/>
                  <a:pt x="0" y="49173"/>
                  <a:pt x="0" y="38092"/>
                </a:cubicBezTo>
                <a:cubicBezTo>
                  <a:pt x="0" y="26651"/>
                  <a:pt x="3377" y="17443"/>
                  <a:pt x="10130" y="10467"/>
                </a:cubicBezTo>
                <a:cubicBezTo>
                  <a:pt x="16883" y="3489"/>
                  <a:pt x="25343" y="0"/>
                  <a:pt x="35511" y="0"/>
                </a:cubicBezTo>
                <a:cubicBezTo>
                  <a:pt x="42855" y="0"/>
                  <a:pt x="49570" y="1976"/>
                  <a:pt x="55655" y="5929"/>
                </a:cubicBezTo>
                <a:cubicBezTo>
                  <a:pt x="61740" y="9880"/>
                  <a:pt x="66362" y="15512"/>
                  <a:pt x="69521" y="22825"/>
                </a:cubicBezTo>
                <a:cubicBezTo>
                  <a:pt x="72679" y="30138"/>
                  <a:pt x="74258" y="40723"/>
                  <a:pt x="74258" y="54579"/>
                </a:cubicBezTo>
                <a:cubicBezTo>
                  <a:pt x="74258" y="69000"/>
                  <a:pt x="72692" y="80483"/>
                  <a:pt x="69559" y="89029"/>
                </a:cubicBezTo>
                <a:cubicBezTo>
                  <a:pt x="66426" y="97573"/>
                  <a:pt x="61766" y="104077"/>
                  <a:pt x="55578" y="108542"/>
                </a:cubicBezTo>
                <a:cubicBezTo>
                  <a:pt x="49390" y="113006"/>
                  <a:pt x="42136" y="115239"/>
                  <a:pt x="33817" y="115239"/>
                </a:cubicBezTo>
                <a:cubicBezTo>
                  <a:pt x="24984" y="115239"/>
                  <a:pt x="17769" y="112786"/>
                  <a:pt x="12171" y="107882"/>
                </a:cubicBezTo>
                <a:cubicBezTo>
                  <a:pt x="6573" y="102978"/>
                  <a:pt x="3210" y="96083"/>
                  <a:pt x="2080" y="87199"/>
                </a:cubicBezTo>
                <a:moveTo>
                  <a:pt x="58852" y="37396"/>
                </a:moveTo>
                <a:cubicBezTo>
                  <a:pt x="58852" y="29473"/>
                  <a:pt x="56733" y="23186"/>
                  <a:pt x="52497" y="18533"/>
                </a:cubicBezTo>
                <a:cubicBezTo>
                  <a:pt x="48260" y="13881"/>
                  <a:pt x="43163" y="11555"/>
                  <a:pt x="37206" y="11555"/>
                </a:cubicBezTo>
                <a:cubicBezTo>
                  <a:pt x="31044" y="11555"/>
                  <a:pt x="25677" y="14060"/>
                  <a:pt x="21107" y="19070"/>
                </a:cubicBezTo>
                <a:cubicBezTo>
                  <a:pt x="16536" y="24080"/>
                  <a:pt x="14251" y="30573"/>
                  <a:pt x="14251" y="38547"/>
                </a:cubicBezTo>
                <a:cubicBezTo>
                  <a:pt x="14251" y="45704"/>
                  <a:pt x="16420" y="51520"/>
                  <a:pt x="20760" y="55994"/>
                </a:cubicBezTo>
                <a:cubicBezTo>
                  <a:pt x="25099" y="60467"/>
                  <a:pt x="30453" y="62703"/>
                  <a:pt x="36821" y="62703"/>
                </a:cubicBezTo>
                <a:cubicBezTo>
                  <a:pt x="43240" y="62703"/>
                  <a:pt x="48517" y="60467"/>
                  <a:pt x="52651" y="55994"/>
                </a:cubicBezTo>
                <a:cubicBezTo>
                  <a:pt x="56785" y="51520"/>
                  <a:pt x="58852" y="45321"/>
                  <a:pt x="58852" y="37396"/>
                </a:cubicBezTo>
                <a:close/>
                <a:moveTo>
                  <a:pt x="87714" y="57658"/>
                </a:moveTo>
                <a:cubicBezTo>
                  <a:pt x="87714" y="44315"/>
                  <a:pt x="89088" y="33577"/>
                  <a:pt x="91836" y="25442"/>
                </a:cubicBezTo>
                <a:cubicBezTo>
                  <a:pt x="94583" y="17307"/>
                  <a:pt x="98666" y="11033"/>
                  <a:pt x="104084" y="6620"/>
                </a:cubicBezTo>
                <a:cubicBezTo>
                  <a:pt x="109501" y="2207"/>
                  <a:pt x="116319" y="0"/>
                  <a:pt x="124535" y="0"/>
                </a:cubicBezTo>
                <a:cubicBezTo>
                  <a:pt x="130595" y="0"/>
                  <a:pt x="135910" y="1219"/>
                  <a:pt x="140481" y="3657"/>
                </a:cubicBezTo>
                <a:cubicBezTo>
                  <a:pt x="145051" y="6094"/>
                  <a:pt x="148826" y="9610"/>
                  <a:pt x="151804" y="14203"/>
                </a:cubicBezTo>
                <a:cubicBezTo>
                  <a:pt x="154783" y="18796"/>
                  <a:pt x="157119" y="24390"/>
                  <a:pt x="158814" y="30986"/>
                </a:cubicBezTo>
                <a:cubicBezTo>
                  <a:pt x="160509" y="37580"/>
                  <a:pt x="161356" y="46471"/>
                  <a:pt x="161356" y="57658"/>
                </a:cubicBezTo>
                <a:cubicBezTo>
                  <a:pt x="161356" y="70898"/>
                  <a:pt x="159995" y="81585"/>
                  <a:pt x="157274" y="89720"/>
                </a:cubicBezTo>
                <a:cubicBezTo>
                  <a:pt x="154552" y="97854"/>
                  <a:pt x="150482" y="104141"/>
                  <a:pt x="145064" y="108580"/>
                </a:cubicBezTo>
                <a:cubicBezTo>
                  <a:pt x="139646" y="113019"/>
                  <a:pt x="132803" y="115239"/>
                  <a:pt x="124535" y="115239"/>
                </a:cubicBezTo>
                <a:cubicBezTo>
                  <a:pt x="113648" y="115239"/>
                  <a:pt x="105098" y="111338"/>
                  <a:pt x="98884" y="103537"/>
                </a:cubicBezTo>
                <a:cubicBezTo>
                  <a:pt x="91438" y="94146"/>
                  <a:pt x="87714" y="78853"/>
                  <a:pt x="87714" y="57658"/>
                </a:cubicBezTo>
                <a:moveTo>
                  <a:pt x="101965" y="57696"/>
                </a:moveTo>
                <a:cubicBezTo>
                  <a:pt x="101965" y="76205"/>
                  <a:pt x="104135" y="88522"/>
                  <a:pt x="108474" y="94650"/>
                </a:cubicBezTo>
                <a:cubicBezTo>
                  <a:pt x="112814" y="100775"/>
                  <a:pt x="118167" y="103838"/>
                  <a:pt x="124535" y="103838"/>
                </a:cubicBezTo>
                <a:cubicBezTo>
                  <a:pt x="130903" y="103838"/>
                  <a:pt x="136257" y="100762"/>
                  <a:pt x="140596" y="94611"/>
                </a:cubicBezTo>
                <a:cubicBezTo>
                  <a:pt x="144936" y="88458"/>
                  <a:pt x="147105" y="76153"/>
                  <a:pt x="147105" y="57696"/>
                </a:cubicBezTo>
                <a:cubicBezTo>
                  <a:pt x="147105" y="39137"/>
                  <a:pt x="144936" y="26807"/>
                  <a:pt x="140596" y="20707"/>
                </a:cubicBezTo>
                <a:cubicBezTo>
                  <a:pt x="136257" y="14605"/>
                  <a:pt x="130852" y="11555"/>
                  <a:pt x="124381" y="11555"/>
                </a:cubicBezTo>
                <a:cubicBezTo>
                  <a:pt x="118013" y="11555"/>
                  <a:pt x="112929" y="14246"/>
                  <a:pt x="109129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9357" y="113390"/>
                </a:moveTo>
                <a:lnTo>
                  <a:pt x="179357" y="462"/>
                </a:lnTo>
                <a:lnTo>
                  <a:pt x="193223" y="462"/>
                </a:lnTo>
                <a:lnTo>
                  <a:pt x="193223" y="64790"/>
                </a:lnTo>
                <a:lnTo>
                  <a:pt x="226038" y="31583"/>
                </a:lnTo>
                <a:lnTo>
                  <a:pt x="243987" y="31583"/>
                </a:lnTo>
                <a:lnTo>
                  <a:pt x="212712" y="61976"/>
                </a:lnTo>
                <a:lnTo>
                  <a:pt x="247145" y="113390"/>
                </a:lnTo>
                <a:lnTo>
                  <a:pt x="230044" y="113390"/>
                </a:lnTo>
                <a:lnTo>
                  <a:pt x="203006" y="71492"/>
                </a:lnTo>
                <a:lnTo>
                  <a:pt x="193223" y="80960"/>
                </a:lnTo>
                <a:lnTo>
                  <a:pt x="193223" y="113390"/>
                </a:lnTo>
                <a:lnTo>
                  <a:pt x="17935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C0A514-F632-4AFD-A56C-7151C64B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20" y="254182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1" y="52993"/>
                </a:cubicBezTo>
                <a:cubicBezTo>
                  <a:pt x="356143" y="86924"/>
                  <a:pt x="375947" y="132944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A5B4E8-8F32-44A1-84A7-FF53C8C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220" y="25418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7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22" name="Text 1m">
            <a:extLst xmlns:a="http://schemas.openxmlformats.org/drawingml/2006/main">
              <a:ext uri="{FF2B5EF4-FFF2-40B4-BE49-F238E27FC236}">
                <a16:creationId xmlns:a16="http://schemas.microsoft.com/office/drawing/2014/main" id="{9F9180F5-9B79-4BDF-9682-04027E3D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9794" y="377389"/>
            <a:ext cx="191783" cy="113390"/>
          </a:xfrm>
          <a:custGeom xmlns:a="http://schemas.openxmlformats.org/drawingml/2006/main">
            <a:pathLst>
              <a:path w="191783" h="113390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80936" y="113390"/>
                </a:moveTo>
                <a:lnTo>
                  <a:pt x="80936" y="31583"/>
                </a:lnTo>
                <a:lnTo>
                  <a:pt x="93338" y="31583"/>
                </a:lnTo>
                <a:lnTo>
                  <a:pt x="93338" y="43060"/>
                </a:lnTo>
                <a:cubicBezTo>
                  <a:pt x="95905" y="39055"/>
                  <a:pt x="99320" y="35832"/>
                  <a:pt x="103583" y="33393"/>
                </a:cubicBezTo>
                <a:cubicBezTo>
                  <a:pt x="107845" y="30954"/>
                  <a:pt x="112698" y="29734"/>
                  <a:pt x="118142" y="29734"/>
                </a:cubicBezTo>
                <a:cubicBezTo>
                  <a:pt x="124201" y="29734"/>
                  <a:pt x="129170" y="30992"/>
                  <a:pt x="133047" y="33509"/>
                </a:cubicBezTo>
                <a:cubicBezTo>
                  <a:pt x="136924" y="36025"/>
                  <a:pt x="139659" y="39543"/>
                  <a:pt x="141251" y="44062"/>
                </a:cubicBezTo>
                <a:cubicBezTo>
                  <a:pt x="147722" y="34510"/>
                  <a:pt x="156144" y="29734"/>
                  <a:pt x="166517" y="29734"/>
                </a:cubicBezTo>
                <a:cubicBezTo>
                  <a:pt x="174631" y="29734"/>
                  <a:pt x="180871" y="31981"/>
                  <a:pt x="185236" y="36474"/>
                </a:cubicBezTo>
                <a:cubicBezTo>
                  <a:pt x="189601" y="40968"/>
                  <a:pt x="191783" y="47888"/>
                  <a:pt x="191783" y="57234"/>
                </a:cubicBezTo>
                <a:lnTo>
                  <a:pt x="191783" y="113390"/>
                </a:lnTo>
                <a:lnTo>
                  <a:pt x="177995" y="113390"/>
                </a:lnTo>
                <a:lnTo>
                  <a:pt x="177995" y="61856"/>
                </a:lnTo>
                <a:cubicBezTo>
                  <a:pt x="177995" y="56310"/>
                  <a:pt x="177546" y="52317"/>
                  <a:pt x="176647" y="49878"/>
                </a:cubicBezTo>
                <a:cubicBezTo>
                  <a:pt x="175748" y="47438"/>
                  <a:pt x="174118" y="45474"/>
                  <a:pt x="171755" y="43985"/>
                </a:cubicBezTo>
                <a:cubicBezTo>
                  <a:pt x="169393" y="42495"/>
                  <a:pt x="166620" y="41751"/>
                  <a:pt x="163436" y="41751"/>
                </a:cubicBezTo>
                <a:cubicBezTo>
                  <a:pt x="157684" y="41751"/>
                  <a:pt x="152908" y="43664"/>
                  <a:pt x="149108" y="47490"/>
                </a:cubicBezTo>
                <a:cubicBezTo>
                  <a:pt x="145308" y="51316"/>
                  <a:pt x="143408" y="57440"/>
                  <a:pt x="143408" y="65862"/>
                </a:cubicBezTo>
                <a:lnTo>
                  <a:pt x="143408" y="113390"/>
                </a:lnTo>
                <a:lnTo>
                  <a:pt x="129542" y="113390"/>
                </a:lnTo>
                <a:lnTo>
                  <a:pt x="129542" y="60238"/>
                </a:lnTo>
                <a:cubicBezTo>
                  <a:pt x="129542" y="54076"/>
                  <a:pt x="128412" y="49454"/>
                  <a:pt x="126153" y="46373"/>
                </a:cubicBezTo>
                <a:cubicBezTo>
                  <a:pt x="123893" y="43291"/>
                  <a:pt x="120196" y="41751"/>
                  <a:pt x="115060" y="41751"/>
                </a:cubicBezTo>
                <a:cubicBezTo>
                  <a:pt x="111158" y="41751"/>
                  <a:pt x="107550" y="42778"/>
                  <a:pt x="104238" y="44832"/>
                </a:cubicBezTo>
                <a:cubicBezTo>
                  <a:pt x="100925" y="46886"/>
                  <a:pt x="98524" y="49890"/>
                  <a:pt x="97035" y="53845"/>
                </a:cubicBezTo>
                <a:cubicBezTo>
                  <a:pt x="95546" y="57799"/>
                  <a:pt x="94801" y="63499"/>
                  <a:pt x="94801" y="70946"/>
                </a:cubicBezTo>
                <a:lnTo>
                  <a:pt x="94801" y="113390"/>
                </a:lnTo>
                <a:lnTo>
                  <a:pt x="80936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BC166C-8280-4CB4-87C3-D23F56C0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6" y="941131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1"/>
                </a:moveTo>
                <a:lnTo>
                  <a:pt x="0" y="180931"/>
                </a:lnTo>
                <a:cubicBezTo>
                  <a:pt x="0" y="81006"/>
                  <a:pt x="84159" y="0"/>
                  <a:pt x="187974" y="0"/>
                </a:cubicBezTo>
                <a:cubicBezTo>
                  <a:pt x="237827" y="0"/>
                  <a:pt x="285639" y="19063"/>
                  <a:pt x="320891" y="52994"/>
                </a:cubicBezTo>
                <a:cubicBezTo>
                  <a:pt x="356143" y="86925"/>
                  <a:pt x="375947" y="132945"/>
                  <a:pt x="375947" y="180931"/>
                </a:cubicBezTo>
                <a:cubicBezTo>
                  <a:pt x="375947" y="280856"/>
                  <a:pt x="291789" y="361861"/>
                  <a:pt x="187974" y="361861"/>
                </a:cubicBezTo>
                <a:cubicBezTo>
                  <a:pt x="84159" y="361861"/>
                  <a:pt x="0" y="280856"/>
                  <a:pt x="0" y="180931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12AA8D-AFBD-4C92-93FD-C6A4768D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46" y="94113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25" name="Text 10k">
            <a:extLst xmlns:a="http://schemas.openxmlformats.org/drawingml/2006/main">
              <a:ext uri="{FF2B5EF4-FFF2-40B4-BE49-F238E27FC236}">
                <a16:creationId xmlns:a16="http://schemas.microsoft.com/office/drawing/2014/main" id="{10481BFF-2A44-49CE-9764-A3CD0A688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220" y="1064339"/>
            <a:ext cx="236514" cy="115239"/>
          </a:xfrm>
          <a:custGeom xmlns:a="http://schemas.openxmlformats.org/drawingml/2006/main">
            <a:pathLst>
              <a:path w="236514" h="115239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77084" y="57658"/>
                </a:moveTo>
                <a:cubicBezTo>
                  <a:pt x="77084" y="44315"/>
                  <a:pt x="78458" y="33577"/>
                  <a:pt x="81205" y="25442"/>
                </a:cubicBezTo>
                <a:cubicBezTo>
                  <a:pt x="83953" y="17307"/>
                  <a:pt x="88035" y="11033"/>
                  <a:pt x="93453" y="6620"/>
                </a:cubicBezTo>
                <a:cubicBezTo>
                  <a:pt x="98871" y="2207"/>
                  <a:pt x="105688" y="0"/>
                  <a:pt x="113905" y="0"/>
                </a:cubicBezTo>
                <a:cubicBezTo>
                  <a:pt x="119965" y="0"/>
                  <a:pt x="125280" y="1219"/>
                  <a:pt x="129850" y="3657"/>
                </a:cubicBezTo>
                <a:cubicBezTo>
                  <a:pt x="134421" y="6094"/>
                  <a:pt x="138195" y="9610"/>
                  <a:pt x="141174" y="14203"/>
                </a:cubicBezTo>
                <a:cubicBezTo>
                  <a:pt x="144152" y="18796"/>
                  <a:pt x="146489" y="24390"/>
                  <a:pt x="148184" y="30986"/>
                </a:cubicBezTo>
                <a:cubicBezTo>
                  <a:pt x="149878" y="37580"/>
                  <a:pt x="150726" y="46471"/>
                  <a:pt x="150726" y="57658"/>
                </a:cubicBezTo>
                <a:cubicBezTo>
                  <a:pt x="150726" y="70898"/>
                  <a:pt x="149365" y="81585"/>
                  <a:pt x="146643" y="89720"/>
                </a:cubicBezTo>
                <a:cubicBezTo>
                  <a:pt x="143921" y="97854"/>
                  <a:pt x="139852" y="104141"/>
                  <a:pt x="134434" y="108580"/>
                </a:cubicBezTo>
                <a:cubicBezTo>
                  <a:pt x="129016" y="113019"/>
                  <a:pt x="122173" y="115239"/>
                  <a:pt x="113905" y="115239"/>
                </a:cubicBezTo>
                <a:cubicBezTo>
                  <a:pt x="103018" y="115239"/>
                  <a:pt x="94467" y="111338"/>
                  <a:pt x="88254" y="103537"/>
                </a:cubicBezTo>
                <a:cubicBezTo>
                  <a:pt x="80807" y="94146"/>
                  <a:pt x="77084" y="78853"/>
                  <a:pt x="77084" y="57658"/>
                </a:cubicBezTo>
                <a:moveTo>
                  <a:pt x="91335" y="57696"/>
                </a:moveTo>
                <a:cubicBezTo>
                  <a:pt x="91335" y="76205"/>
                  <a:pt x="93505" y="88522"/>
                  <a:pt x="97844" y="94650"/>
                </a:cubicBezTo>
                <a:cubicBezTo>
                  <a:pt x="102183" y="100775"/>
                  <a:pt x="107537" y="103838"/>
                  <a:pt x="113905" y="103838"/>
                </a:cubicBezTo>
                <a:cubicBezTo>
                  <a:pt x="120273" y="103838"/>
                  <a:pt x="125626" y="100762"/>
                  <a:pt x="129966" y="94611"/>
                </a:cubicBezTo>
                <a:cubicBezTo>
                  <a:pt x="134305" y="88458"/>
                  <a:pt x="136475" y="76153"/>
                  <a:pt x="136475" y="57696"/>
                </a:cubicBezTo>
                <a:cubicBezTo>
                  <a:pt x="136475" y="39137"/>
                  <a:pt x="134305" y="26807"/>
                  <a:pt x="129966" y="20707"/>
                </a:cubicBezTo>
                <a:cubicBezTo>
                  <a:pt x="125626" y="14605"/>
                  <a:pt x="120221" y="11555"/>
                  <a:pt x="113751" y="11555"/>
                </a:cubicBezTo>
                <a:cubicBezTo>
                  <a:pt x="107383" y="11555"/>
                  <a:pt x="102299" y="14246"/>
                  <a:pt x="98499" y="19628"/>
                </a:cubicBezTo>
                <a:cubicBezTo>
                  <a:pt x="93723" y="26499"/>
                  <a:pt x="91335" y="39188"/>
                  <a:pt x="91335" y="57696"/>
                </a:cubicBezTo>
                <a:close/>
                <a:moveTo>
                  <a:pt x="168727" y="113390"/>
                </a:moveTo>
                <a:lnTo>
                  <a:pt x="168727" y="462"/>
                </a:lnTo>
                <a:lnTo>
                  <a:pt x="182593" y="462"/>
                </a:lnTo>
                <a:lnTo>
                  <a:pt x="182593" y="64790"/>
                </a:lnTo>
                <a:lnTo>
                  <a:pt x="215408" y="31583"/>
                </a:lnTo>
                <a:lnTo>
                  <a:pt x="233356" y="31583"/>
                </a:lnTo>
                <a:lnTo>
                  <a:pt x="202082" y="61976"/>
                </a:lnTo>
                <a:lnTo>
                  <a:pt x="236514" y="113390"/>
                </a:lnTo>
                <a:lnTo>
                  <a:pt x="219414" y="113390"/>
                </a:lnTo>
                <a:lnTo>
                  <a:pt x="192376" y="71492"/>
                </a:lnTo>
                <a:lnTo>
                  <a:pt x="182593" y="80960"/>
                </a:lnTo>
                <a:lnTo>
                  <a:pt x="182593" y="113390"/>
                </a:lnTo>
                <a:lnTo>
                  <a:pt x="16872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0248B-7A38-4CEE-B7B4-6E8733F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16" y="941139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1"/>
                </a:moveTo>
                <a:lnTo>
                  <a:pt x="0" y="180931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3"/>
                  <a:pt x="320890" y="52994"/>
                </a:cubicBezTo>
                <a:cubicBezTo>
                  <a:pt x="356142" y="86925"/>
                  <a:pt x="375947" y="132945"/>
                  <a:pt x="375947" y="180931"/>
                </a:cubicBezTo>
                <a:cubicBezTo>
                  <a:pt x="375947" y="280856"/>
                  <a:pt x="291788" y="361861"/>
                  <a:pt x="187973" y="361861"/>
                </a:cubicBezTo>
                <a:cubicBezTo>
                  <a:pt x="84158" y="361861"/>
                  <a:pt x="0" y="280856"/>
                  <a:pt x="0" y="180931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F456C-F19B-42D1-86E8-81436451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8116" y="941139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7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28" name="Text 50k">
            <a:extLst xmlns:a="http://schemas.openxmlformats.org/drawingml/2006/main">
              <a:ext uri="{FF2B5EF4-FFF2-40B4-BE49-F238E27FC236}">
                <a16:creationId xmlns:a16="http://schemas.microsoft.com/office/drawing/2014/main" id="{F469363D-8C3D-4904-8E61-E2D3DAE3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5458" y="1064347"/>
            <a:ext cx="247145" cy="115239"/>
          </a:xfrm>
          <a:custGeom xmlns:a="http://schemas.openxmlformats.org/drawingml/2006/main">
            <a:pathLst>
              <a:path w="247145" h="115239">
                <a:moveTo>
                  <a:pt x="0" y="83656"/>
                </a:moveTo>
                <a:lnTo>
                  <a:pt x="14559" y="82577"/>
                </a:lnTo>
                <a:cubicBezTo>
                  <a:pt x="15637" y="89639"/>
                  <a:pt x="18141" y="94947"/>
                  <a:pt x="22069" y="98504"/>
                </a:cubicBezTo>
                <a:cubicBezTo>
                  <a:pt x="25998" y="102060"/>
                  <a:pt x="30735" y="103838"/>
                  <a:pt x="36282" y="103838"/>
                </a:cubicBezTo>
                <a:cubicBezTo>
                  <a:pt x="42958" y="103838"/>
                  <a:pt x="48607" y="101322"/>
                  <a:pt x="53228" y="96289"/>
                </a:cubicBezTo>
                <a:cubicBezTo>
                  <a:pt x="57850" y="91256"/>
                  <a:pt x="60161" y="84580"/>
                  <a:pt x="60161" y="76261"/>
                </a:cubicBezTo>
                <a:cubicBezTo>
                  <a:pt x="60161" y="68352"/>
                  <a:pt x="57940" y="62113"/>
                  <a:pt x="53498" y="57542"/>
                </a:cubicBezTo>
                <a:cubicBezTo>
                  <a:pt x="49056" y="52972"/>
                  <a:pt x="43240" y="50686"/>
                  <a:pt x="36051" y="50686"/>
                </a:cubicBezTo>
                <a:cubicBezTo>
                  <a:pt x="31583" y="50686"/>
                  <a:pt x="27551" y="51715"/>
                  <a:pt x="23957" y="53773"/>
                </a:cubicBezTo>
                <a:cubicBezTo>
                  <a:pt x="20362" y="55830"/>
                  <a:pt x="17537" y="58499"/>
                  <a:pt x="15483" y="61779"/>
                </a:cubicBezTo>
                <a:lnTo>
                  <a:pt x="2465" y="59930"/>
                </a:lnTo>
                <a:lnTo>
                  <a:pt x="13403" y="1849"/>
                </a:lnTo>
                <a:lnTo>
                  <a:pt x="69559" y="1849"/>
                </a:lnTo>
                <a:lnTo>
                  <a:pt x="69559" y="15098"/>
                </a:lnTo>
                <a:lnTo>
                  <a:pt x="24496" y="15098"/>
                </a:lnTo>
                <a:lnTo>
                  <a:pt x="18410" y="45494"/>
                </a:lnTo>
                <a:cubicBezTo>
                  <a:pt x="25189" y="40739"/>
                  <a:pt x="32302" y="38361"/>
                  <a:pt x="39748" y="38361"/>
                </a:cubicBezTo>
                <a:cubicBezTo>
                  <a:pt x="49608" y="38361"/>
                  <a:pt x="57927" y="41781"/>
                  <a:pt x="64706" y="48619"/>
                </a:cubicBezTo>
                <a:cubicBezTo>
                  <a:pt x="71485" y="55455"/>
                  <a:pt x="74874" y="64245"/>
                  <a:pt x="74874" y="74987"/>
                </a:cubicBezTo>
                <a:cubicBezTo>
                  <a:pt x="74874" y="85218"/>
                  <a:pt x="71896" y="94060"/>
                  <a:pt x="65939" y="101513"/>
                </a:cubicBezTo>
                <a:cubicBezTo>
                  <a:pt x="58698" y="110663"/>
                  <a:pt x="48812" y="115239"/>
                  <a:pt x="36282" y="115239"/>
                </a:cubicBezTo>
                <a:cubicBezTo>
                  <a:pt x="26011" y="115239"/>
                  <a:pt x="17627" y="112355"/>
                  <a:pt x="11131" y="106589"/>
                </a:cubicBezTo>
                <a:cubicBezTo>
                  <a:pt x="4635" y="100823"/>
                  <a:pt x="924" y="93179"/>
                  <a:pt x="0" y="83656"/>
                </a:cubicBezTo>
                <a:close/>
                <a:moveTo>
                  <a:pt x="87714" y="57658"/>
                </a:moveTo>
                <a:cubicBezTo>
                  <a:pt x="87714" y="44315"/>
                  <a:pt x="89088" y="33577"/>
                  <a:pt x="91836" y="25442"/>
                </a:cubicBezTo>
                <a:cubicBezTo>
                  <a:pt x="94583" y="17307"/>
                  <a:pt x="98666" y="11033"/>
                  <a:pt x="104084" y="6620"/>
                </a:cubicBezTo>
                <a:cubicBezTo>
                  <a:pt x="109501" y="2207"/>
                  <a:pt x="116319" y="0"/>
                  <a:pt x="124535" y="0"/>
                </a:cubicBezTo>
                <a:cubicBezTo>
                  <a:pt x="130595" y="0"/>
                  <a:pt x="135910" y="1219"/>
                  <a:pt x="140481" y="3657"/>
                </a:cubicBezTo>
                <a:cubicBezTo>
                  <a:pt x="145051" y="6094"/>
                  <a:pt x="148826" y="9610"/>
                  <a:pt x="151804" y="14203"/>
                </a:cubicBezTo>
                <a:cubicBezTo>
                  <a:pt x="154783" y="18796"/>
                  <a:pt x="157119" y="24390"/>
                  <a:pt x="158814" y="30986"/>
                </a:cubicBezTo>
                <a:cubicBezTo>
                  <a:pt x="160509" y="37580"/>
                  <a:pt x="161356" y="46471"/>
                  <a:pt x="161356" y="57658"/>
                </a:cubicBezTo>
                <a:cubicBezTo>
                  <a:pt x="161356" y="70898"/>
                  <a:pt x="159995" y="81585"/>
                  <a:pt x="157273" y="89720"/>
                </a:cubicBezTo>
                <a:cubicBezTo>
                  <a:pt x="154552" y="97854"/>
                  <a:pt x="150482" y="104141"/>
                  <a:pt x="145064" y="108580"/>
                </a:cubicBezTo>
                <a:cubicBezTo>
                  <a:pt x="139646" y="113019"/>
                  <a:pt x="132803" y="115239"/>
                  <a:pt x="124535" y="115239"/>
                </a:cubicBezTo>
                <a:cubicBezTo>
                  <a:pt x="113648" y="115239"/>
                  <a:pt x="105098" y="111338"/>
                  <a:pt x="98884" y="103537"/>
                </a:cubicBezTo>
                <a:cubicBezTo>
                  <a:pt x="91438" y="94146"/>
                  <a:pt x="87714" y="78853"/>
                  <a:pt x="87714" y="57658"/>
                </a:cubicBezTo>
                <a:moveTo>
                  <a:pt x="101965" y="57696"/>
                </a:moveTo>
                <a:cubicBezTo>
                  <a:pt x="101965" y="76205"/>
                  <a:pt x="104135" y="88522"/>
                  <a:pt x="108474" y="94650"/>
                </a:cubicBezTo>
                <a:cubicBezTo>
                  <a:pt x="112814" y="100775"/>
                  <a:pt x="118167" y="103838"/>
                  <a:pt x="124535" y="103838"/>
                </a:cubicBezTo>
                <a:cubicBezTo>
                  <a:pt x="130903" y="103838"/>
                  <a:pt x="136257" y="100762"/>
                  <a:pt x="140596" y="94611"/>
                </a:cubicBezTo>
                <a:cubicBezTo>
                  <a:pt x="144936" y="88458"/>
                  <a:pt x="147105" y="76153"/>
                  <a:pt x="147105" y="57696"/>
                </a:cubicBezTo>
                <a:cubicBezTo>
                  <a:pt x="147105" y="39137"/>
                  <a:pt x="144936" y="26807"/>
                  <a:pt x="140596" y="20707"/>
                </a:cubicBezTo>
                <a:cubicBezTo>
                  <a:pt x="136257" y="14605"/>
                  <a:pt x="130852" y="11555"/>
                  <a:pt x="124381" y="11555"/>
                </a:cubicBezTo>
                <a:cubicBezTo>
                  <a:pt x="118013" y="11555"/>
                  <a:pt x="112929" y="14246"/>
                  <a:pt x="109129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9357" y="113390"/>
                </a:moveTo>
                <a:lnTo>
                  <a:pt x="179357" y="462"/>
                </a:lnTo>
                <a:lnTo>
                  <a:pt x="193223" y="462"/>
                </a:lnTo>
                <a:lnTo>
                  <a:pt x="193223" y="64790"/>
                </a:lnTo>
                <a:lnTo>
                  <a:pt x="226038" y="31583"/>
                </a:lnTo>
                <a:lnTo>
                  <a:pt x="243986" y="31583"/>
                </a:lnTo>
                <a:lnTo>
                  <a:pt x="212712" y="61976"/>
                </a:lnTo>
                <a:lnTo>
                  <a:pt x="247145" y="113390"/>
                </a:lnTo>
                <a:lnTo>
                  <a:pt x="230044" y="113390"/>
                </a:lnTo>
                <a:lnTo>
                  <a:pt x="203006" y="71492"/>
                </a:lnTo>
                <a:lnTo>
                  <a:pt x="193223" y="80960"/>
                </a:lnTo>
                <a:lnTo>
                  <a:pt x="193223" y="113390"/>
                </a:lnTo>
                <a:lnTo>
                  <a:pt x="17935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5A3CAF-E472-4D84-AB11-2A880EC0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70" y="1647191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9B0AE2-1A6B-4A6D-8CD0-5351F78F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70" y="1647191"/>
            <a:ext cx="375947" cy="361859"/>
          </a:xfrm>
          <a:custGeom xmlns:a="http://schemas.openxmlformats.org/drawingml/2006/main">
            <a:pathLst>
              <a:path w="375947" h="361859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3"/>
                  <a:pt x="375947" y="132944"/>
                  <a:pt x="375947" y="180930"/>
                </a:cubicBezTo>
                <a:cubicBezTo>
                  <a:pt x="375947" y="280855"/>
                  <a:pt x="291788" y="361859"/>
                  <a:pt x="187973" y="361859"/>
                </a:cubicBezTo>
                <a:cubicBezTo>
                  <a:pt x="84158" y="361859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31" name="Text 2k">
            <a:extLst xmlns:a="http://schemas.openxmlformats.org/drawingml/2006/main">
              <a:ext uri="{FF2B5EF4-FFF2-40B4-BE49-F238E27FC236}">
                <a16:creationId xmlns:a16="http://schemas.microsoft.com/office/drawing/2014/main" id="{655C568B-D04B-48ED-BEB0-9376D91A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407" y="1770398"/>
            <a:ext cx="161305" cy="113390"/>
          </a:xfrm>
          <a:custGeom xmlns:a="http://schemas.openxmlformats.org/drawingml/2006/main">
            <a:pathLst>
              <a:path w="161305" h="113390">
                <a:moveTo>
                  <a:pt x="74746" y="99986"/>
                </a:moveTo>
                <a:lnTo>
                  <a:pt x="74746" y="113390"/>
                </a:lnTo>
                <a:lnTo>
                  <a:pt x="103" y="113390"/>
                </a:lnTo>
                <a:cubicBezTo>
                  <a:pt x="0" y="110049"/>
                  <a:pt x="539" y="106835"/>
                  <a:pt x="1720" y="103749"/>
                </a:cubicBezTo>
                <a:cubicBezTo>
                  <a:pt x="3620" y="98660"/>
                  <a:pt x="6663" y="93648"/>
                  <a:pt x="10849" y="88713"/>
                </a:cubicBezTo>
                <a:cubicBezTo>
                  <a:pt x="15034" y="83777"/>
                  <a:pt x="21081" y="78071"/>
                  <a:pt x="28989" y="71596"/>
                </a:cubicBezTo>
                <a:cubicBezTo>
                  <a:pt x="41263" y="61522"/>
                  <a:pt x="49557" y="53554"/>
                  <a:pt x="53870" y="47692"/>
                </a:cubicBezTo>
                <a:cubicBezTo>
                  <a:pt x="58184" y="41829"/>
                  <a:pt x="60341" y="36286"/>
                  <a:pt x="60341" y="31063"/>
                </a:cubicBezTo>
                <a:cubicBezTo>
                  <a:pt x="60341" y="25584"/>
                  <a:pt x="58377" y="20963"/>
                  <a:pt x="54448" y="17200"/>
                </a:cubicBezTo>
                <a:cubicBezTo>
                  <a:pt x="50520" y="13436"/>
                  <a:pt x="45397" y="11555"/>
                  <a:pt x="39080" y="11555"/>
                </a:cubicBezTo>
                <a:cubicBezTo>
                  <a:pt x="32404" y="11555"/>
                  <a:pt x="27064" y="13557"/>
                  <a:pt x="23058" y="17563"/>
                </a:cubicBezTo>
                <a:cubicBezTo>
                  <a:pt x="19052" y="21569"/>
                  <a:pt x="17024" y="27115"/>
                  <a:pt x="16973" y="34202"/>
                </a:cubicBezTo>
                <a:lnTo>
                  <a:pt x="2722" y="32661"/>
                </a:lnTo>
                <a:cubicBezTo>
                  <a:pt x="3697" y="22031"/>
                  <a:pt x="7369" y="13930"/>
                  <a:pt x="13737" y="8358"/>
                </a:cubicBezTo>
                <a:cubicBezTo>
                  <a:pt x="20105" y="2786"/>
                  <a:pt x="28656" y="0"/>
                  <a:pt x="39389" y="0"/>
                </a:cubicBezTo>
                <a:cubicBezTo>
                  <a:pt x="50224" y="0"/>
                  <a:pt x="58800" y="3003"/>
                  <a:pt x="65117" y="9010"/>
                </a:cubicBezTo>
                <a:cubicBezTo>
                  <a:pt x="71434" y="15017"/>
                  <a:pt x="74592" y="22462"/>
                  <a:pt x="74592" y="31344"/>
                </a:cubicBezTo>
                <a:cubicBezTo>
                  <a:pt x="74592" y="35862"/>
                  <a:pt x="73667" y="40303"/>
                  <a:pt x="71819" y="44668"/>
                </a:cubicBezTo>
                <a:cubicBezTo>
                  <a:pt x="69970" y="49032"/>
                  <a:pt x="66902" y="53626"/>
                  <a:pt x="62613" y="58452"/>
                </a:cubicBezTo>
                <a:cubicBezTo>
                  <a:pt x="58325" y="63278"/>
                  <a:pt x="51200" y="69895"/>
                  <a:pt x="41237" y="78302"/>
                </a:cubicBezTo>
                <a:cubicBezTo>
                  <a:pt x="32918" y="85273"/>
                  <a:pt x="27577" y="90003"/>
                  <a:pt x="25215" y="92490"/>
                </a:cubicBezTo>
                <a:cubicBezTo>
                  <a:pt x="22853" y="94976"/>
                  <a:pt x="20901" y="97475"/>
                  <a:pt x="19360" y="99986"/>
                </a:cubicBezTo>
                <a:lnTo>
                  <a:pt x="74746" y="99986"/>
                </a:lnTo>
                <a:close/>
                <a:moveTo>
                  <a:pt x="93518" y="113390"/>
                </a:moveTo>
                <a:lnTo>
                  <a:pt x="93518" y="462"/>
                </a:lnTo>
                <a:lnTo>
                  <a:pt x="107383" y="462"/>
                </a:lnTo>
                <a:lnTo>
                  <a:pt x="107383" y="64790"/>
                </a:lnTo>
                <a:lnTo>
                  <a:pt x="140198" y="31583"/>
                </a:lnTo>
                <a:lnTo>
                  <a:pt x="158147" y="31583"/>
                </a:lnTo>
                <a:lnTo>
                  <a:pt x="126872" y="61976"/>
                </a:lnTo>
                <a:lnTo>
                  <a:pt x="161305" y="113390"/>
                </a:lnTo>
                <a:lnTo>
                  <a:pt x="144204" y="113390"/>
                </a:lnTo>
                <a:lnTo>
                  <a:pt x="117166" y="71492"/>
                </a:lnTo>
                <a:lnTo>
                  <a:pt x="107383" y="80960"/>
                </a:lnTo>
                <a:lnTo>
                  <a:pt x="107383" y="113390"/>
                </a:lnTo>
                <a:lnTo>
                  <a:pt x="93518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CE01A-0F24-475C-8113-50E8EA0AD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990" y="1657462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3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6"/>
                  <a:pt x="291788" y="361861"/>
                  <a:pt x="187973" y="361861"/>
                </a:cubicBezTo>
                <a:cubicBezTo>
                  <a:pt x="84158" y="361861"/>
                  <a:pt x="0" y="280856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7BA860-9679-4C36-BD9C-050160D4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989" y="165746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5"/>
                  <a:pt x="375947" y="132945"/>
                  <a:pt x="375947" y="180930"/>
                </a:cubicBezTo>
                <a:cubicBezTo>
                  <a:pt x="375947" y="280856"/>
                  <a:pt x="291787" y="361861"/>
                  <a:pt x="187973" y="361861"/>
                </a:cubicBezTo>
                <a:cubicBezTo>
                  <a:pt x="84158" y="361861"/>
                  <a:pt x="0" y="280856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34" name="Text 1k">
            <a:extLst xmlns:a="http://schemas.openxmlformats.org/drawingml/2006/main">
              <a:ext uri="{FF2B5EF4-FFF2-40B4-BE49-F238E27FC236}">
                <a16:creationId xmlns:a16="http://schemas.microsoft.com/office/drawing/2014/main" id="{8F17F189-9965-48A9-872E-87667D96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832" y="1780670"/>
            <a:ext cx="148800" cy="113390"/>
          </a:xfrm>
          <a:custGeom xmlns:a="http://schemas.openxmlformats.org/drawingml/2006/main">
            <a:pathLst>
              <a:path w="148800" h="113390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81013" y="113390"/>
                </a:moveTo>
                <a:lnTo>
                  <a:pt x="81013" y="462"/>
                </a:lnTo>
                <a:lnTo>
                  <a:pt x="94878" y="462"/>
                </a:lnTo>
                <a:lnTo>
                  <a:pt x="94878" y="64790"/>
                </a:lnTo>
                <a:lnTo>
                  <a:pt x="127694" y="31583"/>
                </a:lnTo>
                <a:lnTo>
                  <a:pt x="145642" y="31583"/>
                </a:lnTo>
                <a:lnTo>
                  <a:pt x="114367" y="61976"/>
                </a:lnTo>
                <a:lnTo>
                  <a:pt x="148800" y="113390"/>
                </a:lnTo>
                <a:lnTo>
                  <a:pt x="131699" y="113390"/>
                </a:lnTo>
                <a:lnTo>
                  <a:pt x="104661" y="71492"/>
                </a:lnTo>
                <a:lnTo>
                  <a:pt x="94878" y="80960"/>
                </a:lnTo>
                <a:lnTo>
                  <a:pt x="94878" y="113390"/>
                </a:lnTo>
                <a:lnTo>
                  <a:pt x="81013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2339B5-F14E-471A-9B25-12F5DBE42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152" y="2322128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9F272A-1AD9-4861-85FD-3A4118ED1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151" y="2322127"/>
            <a:ext cx="375948" cy="361861"/>
          </a:xfrm>
          <a:custGeom xmlns:a="http://schemas.openxmlformats.org/drawingml/2006/main">
            <a:pathLst>
              <a:path w="375948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5" y="0"/>
                </a:cubicBezTo>
                <a:cubicBezTo>
                  <a:pt x="237829" y="0"/>
                  <a:pt x="285640" y="19062"/>
                  <a:pt x="320892" y="52993"/>
                </a:cubicBezTo>
                <a:cubicBezTo>
                  <a:pt x="356144" y="86925"/>
                  <a:pt x="375948" y="132945"/>
                  <a:pt x="375948" y="180930"/>
                </a:cubicBezTo>
                <a:cubicBezTo>
                  <a:pt x="375948" y="280855"/>
                  <a:pt x="291789" y="361861"/>
                  <a:pt x="187975" y="361861"/>
                </a:cubicBezTo>
                <a:cubicBezTo>
                  <a:pt x="84159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37" name="Text 900">
            <a:extLst xmlns:a="http://schemas.openxmlformats.org/drawingml/2006/main">
              <a:ext uri="{FF2B5EF4-FFF2-40B4-BE49-F238E27FC236}">
                <a16:creationId xmlns:a16="http://schemas.microsoft.com/office/drawing/2014/main" id="{1D73D7CA-7F50-4A8E-AF82-CB8F166E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000" y="2452978"/>
            <a:ext cx="225349" cy="104263"/>
          </a:xfrm>
          <a:custGeom xmlns:a="http://schemas.openxmlformats.org/drawingml/2006/main">
            <a:pathLst>
              <a:path w="225349" h="104263">
                <a:moveTo>
                  <a:pt x="1882" y="78895"/>
                </a:moveTo>
                <a:lnTo>
                  <a:pt x="13939" y="77919"/>
                </a:lnTo>
                <a:cubicBezTo>
                  <a:pt x="14961" y="83538"/>
                  <a:pt x="16913" y="87614"/>
                  <a:pt x="19793" y="90148"/>
                </a:cubicBezTo>
                <a:cubicBezTo>
                  <a:pt x="22674" y="92682"/>
                  <a:pt x="26368" y="93949"/>
                  <a:pt x="30875" y="93949"/>
                </a:cubicBezTo>
                <a:cubicBezTo>
                  <a:pt x="34731" y="93949"/>
                  <a:pt x="38111" y="93066"/>
                  <a:pt x="41015" y="91300"/>
                </a:cubicBezTo>
                <a:cubicBezTo>
                  <a:pt x="43919" y="89535"/>
                  <a:pt x="46301" y="87177"/>
                  <a:pt x="48159" y="84226"/>
                </a:cubicBezTo>
                <a:cubicBezTo>
                  <a:pt x="50018" y="81276"/>
                  <a:pt x="51574" y="77292"/>
                  <a:pt x="52829" y="72274"/>
                </a:cubicBezTo>
                <a:cubicBezTo>
                  <a:pt x="54083" y="67255"/>
                  <a:pt x="54710" y="62145"/>
                  <a:pt x="54710" y="56941"/>
                </a:cubicBezTo>
                <a:cubicBezTo>
                  <a:pt x="54710" y="56383"/>
                  <a:pt x="54687" y="55547"/>
                  <a:pt x="54641" y="54432"/>
                </a:cubicBezTo>
                <a:cubicBezTo>
                  <a:pt x="52132" y="58427"/>
                  <a:pt x="48705" y="61668"/>
                  <a:pt x="44361" y="64154"/>
                </a:cubicBezTo>
                <a:cubicBezTo>
                  <a:pt x="40016" y="66640"/>
                  <a:pt x="35312" y="67883"/>
                  <a:pt x="30248" y="67883"/>
                </a:cubicBezTo>
                <a:cubicBezTo>
                  <a:pt x="21791" y="67883"/>
                  <a:pt x="14636" y="64820"/>
                  <a:pt x="8782" y="58694"/>
                </a:cubicBezTo>
                <a:cubicBezTo>
                  <a:pt x="2927" y="52567"/>
                  <a:pt x="0" y="44490"/>
                  <a:pt x="0" y="34464"/>
                </a:cubicBezTo>
                <a:cubicBezTo>
                  <a:pt x="0" y="24113"/>
                  <a:pt x="3055" y="15782"/>
                  <a:pt x="9165" y="9470"/>
                </a:cubicBezTo>
                <a:cubicBezTo>
                  <a:pt x="15275" y="3157"/>
                  <a:pt x="22930" y="0"/>
                  <a:pt x="32129" y="0"/>
                </a:cubicBezTo>
                <a:cubicBezTo>
                  <a:pt x="38774" y="0"/>
                  <a:pt x="44849" y="1788"/>
                  <a:pt x="50354" y="5364"/>
                </a:cubicBezTo>
                <a:cubicBezTo>
                  <a:pt x="55860" y="8939"/>
                  <a:pt x="60042" y="14035"/>
                  <a:pt x="62900" y="20651"/>
                </a:cubicBezTo>
                <a:cubicBezTo>
                  <a:pt x="65757" y="27268"/>
                  <a:pt x="67186" y="36845"/>
                  <a:pt x="67186" y="49381"/>
                </a:cubicBezTo>
                <a:cubicBezTo>
                  <a:pt x="67186" y="62428"/>
                  <a:pt x="65769" y="72818"/>
                  <a:pt x="62934" y="80550"/>
                </a:cubicBezTo>
                <a:cubicBezTo>
                  <a:pt x="60100" y="88280"/>
                  <a:pt x="55884" y="94165"/>
                  <a:pt x="50285" y="98204"/>
                </a:cubicBezTo>
                <a:cubicBezTo>
                  <a:pt x="44686" y="102244"/>
                  <a:pt x="38123" y="104263"/>
                  <a:pt x="30596" y="104263"/>
                </a:cubicBezTo>
                <a:cubicBezTo>
                  <a:pt x="22604" y="104263"/>
                  <a:pt x="16076" y="102045"/>
                  <a:pt x="11012" y="97608"/>
                </a:cubicBezTo>
                <a:cubicBezTo>
                  <a:pt x="5947" y="93170"/>
                  <a:pt x="2904" y="86933"/>
                  <a:pt x="1882" y="78895"/>
                </a:cubicBezTo>
                <a:moveTo>
                  <a:pt x="53247" y="33835"/>
                </a:moveTo>
                <a:cubicBezTo>
                  <a:pt x="53247" y="26666"/>
                  <a:pt x="51330" y="20977"/>
                  <a:pt x="47497" y="16768"/>
                </a:cubicBezTo>
                <a:cubicBezTo>
                  <a:pt x="43664" y="12559"/>
                  <a:pt x="39052" y="10454"/>
                  <a:pt x="33663" y="10454"/>
                </a:cubicBezTo>
                <a:cubicBezTo>
                  <a:pt x="28087" y="10454"/>
                  <a:pt x="23232" y="12721"/>
                  <a:pt x="19096" y="17254"/>
                </a:cubicBezTo>
                <a:cubicBezTo>
                  <a:pt x="14961" y="21787"/>
                  <a:pt x="12894" y="27661"/>
                  <a:pt x="12894" y="34876"/>
                </a:cubicBezTo>
                <a:cubicBezTo>
                  <a:pt x="12894" y="41352"/>
                  <a:pt x="14857" y="46613"/>
                  <a:pt x="18783" y="50662"/>
                </a:cubicBezTo>
                <a:cubicBezTo>
                  <a:pt x="22709" y="54708"/>
                  <a:pt x="27553" y="56732"/>
                  <a:pt x="33314" y="56732"/>
                </a:cubicBezTo>
                <a:cubicBezTo>
                  <a:pt x="39122" y="56732"/>
                  <a:pt x="43896" y="54708"/>
                  <a:pt x="47636" y="50662"/>
                </a:cubicBezTo>
                <a:cubicBezTo>
                  <a:pt x="51377" y="46613"/>
                  <a:pt x="53247" y="41004"/>
                  <a:pt x="53247" y="33835"/>
                </a:cubicBezTo>
                <a:close/>
                <a:moveTo>
                  <a:pt x="79361" y="52167"/>
                </a:moveTo>
                <a:cubicBezTo>
                  <a:pt x="79361" y="40095"/>
                  <a:pt x="80604" y="30379"/>
                  <a:pt x="83089" y="23019"/>
                </a:cubicBezTo>
                <a:cubicBezTo>
                  <a:pt x="85575" y="15659"/>
                  <a:pt x="89269" y="9982"/>
                  <a:pt x="94171" y="5989"/>
                </a:cubicBezTo>
                <a:cubicBezTo>
                  <a:pt x="99073" y="1996"/>
                  <a:pt x="105241" y="0"/>
                  <a:pt x="112675" y="0"/>
                </a:cubicBezTo>
                <a:cubicBezTo>
                  <a:pt x="118158" y="0"/>
                  <a:pt x="122966" y="1103"/>
                  <a:pt x="127102" y="3308"/>
                </a:cubicBezTo>
                <a:cubicBezTo>
                  <a:pt x="131237" y="5514"/>
                  <a:pt x="134652" y="8694"/>
                  <a:pt x="137347" y="12850"/>
                </a:cubicBezTo>
                <a:cubicBezTo>
                  <a:pt x="140042" y="17006"/>
                  <a:pt x="142156" y="22067"/>
                  <a:pt x="143689" y="28035"/>
                </a:cubicBezTo>
                <a:cubicBezTo>
                  <a:pt x="145222" y="34001"/>
                  <a:pt x="145989" y="42045"/>
                  <a:pt x="145989" y="52167"/>
                </a:cubicBezTo>
                <a:cubicBezTo>
                  <a:pt x="145989" y="64145"/>
                  <a:pt x="144758" y="73815"/>
                  <a:pt x="142295" y="81175"/>
                </a:cubicBezTo>
                <a:cubicBezTo>
                  <a:pt x="139833" y="88535"/>
                  <a:pt x="136150" y="94223"/>
                  <a:pt x="131249" y="98239"/>
                </a:cubicBezTo>
                <a:cubicBezTo>
                  <a:pt x="126347" y="102255"/>
                  <a:pt x="120155" y="104263"/>
                  <a:pt x="112675" y="104263"/>
                </a:cubicBezTo>
                <a:cubicBezTo>
                  <a:pt x="102825" y="104263"/>
                  <a:pt x="95089" y="100734"/>
                  <a:pt x="89467" y="93676"/>
                </a:cubicBezTo>
                <a:cubicBezTo>
                  <a:pt x="82729" y="85179"/>
                  <a:pt x="79361" y="71343"/>
                  <a:pt x="79361" y="52167"/>
                </a:cubicBezTo>
                <a:moveTo>
                  <a:pt x="92254" y="52201"/>
                </a:moveTo>
                <a:cubicBezTo>
                  <a:pt x="92254" y="68947"/>
                  <a:pt x="94217" y="80092"/>
                  <a:pt x="98144" y="85635"/>
                </a:cubicBezTo>
                <a:cubicBezTo>
                  <a:pt x="102070" y="91177"/>
                  <a:pt x="106913" y="93949"/>
                  <a:pt x="112675" y="93949"/>
                </a:cubicBezTo>
                <a:cubicBezTo>
                  <a:pt x="118436" y="93949"/>
                  <a:pt x="123280" y="91166"/>
                  <a:pt x="127206" y="85600"/>
                </a:cubicBezTo>
                <a:cubicBezTo>
                  <a:pt x="131132" y="80034"/>
                  <a:pt x="133095" y="68901"/>
                  <a:pt x="133095" y="52201"/>
                </a:cubicBezTo>
                <a:cubicBezTo>
                  <a:pt x="133095" y="35409"/>
                  <a:pt x="131132" y="24254"/>
                  <a:pt x="127206" y="18735"/>
                </a:cubicBezTo>
                <a:cubicBezTo>
                  <a:pt x="123280" y="13214"/>
                  <a:pt x="118390" y="10454"/>
                  <a:pt x="112536" y="10454"/>
                </a:cubicBezTo>
                <a:cubicBezTo>
                  <a:pt x="106774" y="10454"/>
                  <a:pt x="102174" y="12889"/>
                  <a:pt x="98736" y="17759"/>
                </a:cubicBezTo>
                <a:cubicBezTo>
                  <a:pt x="94415" y="23975"/>
                  <a:pt x="92254" y="35456"/>
                  <a:pt x="92254" y="52201"/>
                </a:cubicBezTo>
                <a:close/>
                <a:moveTo>
                  <a:pt x="158721" y="52167"/>
                </a:moveTo>
                <a:cubicBezTo>
                  <a:pt x="158721" y="40095"/>
                  <a:pt x="159964" y="30379"/>
                  <a:pt x="162450" y="23019"/>
                </a:cubicBezTo>
                <a:cubicBezTo>
                  <a:pt x="164936" y="15659"/>
                  <a:pt x="168630" y="9982"/>
                  <a:pt x="173531" y="5989"/>
                </a:cubicBezTo>
                <a:cubicBezTo>
                  <a:pt x="178433" y="1996"/>
                  <a:pt x="184601" y="0"/>
                  <a:pt x="192035" y="0"/>
                </a:cubicBezTo>
                <a:cubicBezTo>
                  <a:pt x="197518" y="0"/>
                  <a:pt x="202327" y="1103"/>
                  <a:pt x="206462" y="3308"/>
                </a:cubicBezTo>
                <a:cubicBezTo>
                  <a:pt x="210597" y="5514"/>
                  <a:pt x="214012" y="8694"/>
                  <a:pt x="216707" y="12850"/>
                </a:cubicBezTo>
                <a:cubicBezTo>
                  <a:pt x="219402" y="17006"/>
                  <a:pt x="221516" y="22067"/>
                  <a:pt x="223050" y="28035"/>
                </a:cubicBezTo>
                <a:cubicBezTo>
                  <a:pt x="224583" y="34001"/>
                  <a:pt x="225349" y="42045"/>
                  <a:pt x="225349" y="52167"/>
                </a:cubicBezTo>
                <a:cubicBezTo>
                  <a:pt x="225349" y="64145"/>
                  <a:pt x="224118" y="73815"/>
                  <a:pt x="221656" y="81175"/>
                </a:cubicBezTo>
                <a:cubicBezTo>
                  <a:pt x="219193" y="88535"/>
                  <a:pt x="215511" y="94223"/>
                  <a:pt x="210609" y="98239"/>
                </a:cubicBezTo>
                <a:cubicBezTo>
                  <a:pt x="205707" y="102255"/>
                  <a:pt x="199516" y="104263"/>
                  <a:pt x="192035" y="104263"/>
                </a:cubicBezTo>
                <a:cubicBezTo>
                  <a:pt x="182185" y="104263"/>
                  <a:pt x="174449" y="100734"/>
                  <a:pt x="168827" y="93676"/>
                </a:cubicBezTo>
                <a:cubicBezTo>
                  <a:pt x="162090" y="85179"/>
                  <a:pt x="158721" y="71343"/>
                  <a:pt x="158721" y="52167"/>
                </a:cubicBezTo>
                <a:moveTo>
                  <a:pt x="171615" y="52201"/>
                </a:moveTo>
                <a:cubicBezTo>
                  <a:pt x="171615" y="68947"/>
                  <a:pt x="173578" y="80092"/>
                  <a:pt x="177504" y="85635"/>
                </a:cubicBezTo>
                <a:cubicBezTo>
                  <a:pt x="181430" y="91177"/>
                  <a:pt x="186274" y="93949"/>
                  <a:pt x="192035" y="93949"/>
                </a:cubicBezTo>
                <a:cubicBezTo>
                  <a:pt x="197797" y="93949"/>
                  <a:pt x="202641" y="91166"/>
                  <a:pt x="206567" y="85600"/>
                </a:cubicBezTo>
                <a:cubicBezTo>
                  <a:pt x="210493" y="80034"/>
                  <a:pt x="212456" y="68901"/>
                  <a:pt x="212456" y="52201"/>
                </a:cubicBezTo>
                <a:cubicBezTo>
                  <a:pt x="212456" y="35409"/>
                  <a:pt x="210493" y="24254"/>
                  <a:pt x="206567" y="18735"/>
                </a:cubicBezTo>
                <a:cubicBezTo>
                  <a:pt x="202641" y="13214"/>
                  <a:pt x="197750" y="10454"/>
                  <a:pt x="191896" y="10454"/>
                </a:cubicBezTo>
                <a:cubicBezTo>
                  <a:pt x="186135" y="10454"/>
                  <a:pt x="181535" y="12889"/>
                  <a:pt x="178096" y="17759"/>
                </a:cubicBezTo>
                <a:cubicBezTo>
                  <a:pt x="173775" y="23975"/>
                  <a:pt x="171615" y="35456"/>
                  <a:pt x="171615" y="52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DFB8D7-AE26-4E14-A494-2F70458A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899" y="2311602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6DCEE-92DB-4A17-BBC0-CE80B11A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1899" y="2311601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1"/>
                </a:moveTo>
                <a:lnTo>
                  <a:pt x="0" y="180931"/>
                </a:lnTo>
                <a:cubicBezTo>
                  <a:pt x="0" y="81006"/>
                  <a:pt x="84158" y="0"/>
                  <a:pt x="187973" y="0"/>
                </a:cubicBezTo>
                <a:cubicBezTo>
                  <a:pt x="237827" y="0"/>
                  <a:pt x="285639" y="19063"/>
                  <a:pt x="320890" y="52993"/>
                </a:cubicBezTo>
                <a:cubicBezTo>
                  <a:pt x="356142" y="86925"/>
                  <a:pt x="375947" y="132945"/>
                  <a:pt x="375947" y="180931"/>
                </a:cubicBezTo>
                <a:cubicBezTo>
                  <a:pt x="375947" y="280856"/>
                  <a:pt x="291787" y="361861"/>
                  <a:pt x="187973" y="361861"/>
                </a:cubicBezTo>
                <a:cubicBezTo>
                  <a:pt x="84158" y="361861"/>
                  <a:pt x="0" y="280856"/>
                  <a:pt x="0" y="1809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40" name="Text 500">
            <a:extLst xmlns:a="http://schemas.openxmlformats.org/drawingml/2006/main">
              <a:ext uri="{FF2B5EF4-FFF2-40B4-BE49-F238E27FC236}">
                <a16:creationId xmlns:a16="http://schemas.microsoft.com/office/drawing/2014/main" id="{FB3FF6B7-7AE4-4746-AE16-0B850A80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812" y="2434809"/>
            <a:ext cx="249071" cy="115239"/>
          </a:xfrm>
          <a:custGeom xmlns:a="http://schemas.openxmlformats.org/drawingml/2006/main">
            <a:pathLst>
              <a:path w="249071" h="115239">
                <a:moveTo>
                  <a:pt x="0" y="83656"/>
                </a:moveTo>
                <a:lnTo>
                  <a:pt x="14559" y="82577"/>
                </a:lnTo>
                <a:cubicBezTo>
                  <a:pt x="15637" y="89639"/>
                  <a:pt x="18141" y="94947"/>
                  <a:pt x="22069" y="98504"/>
                </a:cubicBezTo>
                <a:cubicBezTo>
                  <a:pt x="25998" y="102060"/>
                  <a:pt x="30735" y="103838"/>
                  <a:pt x="36282" y="103838"/>
                </a:cubicBezTo>
                <a:cubicBezTo>
                  <a:pt x="42958" y="103838"/>
                  <a:pt x="48607" y="101322"/>
                  <a:pt x="53228" y="96289"/>
                </a:cubicBezTo>
                <a:cubicBezTo>
                  <a:pt x="57850" y="91256"/>
                  <a:pt x="60161" y="84580"/>
                  <a:pt x="60161" y="76261"/>
                </a:cubicBezTo>
                <a:cubicBezTo>
                  <a:pt x="60161" y="68352"/>
                  <a:pt x="57940" y="62113"/>
                  <a:pt x="53498" y="57542"/>
                </a:cubicBezTo>
                <a:cubicBezTo>
                  <a:pt x="49056" y="52972"/>
                  <a:pt x="43240" y="50686"/>
                  <a:pt x="36051" y="50686"/>
                </a:cubicBezTo>
                <a:cubicBezTo>
                  <a:pt x="31583" y="50686"/>
                  <a:pt x="27551" y="51715"/>
                  <a:pt x="23957" y="53773"/>
                </a:cubicBezTo>
                <a:cubicBezTo>
                  <a:pt x="20362" y="55830"/>
                  <a:pt x="17537" y="58499"/>
                  <a:pt x="15483" y="61779"/>
                </a:cubicBezTo>
                <a:lnTo>
                  <a:pt x="2465" y="59930"/>
                </a:lnTo>
                <a:lnTo>
                  <a:pt x="13403" y="1849"/>
                </a:lnTo>
                <a:lnTo>
                  <a:pt x="69559" y="1849"/>
                </a:lnTo>
                <a:lnTo>
                  <a:pt x="69559" y="15098"/>
                </a:lnTo>
                <a:lnTo>
                  <a:pt x="24496" y="15098"/>
                </a:lnTo>
                <a:lnTo>
                  <a:pt x="18410" y="45494"/>
                </a:lnTo>
                <a:cubicBezTo>
                  <a:pt x="25189" y="40739"/>
                  <a:pt x="32302" y="38361"/>
                  <a:pt x="39748" y="38361"/>
                </a:cubicBezTo>
                <a:cubicBezTo>
                  <a:pt x="49608" y="38361"/>
                  <a:pt x="57927" y="41781"/>
                  <a:pt x="64706" y="48619"/>
                </a:cubicBezTo>
                <a:cubicBezTo>
                  <a:pt x="71485" y="55455"/>
                  <a:pt x="74874" y="64245"/>
                  <a:pt x="74874" y="74987"/>
                </a:cubicBezTo>
                <a:cubicBezTo>
                  <a:pt x="74874" y="85218"/>
                  <a:pt x="71896" y="94060"/>
                  <a:pt x="65939" y="101513"/>
                </a:cubicBezTo>
                <a:cubicBezTo>
                  <a:pt x="58698" y="110663"/>
                  <a:pt x="48812" y="115239"/>
                  <a:pt x="36282" y="115239"/>
                </a:cubicBezTo>
                <a:cubicBezTo>
                  <a:pt x="26011" y="115239"/>
                  <a:pt x="17627" y="112355"/>
                  <a:pt x="11131" y="106589"/>
                </a:cubicBezTo>
                <a:cubicBezTo>
                  <a:pt x="4635" y="100823"/>
                  <a:pt x="924" y="93179"/>
                  <a:pt x="0" y="83656"/>
                </a:cubicBezTo>
                <a:close/>
                <a:moveTo>
                  <a:pt x="87714" y="57658"/>
                </a:moveTo>
                <a:cubicBezTo>
                  <a:pt x="87714" y="44315"/>
                  <a:pt x="89088" y="33577"/>
                  <a:pt x="91836" y="25442"/>
                </a:cubicBezTo>
                <a:cubicBezTo>
                  <a:pt x="94583" y="17307"/>
                  <a:pt x="98666" y="11033"/>
                  <a:pt x="104084" y="6620"/>
                </a:cubicBezTo>
                <a:cubicBezTo>
                  <a:pt x="109501" y="2207"/>
                  <a:pt x="116319" y="0"/>
                  <a:pt x="124535" y="0"/>
                </a:cubicBezTo>
                <a:cubicBezTo>
                  <a:pt x="130595" y="0"/>
                  <a:pt x="135910" y="1219"/>
                  <a:pt x="140481" y="3657"/>
                </a:cubicBezTo>
                <a:cubicBezTo>
                  <a:pt x="145051" y="6094"/>
                  <a:pt x="148826" y="9610"/>
                  <a:pt x="151804" y="14203"/>
                </a:cubicBezTo>
                <a:cubicBezTo>
                  <a:pt x="154783" y="18796"/>
                  <a:pt x="157119" y="24390"/>
                  <a:pt x="158814" y="30986"/>
                </a:cubicBezTo>
                <a:cubicBezTo>
                  <a:pt x="160509" y="37580"/>
                  <a:pt x="161356" y="46471"/>
                  <a:pt x="161356" y="57658"/>
                </a:cubicBezTo>
                <a:cubicBezTo>
                  <a:pt x="161356" y="70898"/>
                  <a:pt x="159995" y="81585"/>
                  <a:pt x="157273" y="89720"/>
                </a:cubicBezTo>
                <a:cubicBezTo>
                  <a:pt x="154552" y="97854"/>
                  <a:pt x="150482" y="104141"/>
                  <a:pt x="145064" y="108580"/>
                </a:cubicBezTo>
                <a:cubicBezTo>
                  <a:pt x="139646" y="113019"/>
                  <a:pt x="132803" y="115239"/>
                  <a:pt x="124535" y="115239"/>
                </a:cubicBezTo>
                <a:cubicBezTo>
                  <a:pt x="113648" y="115239"/>
                  <a:pt x="105098" y="111338"/>
                  <a:pt x="98884" y="103537"/>
                </a:cubicBezTo>
                <a:cubicBezTo>
                  <a:pt x="91438" y="94146"/>
                  <a:pt x="87714" y="78853"/>
                  <a:pt x="87714" y="57658"/>
                </a:cubicBezTo>
                <a:moveTo>
                  <a:pt x="101965" y="57696"/>
                </a:moveTo>
                <a:cubicBezTo>
                  <a:pt x="101965" y="76205"/>
                  <a:pt x="104135" y="88522"/>
                  <a:pt x="108474" y="94650"/>
                </a:cubicBezTo>
                <a:cubicBezTo>
                  <a:pt x="112814" y="100775"/>
                  <a:pt x="118167" y="103838"/>
                  <a:pt x="124535" y="103838"/>
                </a:cubicBezTo>
                <a:cubicBezTo>
                  <a:pt x="130903" y="103838"/>
                  <a:pt x="136257" y="100762"/>
                  <a:pt x="140596" y="94611"/>
                </a:cubicBezTo>
                <a:cubicBezTo>
                  <a:pt x="144936" y="88458"/>
                  <a:pt x="147105" y="76153"/>
                  <a:pt x="147105" y="57696"/>
                </a:cubicBezTo>
                <a:cubicBezTo>
                  <a:pt x="147105" y="39137"/>
                  <a:pt x="144936" y="26807"/>
                  <a:pt x="140596" y="20707"/>
                </a:cubicBezTo>
                <a:cubicBezTo>
                  <a:pt x="136257" y="14605"/>
                  <a:pt x="130852" y="11555"/>
                  <a:pt x="124381" y="11555"/>
                </a:cubicBezTo>
                <a:cubicBezTo>
                  <a:pt x="118013" y="11555"/>
                  <a:pt x="112929" y="14246"/>
                  <a:pt x="109129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5429" y="57658"/>
                </a:moveTo>
                <a:cubicBezTo>
                  <a:pt x="175429" y="44315"/>
                  <a:pt x="176803" y="33577"/>
                  <a:pt x="179550" y="25442"/>
                </a:cubicBezTo>
                <a:cubicBezTo>
                  <a:pt x="182298" y="17307"/>
                  <a:pt x="186380" y="11033"/>
                  <a:pt x="191798" y="6620"/>
                </a:cubicBezTo>
                <a:cubicBezTo>
                  <a:pt x="197216" y="2207"/>
                  <a:pt x="204033" y="0"/>
                  <a:pt x="212250" y="0"/>
                </a:cubicBezTo>
                <a:cubicBezTo>
                  <a:pt x="218310" y="0"/>
                  <a:pt x="223625" y="1219"/>
                  <a:pt x="228195" y="3657"/>
                </a:cubicBezTo>
                <a:cubicBezTo>
                  <a:pt x="232766" y="6094"/>
                  <a:pt x="236540" y="9610"/>
                  <a:pt x="239519" y="14203"/>
                </a:cubicBezTo>
                <a:cubicBezTo>
                  <a:pt x="242497" y="18796"/>
                  <a:pt x="244834" y="24390"/>
                  <a:pt x="246529" y="30986"/>
                </a:cubicBezTo>
                <a:cubicBezTo>
                  <a:pt x="248223" y="37580"/>
                  <a:pt x="249071" y="46471"/>
                  <a:pt x="249071" y="57658"/>
                </a:cubicBezTo>
                <a:cubicBezTo>
                  <a:pt x="249071" y="70898"/>
                  <a:pt x="247710" y="81585"/>
                  <a:pt x="244988" y="89720"/>
                </a:cubicBezTo>
                <a:cubicBezTo>
                  <a:pt x="242266" y="97854"/>
                  <a:pt x="238196" y="104141"/>
                  <a:pt x="232779" y="108580"/>
                </a:cubicBezTo>
                <a:cubicBezTo>
                  <a:pt x="227361" y="113019"/>
                  <a:pt x="220518" y="115239"/>
                  <a:pt x="212250" y="115239"/>
                </a:cubicBezTo>
                <a:cubicBezTo>
                  <a:pt x="201363" y="115239"/>
                  <a:pt x="192812" y="111338"/>
                  <a:pt x="186598" y="103537"/>
                </a:cubicBezTo>
                <a:cubicBezTo>
                  <a:pt x="179152" y="94146"/>
                  <a:pt x="175429" y="78853"/>
                  <a:pt x="175429" y="57658"/>
                </a:cubicBezTo>
                <a:moveTo>
                  <a:pt x="189680" y="57696"/>
                </a:moveTo>
                <a:cubicBezTo>
                  <a:pt x="189680" y="76205"/>
                  <a:pt x="191849" y="88522"/>
                  <a:pt x="196189" y="94650"/>
                </a:cubicBezTo>
                <a:cubicBezTo>
                  <a:pt x="200528" y="100775"/>
                  <a:pt x="205882" y="103838"/>
                  <a:pt x="212250" y="103838"/>
                </a:cubicBezTo>
                <a:cubicBezTo>
                  <a:pt x="218618" y="103838"/>
                  <a:pt x="223971" y="100762"/>
                  <a:pt x="228311" y="94611"/>
                </a:cubicBezTo>
                <a:cubicBezTo>
                  <a:pt x="232650" y="88458"/>
                  <a:pt x="234820" y="76153"/>
                  <a:pt x="234820" y="57696"/>
                </a:cubicBezTo>
                <a:cubicBezTo>
                  <a:pt x="234820" y="39137"/>
                  <a:pt x="232650" y="26807"/>
                  <a:pt x="228311" y="20707"/>
                </a:cubicBezTo>
                <a:cubicBezTo>
                  <a:pt x="223971" y="14605"/>
                  <a:pt x="218566" y="11555"/>
                  <a:pt x="212096" y="11555"/>
                </a:cubicBezTo>
                <a:cubicBezTo>
                  <a:pt x="205728" y="11555"/>
                  <a:pt x="200644" y="14246"/>
                  <a:pt x="196844" y="19628"/>
                </a:cubicBezTo>
                <a:cubicBezTo>
                  <a:pt x="192068" y="26499"/>
                  <a:pt x="189680" y="39188"/>
                  <a:pt x="189680" y="57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E8E01A-F558-45B6-95ED-B9016AD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855" y="588228"/>
            <a:ext cx="320447" cy="405897"/>
          </a:xfrm>
          <a:custGeom xmlns:a="http://schemas.openxmlformats.org/drawingml/2006/main">
            <a:pathLst>
              <a:path w="320447" h="405897">
                <a:moveTo>
                  <a:pt x="320447" y="40589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ECB1D-D6FC-473B-BADB-AF5904E9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98" y="667828"/>
            <a:ext cx="257605" cy="326296"/>
          </a:xfrm>
          <a:custGeom xmlns:a="http://schemas.openxmlformats.org/drawingml/2006/main">
            <a:pathLst>
              <a:path w="257605" h="326296" fill="none">
                <a:moveTo>
                  <a:pt x="257605" y="326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1A1B8-21CD-46AF-85B7-9CBA05D8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67" y="607623"/>
            <a:ext cx="69444" cy="77505"/>
          </a:xfrm>
          <a:custGeom xmlns:a="http://schemas.openxmlformats.org/drawingml/2006/main">
            <a:pathLst>
              <a:path w="69444" h="77505">
                <a:moveTo>
                  <a:pt x="69444" y="42906"/>
                </a:moveTo>
                <a:lnTo>
                  <a:pt x="25618" y="77505"/>
                </a:lnTo>
                <a:lnTo>
                  <a:pt x="0" y="0"/>
                </a:lnTo>
                <a:lnTo>
                  <a:pt x="69444" y="4290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58625-BB88-433A-AD94-A1B1BB02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67" y="607623"/>
            <a:ext cx="69444" cy="77505"/>
          </a:xfrm>
          <a:custGeom xmlns:a="http://schemas.openxmlformats.org/drawingml/2006/main">
            <a:pathLst>
              <a:path w="69444" h="77505" fill="none">
                <a:moveTo>
                  <a:pt x="69444" y="42906"/>
                </a:moveTo>
                <a:lnTo>
                  <a:pt x="0" y="0"/>
                </a:lnTo>
                <a:lnTo>
                  <a:pt x="25618" y="77505"/>
                </a:lnTo>
                <a:lnTo>
                  <a:pt x="69444" y="42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B16C6-BFB3-4878-B4D9-85BFC826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30" y="563049"/>
            <a:ext cx="486946" cy="453215"/>
          </a:xfrm>
          <a:custGeom xmlns:a="http://schemas.openxmlformats.org/drawingml/2006/main">
            <a:pathLst>
              <a:path w="486946" h="453215">
                <a:moveTo>
                  <a:pt x="0" y="453215"/>
                </a:moveTo>
                <a:lnTo>
                  <a:pt x="48694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74F6E4-48F6-48F0-A821-A66711D98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30" y="632144"/>
            <a:ext cx="412708" cy="384120"/>
          </a:xfrm>
          <a:custGeom xmlns:a="http://schemas.openxmlformats.org/drawingml/2006/main">
            <a:pathLst>
              <a:path w="412708" h="384120" fill="none">
                <a:moveTo>
                  <a:pt x="0" y="384120"/>
                </a:moveTo>
                <a:lnTo>
                  <a:pt x="4127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76FBD3-B3F4-4A25-B246-AA0A4F4B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018" y="579884"/>
            <a:ext cx="75170" cy="72697"/>
          </a:xfrm>
          <a:custGeom xmlns:a="http://schemas.openxmlformats.org/drawingml/2006/main">
            <a:pathLst>
              <a:path w="75170" h="72697">
                <a:moveTo>
                  <a:pt x="38041" y="72697"/>
                </a:moveTo>
                <a:lnTo>
                  <a:pt x="0" y="31823"/>
                </a:lnTo>
                <a:lnTo>
                  <a:pt x="75170" y="0"/>
                </a:lnTo>
                <a:lnTo>
                  <a:pt x="38041" y="7269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CFA14F-F2FA-4053-8E88-A24D5D42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018" y="579884"/>
            <a:ext cx="75170" cy="72697"/>
          </a:xfrm>
          <a:custGeom xmlns:a="http://schemas.openxmlformats.org/drawingml/2006/main">
            <a:pathLst>
              <a:path w="75170" h="72697" fill="none">
                <a:moveTo>
                  <a:pt x="38041" y="72697"/>
                </a:moveTo>
                <a:lnTo>
                  <a:pt x="75170" y="0"/>
                </a:lnTo>
                <a:lnTo>
                  <a:pt x="0" y="31823"/>
                </a:lnTo>
                <a:lnTo>
                  <a:pt x="38041" y="726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F293EF-187C-4991-A210-AA51B5C5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36" y="563072"/>
            <a:ext cx="298136" cy="431060"/>
          </a:xfrm>
          <a:custGeom xmlns:a="http://schemas.openxmlformats.org/drawingml/2006/main">
            <a:pathLst>
              <a:path w="298136" h="431060">
                <a:moveTo>
                  <a:pt x="298136" y="43106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AD55F-F3FF-4DB8-83AD-316310929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2726" y="646483"/>
            <a:ext cx="240446" cy="347649"/>
          </a:xfrm>
          <a:custGeom xmlns:a="http://schemas.openxmlformats.org/drawingml/2006/main">
            <a:pathLst>
              <a:path w="240446" h="347649" fill="none">
                <a:moveTo>
                  <a:pt x="240446" y="3476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94099-32F6-4FAE-B99C-7E83370C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092" y="583395"/>
            <a:ext cx="66595" cy="78969"/>
          </a:xfrm>
          <a:custGeom xmlns:a="http://schemas.openxmlformats.org/drawingml/2006/main">
            <a:pathLst>
              <a:path w="66595" h="78969">
                <a:moveTo>
                  <a:pt x="66595" y="47206"/>
                </a:moveTo>
                <a:lnTo>
                  <a:pt x="20671" y="78969"/>
                </a:lnTo>
                <a:lnTo>
                  <a:pt x="0" y="0"/>
                </a:lnTo>
                <a:lnTo>
                  <a:pt x="66595" y="4720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C52820-3715-4699-88EF-5CA206E0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092" y="583395"/>
            <a:ext cx="66595" cy="78969"/>
          </a:xfrm>
          <a:custGeom xmlns:a="http://schemas.openxmlformats.org/drawingml/2006/main">
            <a:pathLst>
              <a:path w="66595" h="78969" fill="none">
                <a:moveTo>
                  <a:pt x="66595" y="47206"/>
                </a:moveTo>
                <a:lnTo>
                  <a:pt x="0" y="0"/>
                </a:lnTo>
                <a:lnTo>
                  <a:pt x="20671" y="78969"/>
                </a:lnTo>
                <a:lnTo>
                  <a:pt x="66595" y="472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635266-A5CD-492E-B300-B0565B36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166" y="1303109"/>
            <a:ext cx="10877" cy="344082"/>
          </a:xfrm>
          <a:custGeom xmlns:a="http://schemas.openxmlformats.org/drawingml/2006/main">
            <a:pathLst>
              <a:path w="10877" h="344082">
                <a:moveTo>
                  <a:pt x="10877" y="34408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59BFF0-9DEC-4020-B3B5-8951F559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370" y="1404475"/>
            <a:ext cx="7673" cy="242716"/>
          </a:xfrm>
          <a:custGeom xmlns:a="http://schemas.openxmlformats.org/drawingml/2006/main">
            <a:pathLst>
              <a:path w="7673" h="242716" fill="none">
                <a:moveTo>
                  <a:pt x="7673" y="2427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517E8D-858A-4267-BC28-5107A583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66" y="1327807"/>
            <a:ext cx="55810" cy="77550"/>
          </a:xfrm>
          <a:custGeom xmlns:a="http://schemas.openxmlformats.org/drawingml/2006/main">
            <a:pathLst>
              <a:path w="55810" h="77550">
                <a:moveTo>
                  <a:pt x="55810" y="75786"/>
                </a:moveTo>
                <a:lnTo>
                  <a:pt x="0" y="77550"/>
                </a:lnTo>
                <a:lnTo>
                  <a:pt x="25481" y="0"/>
                </a:lnTo>
                <a:lnTo>
                  <a:pt x="55810" y="7578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D507A9-0891-455F-8A7B-2883596B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466" y="1327807"/>
            <a:ext cx="55810" cy="77550"/>
          </a:xfrm>
          <a:custGeom xmlns:a="http://schemas.openxmlformats.org/drawingml/2006/main">
            <a:pathLst>
              <a:path w="55810" h="77550" fill="none">
                <a:moveTo>
                  <a:pt x="55810" y="75786"/>
                </a:moveTo>
                <a:lnTo>
                  <a:pt x="25481" y="0"/>
                </a:lnTo>
                <a:lnTo>
                  <a:pt x="0" y="77550"/>
                </a:lnTo>
                <a:lnTo>
                  <a:pt x="55810" y="75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67F50A-9DF9-47EB-BAE4-EF9C8012E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963" y="1302986"/>
            <a:ext cx="11156" cy="354476"/>
          </a:xfrm>
          <a:custGeom xmlns:a="http://schemas.openxmlformats.org/drawingml/2006/main">
            <a:pathLst>
              <a:path w="11156" h="354476">
                <a:moveTo>
                  <a:pt x="0" y="354476"/>
                </a:moveTo>
                <a:lnTo>
                  <a:pt x="1115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6DBCA-0279-401E-96F1-A0AB802B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963" y="1404353"/>
            <a:ext cx="7965" cy="253109"/>
          </a:xfrm>
          <a:custGeom xmlns:a="http://schemas.openxmlformats.org/drawingml/2006/main">
            <a:pathLst>
              <a:path w="7965" h="253109" fill="none">
                <a:moveTo>
                  <a:pt x="0" y="253109"/>
                </a:moveTo>
                <a:lnTo>
                  <a:pt x="7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577B37-2C50-4962-82FC-7E704C57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22" y="1327684"/>
            <a:ext cx="55810" cy="77547"/>
          </a:xfrm>
          <a:custGeom xmlns:a="http://schemas.openxmlformats.org/drawingml/2006/main">
            <a:pathLst>
              <a:path w="55810" h="77547">
                <a:moveTo>
                  <a:pt x="55810" y="77547"/>
                </a:moveTo>
                <a:lnTo>
                  <a:pt x="0" y="75791"/>
                </a:lnTo>
                <a:lnTo>
                  <a:pt x="30319" y="0"/>
                </a:lnTo>
                <a:lnTo>
                  <a:pt x="55810" y="7754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9DDDF-6DE7-40CE-8B15-44E54A02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5022" y="1327684"/>
            <a:ext cx="55810" cy="77547"/>
          </a:xfrm>
          <a:custGeom xmlns:a="http://schemas.openxmlformats.org/drawingml/2006/main">
            <a:pathLst>
              <a:path w="55810" h="77547" fill="none">
                <a:moveTo>
                  <a:pt x="55810" y="77547"/>
                </a:moveTo>
                <a:lnTo>
                  <a:pt x="30319" y="0"/>
                </a:lnTo>
                <a:lnTo>
                  <a:pt x="0" y="75791"/>
                </a:lnTo>
                <a:lnTo>
                  <a:pt x="55810" y="775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E4BBE-7577-4922-B6DC-E75F69D6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710" y="1243291"/>
            <a:ext cx="1043336" cy="467163"/>
          </a:xfrm>
          <a:custGeom xmlns:a="http://schemas.openxmlformats.org/drawingml/2006/main">
            <a:pathLst>
              <a:path w="1043336" h="467163">
                <a:moveTo>
                  <a:pt x="1043336" y="46716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DE3E9-372D-4E6A-8CE4-919973D8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271" y="1284737"/>
            <a:ext cx="950774" cy="425718"/>
          </a:xfrm>
          <a:custGeom xmlns:a="http://schemas.openxmlformats.org/drawingml/2006/main">
            <a:pathLst>
              <a:path w="950774" h="425718" fill="none">
                <a:moveTo>
                  <a:pt x="950774" y="425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3BDF0-D79B-47D8-B60E-16058389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62" y="1253389"/>
            <a:ext cx="81418" cy="56828"/>
          </a:xfrm>
          <a:custGeom xmlns:a="http://schemas.openxmlformats.org/drawingml/2006/main">
            <a:pathLst>
              <a:path w="81418" h="56828">
                <a:moveTo>
                  <a:pt x="81418" y="5866"/>
                </a:moveTo>
                <a:lnTo>
                  <a:pt x="58600" y="56828"/>
                </a:lnTo>
                <a:lnTo>
                  <a:pt x="0" y="0"/>
                </a:lnTo>
                <a:lnTo>
                  <a:pt x="81418" y="586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E6C647-DA09-48BF-B992-F90FB1FB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1262" y="1253389"/>
            <a:ext cx="81418" cy="56828"/>
          </a:xfrm>
          <a:custGeom xmlns:a="http://schemas.openxmlformats.org/drawingml/2006/main">
            <a:pathLst>
              <a:path w="81418" h="56828" fill="none">
                <a:moveTo>
                  <a:pt x="81418" y="5866"/>
                </a:moveTo>
                <a:lnTo>
                  <a:pt x="0" y="0"/>
                </a:lnTo>
                <a:lnTo>
                  <a:pt x="58600" y="56828"/>
                </a:lnTo>
                <a:lnTo>
                  <a:pt x="81418" y="58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E9D725-7B8D-4C8B-804F-35293037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25" y="1966284"/>
            <a:ext cx="280008" cy="355844"/>
          </a:xfrm>
          <a:custGeom xmlns:a="http://schemas.openxmlformats.org/drawingml/2006/main">
            <a:pathLst>
              <a:path w="280008" h="355844">
                <a:moveTo>
                  <a:pt x="0" y="355844"/>
                </a:moveTo>
                <a:lnTo>
                  <a:pt x="28000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DDFBC6-2B4F-4662-B6F0-9032E581F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126" y="2045984"/>
            <a:ext cx="217292" cy="276143"/>
          </a:xfrm>
          <a:custGeom xmlns:a="http://schemas.openxmlformats.org/drawingml/2006/main">
            <a:pathLst>
              <a:path w="217292" h="276143" fill="none">
                <a:moveTo>
                  <a:pt x="0" y="276143"/>
                </a:moveTo>
                <a:lnTo>
                  <a:pt x="2172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E1E4C2-4DA9-4C64-91C0-8785DE2B3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477" y="1985703"/>
            <a:ext cx="69376" cy="77546"/>
          </a:xfrm>
          <a:custGeom xmlns:a="http://schemas.openxmlformats.org/drawingml/2006/main">
            <a:pathLst>
              <a:path w="69376" h="77546">
                <a:moveTo>
                  <a:pt x="43881" y="77546"/>
                </a:moveTo>
                <a:lnTo>
                  <a:pt x="0" y="43017"/>
                </a:lnTo>
                <a:lnTo>
                  <a:pt x="69376" y="0"/>
                </a:lnTo>
                <a:lnTo>
                  <a:pt x="43881" y="7754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ECABC-2C17-413B-9A2B-C62E06396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7477" y="1985703"/>
            <a:ext cx="69376" cy="77546"/>
          </a:xfrm>
          <a:custGeom xmlns:a="http://schemas.openxmlformats.org/drawingml/2006/main">
            <a:pathLst>
              <a:path w="69376" h="77546" fill="none">
                <a:moveTo>
                  <a:pt x="43881" y="77546"/>
                </a:moveTo>
                <a:lnTo>
                  <a:pt x="69376" y="0"/>
                </a:lnTo>
                <a:lnTo>
                  <a:pt x="0" y="43017"/>
                </a:lnTo>
                <a:lnTo>
                  <a:pt x="43881" y="77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6D81A8-E274-4412-9EEF-097471D7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7992" y="1966426"/>
            <a:ext cx="261880" cy="345176"/>
          </a:xfrm>
          <a:custGeom xmlns:a="http://schemas.openxmlformats.org/drawingml/2006/main">
            <a:pathLst>
              <a:path w="261880" h="345176">
                <a:moveTo>
                  <a:pt x="261880" y="345176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0A901-7737-4CA6-B767-F99CD31DE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9291" y="2047221"/>
            <a:ext cx="200582" cy="264381"/>
          </a:xfrm>
          <a:custGeom xmlns:a="http://schemas.openxmlformats.org/drawingml/2006/main">
            <a:pathLst>
              <a:path w="200582" h="264381" fill="none">
                <a:moveTo>
                  <a:pt x="200582" y="2643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74C70C-0940-443F-9F49-E6193658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7" y="1986112"/>
            <a:ext cx="68605" cy="77984"/>
          </a:xfrm>
          <a:custGeom xmlns:a="http://schemas.openxmlformats.org/drawingml/2006/main">
            <a:pathLst>
              <a:path w="68605" h="77984">
                <a:moveTo>
                  <a:pt x="68605" y="44234"/>
                </a:moveTo>
                <a:lnTo>
                  <a:pt x="24121" y="77984"/>
                </a:lnTo>
                <a:lnTo>
                  <a:pt x="0" y="0"/>
                </a:lnTo>
                <a:lnTo>
                  <a:pt x="68605" y="4423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67B504-B6A8-474B-8EAA-1C564C6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927" y="1986112"/>
            <a:ext cx="68605" cy="77984"/>
          </a:xfrm>
          <a:custGeom xmlns:a="http://schemas.openxmlformats.org/drawingml/2006/main">
            <a:pathLst>
              <a:path w="68605" h="77984" fill="none">
                <a:moveTo>
                  <a:pt x="68605" y="44234"/>
                </a:moveTo>
                <a:lnTo>
                  <a:pt x="0" y="0"/>
                </a:lnTo>
                <a:lnTo>
                  <a:pt x="24121" y="77984"/>
                </a:lnTo>
                <a:lnTo>
                  <a:pt x="68605" y="442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C9B05-0D65-4227-9835-DF688DC2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069" y="2763123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Text …">
            <a:extLst xmlns:a="http://schemas.openxmlformats.org/drawingml/2006/main">
              <a:ext uri="{FF2B5EF4-FFF2-40B4-BE49-F238E27FC236}">
                <a16:creationId xmlns:a16="http://schemas.microsoft.com/office/drawing/2014/main" id="{084A10D2-C83A-4BAD-8017-58F15BD53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049" y="2925026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703F5-9A31-489C-AFE2-D73122B1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852" y="2673463"/>
            <a:ext cx="5020" cy="191461"/>
          </a:xfrm>
          <a:custGeom xmlns:a="http://schemas.openxmlformats.org/drawingml/2006/main">
            <a:pathLst>
              <a:path w="5020" h="191461">
                <a:moveTo>
                  <a:pt x="0" y="191461"/>
                </a:moveTo>
                <a:lnTo>
                  <a:pt x="502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9F147-CC41-4C5B-AC5D-3E6B78986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852" y="2774845"/>
            <a:ext cx="2362" cy="90079"/>
          </a:xfrm>
          <a:custGeom xmlns:a="http://schemas.openxmlformats.org/drawingml/2006/main">
            <a:pathLst>
              <a:path w="2362" h="90079" fill="none">
                <a:moveTo>
                  <a:pt x="0" y="90079"/>
                </a:moveTo>
                <a:lnTo>
                  <a:pt x="2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BE9122-29C4-49CF-9175-47582ABA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304" y="2698164"/>
            <a:ext cx="55819" cy="77413"/>
          </a:xfrm>
          <a:custGeom xmlns:a="http://schemas.openxmlformats.org/drawingml/2006/main">
            <a:pathLst>
              <a:path w="55819" h="77413">
                <a:moveTo>
                  <a:pt x="55819" y="77413"/>
                </a:moveTo>
                <a:lnTo>
                  <a:pt x="0" y="75949"/>
                </a:lnTo>
                <a:lnTo>
                  <a:pt x="29921" y="0"/>
                </a:lnTo>
                <a:lnTo>
                  <a:pt x="55819" y="7741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E0AC6-C58C-496A-ABB0-B88A7ED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9304" y="2698164"/>
            <a:ext cx="55819" cy="77413"/>
          </a:xfrm>
          <a:custGeom xmlns:a="http://schemas.openxmlformats.org/drawingml/2006/main">
            <a:pathLst>
              <a:path w="55819" h="77413" fill="none">
                <a:moveTo>
                  <a:pt x="55819" y="77413"/>
                </a:moveTo>
                <a:lnTo>
                  <a:pt x="29921" y="0"/>
                </a:lnTo>
                <a:lnTo>
                  <a:pt x="0" y="75949"/>
                </a:lnTo>
                <a:lnTo>
                  <a:pt x="55819" y="77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523ADC-F747-407A-97DC-6AF1988B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529" y="2688098"/>
            <a:ext cx="279" cy="180520"/>
          </a:xfrm>
          <a:custGeom xmlns:a="http://schemas.openxmlformats.org/drawingml/2006/main">
            <a:pathLst>
              <a:path w="279" h="180520">
                <a:moveTo>
                  <a:pt x="0" y="180520"/>
                </a:moveTo>
                <a:lnTo>
                  <a:pt x="27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DEDEFE-1127-4CAB-B4FE-1A3FBF25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529" y="2789515"/>
            <a:ext cx="123" cy="79103"/>
          </a:xfrm>
          <a:custGeom xmlns:a="http://schemas.openxmlformats.org/drawingml/2006/main">
            <a:pathLst>
              <a:path w="123" h="79103" fill="none">
                <a:moveTo>
                  <a:pt x="0" y="79103"/>
                </a:moveTo>
                <a:lnTo>
                  <a:pt x="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516F2-3743-47A4-9C51-2B188103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32" y="2712809"/>
            <a:ext cx="55838" cy="76749"/>
          </a:xfrm>
          <a:custGeom xmlns:a="http://schemas.openxmlformats.org/drawingml/2006/main">
            <a:pathLst>
              <a:path w="55838" h="76749">
                <a:moveTo>
                  <a:pt x="55838" y="76749"/>
                </a:moveTo>
                <a:lnTo>
                  <a:pt x="0" y="76663"/>
                </a:lnTo>
                <a:lnTo>
                  <a:pt x="28038" y="0"/>
                </a:lnTo>
                <a:lnTo>
                  <a:pt x="55838" y="7674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2D7D2-F703-472F-A095-7ACC4A76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0732" y="2712809"/>
            <a:ext cx="55838" cy="76749"/>
          </a:xfrm>
          <a:custGeom xmlns:a="http://schemas.openxmlformats.org/drawingml/2006/main">
            <a:pathLst>
              <a:path w="55838" h="76749" fill="none">
                <a:moveTo>
                  <a:pt x="55838" y="76749"/>
                </a:moveTo>
                <a:lnTo>
                  <a:pt x="28038" y="0"/>
                </a:lnTo>
                <a:lnTo>
                  <a:pt x="0" y="76663"/>
                </a:lnTo>
                <a:lnTo>
                  <a:pt x="55838" y="767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E78E83-5DFE-4DB2-85C5-94A650ED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6094" y="2754095"/>
            <a:ext cx="383756" cy="291294"/>
          </a:xfrm>
          <a:custGeom xmlns:a="http://schemas.openxmlformats.org/drawingml/2006/main">
            <a:pathLst>
              <a:path w="383756" h="291294">
                <a:moveTo>
                  <a:pt x="0" y="291294"/>
                </a:moveTo>
                <a:lnTo>
                  <a:pt x="0" y="0"/>
                </a:lnTo>
                <a:lnTo>
                  <a:pt x="383756" y="0"/>
                </a:lnTo>
                <a:lnTo>
                  <a:pt x="383756" y="291294"/>
                </a:lnTo>
                <a:lnTo>
                  <a:pt x="0" y="29129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…">
            <a:extLst xmlns:a="http://schemas.openxmlformats.org/drawingml/2006/main">
              <a:ext uri="{FF2B5EF4-FFF2-40B4-BE49-F238E27FC236}">
                <a16:creationId xmlns:a16="http://schemas.microsoft.com/office/drawing/2014/main" id="{34288FAA-02B5-406C-A261-1FB6CF32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1548" y="2928353"/>
            <a:ext cx="120829" cy="20688"/>
          </a:xfrm>
          <a:custGeom xmlns:a="http://schemas.openxmlformats.org/drawingml/2006/main">
            <a:pathLst>
              <a:path w="120829" h="20688">
                <a:moveTo>
                  <a:pt x="100140" y="20688"/>
                </a:moveTo>
                <a:lnTo>
                  <a:pt x="100140" y="0"/>
                </a:lnTo>
                <a:lnTo>
                  <a:pt x="120829" y="0"/>
                </a:lnTo>
                <a:lnTo>
                  <a:pt x="120829" y="20688"/>
                </a:lnTo>
                <a:lnTo>
                  <a:pt x="100140" y="20688"/>
                </a:lnTo>
                <a:moveTo>
                  <a:pt x="50107" y="20688"/>
                </a:moveTo>
                <a:lnTo>
                  <a:pt x="50107" y="0"/>
                </a:lnTo>
                <a:lnTo>
                  <a:pt x="70722" y="0"/>
                </a:lnTo>
                <a:lnTo>
                  <a:pt x="70722" y="20688"/>
                </a:lnTo>
                <a:lnTo>
                  <a:pt x="50107" y="20688"/>
                </a:lnTo>
                <a:moveTo>
                  <a:pt x="0" y="20688"/>
                </a:moveTo>
                <a:lnTo>
                  <a:pt x="0" y="0"/>
                </a:lnTo>
                <a:lnTo>
                  <a:pt x="20615" y="0"/>
                </a:lnTo>
                <a:lnTo>
                  <a:pt x="20615" y="20688"/>
                </a:lnTo>
                <a:lnTo>
                  <a:pt x="0" y="2068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16F9A5-7C54-4865-9C2E-E08937BF0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68" y="129562"/>
            <a:ext cx="3242455" cy="2980055"/>
          </a:xfrm>
          <a:custGeom xmlns:a="http://schemas.openxmlformats.org/drawingml/2006/main">
            <a:pathLst>
              <a:path w="3242455" h="2980055">
                <a:moveTo>
                  <a:pt x="1252675" y="46511"/>
                </a:moveTo>
                <a:cubicBezTo>
                  <a:pt x="1417797" y="0"/>
                  <a:pt x="1599737" y="71307"/>
                  <a:pt x="1772041" y="92108"/>
                </a:cubicBezTo>
                <a:cubicBezTo>
                  <a:pt x="1926261" y="110725"/>
                  <a:pt x="2092186" y="143229"/>
                  <a:pt x="2210468" y="228900"/>
                </a:cubicBezTo>
                <a:cubicBezTo>
                  <a:pt x="2447676" y="400710"/>
                  <a:pt x="2577641" y="657075"/>
                  <a:pt x="2736579" y="884362"/>
                </a:cubicBezTo>
                <a:cubicBezTo>
                  <a:pt x="3025273" y="1297205"/>
                  <a:pt x="3242455" y="1778449"/>
                  <a:pt x="3242455" y="2257983"/>
                </a:cubicBezTo>
                <a:cubicBezTo>
                  <a:pt x="3242455" y="2419339"/>
                  <a:pt x="3240331" y="2605057"/>
                  <a:pt x="3121045" y="2731055"/>
                </a:cubicBezTo>
                <a:cubicBezTo>
                  <a:pt x="3051185" y="2804847"/>
                  <a:pt x="2933202" y="2835167"/>
                  <a:pt x="2831010" y="2873547"/>
                </a:cubicBezTo>
                <a:cubicBezTo>
                  <a:pt x="2547413" y="2980055"/>
                  <a:pt x="2210006" y="2906046"/>
                  <a:pt x="1900197" y="2890646"/>
                </a:cubicBezTo>
                <a:cubicBezTo>
                  <a:pt x="1662020" y="2878807"/>
                  <a:pt x="1404523" y="2941567"/>
                  <a:pt x="1185225" y="2862148"/>
                </a:cubicBezTo>
                <a:cubicBezTo>
                  <a:pt x="768166" y="2711109"/>
                  <a:pt x="290306" y="2511466"/>
                  <a:pt x="106022" y="2161088"/>
                </a:cubicBezTo>
                <a:cubicBezTo>
                  <a:pt x="0" y="1959509"/>
                  <a:pt x="103549" y="1705523"/>
                  <a:pt x="213943" y="1505626"/>
                </a:cubicBezTo>
                <a:cubicBezTo>
                  <a:pt x="328811" y="1297627"/>
                  <a:pt x="351828" y="1056512"/>
                  <a:pt x="483743" y="855864"/>
                </a:cubicBezTo>
                <a:cubicBezTo>
                  <a:pt x="680541" y="556527"/>
                  <a:pt x="1023950" y="340140"/>
                  <a:pt x="1232440" y="46511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0D5A2E-8F32-4BEB-86DC-5AF2926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168" y="129562"/>
            <a:ext cx="3242455" cy="2980055"/>
          </a:xfrm>
          <a:custGeom xmlns:a="http://schemas.openxmlformats.org/drawingml/2006/main">
            <a:pathLst>
              <a:path w="3242455" h="2980055" fill="none">
                <a:moveTo>
                  <a:pt x="1232440" y="46510"/>
                </a:moveTo>
                <a:cubicBezTo>
                  <a:pt x="1023950" y="340140"/>
                  <a:pt x="680541" y="556527"/>
                  <a:pt x="483743" y="855864"/>
                </a:cubicBezTo>
                <a:cubicBezTo>
                  <a:pt x="351828" y="1056512"/>
                  <a:pt x="328811" y="1297627"/>
                  <a:pt x="213942" y="1505626"/>
                </a:cubicBezTo>
                <a:cubicBezTo>
                  <a:pt x="103549" y="1705523"/>
                  <a:pt x="0" y="1959509"/>
                  <a:pt x="106022" y="2161089"/>
                </a:cubicBezTo>
                <a:cubicBezTo>
                  <a:pt x="290306" y="2511465"/>
                  <a:pt x="768166" y="2711109"/>
                  <a:pt x="1185225" y="2862148"/>
                </a:cubicBezTo>
                <a:cubicBezTo>
                  <a:pt x="1404523" y="2941566"/>
                  <a:pt x="1662020" y="2878807"/>
                  <a:pt x="1900197" y="2890646"/>
                </a:cubicBezTo>
                <a:cubicBezTo>
                  <a:pt x="2210005" y="2906045"/>
                  <a:pt x="2547413" y="2980055"/>
                  <a:pt x="2831009" y="2873547"/>
                </a:cubicBezTo>
                <a:cubicBezTo>
                  <a:pt x="2933201" y="2835167"/>
                  <a:pt x="3051185" y="2804847"/>
                  <a:pt x="3121044" y="2731056"/>
                </a:cubicBezTo>
                <a:cubicBezTo>
                  <a:pt x="3240331" y="2605056"/>
                  <a:pt x="3242455" y="2419338"/>
                  <a:pt x="3242455" y="2257982"/>
                </a:cubicBezTo>
                <a:cubicBezTo>
                  <a:pt x="3242455" y="1778449"/>
                  <a:pt x="3025273" y="1297205"/>
                  <a:pt x="2736579" y="884362"/>
                </a:cubicBezTo>
                <a:cubicBezTo>
                  <a:pt x="2577641" y="657075"/>
                  <a:pt x="2447676" y="400711"/>
                  <a:pt x="2210468" y="228900"/>
                </a:cubicBezTo>
                <a:cubicBezTo>
                  <a:pt x="2092185" y="143228"/>
                  <a:pt x="1926261" y="110725"/>
                  <a:pt x="1772042" y="92108"/>
                </a:cubicBezTo>
                <a:cubicBezTo>
                  <a:pt x="1599736" y="71308"/>
                  <a:pt x="1417797" y="0"/>
                  <a:pt x="1252675" y="4651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595959"/>
            </a:solidFill>
            <a:custDash>
              <a:ds d="400000" sp="300000"/>
            </a:custDash>
            <a:round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8150E-098B-4789-AD2F-8E7EC3F3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3037" y="383013"/>
            <a:ext cx="1600562" cy="382374"/>
          </a:xfrm>
          <a:custGeom xmlns:a="http://schemas.openxmlformats.org/drawingml/2006/main">
            <a:pathLst>
              <a:path w="1600562" h="382374">
                <a:moveTo>
                  <a:pt x="0" y="382374"/>
                </a:moveTo>
                <a:lnTo>
                  <a:pt x="0" y="0"/>
                </a:lnTo>
                <a:lnTo>
                  <a:pt x="1600562" y="0"/>
                </a:lnTo>
                <a:lnTo>
                  <a:pt x="1600562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r">
            <a:extLst xmlns:a="http://schemas.openxmlformats.org/drawingml/2006/main">
              <a:ext uri="{FF2B5EF4-FFF2-40B4-BE49-F238E27FC236}">
                <a16:creationId xmlns:a16="http://schemas.microsoft.com/office/drawing/2014/main" id="{954D9841-6D7C-48E1-BCFC-B1500EB1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729" y="538537"/>
            <a:ext cx="81242" cy="111541"/>
          </a:xfrm>
          <a:custGeom xmlns:a="http://schemas.openxmlformats.org/drawingml/2006/main">
            <a:pathLst>
              <a:path w="81242" h="111541">
                <a:moveTo>
                  <a:pt x="0" y="111541"/>
                </a:moveTo>
                <a:lnTo>
                  <a:pt x="22801" y="2465"/>
                </a:lnTo>
                <a:lnTo>
                  <a:pt x="39235" y="2465"/>
                </a:lnTo>
                <a:lnTo>
                  <a:pt x="34613" y="24849"/>
                </a:lnTo>
                <a:cubicBezTo>
                  <a:pt x="40227" y="16395"/>
                  <a:pt x="45722" y="10140"/>
                  <a:pt x="51097" y="6085"/>
                </a:cubicBezTo>
                <a:cubicBezTo>
                  <a:pt x="56472" y="2028"/>
                  <a:pt x="61967" y="0"/>
                  <a:pt x="67582" y="0"/>
                </a:cubicBezTo>
                <a:cubicBezTo>
                  <a:pt x="71279" y="0"/>
                  <a:pt x="75833" y="1301"/>
                  <a:pt x="81242" y="3903"/>
                </a:cubicBezTo>
                <a:lnTo>
                  <a:pt x="73642" y="21158"/>
                </a:lnTo>
                <a:cubicBezTo>
                  <a:pt x="70424" y="18967"/>
                  <a:pt x="66897" y="17871"/>
                  <a:pt x="63063" y="17871"/>
                </a:cubicBezTo>
                <a:cubicBezTo>
                  <a:pt x="56558" y="17871"/>
                  <a:pt x="49882" y="21494"/>
                  <a:pt x="43035" y="28739"/>
                </a:cubicBezTo>
                <a:cubicBezTo>
                  <a:pt x="36188" y="35982"/>
                  <a:pt x="30812" y="49000"/>
                  <a:pt x="26910" y="67794"/>
                </a:cubicBezTo>
                <a:lnTo>
                  <a:pt x="17666" y="111541"/>
                </a:lnTo>
                <a:lnTo>
                  <a:pt x="0" y="11154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eachable">
            <a:extLst xmlns:a="http://schemas.openxmlformats.org/drawingml/2006/main">
              <a:ext uri="{FF2B5EF4-FFF2-40B4-BE49-F238E27FC236}">
                <a16:creationId xmlns:a16="http://schemas.microsoft.com/office/drawing/2014/main" id="{F5D73C87-3B19-441E-91E5-72BF42B0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678" y="499508"/>
            <a:ext cx="837595" cy="153035"/>
          </a:xfrm>
          <a:custGeom xmlns:a="http://schemas.openxmlformats.org/drawingml/2006/main">
            <a:pathLst>
              <a:path w="837595" h="153035">
                <a:moveTo>
                  <a:pt x="76209" y="113801"/>
                </a:moveTo>
                <a:lnTo>
                  <a:pt x="94286" y="115444"/>
                </a:lnTo>
                <a:cubicBezTo>
                  <a:pt x="91684" y="124390"/>
                  <a:pt x="85710" y="132893"/>
                  <a:pt x="76364" y="140951"/>
                </a:cubicBezTo>
                <a:cubicBezTo>
                  <a:pt x="67017" y="149007"/>
                  <a:pt x="55873" y="153035"/>
                  <a:pt x="42932" y="153035"/>
                </a:cubicBezTo>
                <a:cubicBezTo>
                  <a:pt x="34852" y="153035"/>
                  <a:pt x="27440" y="151169"/>
                  <a:pt x="20696" y="147438"/>
                </a:cubicBezTo>
                <a:cubicBezTo>
                  <a:pt x="13951" y="143706"/>
                  <a:pt x="8816" y="138279"/>
                  <a:pt x="5289" y="131158"/>
                </a:cubicBezTo>
                <a:cubicBezTo>
                  <a:pt x="1763" y="124037"/>
                  <a:pt x="0" y="115923"/>
                  <a:pt x="0" y="106816"/>
                </a:cubicBezTo>
                <a:cubicBezTo>
                  <a:pt x="0" y="94902"/>
                  <a:pt x="2756" y="83348"/>
                  <a:pt x="8268" y="72152"/>
                </a:cubicBezTo>
                <a:cubicBezTo>
                  <a:pt x="13780" y="60957"/>
                  <a:pt x="20918" y="52638"/>
                  <a:pt x="29683" y="47194"/>
                </a:cubicBezTo>
                <a:cubicBezTo>
                  <a:pt x="38447" y="41751"/>
                  <a:pt x="47930" y="39029"/>
                  <a:pt x="58133" y="39029"/>
                </a:cubicBezTo>
                <a:cubicBezTo>
                  <a:pt x="71143" y="39029"/>
                  <a:pt x="81533" y="43069"/>
                  <a:pt x="89305" y="51149"/>
                </a:cubicBezTo>
                <a:cubicBezTo>
                  <a:pt x="97076" y="59228"/>
                  <a:pt x="100962" y="70252"/>
                  <a:pt x="100962" y="84221"/>
                </a:cubicBezTo>
                <a:cubicBezTo>
                  <a:pt x="100962" y="89561"/>
                  <a:pt x="100483" y="95039"/>
                  <a:pt x="99524" y="100654"/>
                </a:cubicBezTo>
                <a:lnTo>
                  <a:pt x="19206" y="100654"/>
                </a:lnTo>
                <a:cubicBezTo>
                  <a:pt x="18933" y="102777"/>
                  <a:pt x="18796" y="104694"/>
                  <a:pt x="18796" y="106406"/>
                </a:cubicBezTo>
                <a:cubicBezTo>
                  <a:pt x="18796" y="116608"/>
                  <a:pt x="21141" y="124397"/>
                  <a:pt x="25831" y="129772"/>
                </a:cubicBezTo>
                <a:cubicBezTo>
                  <a:pt x="30521" y="135147"/>
                  <a:pt x="36256" y="137834"/>
                  <a:pt x="43035" y="137834"/>
                </a:cubicBezTo>
                <a:cubicBezTo>
                  <a:pt x="49403" y="137834"/>
                  <a:pt x="55668" y="135773"/>
                  <a:pt x="61830" y="131649"/>
                </a:cubicBezTo>
                <a:cubicBezTo>
                  <a:pt x="67993" y="127524"/>
                  <a:pt x="72786" y="121574"/>
                  <a:pt x="76209" y="113801"/>
                </a:cubicBezTo>
                <a:moveTo>
                  <a:pt x="22185" y="86275"/>
                </a:moveTo>
                <a:lnTo>
                  <a:pt x="83399" y="86275"/>
                </a:lnTo>
                <a:cubicBezTo>
                  <a:pt x="83467" y="84364"/>
                  <a:pt x="83502" y="82999"/>
                  <a:pt x="83502" y="82179"/>
                </a:cubicBezTo>
                <a:cubicBezTo>
                  <a:pt x="83502" y="72897"/>
                  <a:pt x="81174" y="65781"/>
                  <a:pt x="76518" y="60832"/>
                </a:cubicBezTo>
                <a:cubicBezTo>
                  <a:pt x="71861" y="55883"/>
                  <a:pt x="65870" y="53408"/>
                  <a:pt x="58544" y="53408"/>
                </a:cubicBezTo>
                <a:cubicBezTo>
                  <a:pt x="50601" y="53408"/>
                  <a:pt x="43360" y="56139"/>
                  <a:pt x="36821" y="61599"/>
                </a:cubicBezTo>
                <a:cubicBezTo>
                  <a:pt x="30282" y="67060"/>
                  <a:pt x="25403" y="75285"/>
                  <a:pt x="22185" y="86275"/>
                </a:cubicBezTo>
                <a:close/>
                <a:moveTo>
                  <a:pt x="186589" y="137013"/>
                </a:moveTo>
                <a:cubicBezTo>
                  <a:pt x="180152" y="142559"/>
                  <a:pt x="173956" y="146616"/>
                  <a:pt x="167998" y="149184"/>
                </a:cubicBezTo>
                <a:cubicBezTo>
                  <a:pt x="162041" y="151751"/>
                  <a:pt x="155673" y="153035"/>
                  <a:pt x="148895" y="153035"/>
                </a:cubicBezTo>
                <a:cubicBezTo>
                  <a:pt x="138829" y="153035"/>
                  <a:pt x="130715" y="150074"/>
                  <a:pt x="124553" y="144151"/>
                </a:cubicBezTo>
                <a:cubicBezTo>
                  <a:pt x="118390" y="138228"/>
                  <a:pt x="115309" y="130645"/>
                  <a:pt x="115309" y="121401"/>
                </a:cubicBezTo>
                <a:cubicBezTo>
                  <a:pt x="115309" y="115307"/>
                  <a:pt x="116696" y="109915"/>
                  <a:pt x="119469" y="105224"/>
                </a:cubicBezTo>
                <a:cubicBezTo>
                  <a:pt x="122242" y="100534"/>
                  <a:pt x="125922" y="96768"/>
                  <a:pt x="130510" y="93927"/>
                </a:cubicBezTo>
                <a:cubicBezTo>
                  <a:pt x="135098" y="91085"/>
                  <a:pt x="140712" y="89048"/>
                  <a:pt x="147354" y="87815"/>
                </a:cubicBezTo>
                <a:cubicBezTo>
                  <a:pt x="151531" y="86994"/>
                  <a:pt x="159457" y="86343"/>
                  <a:pt x="171131" y="85864"/>
                </a:cubicBezTo>
                <a:cubicBezTo>
                  <a:pt x="182806" y="85385"/>
                  <a:pt x="191176" y="84152"/>
                  <a:pt x="196243" y="82167"/>
                </a:cubicBezTo>
                <a:cubicBezTo>
                  <a:pt x="197681" y="77100"/>
                  <a:pt x="198400" y="72889"/>
                  <a:pt x="198400" y="69533"/>
                </a:cubicBezTo>
                <a:cubicBezTo>
                  <a:pt x="198400" y="65220"/>
                  <a:pt x="196825" y="61830"/>
                  <a:pt x="193676" y="59365"/>
                </a:cubicBezTo>
                <a:cubicBezTo>
                  <a:pt x="189362" y="55942"/>
                  <a:pt x="183062" y="54230"/>
                  <a:pt x="174777" y="54230"/>
                </a:cubicBezTo>
                <a:cubicBezTo>
                  <a:pt x="166971" y="54230"/>
                  <a:pt x="160586" y="55959"/>
                  <a:pt x="155622" y="59417"/>
                </a:cubicBezTo>
                <a:cubicBezTo>
                  <a:pt x="150658" y="62874"/>
                  <a:pt x="147046" y="67787"/>
                  <a:pt x="144786" y="74155"/>
                </a:cubicBezTo>
                <a:lnTo>
                  <a:pt x="125991" y="72512"/>
                </a:lnTo>
                <a:cubicBezTo>
                  <a:pt x="129825" y="61693"/>
                  <a:pt x="135902" y="53408"/>
                  <a:pt x="144222" y="47657"/>
                </a:cubicBezTo>
                <a:cubicBezTo>
                  <a:pt x="152541" y="41905"/>
                  <a:pt x="163034" y="39029"/>
                  <a:pt x="175702" y="39029"/>
                </a:cubicBezTo>
                <a:cubicBezTo>
                  <a:pt x="189191" y="39029"/>
                  <a:pt x="199872" y="42247"/>
                  <a:pt x="207747" y="48684"/>
                </a:cubicBezTo>
                <a:cubicBezTo>
                  <a:pt x="213772" y="53477"/>
                  <a:pt x="216785" y="59708"/>
                  <a:pt x="216785" y="67377"/>
                </a:cubicBezTo>
                <a:cubicBezTo>
                  <a:pt x="216785" y="73197"/>
                  <a:pt x="215929" y="79941"/>
                  <a:pt x="214217" y="87610"/>
                </a:cubicBezTo>
                <a:lnTo>
                  <a:pt x="208157" y="114725"/>
                </a:lnTo>
                <a:cubicBezTo>
                  <a:pt x="206240" y="123352"/>
                  <a:pt x="205282" y="130371"/>
                  <a:pt x="205282" y="135780"/>
                </a:cubicBezTo>
                <a:cubicBezTo>
                  <a:pt x="205282" y="139204"/>
                  <a:pt x="206035" y="144134"/>
                  <a:pt x="207541" y="150570"/>
                </a:cubicBezTo>
                <a:lnTo>
                  <a:pt x="188746" y="150570"/>
                </a:lnTo>
                <a:cubicBezTo>
                  <a:pt x="187718" y="147010"/>
                  <a:pt x="186999" y="142490"/>
                  <a:pt x="186589" y="137013"/>
                </a:cubicBezTo>
                <a:moveTo>
                  <a:pt x="193470" y="95313"/>
                </a:moveTo>
                <a:cubicBezTo>
                  <a:pt x="190868" y="96340"/>
                  <a:pt x="188078" y="97128"/>
                  <a:pt x="185099" y="97675"/>
                </a:cubicBezTo>
                <a:cubicBezTo>
                  <a:pt x="182121" y="98223"/>
                  <a:pt x="177139" y="98805"/>
                  <a:pt x="170155" y="99421"/>
                </a:cubicBezTo>
                <a:cubicBezTo>
                  <a:pt x="159337" y="100380"/>
                  <a:pt x="151702" y="101595"/>
                  <a:pt x="147251" y="103068"/>
                </a:cubicBezTo>
                <a:cubicBezTo>
                  <a:pt x="142801" y="104540"/>
                  <a:pt x="139446" y="106885"/>
                  <a:pt x="137186" y="110103"/>
                </a:cubicBezTo>
                <a:cubicBezTo>
                  <a:pt x="134926" y="113321"/>
                  <a:pt x="133797" y="116882"/>
                  <a:pt x="133797" y="120785"/>
                </a:cubicBezTo>
                <a:cubicBezTo>
                  <a:pt x="133797" y="125989"/>
                  <a:pt x="135594" y="130268"/>
                  <a:pt x="139189" y="133623"/>
                </a:cubicBezTo>
                <a:cubicBezTo>
                  <a:pt x="142784" y="136978"/>
                  <a:pt x="147902" y="138656"/>
                  <a:pt x="154544" y="138656"/>
                </a:cubicBezTo>
                <a:cubicBezTo>
                  <a:pt x="160706" y="138656"/>
                  <a:pt x="166629" y="137030"/>
                  <a:pt x="172312" y="133777"/>
                </a:cubicBezTo>
                <a:cubicBezTo>
                  <a:pt x="177995" y="130525"/>
                  <a:pt x="182480" y="125989"/>
                  <a:pt x="185767" y="120169"/>
                </a:cubicBezTo>
                <a:cubicBezTo>
                  <a:pt x="189054" y="114348"/>
                  <a:pt x="191621" y="106063"/>
                  <a:pt x="193470" y="95313"/>
                </a:cubicBezTo>
                <a:close/>
                <a:moveTo>
                  <a:pt x="305287" y="110719"/>
                </a:moveTo>
                <a:lnTo>
                  <a:pt x="323877" y="112774"/>
                </a:lnTo>
                <a:cubicBezTo>
                  <a:pt x="319221" y="126399"/>
                  <a:pt x="312597" y="136516"/>
                  <a:pt x="304003" y="143124"/>
                </a:cubicBezTo>
                <a:cubicBezTo>
                  <a:pt x="295410" y="149731"/>
                  <a:pt x="285636" y="153035"/>
                  <a:pt x="274680" y="153035"/>
                </a:cubicBezTo>
                <a:cubicBezTo>
                  <a:pt x="262834" y="153035"/>
                  <a:pt x="253231" y="149201"/>
                  <a:pt x="245870" y="141532"/>
                </a:cubicBezTo>
                <a:cubicBezTo>
                  <a:pt x="238510" y="133863"/>
                  <a:pt x="234829" y="123147"/>
                  <a:pt x="234829" y="109384"/>
                </a:cubicBezTo>
                <a:cubicBezTo>
                  <a:pt x="234829" y="97470"/>
                  <a:pt x="237192" y="85761"/>
                  <a:pt x="241916" y="74258"/>
                </a:cubicBezTo>
                <a:cubicBezTo>
                  <a:pt x="246641" y="62755"/>
                  <a:pt x="253402" y="54007"/>
                  <a:pt x="262201" y="48016"/>
                </a:cubicBezTo>
                <a:cubicBezTo>
                  <a:pt x="271000" y="42025"/>
                  <a:pt x="281048" y="39029"/>
                  <a:pt x="292346" y="39029"/>
                </a:cubicBezTo>
                <a:cubicBezTo>
                  <a:pt x="304055" y="39029"/>
                  <a:pt x="313333" y="42333"/>
                  <a:pt x="320180" y="48940"/>
                </a:cubicBezTo>
                <a:cubicBezTo>
                  <a:pt x="327027" y="55548"/>
                  <a:pt x="330451" y="64295"/>
                  <a:pt x="330451" y="75182"/>
                </a:cubicBezTo>
                <a:lnTo>
                  <a:pt x="312169" y="76415"/>
                </a:lnTo>
                <a:cubicBezTo>
                  <a:pt x="312100" y="69531"/>
                  <a:pt x="310097" y="64148"/>
                  <a:pt x="306160" y="60264"/>
                </a:cubicBezTo>
                <a:cubicBezTo>
                  <a:pt x="302223" y="56378"/>
                  <a:pt x="297036" y="54435"/>
                  <a:pt x="290600" y="54435"/>
                </a:cubicBezTo>
                <a:cubicBezTo>
                  <a:pt x="283136" y="54435"/>
                  <a:pt x="276666" y="56795"/>
                  <a:pt x="271188" y="61516"/>
                </a:cubicBezTo>
                <a:cubicBezTo>
                  <a:pt x="265710" y="66234"/>
                  <a:pt x="261414" y="73398"/>
                  <a:pt x="258298" y="83007"/>
                </a:cubicBezTo>
                <a:cubicBezTo>
                  <a:pt x="255183" y="92615"/>
                  <a:pt x="253625" y="101864"/>
                  <a:pt x="253625" y="110755"/>
                </a:cubicBezTo>
                <a:cubicBezTo>
                  <a:pt x="253625" y="120054"/>
                  <a:pt x="255679" y="127030"/>
                  <a:pt x="259787" y="131681"/>
                </a:cubicBezTo>
                <a:cubicBezTo>
                  <a:pt x="263896" y="136331"/>
                  <a:pt x="268963" y="138656"/>
                  <a:pt x="274988" y="138656"/>
                </a:cubicBezTo>
                <a:cubicBezTo>
                  <a:pt x="281014" y="138656"/>
                  <a:pt x="286783" y="136354"/>
                  <a:pt x="292295" y="131749"/>
                </a:cubicBezTo>
                <a:cubicBezTo>
                  <a:pt x="297807" y="127144"/>
                  <a:pt x="302137" y="120134"/>
                  <a:pt x="305287" y="110719"/>
                </a:cubicBezTo>
                <a:close/>
                <a:moveTo>
                  <a:pt x="335175" y="150570"/>
                </a:moveTo>
                <a:lnTo>
                  <a:pt x="366604" y="0"/>
                </a:lnTo>
                <a:lnTo>
                  <a:pt x="385194" y="0"/>
                </a:lnTo>
                <a:lnTo>
                  <a:pt x="373177" y="57815"/>
                </a:lnTo>
                <a:cubicBezTo>
                  <a:pt x="380093" y="51109"/>
                  <a:pt x="386529" y="46302"/>
                  <a:pt x="392487" y="43394"/>
                </a:cubicBezTo>
                <a:cubicBezTo>
                  <a:pt x="398444" y="40484"/>
                  <a:pt x="404572" y="39029"/>
                  <a:pt x="410871" y="39029"/>
                </a:cubicBezTo>
                <a:cubicBezTo>
                  <a:pt x="419910" y="39029"/>
                  <a:pt x="426928" y="41408"/>
                  <a:pt x="431926" y="46167"/>
                </a:cubicBezTo>
                <a:cubicBezTo>
                  <a:pt x="436925" y="50924"/>
                  <a:pt x="439424" y="57204"/>
                  <a:pt x="439424" y="65008"/>
                </a:cubicBezTo>
                <a:cubicBezTo>
                  <a:pt x="439424" y="68842"/>
                  <a:pt x="438329" y="75895"/>
                  <a:pt x="436137" y="86166"/>
                </a:cubicBezTo>
                <a:lnTo>
                  <a:pt x="422683" y="150570"/>
                </a:lnTo>
                <a:lnTo>
                  <a:pt x="404093" y="150570"/>
                </a:lnTo>
                <a:lnTo>
                  <a:pt x="417958" y="84599"/>
                </a:lnTo>
                <a:cubicBezTo>
                  <a:pt x="419944" y="75024"/>
                  <a:pt x="420937" y="69005"/>
                  <a:pt x="420937" y="66542"/>
                </a:cubicBezTo>
                <a:cubicBezTo>
                  <a:pt x="420937" y="62986"/>
                  <a:pt x="419704" y="60079"/>
                  <a:pt x="417239" y="57821"/>
                </a:cubicBezTo>
                <a:cubicBezTo>
                  <a:pt x="414774" y="55564"/>
                  <a:pt x="411214" y="54435"/>
                  <a:pt x="406558" y="54435"/>
                </a:cubicBezTo>
                <a:cubicBezTo>
                  <a:pt x="399847" y="54435"/>
                  <a:pt x="393445" y="56195"/>
                  <a:pt x="387351" y="59715"/>
                </a:cubicBezTo>
                <a:cubicBezTo>
                  <a:pt x="381257" y="63233"/>
                  <a:pt x="376481" y="68051"/>
                  <a:pt x="373023" y="74168"/>
                </a:cubicBezTo>
                <a:cubicBezTo>
                  <a:pt x="369565" y="80284"/>
                  <a:pt x="366399" y="90140"/>
                  <a:pt x="363523" y="103738"/>
                </a:cubicBezTo>
                <a:lnTo>
                  <a:pt x="353766" y="150570"/>
                </a:lnTo>
                <a:lnTo>
                  <a:pt x="335175" y="150570"/>
                </a:lnTo>
                <a:close/>
                <a:moveTo>
                  <a:pt x="525667" y="137013"/>
                </a:moveTo>
                <a:cubicBezTo>
                  <a:pt x="519230" y="142559"/>
                  <a:pt x="513034" y="146616"/>
                  <a:pt x="507077" y="149184"/>
                </a:cubicBezTo>
                <a:cubicBezTo>
                  <a:pt x="501120" y="151751"/>
                  <a:pt x="494752" y="153035"/>
                  <a:pt x="487973" y="153035"/>
                </a:cubicBezTo>
                <a:cubicBezTo>
                  <a:pt x="477908" y="153035"/>
                  <a:pt x="469794" y="150074"/>
                  <a:pt x="463631" y="144151"/>
                </a:cubicBezTo>
                <a:cubicBezTo>
                  <a:pt x="457469" y="138228"/>
                  <a:pt x="454387" y="130645"/>
                  <a:pt x="454387" y="121401"/>
                </a:cubicBezTo>
                <a:cubicBezTo>
                  <a:pt x="454387" y="115307"/>
                  <a:pt x="455774" y="109915"/>
                  <a:pt x="458547" y="105224"/>
                </a:cubicBezTo>
                <a:cubicBezTo>
                  <a:pt x="461320" y="100534"/>
                  <a:pt x="465001" y="96768"/>
                  <a:pt x="469588" y="93927"/>
                </a:cubicBezTo>
                <a:cubicBezTo>
                  <a:pt x="474176" y="91085"/>
                  <a:pt x="479791" y="89048"/>
                  <a:pt x="486432" y="87815"/>
                </a:cubicBezTo>
                <a:cubicBezTo>
                  <a:pt x="490609" y="86994"/>
                  <a:pt x="498535" y="86343"/>
                  <a:pt x="510209" y="85864"/>
                </a:cubicBezTo>
                <a:cubicBezTo>
                  <a:pt x="521884" y="85385"/>
                  <a:pt x="530254" y="84152"/>
                  <a:pt x="535321" y="82167"/>
                </a:cubicBezTo>
                <a:cubicBezTo>
                  <a:pt x="536759" y="77100"/>
                  <a:pt x="537478" y="72889"/>
                  <a:pt x="537478" y="69533"/>
                </a:cubicBezTo>
                <a:cubicBezTo>
                  <a:pt x="537478" y="65220"/>
                  <a:pt x="535903" y="61830"/>
                  <a:pt x="532754" y="59365"/>
                </a:cubicBezTo>
                <a:cubicBezTo>
                  <a:pt x="528440" y="55942"/>
                  <a:pt x="522141" y="54230"/>
                  <a:pt x="513855" y="54230"/>
                </a:cubicBezTo>
                <a:cubicBezTo>
                  <a:pt x="506050" y="54230"/>
                  <a:pt x="499665" y="55959"/>
                  <a:pt x="494700" y="59417"/>
                </a:cubicBezTo>
                <a:cubicBezTo>
                  <a:pt x="489736" y="62874"/>
                  <a:pt x="486124" y="67787"/>
                  <a:pt x="483865" y="74155"/>
                </a:cubicBezTo>
                <a:lnTo>
                  <a:pt x="465069" y="72512"/>
                </a:lnTo>
                <a:cubicBezTo>
                  <a:pt x="468903" y="61693"/>
                  <a:pt x="474980" y="53408"/>
                  <a:pt x="483300" y="47657"/>
                </a:cubicBezTo>
                <a:cubicBezTo>
                  <a:pt x="491619" y="41905"/>
                  <a:pt x="502112" y="39029"/>
                  <a:pt x="514780" y="39029"/>
                </a:cubicBezTo>
                <a:cubicBezTo>
                  <a:pt x="528269" y="39029"/>
                  <a:pt x="538950" y="42247"/>
                  <a:pt x="546825" y="48684"/>
                </a:cubicBezTo>
                <a:cubicBezTo>
                  <a:pt x="552850" y="53477"/>
                  <a:pt x="555863" y="59708"/>
                  <a:pt x="555863" y="67377"/>
                </a:cubicBezTo>
                <a:cubicBezTo>
                  <a:pt x="555863" y="73197"/>
                  <a:pt x="555007" y="79941"/>
                  <a:pt x="553295" y="87610"/>
                </a:cubicBezTo>
                <a:lnTo>
                  <a:pt x="547236" y="114725"/>
                </a:lnTo>
                <a:cubicBezTo>
                  <a:pt x="545318" y="123352"/>
                  <a:pt x="544360" y="130371"/>
                  <a:pt x="544360" y="135780"/>
                </a:cubicBezTo>
                <a:cubicBezTo>
                  <a:pt x="544360" y="139204"/>
                  <a:pt x="545113" y="144134"/>
                  <a:pt x="546619" y="150570"/>
                </a:cubicBezTo>
                <a:lnTo>
                  <a:pt x="527824" y="150570"/>
                </a:lnTo>
                <a:cubicBezTo>
                  <a:pt x="526797" y="147010"/>
                  <a:pt x="526078" y="142490"/>
                  <a:pt x="525667" y="137013"/>
                </a:cubicBezTo>
                <a:moveTo>
                  <a:pt x="532548" y="95313"/>
                </a:moveTo>
                <a:cubicBezTo>
                  <a:pt x="529946" y="96340"/>
                  <a:pt x="527156" y="97128"/>
                  <a:pt x="524178" y="97675"/>
                </a:cubicBezTo>
                <a:cubicBezTo>
                  <a:pt x="521199" y="98223"/>
                  <a:pt x="516218" y="98805"/>
                  <a:pt x="509234" y="99421"/>
                </a:cubicBezTo>
                <a:cubicBezTo>
                  <a:pt x="498415" y="100380"/>
                  <a:pt x="490780" y="101595"/>
                  <a:pt x="486330" y="103068"/>
                </a:cubicBezTo>
                <a:cubicBezTo>
                  <a:pt x="481879" y="104540"/>
                  <a:pt x="478524" y="106885"/>
                  <a:pt x="476264" y="110103"/>
                </a:cubicBezTo>
                <a:cubicBezTo>
                  <a:pt x="474005" y="113321"/>
                  <a:pt x="472875" y="116882"/>
                  <a:pt x="472875" y="120785"/>
                </a:cubicBezTo>
                <a:cubicBezTo>
                  <a:pt x="472875" y="125989"/>
                  <a:pt x="474672" y="130268"/>
                  <a:pt x="478267" y="133623"/>
                </a:cubicBezTo>
                <a:cubicBezTo>
                  <a:pt x="481862" y="136978"/>
                  <a:pt x="486980" y="138656"/>
                  <a:pt x="493622" y="138656"/>
                </a:cubicBezTo>
                <a:cubicBezTo>
                  <a:pt x="499784" y="138656"/>
                  <a:pt x="505707" y="137030"/>
                  <a:pt x="511390" y="133777"/>
                </a:cubicBezTo>
                <a:cubicBezTo>
                  <a:pt x="517074" y="130525"/>
                  <a:pt x="521559" y="125989"/>
                  <a:pt x="524845" y="120169"/>
                </a:cubicBezTo>
                <a:cubicBezTo>
                  <a:pt x="528132" y="114348"/>
                  <a:pt x="530700" y="106063"/>
                  <a:pt x="532548" y="95313"/>
                </a:cubicBezTo>
                <a:close/>
                <a:moveTo>
                  <a:pt x="569080" y="150570"/>
                </a:moveTo>
                <a:lnTo>
                  <a:pt x="600509" y="0"/>
                </a:lnTo>
                <a:lnTo>
                  <a:pt x="619099" y="0"/>
                </a:lnTo>
                <a:lnTo>
                  <a:pt x="607904" y="53819"/>
                </a:lnTo>
                <a:cubicBezTo>
                  <a:pt x="613793" y="48410"/>
                  <a:pt x="619134" y="44592"/>
                  <a:pt x="623927" y="42367"/>
                </a:cubicBezTo>
                <a:cubicBezTo>
                  <a:pt x="628720" y="40142"/>
                  <a:pt x="633718" y="39029"/>
                  <a:pt x="638922" y="39029"/>
                </a:cubicBezTo>
                <a:cubicBezTo>
                  <a:pt x="649124" y="39029"/>
                  <a:pt x="657632" y="42829"/>
                  <a:pt x="664445" y="50430"/>
                </a:cubicBezTo>
                <a:cubicBezTo>
                  <a:pt x="671258" y="58030"/>
                  <a:pt x="674664" y="69088"/>
                  <a:pt x="674664" y="83604"/>
                </a:cubicBezTo>
                <a:cubicBezTo>
                  <a:pt x="674664" y="93259"/>
                  <a:pt x="673295" y="102092"/>
                  <a:pt x="670556" y="110103"/>
                </a:cubicBezTo>
                <a:cubicBezTo>
                  <a:pt x="667817" y="118114"/>
                  <a:pt x="664428" y="124842"/>
                  <a:pt x="660388" y="130285"/>
                </a:cubicBezTo>
                <a:cubicBezTo>
                  <a:pt x="656348" y="135729"/>
                  <a:pt x="652171" y="140077"/>
                  <a:pt x="647858" y="143329"/>
                </a:cubicBezTo>
                <a:cubicBezTo>
                  <a:pt x="643544" y="146582"/>
                  <a:pt x="639127" y="149012"/>
                  <a:pt x="634608" y="150621"/>
                </a:cubicBezTo>
                <a:cubicBezTo>
                  <a:pt x="630089" y="152231"/>
                  <a:pt x="625741" y="153035"/>
                  <a:pt x="621564" y="153035"/>
                </a:cubicBezTo>
                <a:cubicBezTo>
                  <a:pt x="614375" y="153035"/>
                  <a:pt x="608041" y="151137"/>
                  <a:pt x="602563" y="147341"/>
                </a:cubicBezTo>
                <a:cubicBezTo>
                  <a:pt x="597086" y="143543"/>
                  <a:pt x="592806" y="137744"/>
                  <a:pt x="589725" y="129945"/>
                </a:cubicBezTo>
                <a:lnTo>
                  <a:pt x="585411" y="150570"/>
                </a:lnTo>
                <a:lnTo>
                  <a:pt x="569080" y="150570"/>
                </a:lnTo>
                <a:moveTo>
                  <a:pt x="596606" y="105764"/>
                </a:moveTo>
                <a:lnTo>
                  <a:pt x="596503" y="109291"/>
                </a:lnTo>
                <a:cubicBezTo>
                  <a:pt x="596503" y="118601"/>
                  <a:pt x="598729" y="125686"/>
                  <a:pt x="603180" y="130545"/>
                </a:cubicBezTo>
                <a:cubicBezTo>
                  <a:pt x="607630" y="135405"/>
                  <a:pt x="613176" y="137834"/>
                  <a:pt x="619818" y="137834"/>
                </a:cubicBezTo>
                <a:cubicBezTo>
                  <a:pt x="626323" y="137834"/>
                  <a:pt x="632297" y="135558"/>
                  <a:pt x="637741" y="131004"/>
                </a:cubicBezTo>
                <a:cubicBezTo>
                  <a:pt x="643184" y="126451"/>
                  <a:pt x="647652" y="119347"/>
                  <a:pt x="651144" y="109692"/>
                </a:cubicBezTo>
                <a:cubicBezTo>
                  <a:pt x="654636" y="100038"/>
                  <a:pt x="656382" y="91136"/>
                  <a:pt x="656382" y="82988"/>
                </a:cubicBezTo>
                <a:cubicBezTo>
                  <a:pt x="656382" y="73813"/>
                  <a:pt x="654174" y="66692"/>
                  <a:pt x="649758" y="61625"/>
                </a:cubicBezTo>
                <a:cubicBezTo>
                  <a:pt x="645341" y="56558"/>
                  <a:pt x="639881" y="54024"/>
                  <a:pt x="633376" y="54024"/>
                </a:cubicBezTo>
                <a:cubicBezTo>
                  <a:pt x="626665" y="54024"/>
                  <a:pt x="620503" y="56609"/>
                  <a:pt x="614888" y="61779"/>
                </a:cubicBezTo>
                <a:cubicBezTo>
                  <a:pt x="609274" y="66946"/>
                  <a:pt x="604583" y="74903"/>
                  <a:pt x="600817" y="85649"/>
                </a:cubicBezTo>
                <a:cubicBezTo>
                  <a:pt x="598010" y="93654"/>
                  <a:pt x="596606" y="100359"/>
                  <a:pt x="596606" y="105764"/>
                </a:cubicBezTo>
                <a:close/>
                <a:moveTo>
                  <a:pt x="684595" y="150570"/>
                </a:moveTo>
                <a:lnTo>
                  <a:pt x="716024" y="0"/>
                </a:lnTo>
                <a:lnTo>
                  <a:pt x="734614" y="0"/>
                </a:lnTo>
                <a:lnTo>
                  <a:pt x="703185" y="150570"/>
                </a:lnTo>
                <a:lnTo>
                  <a:pt x="684595" y="150570"/>
                </a:lnTo>
                <a:close/>
                <a:moveTo>
                  <a:pt x="812842" y="113801"/>
                </a:moveTo>
                <a:lnTo>
                  <a:pt x="830919" y="115444"/>
                </a:lnTo>
                <a:cubicBezTo>
                  <a:pt x="828317" y="124390"/>
                  <a:pt x="822343" y="132893"/>
                  <a:pt x="812996" y="140951"/>
                </a:cubicBezTo>
                <a:cubicBezTo>
                  <a:pt x="803650" y="149007"/>
                  <a:pt x="792506" y="153035"/>
                  <a:pt x="779565" y="153035"/>
                </a:cubicBezTo>
                <a:cubicBezTo>
                  <a:pt x="771485" y="153035"/>
                  <a:pt x="764073" y="151169"/>
                  <a:pt x="757328" y="147438"/>
                </a:cubicBezTo>
                <a:cubicBezTo>
                  <a:pt x="750584" y="143706"/>
                  <a:pt x="745448" y="138279"/>
                  <a:pt x="741922" y="131158"/>
                </a:cubicBezTo>
                <a:cubicBezTo>
                  <a:pt x="738396" y="124037"/>
                  <a:pt x="736633" y="115923"/>
                  <a:pt x="736633" y="106816"/>
                </a:cubicBezTo>
                <a:cubicBezTo>
                  <a:pt x="736633" y="94902"/>
                  <a:pt x="739389" y="83348"/>
                  <a:pt x="744901" y="72152"/>
                </a:cubicBezTo>
                <a:cubicBezTo>
                  <a:pt x="750413" y="60957"/>
                  <a:pt x="757551" y="52638"/>
                  <a:pt x="766315" y="47194"/>
                </a:cubicBezTo>
                <a:cubicBezTo>
                  <a:pt x="775080" y="41751"/>
                  <a:pt x="784563" y="39029"/>
                  <a:pt x="794765" y="39029"/>
                </a:cubicBezTo>
                <a:cubicBezTo>
                  <a:pt x="807775" y="39029"/>
                  <a:pt x="818166" y="43069"/>
                  <a:pt x="825937" y="51149"/>
                </a:cubicBezTo>
                <a:cubicBezTo>
                  <a:pt x="833709" y="59228"/>
                  <a:pt x="837595" y="70252"/>
                  <a:pt x="837595" y="84221"/>
                </a:cubicBezTo>
                <a:cubicBezTo>
                  <a:pt x="837595" y="89561"/>
                  <a:pt x="837115" y="95039"/>
                  <a:pt x="836157" y="100654"/>
                </a:cubicBezTo>
                <a:lnTo>
                  <a:pt x="755839" y="100654"/>
                </a:lnTo>
                <a:cubicBezTo>
                  <a:pt x="755565" y="102777"/>
                  <a:pt x="755428" y="104694"/>
                  <a:pt x="755428" y="106406"/>
                </a:cubicBezTo>
                <a:cubicBezTo>
                  <a:pt x="755428" y="116608"/>
                  <a:pt x="757773" y="124397"/>
                  <a:pt x="762464" y="129772"/>
                </a:cubicBezTo>
                <a:cubicBezTo>
                  <a:pt x="767154" y="135147"/>
                  <a:pt x="772889" y="137834"/>
                  <a:pt x="779667" y="137834"/>
                </a:cubicBezTo>
                <a:cubicBezTo>
                  <a:pt x="786035" y="137834"/>
                  <a:pt x="792300" y="135773"/>
                  <a:pt x="798463" y="131649"/>
                </a:cubicBezTo>
                <a:cubicBezTo>
                  <a:pt x="804625" y="127524"/>
                  <a:pt x="809418" y="121574"/>
                  <a:pt x="812842" y="113801"/>
                </a:cubicBezTo>
                <a:moveTo>
                  <a:pt x="758818" y="86275"/>
                </a:moveTo>
                <a:lnTo>
                  <a:pt x="820032" y="86275"/>
                </a:lnTo>
                <a:cubicBezTo>
                  <a:pt x="820100" y="84364"/>
                  <a:pt x="820134" y="82999"/>
                  <a:pt x="820134" y="82179"/>
                </a:cubicBezTo>
                <a:cubicBezTo>
                  <a:pt x="820134" y="72897"/>
                  <a:pt x="817806" y="65781"/>
                  <a:pt x="813150" y="60832"/>
                </a:cubicBezTo>
                <a:cubicBezTo>
                  <a:pt x="808494" y="55883"/>
                  <a:pt x="802503" y="53408"/>
                  <a:pt x="795176" y="53408"/>
                </a:cubicBezTo>
                <a:cubicBezTo>
                  <a:pt x="787234" y="53408"/>
                  <a:pt x="779993" y="56139"/>
                  <a:pt x="773454" y="61599"/>
                </a:cubicBezTo>
                <a:cubicBezTo>
                  <a:pt x="766914" y="67060"/>
                  <a:pt x="762036" y="75285"/>
                  <a:pt x="758818" y="86275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(B)">
            <a:extLst xmlns:a="http://schemas.openxmlformats.org/drawingml/2006/main">
              <a:ext uri="{FF2B5EF4-FFF2-40B4-BE49-F238E27FC236}">
                <a16:creationId xmlns:a16="http://schemas.microsoft.com/office/drawing/2014/main" id="{456E1BFB-F0FB-47C6-A34A-401EFEBA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122" y="485892"/>
            <a:ext cx="278407" cy="211726"/>
          </a:xfrm>
          <a:custGeom xmlns:a="http://schemas.openxmlformats.org/drawingml/2006/main">
            <a:pathLst>
              <a:path w="278407" h="211726">
                <a:moveTo>
                  <a:pt x="39066" y="211726"/>
                </a:moveTo>
                <a:cubicBezTo>
                  <a:pt x="28135" y="197920"/>
                  <a:pt x="18891" y="181764"/>
                  <a:pt x="11335" y="163258"/>
                </a:cubicBezTo>
                <a:cubicBezTo>
                  <a:pt x="3778" y="144750"/>
                  <a:pt x="0" y="125581"/>
                  <a:pt x="0" y="105753"/>
                </a:cubicBezTo>
                <a:cubicBezTo>
                  <a:pt x="0" y="88274"/>
                  <a:pt x="2824" y="71530"/>
                  <a:pt x="8473" y="55521"/>
                </a:cubicBezTo>
                <a:cubicBezTo>
                  <a:pt x="15076" y="36939"/>
                  <a:pt x="25274" y="18432"/>
                  <a:pt x="39066" y="0"/>
                </a:cubicBezTo>
                <a:lnTo>
                  <a:pt x="53262" y="0"/>
                </a:lnTo>
                <a:cubicBezTo>
                  <a:pt x="44385" y="15276"/>
                  <a:pt x="38516" y="26181"/>
                  <a:pt x="35654" y="32718"/>
                </a:cubicBezTo>
                <a:cubicBezTo>
                  <a:pt x="31179" y="42851"/>
                  <a:pt x="27658" y="53425"/>
                  <a:pt x="25090" y="64441"/>
                </a:cubicBezTo>
                <a:cubicBezTo>
                  <a:pt x="21936" y="78176"/>
                  <a:pt x="20358" y="91983"/>
                  <a:pt x="20358" y="105863"/>
                </a:cubicBezTo>
                <a:cubicBezTo>
                  <a:pt x="20358" y="141187"/>
                  <a:pt x="31326" y="176475"/>
                  <a:pt x="53262" y="211726"/>
                </a:cubicBezTo>
                <a:lnTo>
                  <a:pt x="39066" y="211726"/>
                </a:lnTo>
                <a:close/>
                <a:moveTo>
                  <a:pt x="77910" y="164186"/>
                </a:moveTo>
                <a:lnTo>
                  <a:pt x="77910" y="2861"/>
                </a:lnTo>
                <a:lnTo>
                  <a:pt x="138434" y="2861"/>
                </a:lnTo>
                <a:cubicBezTo>
                  <a:pt x="150759" y="2861"/>
                  <a:pt x="160645" y="4489"/>
                  <a:pt x="168091" y="7744"/>
                </a:cubicBezTo>
                <a:cubicBezTo>
                  <a:pt x="175537" y="11000"/>
                  <a:pt x="181370" y="16010"/>
                  <a:pt x="185588" y="22776"/>
                </a:cubicBezTo>
                <a:cubicBezTo>
                  <a:pt x="189807" y="29541"/>
                  <a:pt x="191916" y="36618"/>
                  <a:pt x="191916" y="44007"/>
                </a:cubicBezTo>
                <a:cubicBezTo>
                  <a:pt x="191916" y="50883"/>
                  <a:pt x="190045" y="57357"/>
                  <a:pt x="186303" y="63430"/>
                </a:cubicBezTo>
                <a:cubicBezTo>
                  <a:pt x="182562" y="69501"/>
                  <a:pt x="176913" y="74402"/>
                  <a:pt x="169357" y="78132"/>
                </a:cubicBezTo>
                <a:cubicBezTo>
                  <a:pt x="179114" y="81000"/>
                  <a:pt x="186615" y="85891"/>
                  <a:pt x="191861" y="92805"/>
                </a:cubicBezTo>
                <a:cubicBezTo>
                  <a:pt x="197106" y="99720"/>
                  <a:pt x="199729" y="107884"/>
                  <a:pt x="199729" y="117297"/>
                </a:cubicBezTo>
                <a:cubicBezTo>
                  <a:pt x="199729" y="124874"/>
                  <a:pt x="198133" y="131917"/>
                  <a:pt x="194942" y="138426"/>
                </a:cubicBezTo>
                <a:cubicBezTo>
                  <a:pt x="191751" y="144934"/>
                  <a:pt x="187807" y="149954"/>
                  <a:pt x="183112" y="153484"/>
                </a:cubicBezTo>
                <a:cubicBezTo>
                  <a:pt x="178417" y="157015"/>
                  <a:pt x="172530" y="159681"/>
                  <a:pt x="165450" y="161483"/>
                </a:cubicBezTo>
                <a:cubicBezTo>
                  <a:pt x="158371" y="163285"/>
                  <a:pt x="149695" y="164186"/>
                  <a:pt x="139425" y="164186"/>
                </a:cubicBezTo>
                <a:lnTo>
                  <a:pt x="77910" y="164186"/>
                </a:lnTo>
                <a:moveTo>
                  <a:pt x="99258" y="70428"/>
                </a:moveTo>
                <a:lnTo>
                  <a:pt x="134142" y="70428"/>
                </a:lnTo>
                <a:cubicBezTo>
                  <a:pt x="143606" y="70428"/>
                  <a:pt x="150392" y="69808"/>
                  <a:pt x="154501" y="68568"/>
                </a:cubicBezTo>
                <a:cubicBezTo>
                  <a:pt x="159929" y="66965"/>
                  <a:pt x="164019" y="64306"/>
                  <a:pt x="166771" y="60590"/>
                </a:cubicBezTo>
                <a:cubicBezTo>
                  <a:pt x="169522" y="56873"/>
                  <a:pt x="170897" y="52210"/>
                  <a:pt x="170897" y="46600"/>
                </a:cubicBezTo>
                <a:cubicBezTo>
                  <a:pt x="170897" y="41282"/>
                  <a:pt x="169613" y="36600"/>
                  <a:pt x="167046" y="32556"/>
                </a:cubicBezTo>
                <a:cubicBezTo>
                  <a:pt x="164478" y="28512"/>
                  <a:pt x="160810" y="25744"/>
                  <a:pt x="156041" y="24251"/>
                </a:cubicBezTo>
                <a:cubicBezTo>
                  <a:pt x="151273" y="22756"/>
                  <a:pt x="143093" y="22009"/>
                  <a:pt x="131501" y="22009"/>
                </a:cubicBezTo>
                <a:lnTo>
                  <a:pt x="99258" y="22009"/>
                </a:lnTo>
                <a:lnTo>
                  <a:pt x="99258" y="70428"/>
                </a:lnTo>
                <a:moveTo>
                  <a:pt x="99258" y="145039"/>
                </a:moveTo>
                <a:lnTo>
                  <a:pt x="139425" y="145039"/>
                </a:lnTo>
                <a:cubicBezTo>
                  <a:pt x="146321" y="145039"/>
                  <a:pt x="151163" y="144782"/>
                  <a:pt x="153950" y="144268"/>
                </a:cubicBezTo>
                <a:cubicBezTo>
                  <a:pt x="158866" y="143388"/>
                  <a:pt x="162974" y="141921"/>
                  <a:pt x="166275" y="139866"/>
                </a:cubicBezTo>
                <a:cubicBezTo>
                  <a:pt x="169577" y="137812"/>
                  <a:pt x="172291" y="134823"/>
                  <a:pt x="174419" y="130898"/>
                </a:cubicBezTo>
                <a:cubicBezTo>
                  <a:pt x="176546" y="126973"/>
                  <a:pt x="177610" y="122443"/>
                  <a:pt x="177610" y="117307"/>
                </a:cubicBezTo>
                <a:cubicBezTo>
                  <a:pt x="177610" y="111292"/>
                  <a:pt x="176069" y="106064"/>
                  <a:pt x="172988" y="101626"/>
                </a:cubicBezTo>
                <a:cubicBezTo>
                  <a:pt x="169907" y="97188"/>
                  <a:pt x="165633" y="94070"/>
                  <a:pt x="160168" y="92272"/>
                </a:cubicBezTo>
                <a:cubicBezTo>
                  <a:pt x="154702" y="90475"/>
                  <a:pt x="146834" y="89576"/>
                  <a:pt x="136563" y="89576"/>
                </a:cubicBezTo>
                <a:lnTo>
                  <a:pt x="99258" y="89576"/>
                </a:lnTo>
                <a:lnTo>
                  <a:pt x="99258" y="145039"/>
                </a:lnTo>
                <a:close/>
                <a:moveTo>
                  <a:pt x="239341" y="211726"/>
                </a:moveTo>
                <a:lnTo>
                  <a:pt x="225146" y="211726"/>
                </a:lnTo>
                <a:cubicBezTo>
                  <a:pt x="247081" y="176475"/>
                  <a:pt x="258049" y="141187"/>
                  <a:pt x="258049" y="105863"/>
                </a:cubicBezTo>
                <a:cubicBezTo>
                  <a:pt x="258049" y="92057"/>
                  <a:pt x="256472" y="78361"/>
                  <a:pt x="253317" y="64775"/>
                </a:cubicBezTo>
                <a:cubicBezTo>
                  <a:pt x="250823" y="53759"/>
                  <a:pt x="247338" y="43183"/>
                  <a:pt x="242863" y="33048"/>
                </a:cubicBezTo>
                <a:cubicBezTo>
                  <a:pt x="240002" y="26438"/>
                  <a:pt x="234096" y="15422"/>
                  <a:pt x="225146" y="0"/>
                </a:cubicBezTo>
                <a:lnTo>
                  <a:pt x="239341" y="0"/>
                </a:lnTo>
                <a:cubicBezTo>
                  <a:pt x="253134" y="18432"/>
                  <a:pt x="263331" y="36939"/>
                  <a:pt x="269934" y="55521"/>
                </a:cubicBezTo>
                <a:cubicBezTo>
                  <a:pt x="275583" y="71530"/>
                  <a:pt x="278407" y="88274"/>
                  <a:pt x="278407" y="105753"/>
                </a:cubicBezTo>
                <a:cubicBezTo>
                  <a:pt x="278407" y="125581"/>
                  <a:pt x="274611" y="144750"/>
                  <a:pt x="267017" y="163258"/>
                </a:cubicBezTo>
                <a:cubicBezTo>
                  <a:pt x="259424" y="181764"/>
                  <a:pt x="250199" y="197920"/>
                  <a:pt x="239341" y="211726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999AEE-1990-443D-A8D0-A8143B62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850" y="2311869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H">
            <a:extLst xmlns:a="http://schemas.openxmlformats.org/drawingml/2006/main">
              <a:ext uri="{FF2B5EF4-FFF2-40B4-BE49-F238E27FC236}">
                <a16:creationId xmlns:a16="http://schemas.microsoft.com/office/drawing/2014/main" id="{BA30E447-6EB5-40FE-9C2B-E56644DF5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606" y="2417609"/>
            <a:ext cx="126551" cy="161325"/>
          </a:xfrm>
          <a:custGeom xmlns:a="http://schemas.openxmlformats.org/drawingml/2006/main">
            <a:pathLst>
              <a:path w="126551" h="161325">
                <a:moveTo>
                  <a:pt x="0" y="161325"/>
                </a:moveTo>
                <a:lnTo>
                  <a:pt x="0" y="0"/>
                </a:lnTo>
                <a:lnTo>
                  <a:pt x="21349" y="0"/>
                </a:lnTo>
                <a:lnTo>
                  <a:pt x="21349" y="66027"/>
                </a:lnTo>
                <a:lnTo>
                  <a:pt x="105202" y="66027"/>
                </a:lnTo>
                <a:lnTo>
                  <a:pt x="105202" y="0"/>
                </a:lnTo>
                <a:lnTo>
                  <a:pt x="126551" y="0"/>
                </a:lnTo>
                <a:lnTo>
                  <a:pt x="126551" y="161325"/>
                </a:lnTo>
                <a:lnTo>
                  <a:pt x="105202" y="161325"/>
                </a:lnTo>
                <a:lnTo>
                  <a:pt x="105202" y="85174"/>
                </a:lnTo>
                <a:lnTo>
                  <a:pt x="21349" y="85174"/>
                </a:lnTo>
                <a:lnTo>
                  <a:pt x="2134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16DCDA-6B93-4AEB-B88B-D0F5184E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0104" y="2322887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G">
            <a:extLst xmlns:a="http://schemas.openxmlformats.org/drawingml/2006/main">
              <a:ext uri="{FF2B5EF4-FFF2-40B4-BE49-F238E27FC236}">
                <a16:creationId xmlns:a16="http://schemas.microsoft.com/office/drawing/2014/main" id="{34F513C5-1788-47B7-80FB-E461FB5E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2807" y="2425765"/>
            <a:ext cx="149220" cy="166827"/>
          </a:xfrm>
          <a:custGeom xmlns:a="http://schemas.openxmlformats.org/drawingml/2006/main">
            <a:pathLst>
              <a:path w="149220" h="166827">
                <a:moveTo>
                  <a:pt x="80883" y="101021"/>
                </a:moveTo>
                <a:lnTo>
                  <a:pt x="80883" y="81873"/>
                </a:lnTo>
                <a:lnTo>
                  <a:pt x="149220" y="81873"/>
                </a:lnTo>
                <a:lnTo>
                  <a:pt x="149220" y="141658"/>
                </a:lnTo>
                <a:cubicBezTo>
                  <a:pt x="138729" y="150012"/>
                  <a:pt x="127908" y="156296"/>
                  <a:pt x="116757" y="160510"/>
                </a:cubicBezTo>
                <a:cubicBezTo>
                  <a:pt x="105606" y="164722"/>
                  <a:pt x="94161" y="166827"/>
                  <a:pt x="82423" y="166827"/>
                </a:cubicBezTo>
                <a:cubicBezTo>
                  <a:pt x="66577" y="166827"/>
                  <a:pt x="52179" y="163434"/>
                  <a:pt x="39231" y="156648"/>
                </a:cubicBezTo>
                <a:cubicBezTo>
                  <a:pt x="26282" y="149862"/>
                  <a:pt x="16507" y="140050"/>
                  <a:pt x="9904" y="127211"/>
                </a:cubicBezTo>
                <a:cubicBezTo>
                  <a:pt x="3301" y="114373"/>
                  <a:pt x="0" y="100030"/>
                  <a:pt x="0" y="84184"/>
                </a:cubicBezTo>
                <a:cubicBezTo>
                  <a:pt x="0" y="68484"/>
                  <a:pt x="3283" y="53830"/>
                  <a:pt x="9849" y="40221"/>
                </a:cubicBezTo>
                <a:cubicBezTo>
                  <a:pt x="16415" y="26612"/>
                  <a:pt x="25860" y="16507"/>
                  <a:pt x="38185" y="9904"/>
                </a:cubicBezTo>
                <a:cubicBezTo>
                  <a:pt x="50510" y="3301"/>
                  <a:pt x="64706" y="0"/>
                  <a:pt x="80773" y="0"/>
                </a:cubicBezTo>
                <a:cubicBezTo>
                  <a:pt x="92437" y="0"/>
                  <a:pt x="102983" y="1891"/>
                  <a:pt x="112410" y="5674"/>
                </a:cubicBezTo>
                <a:cubicBezTo>
                  <a:pt x="121838" y="9457"/>
                  <a:pt x="129229" y="14726"/>
                  <a:pt x="134584" y="21483"/>
                </a:cubicBezTo>
                <a:cubicBezTo>
                  <a:pt x="139940" y="28239"/>
                  <a:pt x="144011" y="37052"/>
                  <a:pt x="146799" y="47921"/>
                </a:cubicBezTo>
                <a:lnTo>
                  <a:pt x="127542" y="53203"/>
                </a:lnTo>
                <a:cubicBezTo>
                  <a:pt x="125121" y="44977"/>
                  <a:pt x="122113" y="38513"/>
                  <a:pt x="118518" y="33811"/>
                </a:cubicBezTo>
                <a:cubicBezTo>
                  <a:pt x="114923" y="29107"/>
                  <a:pt x="109788" y="25340"/>
                  <a:pt x="103112" y="22511"/>
                </a:cubicBezTo>
                <a:cubicBezTo>
                  <a:pt x="96436" y="19682"/>
                  <a:pt x="89026" y="18267"/>
                  <a:pt x="80883" y="18267"/>
                </a:cubicBezTo>
                <a:cubicBezTo>
                  <a:pt x="71125" y="18267"/>
                  <a:pt x="62689" y="19754"/>
                  <a:pt x="55572" y="22728"/>
                </a:cubicBezTo>
                <a:cubicBezTo>
                  <a:pt x="48456" y="25701"/>
                  <a:pt x="42716" y="29611"/>
                  <a:pt x="38350" y="34458"/>
                </a:cubicBezTo>
                <a:cubicBezTo>
                  <a:pt x="33985" y="39304"/>
                  <a:pt x="30592" y="44628"/>
                  <a:pt x="28171" y="50428"/>
                </a:cubicBezTo>
                <a:cubicBezTo>
                  <a:pt x="24063" y="60414"/>
                  <a:pt x="22009" y="71245"/>
                  <a:pt x="22009" y="82918"/>
                </a:cubicBezTo>
                <a:cubicBezTo>
                  <a:pt x="22009" y="97309"/>
                  <a:pt x="24485" y="109351"/>
                  <a:pt x="29437" y="119044"/>
                </a:cubicBezTo>
                <a:cubicBezTo>
                  <a:pt x="34389" y="128737"/>
                  <a:pt x="41597" y="135934"/>
                  <a:pt x="51061" y="140633"/>
                </a:cubicBezTo>
                <a:cubicBezTo>
                  <a:pt x="60524" y="145331"/>
                  <a:pt x="70575" y="147680"/>
                  <a:pt x="81213" y="147680"/>
                </a:cubicBezTo>
                <a:cubicBezTo>
                  <a:pt x="90457" y="147680"/>
                  <a:pt x="99480" y="145905"/>
                  <a:pt x="108284" y="142356"/>
                </a:cubicBezTo>
                <a:cubicBezTo>
                  <a:pt x="117087" y="138805"/>
                  <a:pt x="123763" y="135017"/>
                  <a:pt x="128312" y="130991"/>
                </a:cubicBezTo>
                <a:lnTo>
                  <a:pt x="128312" y="101021"/>
                </a:lnTo>
                <a:lnTo>
                  <a:pt x="80883" y="10102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438026-3329-42E6-8542-DA8F6D9D0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8886" y="1737353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F">
            <a:extLst xmlns:a="http://schemas.openxmlformats.org/drawingml/2006/main">
              <a:ext uri="{FF2B5EF4-FFF2-40B4-BE49-F238E27FC236}">
                <a16:creationId xmlns:a16="http://schemas.microsoft.com/office/drawing/2014/main" id="{18E14F34-8018-4FCF-B49B-1BE3394A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8082" y="1843093"/>
            <a:ext cx="108834" cy="161325"/>
          </a:xfrm>
          <a:custGeom xmlns:a="http://schemas.openxmlformats.org/drawingml/2006/main">
            <a:pathLst>
              <a:path w="108834" h="161325">
                <a:moveTo>
                  <a:pt x="0" y="161325"/>
                </a:moveTo>
                <a:lnTo>
                  <a:pt x="0" y="0"/>
                </a:lnTo>
                <a:lnTo>
                  <a:pt x="108834" y="0"/>
                </a:lnTo>
                <a:lnTo>
                  <a:pt x="108834" y="19148"/>
                </a:lnTo>
                <a:lnTo>
                  <a:pt x="21349" y="19148"/>
                </a:lnTo>
                <a:lnTo>
                  <a:pt x="21349" y="68888"/>
                </a:lnTo>
                <a:lnTo>
                  <a:pt x="97059" y="68888"/>
                </a:lnTo>
                <a:lnTo>
                  <a:pt x="97059" y="88036"/>
                </a:lnTo>
                <a:lnTo>
                  <a:pt x="21349" y="88036"/>
                </a:lnTo>
                <a:lnTo>
                  <a:pt x="2134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3EDED-4FD0-4C64-A592-2B30CB79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6523" y="930877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D">
            <a:extLst xmlns:a="http://schemas.openxmlformats.org/drawingml/2006/main">
              <a:ext uri="{FF2B5EF4-FFF2-40B4-BE49-F238E27FC236}">
                <a16:creationId xmlns:a16="http://schemas.microsoft.com/office/drawing/2014/main" id="{6AC3C198-4387-4804-A5E7-86D0D954E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18" y="1036617"/>
            <a:ext cx="133374" cy="161325"/>
          </a:xfrm>
          <a:custGeom xmlns:a="http://schemas.openxmlformats.org/drawingml/2006/main">
            <a:pathLst>
              <a:path w="133374" h="161325">
                <a:moveTo>
                  <a:pt x="0" y="161325"/>
                </a:moveTo>
                <a:lnTo>
                  <a:pt x="0" y="0"/>
                </a:lnTo>
                <a:lnTo>
                  <a:pt x="55572" y="0"/>
                </a:lnTo>
                <a:cubicBezTo>
                  <a:pt x="68118" y="0"/>
                  <a:pt x="77691" y="770"/>
                  <a:pt x="84294" y="2311"/>
                </a:cubicBezTo>
                <a:cubicBezTo>
                  <a:pt x="93538" y="4438"/>
                  <a:pt x="101424" y="8290"/>
                  <a:pt x="107954" y="13866"/>
                </a:cubicBezTo>
                <a:cubicBezTo>
                  <a:pt x="116464" y="21055"/>
                  <a:pt x="122828" y="30244"/>
                  <a:pt x="127046" y="41432"/>
                </a:cubicBezTo>
                <a:cubicBezTo>
                  <a:pt x="131265" y="52620"/>
                  <a:pt x="133374" y="65403"/>
                  <a:pt x="133374" y="79782"/>
                </a:cubicBezTo>
                <a:cubicBezTo>
                  <a:pt x="133374" y="92034"/>
                  <a:pt x="131943" y="102892"/>
                  <a:pt x="129082" y="112355"/>
                </a:cubicBezTo>
                <a:cubicBezTo>
                  <a:pt x="126221" y="121819"/>
                  <a:pt x="122553" y="129651"/>
                  <a:pt x="118078" y="135850"/>
                </a:cubicBezTo>
                <a:cubicBezTo>
                  <a:pt x="113603" y="142049"/>
                  <a:pt x="108706" y="146928"/>
                  <a:pt x="103387" y="150486"/>
                </a:cubicBezTo>
                <a:cubicBezTo>
                  <a:pt x="98068" y="154044"/>
                  <a:pt x="91649" y="156740"/>
                  <a:pt x="84129" y="158574"/>
                </a:cubicBezTo>
                <a:cubicBezTo>
                  <a:pt x="76609" y="160408"/>
                  <a:pt x="67971" y="161325"/>
                  <a:pt x="58214" y="161325"/>
                </a:cubicBezTo>
                <a:lnTo>
                  <a:pt x="0" y="161325"/>
                </a:lnTo>
                <a:moveTo>
                  <a:pt x="21349" y="142177"/>
                </a:moveTo>
                <a:lnTo>
                  <a:pt x="55793" y="142177"/>
                </a:lnTo>
                <a:cubicBezTo>
                  <a:pt x="66430" y="142177"/>
                  <a:pt x="74775" y="141189"/>
                  <a:pt x="80828" y="139213"/>
                </a:cubicBezTo>
                <a:cubicBezTo>
                  <a:pt x="86880" y="137235"/>
                  <a:pt x="91704" y="134451"/>
                  <a:pt x="95298" y="130863"/>
                </a:cubicBezTo>
                <a:cubicBezTo>
                  <a:pt x="100361" y="125811"/>
                  <a:pt x="104304" y="119019"/>
                  <a:pt x="107128" y="110488"/>
                </a:cubicBezTo>
                <a:cubicBezTo>
                  <a:pt x="109953" y="101955"/>
                  <a:pt x="111365" y="91611"/>
                  <a:pt x="111365" y="79456"/>
                </a:cubicBezTo>
                <a:cubicBezTo>
                  <a:pt x="111365" y="62612"/>
                  <a:pt x="108596" y="49668"/>
                  <a:pt x="103057" y="40624"/>
                </a:cubicBezTo>
                <a:cubicBezTo>
                  <a:pt x="97518" y="31579"/>
                  <a:pt x="90787" y="25519"/>
                  <a:pt x="82863" y="22442"/>
                </a:cubicBezTo>
                <a:cubicBezTo>
                  <a:pt x="77141" y="20246"/>
                  <a:pt x="67934" y="19148"/>
                  <a:pt x="55242" y="19148"/>
                </a:cubicBezTo>
                <a:lnTo>
                  <a:pt x="21349" y="19148"/>
                </a:lnTo>
                <a:lnTo>
                  <a:pt x="21349" y="14217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528F5-5CFD-4553-A66A-B2A6BDD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791" y="1727090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E">
            <a:extLst xmlns:a="http://schemas.openxmlformats.org/drawingml/2006/main">
              <a:ext uri="{FF2B5EF4-FFF2-40B4-BE49-F238E27FC236}">
                <a16:creationId xmlns:a16="http://schemas.microsoft.com/office/drawing/2014/main" id="{0C1A5BC6-EAF1-422F-A335-E6858797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327" y="1832830"/>
            <a:ext cx="120389" cy="161325"/>
          </a:xfrm>
          <a:custGeom xmlns:a="http://schemas.openxmlformats.org/drawingml/2006/main">
            <a:pathLst>
              <a:path w="120389" h="161325">
                <a:moveTo>
                  <a:pt x="0" y="161325"/>
                </a:moveTo>
                <a:lnTo>
                  <a:pt x="0" y="0"/>
                </a:lnTo>
                <a:lnTo>
                  <a:pt x="116647" y="0"/>
                </a:lnTo>
                <a:lnTo>
                  <a:pt x="116647" y="19148"/>
                </a:lnTo>
                <a:lnTo>
                  <a:pt x="21349" y="19148"/>
                </a:lnTo>
                <a:lnTo>
                  <a:pt x="21349" y="68228"/>
                </a:lnTo>
                <a:lnTo>
                  <a:pt x="110595" y="68228"/>
                </a:lnTo>
                <a:lnTo>
                  <a:pt x="110595" y="87375"/>
                </a:lnTo>
                <a:lnTo>
                  <a:pt x="21349" y="87375"/>
                </a:lnTo>
                <a:lnTo>
                  <a:pt x="21349" y="142177"/>
                </a:lnTo>
                <a:lnTo>
                  <a:pt x="120389" y="142177"/>
                </a:lnTo>
                <a:lnTo>
                  <a:pt x="12038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AB42B0-BB60-42DA-B652-236A3CDB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784" y="930884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">
            <a:extLst xmlns:a="http://schemas.openxmlformats.org/drawingml/2006/main">
              <a:ext uri="{FF2B5EF4-FFF2-40B4-BE49-F238E27FC236}">
                <a16:creationId xmlns:a16="http://schemas.microsoft.com/office/drawing/2014/main" id="{BD4E0789-8953-4BD8-AA7D-234C887D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717" y="1033763"/>
            <a:ext cx="142618" cy="166827"/>
          </a:xfrm>
          <a:custGeom xmlns:a="http://schemas.openxmlformats.org/drawingml/2006/main">
            <a:pathLst>
              <a:path w="142618" h="166827">
                <a:moveTo>
                  <a:pt x="121269" y="107513"/>
                </a:moveTo>
                <a:lnTo>
                  <a:pt x="142618" y="112906"/>
                </a:lnTo>
                <a:cubicBezTo>
                  <a:pt x="138142" y="130439"/>
                  <a:pt x="130091" y="143810"/>
                  <a:pt x="118463" y="153017"/>
                </a:cubicBezTo>
                <a:cubicBezTo>
                  <a:pt x="106835" y="162224"/>
                  <a:pt x="92621" y="166827"/>
                  <a:pt x="75821" y="166827"/>
                </a:cubicBezTo>
                <a:cubicBezTo>
                  <a:pt x="58434" y="166827"/>
                  <a:pt x="44293" y="163288"/>
                  <a:pt x="33398" y="156208"/>
                </a:cubicBezTo>
                <a:cubicBezTo>
                  <a:pt x="22504" y="149129"/>
                  <a:pt x="14214" y="138876"/>
                  <a:pt x="8528" y="125451"/>
                </a:cubicBezTo>
                <a:cubicBezTo>
                  <a:pt x="2843" y="112025"/>
                  <a:pt x="0" y="97609"/>
                  <a:pt x="0" y="82203"/>
                </a:cubicBezTo>
                <a:cubicBezTo>
                  <a:pt x="0" y="65403"/>
                  <a:pt x="3210" y="50749"/>
                  <a:pt x="9629" y="38240"/>
                </a:cubicBezTo>
                <a:cubicBezTo>
                  <a:pt x="16048" y="25732"/>
                  <a:pt x="25182" y="16232"/>
                  <a:pt x="37030" y="9739"/>
                </a:cubicBezTo>
                <a:cubicBezTo>
                  <a:pt x="48878" y="3246"/>
                  <a:pt x="61918" y="0"/>
                  <a:pt x="76151" y="0"/>
                </a:cubicBezTo>
                <a:cubicBezTo>
                  <a:pt x="92291" y="0"/>
                  <a:pt x="105863" y="4108"/>
                  <a:pt x="116867" y="12325"/>
                </a:cubicBezTo>
                <a:cubicBezTo>
                  <a:pt x="127872" y="20542"/>
                  <a:pt x="135538" y="32096"/>
                  <a:pt x="139866" y="46989"/>
                </a:cubicBezTo>
                <a:lnTo>
                  <a:pt x="118848" y="51941"/>
                </a:lnTo>
                <a:cubicBezTo>
                  <a:pt x="115106" y="40203"/>
                  <a:pt x="109678" y="31656"/>
                  <a:pt x="102561" y="26301"/>
                </a:cubicBezTo>
                <a:cubicBezTo>
                  <a:pt x="95445" y="20945"/>
                  <a:pt x="86495" y="18267"/>
                  <a:pt x="75711" y="18267"/>
                </a:cubicBezTo>
                <a:cubicBezTo>
                  <a:pt x="63312" y="18267"/>
                  <a:pt x="52950" y="21239"/>
                  <a:pt x="44623" y="27181"/>
                </a:cubicBezTo>
                <a:cubicBezTo>
                  <a:pt x="36296" y="33123"/>
                  <a:pt x="30446" y="41102"/>
                  <a:pt x="27071" y="51116"/>
                </a:cubicBezTo>
                <a:cubicBezTo>
                  <a:pt x="23696" y="61130"/>
                  <a:pt x="22009" y="71456"/>
                  <a:pt x="22009" y="82093"/>
                </a:cubicBezTo>
                <a:cubicBezTo>
                  <a:pt x="22009" y="95812"/>
                  <a:pt x="24008" y="107789"/>
                  <a:pt x="28006" y="118023"/>
                </a:cubicBezTo>
                <a:cubicBezTo>
                  <a:pt x="32005" y="128257"/>
                  <a:pt x="38222" y="135905"/>
                  <a:pt x="46659" y="140967"/>
                </a:cubicBezTo>
                <a:cubicBezTo>
                  <a:pt x="55096" y="146029"/>
                  <a:pt x="64229" y="148560"/>
                  <a:pt x="74060" y="148560"/>
                </a:cubicBezTo>
                <a:cubicBezTo>
                  <a:pt x="86018" y="148560"/>
                  <a:pt x="96142" y="145112"/>
                  <a:pt x="104432" y="138216"/>
                </a:cubicBezTo>
                <a:cubicBezTo>
                  <a:pt x="112722" y="131320"/>
                  <a:pt x="118334" y="121086"/>
                  <a:pt x="121269" y="10751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07EE80-5C31-4C9F-86E1-5480C775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535" y="243931"/>
            <a:ext cx="383756" cy="382375"/>
          </a:xfrm>
          <a:custGeom xmlns:a="http://schemas.openxmlformats.org/drawingml/2006/main">
            <a:pathLst>
              <a:path w="383756" h="382375">
                <a:moveTo>
                  <a:pt x="0" y="382375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5"/>
                </a:lnTo>
                <a:lnTo>
                  <a:pt x="0" y="38237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A">
            <a:extLst xmlns:a="http://schemas.openxmlformats.org/drawingml/2006/main">
              <a:ext uri="{FF2B5EF4-FFF2-40B4-BE49-F238E27FC236}">
                <a16:creationId xmlns:a16="http://schemas.microsoft.com/office/drawing/2014/main" id="{4FAA24DC-27CD-4191-A1EC-80C8A0EE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914" y="349670"/>
            <a:ext cx="150981" cy="161325"/>
          </a:xfrm>
          <a:custGeom xmlns:a="http://schemas.openxmlformats.org/drawingml/2006/main">
            <a:pathLst>
              <a:path w="150981" h="161325">
                <a:moveTo>
                  <a:pt x="0" y="161325"/>
                </a:moveTo>
                <a:lnTo>
                  <a:pt x="61955" y="0"/>
                </a:lnTo>
                <a:lnTo>
                  <a:pt x="84954" y="0"/>
                </a:lnTo>
                <a:lnTo>
                  <a:pt x="150981" y="161325"/>
                </a:lnTo>
                <a:lnTo>
                  <a:pt x="126661" y="161325"/>
                </a:lnTo>
                <a:lnTo>
                  <a:pt x="107844" y="112465"/>
                </a:lnTo>
                <a:lnTo>
                  <a:pt x="40386" y="112465"/>
                </a:lnTo>
                <a:lnTo>
                  <a:pt x="22669" y="161325"/>
                </a:lnTo>
                <a:lnTo>
                  <a:pt x="0" y="161325"/>
                </a:lnTo>
                <a:moveTo>
                  <a:pt x="46549" y="95078"/>
                </a:moveTo>
                <a:lnTo>
                  <a:pt x="101241" y="95078"/>
                </a:lnTo>
                <a:lnTo>
                  <a:pt x="84404" y="50359"/>
                </a:lnTo>
                <a:cubicBezTo>
                  <a:pt x="79269" y="36808"/>
                  <a:pt x="75454" y="25597"/>
                  <a:pt x="72959" y="16727"/>
                </a:cubicBezTo>
                <a:cubicBezTo>
                  <a:pt x="70905" y="27206"/>
                  <a:pt x="68007" y="37550"/>
                  <a:pt x="64266" y="47759"/>
                </a:cubicBezTo>
                <a:lnTo>
                  <a:pt x="46549" y="9507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A6D68-B398-42F4-8DBA-6060DD5B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176" y="243932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B">
            <a:extLst xmlns:a="http://schemas.openxmlformats.org/drawingml/2006/main">
              <a:ext uri="{FF2B5EF4-FFF2-40B4-BE49-F238E27FC236}">
                <a16:creationId xmlns:a16="http://schemas.microsoft.com/office/drawing/2014/main" id="{9145607D-9A87-4FE4-91DA-DC7F7BDA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391" y="349671"/>
            <a:ext cx="121819" cy="161325"/>
          </a:xfrm>
          <a:custGeom xmlns:a="http://schemas.openxmlformats.org/drawingml/2006/main">
            <a:pathLst>
              <a:path w="121819" h="161325">
                <a:moveTo>
                  <a:pt x="0" y="161325"/>
                </a:moveTo>
                <a:lnTo>
                  <a:pt x="0" y="0"/>
                </a:lnTo>
                <a:lnTo>
                  <a:pt x="60524" y="0"/>
                </a:lnTo>
                <a:cubicBezTo>
                  <a:pt x="72849" y="0"/>
                  <a:pt x="82735" y="1628"/>
                  <a:pt x="90181" y="4883"/>
                </a:cubicBezTo>
                <a:cubicBezTo>
                  <a:pt x="97628" y="8139"/>
                  <a:pt x="103460" y="13149"/>
                  <a:pt x="107678" y="19915"/>
                </a:cubicBezTo>
                <a:cubicBezTo>
                  <a:pt x="111897" y="26680"/>
                  <a:pt x="114006" y="33757"/>
                  <a:pt x="114006" y="41146"/>
                </a:cubicBezTo>
                <a:cubicBezTo>
                  <a:pt x="114006" y="48022"/>
                  <a:pt x="112135" y="54496"/>
                  <a:pt x="108394" y="60569"/>
                </a:cubicBezTo>
                <a:cubicBezTo>
                  <a:pt x="104652" y="66640"/>
                  <a:pt x="99003" y="71540"/>
                  <a:pt x="91447" y="75270"/>
                </a:cubicBezTo>
                <a:cubicBezTo>
                  <a:pt x="101204" y="78138"/>
                  <a:pt x="108706" y="83030"/>
                  <a:pt x="113951" y="89944"/>
                </a:cubicBezTo>
                <a:cubicBezTo>
                  <a:pt x="119196" y="96859"/>
                  <a:pt x="121819" y="105023"/>
                  <a:pt x="121819" y="114436"/>
                </a:cubicBezTo>
                <a:cubicBezTo>
                  <a:pt x="121819" y="122013"/>
                  <a:pt x="120224" y="129056"/>
                  <a:pt x="117032" y="135564"/>
                </a:cubicBezTo>
                <a:cubicBezTo>
                  <a:pt x="113841" y="142073"/>
                  <a:pt x="109898" y="147093"/>
                  <a:pt x="105202" y="150623"/>
                </a:cubicBezTo>
                <a:cubicBezTo>
                  <a:pt x="100507" y="154154"/>
                  <a:pt x="94620" y="156820"/>
                  <a:pt x="87540" y="158622"/>
                </a:cubicBezTo>
                <a:cubicBezTo>
                  <a:pt x="80461" y="160424"/>
                  <a:pt x="71786" y="161325"/>
                  <a:pt x="61515" y="161325"/>
                </a:cubicBezTo>
                <a:lnTo>
                  <a:pt x="0" y="161325"/>
                </a:lnTo>
                <a:moveTo>
                  <a:pt x="21349" y="67567"/>
                </a:moveTo>
                <a:lnTo>
                  <a:pt x="56233" y="67567"/>
                </a:lnTo>
                <a:cubicBezTo>
                  <a:pt x="65697" y="67567"/>
                  <a:pt x="72483" y="66947"/>
                  <a:pt x="76591" y="65707"/>
                </a:cubicBezTo>
                <a:cubicBezTo>
                  <a:pt x="82020" y="64104"/>
                  <a:pt x="86110" y="61445"/>
                  <a:pt x="88861" y="57729"/>
                </a:cubicBezTo>
                <a:cubicBezTo>
                  <a:pt x="91612" y="54012"/>
                  <a:pt x="92988" y="49349"/>
                  <a:pt x="92988" y="43739"/>
                </a:cubicBezTo>
                <a:cubicBezTo>
                  <a:pt x="92988" y="38420"/>
                  <a:pt x="91704" y="33739"/>
                  <a:pt x="89136" y="29695"/>
                </a:cubicBezTo>
                <a:cubicBezTo>
                  <a:pt x="86568" y="25651"/>
                  <a:pt x="82900" y="22882"/>
                  <a:pt x="78132" y="21390"/>
                </a:cubicBezTo>
                <a:cubicBezTo>
                  <a:pt x="73363" y="19895"/>
                  <a:pt x="65183" y="19148"/>
                  <a:pt x="53592" y="19148"/>
                </a:cubicBezTo>
                <a:lnTo>
                  <a:pt x="21349" y="19148"/>
                </a:lnTo>
                <a:lnTo>
                  <a:pt x="21349" y="67567"/>
                </a:lnTo>
                <a:moveTo>
                  <a:pt x="21349" y="142177"/>
                </a:moveTo>
                <a:lnTo>
                  <a:pt x="61515" y="142177"/>
                </a:lnTo>
                <a:cubicBezTo>
                  <a:pt x="68411" y="142177"/>
                  <a:pt x="73253" y="141921"/>
                  <a:pt x="76041" y="141407"/>
                </a:cubicBezTo>
                <a:cubicBezTo>
                  <a:pt x="80956" y="140527"/>
                  <a:pt x="85064" y="139059"/>
                  <a:pt x="88366" y="137005"/>
                </a:cubicBezTo>
                <a:cubicBezTo>
                  <a:pt x="91667" y="134951"/>
                  <a:pt x="94381" y="131962"/>
                  <a:pt x="96509" y="128037"/>
                </a:cubicBezTo>
                <a:cubicBezTo>
                  <a:pt x="98637" y="124112"/>
                  <a:pt x="99700" y="119582"/>
                  <a:pt x="99700" y="114446"/>
                </a:cubicBezTo>
                <a:cubicBezTo>
                  <a:pt x="99700" y="108430"/>
                  <a:pt x="98160" y="103203"/>
                  <a:pt x="95078" y="98765"/>
                </a:cubicBezTo>
                <a:cubicBezTo>
                  <a:pt x="91997" y="94326"/>
                  <a:pt x="87724" y="91208"/>
                  <a:pt x="82258" y="89411"/>
                </a:cubicBezTo>
                <a:cubicBezTo>
                  <a:pt x="76793" y="87614"/>
                  <a:pt x="68925" y="86715"/>
                  <a:pt x="58654" y="86715"/>
                </a:cubicBezTo>
                <a:lnTo>
                  <a:pt x="21349" y="86715"/>
                </a:lnTo>
                <a:lnTo>
                  <a:pt x="21349" y="14217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9B1E4-8FBB-4F43-90A9-B905EEAB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5" y="1956058"/>
            <a:ext cx="264111" cy="374169"/>
          </a:xfrm>
          <a:custGeom xmlns:a="http://schemas.openxmlformats.org/drawingml/2006/main">
            <a:pathLst>
              <a:path w="264111" h="374169">
                <a:moveTo>
                  <a:pt x="0" y="374169"/>
                </a:moveTo>
                <a:lnTo>
                  <a:pt x="26411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6CE3C-6CEC-4572-B060-F93EE0D4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15" y="2038914"/>
            <a:ext cx="205627" cy="291313"/>
          </a:xfrm>
          <a:custGeom xmlns:a="http://schemas.openxmlformats.org/drawingml/2006/main">
            <a:pathLst>
              <a:path w="205627" h="291313" fill="none">
                <a:moveTo>
                  <a:pt x="0" y="291313"/>
                </a:moveTo>
                <a:lnTo>
                  <a:pt x="205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DAF302-04FA-4BD4-BA7C-0808138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2" y="1976246"/>
            <a:ext cx="67044" cy="78767"/>
          </a:xfrm>
          <a:custGeom xmlns:a="http://schemas.openxmlformats.org/drawingml/2006/main">
            <a:pathLst>
              <a:path w="67044" h="78767">
                <a:moveTo>
                  <a:pt x="45618" y="78767"/>
                </a:moveTo>
                <a:lnTo>
                  <a:pt x="0" y="46566"/>
                </a:lnTo>
                <a:lnTo>
                  <a:pt x="67044" y="0"/>
                </a:lnTo>
                <a:lnTo>
                  <a:pt x="45618" y="7876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4CEA2-75E9-4304-A18C-79CC3A29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832" y="1976246"/>
            <a:ext cx="67044" cy="78767"/>
          </a:xfrm>
          <a:custGeom xmlns:a="http://schemas.openxmlformats.org/drawingml/2006/main">
            <a:pathLst>
              <a:path w="67044" h="78767" fill="none">
                <a:moveTo>
                  <a:pt x="45618" y="78767"/>
                </a:moveTo>
                <a:lnTo>
                  <a:pt x="67044" y="0"/>
                </a:lnTo>
                <a:lnTo>
                  <a:pt x="0" y="46566"/>
                </a:lnTo>
                <a:lnTo>
                  <a:pt x="45618" y="787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CE738F-BAA1-4820-AD32-B9554BEE1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82" y="1966431"/>
            <a:ext cx="221719" cy="371707"/>
          </a:xfrm>
          <a:custGeom xmlns:a="http://schemas.openxmlformats.org/drawingml/2006/main">
            <a:pathLst>
              <a:path w="221719" h="371707">
                <a:moveTo>
                  <a:pt x="221719" y="37170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9A3168-9714-4040-8E4C-8593C2E95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336" y="2053531"/>
            <a:ext cx="169766" cy="284608"/>
          </a:xfrm>
          <a:custGeom xmlns:a="http://schemas.openxmlformats.org/drawingml/2006/main">
            <a:pathLst>
              <a:path w="169766" h="284608" fill="none">
                <a:moveTo>
                  <a:pt x="169766" y="2846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6D789-3BBD-48A4-9474-451CC2D1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41" y="1987652"/>
            <a:ext cx="63272" cy="80180"/>
          </a:xfrm>
          <a:custGeom xmlns:a="http://schemas.openxmlformats.org/drawingml/2006/main">
            <a:pathLst>
              <a:path w="63272" h="80180">
                <a:moveTo>
                  <a:pt x="63272" y="51575"/>
                </a:moveTo>
                <a:lnTo>
                  <a:pt x="15318" y="80180"/>
                </a:lnTo>
                <a:lnTo>
                  <a:pt x="0" y="0"/>
                </a:lnTo>
                <a:lnTo>
                  <a:pt x="63272" y="515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43DC44-5071-460E-A2EB-D51B5F2C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041" y="1987652"/>
            <a:ext cx="63272" cy="80180"/>
          </a:xfrm>
          <a:custGeom xmlns:a="http://schemas.openxmlformats.org/drawingml/2006/main">
            <a:pathLst>
              <a:path w="63272" h="80180" fill="none">
                <a:moveTo>
                  <a:pt x="63272" y="51575"/>
                </a:moveTo>
                <a:lnTo>
                  <a:pt x="0" y="0"/>
                </a:lnTo>
                <a:lnTo>
                  <a:pt x="15318" y="80180"/>
                </a:lnTo>
                <a:lnTo>
                  <a:pt x="63272" y="51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2C5188-856F-4311-AAD2-0745B1D1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82" y="2266530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…">
            <a:extLst xmlns:a="http://schemas.openxmlformats.org/drawingml/2006/main">
              <a:ext uri="{FF2B5EF4-FFF2-40B4-BE49-F238E27FC236}">
                <a16:creationId xmlns:a16="http://schemas.microsoft.com/office/drawing/2014/main" id="{7BD7F8AF-5E35-4C7F-81DC-DFA910CC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7262" y="2428433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44B0A-D4C7-485B-B985-564327B6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573" y="2247809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…">
            <a:extLst xmlns:a="http://schemas.openxmlformats.org/drawingml/2006/main">
              <a:ext uri="{FF2B5EF4-FFF2-40B4-BE49-F238E27FC236}">
                <a16:creationId xmlns:a16="http://schemas.microsoft.com/office/drawing/2014/main" id="{1423A136-1B3B-41C7-976B-62635CD7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553" y="2409712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Text (a)AttackImpactComputation:PackagesCtoHalldi-">
            <a:extLst xmlns:a="http://schemas.openxmlformats.org/drawingml/2006/main">
              <a:ext uri="{FF2B5EF4-FFF2-40B4-BE49-F238E27FC236}">
                <a16:creationId xmlns:a16="http://schemas.microsoft.com/office/drawing/2014/main" id="{1BB7DDED-CB30-4F62-B531-407CF05B4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04" y="3327508"/>
            <a:ext cx="5434951" cy="215510"/>
          </a:xfrm>
          <a:custGeom xmlns:a="http://schemas.openxmlformats.org/drawingml/2006/main">
            <a:pathLst>
              <a:path w="5434951" h="215510">
                <a:moveTo>
                  <a:pt x="0" y="103851"/>
                </a:moveTo>
                <a:cubicBezTo>
                  <a:pt x="0" y="114102"/>
                  <a:pt x="909" y="166709"/>
                  <a:pt x="48187" y="207705"/>
                </a:cubicBezTo>
                <a:cubicBezTo>
                  <a:pt x="50458" y="207249"/>
                  <a:pt x="52276" y="205654"/>
                  <a:pt x="52959" y="203833"/>
                </a:cubicBezTo>
                <a:cubicBezTo>
                  <a:pt x="45457" y="195177"/>
                  <a:pt x="18867" y="163748"/>
                  <a:pt x="18867" y="103851"/>
                </a:cubicBezTo>
                <a:cubicBezTo>
                  <a:pt x="18867" y="43953"/>
                  <a:pt x="45686" y="12524"/>
                  <a:pt x="52959" y="4327"/>
                </a:cubicBezTo>
                <a:cubicBezTo>
                  <a:pt x="52276" y="2050"/>
                  <a:pt x="50687" y="455"/>
                  <a:pt x="48187" y="226"/>
                </a:cubicBezTo>
                <a:cubicBezTo>
                  <a:pt x="21139" y="23457"/>
                  <a:pt x="0" y="61492"/>
                  <a:pt x="0" y="103851"/>
                </a:cubicBezTo>
                <a:close/>
                <a:moveTo>
                  <a:pt x="121602" y="108101"/>
                </a:moveTo>
                <a:lnTo>
                  <a:pt x="121602" y="138178"/>
                </a:lnTo>
                <a:cubicBezTo>
                  <a:pt x="121602" y="141142"/>
                  <a:pt x="120236" y="142737"/>
                  <a:pt x="118418" y="144103"/>
                </a:cubicBezTo>
                <a:cubicBezTo>
                  <a:pt x="112508" y="148888"/>
                  <a:pt x="104781" y="154132"/>
                  <a:pt x="98417" y="154132"/>
                </a:cubicBezTo>
                <a:cubicBezTo>
                  <a:pt x="87052" y="154132"/>
                  <a:pt x="82051" y="145017"/>
                  <a:pt x="82051" y="137952"/>
                </a:cubicBezTo>
                <a:cubicBezTo>
                  <a:pt x="82051" y="127697"/>
                  <a:pt x="86827" y="117212"/>
                  <a:pt x="103644" y="112886"/>
                </a:cubicBezTo>
                <a:lnTo>
                  <a:pt x="121602" y="108101"/>
                </a:lnTo>
                <a:moveTo>
                  <a:pt x="121602" y="150257"/>
                </a:moveTo>
                <a:cubicBezTo>
                  <a:pt x="122965" y="157319"/>
                  <a:pt x="125466" y="163466"/>
                  <a:pt x="136831" y="163466"/>
                </a:cubicBezTo>
                <a:cubicBezTo>
                  <a:pt x="145466" y="163466"/>
                  <a:pt x="153648" y="159595"/>
                  <a:pt x="158420" y="155043"/>
                </a:cubicBezTo>
                <a:cubicBezTo>
                  <a:pt x="157966" y="152308"/>
                  <a:pt x="157057" y="150257"/>
                  <a:pt x="154557" y="148892"/>
                </a:cubicBezTo>
                <a:cubicBezTo>
                  <a:pt x="152968" y="150257"/>
                  <a:pt x="149101" y="152537"/>
                  <a:pt x="146146" y="152537"/>
                </a:cubicBezTo>
                <a:cubicBezTo>
                  <a:pt x="139557" y="152537"/>
                  <a:pt x="139328" y="143648"/>
                  <a:pt x="139328" y="133167"/>
                </a:cubicBezTo>
                <a:lnTo>
                  <a:pt x="139328" y="99667"/>
                </a:lnTo>
                <a:cubicBezTo>
                  <a:pt x="139328" y="67310"/>
                  <a:pt x="121602" y="61159"/>
                  <a:pt x="105007" y="61159"/>
                </a:cubicBezTo>
                <a:cubicBezTo>
                  <a:pt x="86369" y="61159"/>
                  <a:pt x="67505" y="73461"/>
                  <a:pt x="67505" y="86451"/>
                </a:cubicBezTo>
                <a:cubicBezTo>
                  <a:pt x="67505" y="91920"/>
                  <a:pt x="70231" y="94655"/>
                  <a:pt x="75461" y="94655"/>
                </a:cubicBezTo>
                <a:cubicBezTo>
                  <a:pt x="82051" y="94655"/>
                  <a:pt x="86143" y="89870"/>
                  <a:pt x="86143" y="86906"/>
                </a:cubicBezTo>
                <a:cubicBezTo>
                  <a:pt x="86143" y="85311"/>
                  <a:pt x="85915" y="83716"/>
                  <a:pt x="85460" y="82805"/>
                </a:cubicBezTo>
                <a:cubicBezTo>
                  <a:pt x="85235" y="82121"/>
                  <a:pt x="85006" y="80755"/>
                  <a:pt x="85006" y="78246"/>
                </a:cubicBezTo>
                <a:cubicBezTo>
                  <a:pt x="85006" y="71181"/>
                  <a:pt x="94554" y="68675"/>
                  <a:pt x="103189" y="68675"/>
                </a:cubicBezTo>
                <a:cubicBezTo>
                  <a:pt x="110917" y="68675"/>
                  <a:pt x="121602" y="72550"/>
                  <a:pt x="121602" y="98301"/>
                </a:cubicBezTo>
                <a:cubicBezTo>
                  <a:pt x="121602" y="99896"/>
                  <a:pt x="120919" y="100806"/>
                  <a:pt x="120236" y="101036"/>
                </a:cubicBezTo>
                <a:lnTo>
                  <a:pt x="100689" y="105821"/>
                </a:lnTo>
                <a:cubicBezTo>
                  <a:pt x="78871" y="111291"/>
                  <a:pt x="63188" y="123367"/>
                  <a:pt x="63188" y="138862"/>
                </a:cubicBezTo>
                <a:cubicBezTo>
                  <a:pt x="63188" y="157548"/>
                  <a:pt x="75916" y="163466"/>
                  <a:pt x="91824" y="163466"/>
                </a:cubicBezTo>
                <a:cubicBezTo>
                  <a:pt x="99780" y="163466"/>
                  <a:pt x="106599" y="161645"/>
                  <a:pt x="116601" y="153903"/>
                </a:cubicBezTo>
                <a:lnTo>
                  <a:pt x="121148" y="150257"/>
                </a:lnTo>
                <a:lnTo>
                  <a:pt x="121602" y="150257"/>
                </a:lnTo>
                <a:close/>
                <a:moveTo>
                  <a:pt x="216609" y="103851"/>
                </a:moveTo>
                <a:cubicBezTo>
                  <a:pt x="216609" y="93602"/>
                  <a:pt x="215700" y="40993"/>
                  <a:pt x="168422" y="0"/>
                </a:cubicBezTo>
                <a:cubicBezTo>
                  <a:pt x="166151" y="455"/>
                  <a:pt x="164330" y="2050"/>
                  <a:pt x="163650" y="3871"/>
                </a:cubicBezTo>
                <a:cubicBezTo>
                  <a:pt x="171148" y="12524"/>
                  <a:pt x="197742" y="43953"/>
                  <a:pt x="197742" y="103851"/>
                </a:cubicBezTo>
                <a:cubicBezTo>
                  <a:pt x="197742" y="163748"/>
                  <a:pt x="170923" y="195177"/>
                  <a:pt x="163650" y="203378"/>
                </a:cubicBezTo>
                <a:cubicBezTo>
                  <a:pt x="164330" y="205654"/>
                  <a:pt x="165922" y="207249"/>
                  <a:pt x="168422" y="207475"/>
                </a:cubicBezTo>
                <a:cubicBezTo>
                  <a:pt x="195470" y="184248"/>
                  <a:pt x="216609" y="146212"/>
                  <a:pt x="216609" y="103851"/>
                </a:cubicBezTo>
                <a:close/>
                <a:moveTo>
                  <a:pt x="382577" y="96744"/>
                </a:moveTo>
                <a:cubicBezTo>
                  <a:pt x="377576" y="96744"/>
                  <a:pt x="375984" y="96063"/>
                  <a:pt x="376893" y="93787"/>
                </a:cubicBezTo>
                <a:lnTo>
                  <a:pt x="396897" y="42768"/>
                </a:lnTo>
                <a:lnTo>
                  <a:pt x="398486" y="42768"/>
                </a:lnTo>
                <a:lnTo>
                  <a:pt x="417124" y="96744"/>
                </a:lnTo>
                <a:lnTo>
                  <a:pt x="382577" y="96744"/>
                </a:lnTo>
                <a:moveTo>
                  <a:pt x="358030" y="143234"/>
                </a:moveTo>
                <a:lnTo>
                  <a:pt x="370075" y="111551"/>
                </a:lnTo>
                <a:cubicBezTo>
                  <a:pt x="371212" y="108591"/>
                  <a:pt x="372575" y="107677"/>
                  <a:pt x="378031" y="107677"/>
                </a:cubicBezTo>
                <a:lnTo>
                  <a:pt x="421216" y="107677"/>
                </a:lnTo>
                <a:lnTo>
                  <a:pt x="433944" y="144829"/>
                </a:lnTo>
                <a:cubicBezTo>
                  <a:pt x="437128" y="154174"/>
                  <a:pt x="428035" y="153263"/>
                  <a:pt x="417124" y="153944"/>
                </a:cubicBezTo>
                <a:cubicBezTo>
                  <a:pt x="415761" y="155310"/>
                  <a:pt x="415761" y="160321"/>
                  <a:pt x="417124" y="161687"/>
                </a:cubicBezTo>
                <a:cubicBezTo>
                  <a:pt x="425534" y="161461"/>
                  <a:pt x="447127" y="161232"/>
                  <a:pt x="455992" y="161232"/>
                </a:cubicBezTo>
                <a:cubicBezTo>
                  <a:pt x="465311" y="161232"/>
                  <a:pt x="478039" y="161461"/>
                  <a:pt x="486449" y="161687"/>
                </a:cubicBezTo>
                <a:cubicBezTo>
                  <a:pt x="487812" y="160321"/>
                  <a:pt x="487812" y="155310"/>
                  <a:pt x="486449" y="153944"/>
                </a:cubicBezTo>
                <a:cubicBezTo>
                  <a:pt x="477584" y="153034"/>
                  <a:pt x="470083" y="153263"/>
                  <a:pt x="465994" y="141639"/>
                </a:cubicBezTo>
                <a:lnTo>
                  <a:pt x="419170" y="11339"/>
                </a:lnTo>
                <a:cubicBezTo>
                  <a:pt x="415761" y="13390"/>
                  <a:pt x="402124" y="21362"/>
                  <a:pt x="394168" y="21362"/>
                </a:cubicBezTo>
                <a:lnTo>
                  <a:pt x="344847" y="137990"/>
                </a:lnTo>
                <a:cubicBezTo>
                  <a:pt x="338937" y="152123"/>
                  <a:pt x="332119" y="153263"/>
                  <a:pt x="322117" y="153944"/>
                </a:cubicBezTo>
                <a:cubicBezTo>
                  <a:pt x="320754" y="155310"/>
                  <a:pt x="320754" y="160321"/>
                  <a:pt x="322117" y="161687"/>
                </a:cubicBezTo>
                <a:cubicBezTo>
                  <a:pt x="330527" y="161461"/>
                  <a:pt x="334619" y="161232"/>
                  <a:pt x="343484" y="161232"/>
                </a:cubicBezTo>
                <a:cubicBezTo>
                  <a:pt x="352803" y="161232"/>
                  <a:pt x="365302" y="161461"/>
                  <a:pt x="373713" y="161687"/>
                </a:cubicBezTo>
                <a:cubicBezTo>
                  <a:pt x="375076" y="160321"/>
                  <a:pt x="375076" y="155310"/>
                  <a:pt x="373713" y="153944"/>
                </a:cubicBezTo>
                <a:cubicBezTo>
                  <a:pt x="365077" y="153263"/>
                  <a:pt x="354391" y="152579"/>
                  <a:pt x="358030" y="143234"/>
                </a:cubicBezTo>
                <a:close/>
                <a:moveTo>
                  <a:pt x="503040" y="62493"/>
                </a:moveTo>
                <a:cubicBezTo>
                  <a:pt x="499859" y="62493"/>
                  <a:pt x="496450" y="63407"/>
                  <a:pt x="493495" y="65913"/>
                </a:cubicBezTo>
                <a:lnTo>
                  <a:pt x="493495" y="72515"/>
                </a:lnTo>
                <a:cubicBezTo>
                  <a:pt x="493495" y="73655"/>
                  <a:pt x="493721" y="73881"/>
                  <a:pt x="494629" y="73881"/>
                </a:cubicBezTo>
                <a:lnTo>
                  <a:pt x="509404" y="73881"/>
                </a:lnTo>
                <a:cubicBezTo>
                  <a:pt x="508949" y="96838"/>
                  <a:pt x="508724" y="125931"/>
                  <a:pt x="508724" y="137299"/>
                </a:cubicBezTo>
                <a:cubicBezTo>
                  <a:pt x="508724" y="145253"/>
                  <a:pt x="510770" y="152992"/>
                  <a:pt x="515542" y="157089"/>
                </a:cubicBezTo>
                <a:cubicBezTo>
                  <a:pt x="520769" y="161419"/>
                  <a:pt x="528950" y="163466"/>
                  <a:pt x="534406" y="163466"/>
                </a:cubicBezTo>
                <a:cubicBezTo>
                  <a:pt x="546908" y="163466"/>
                  <a:pt x="560771" y="157089"/>
                  <a:pt x="565317" y="150713"/>
                </a:cubicBezTo>
                <a:cubicBezTo>
                  <a:pt x="565317" y="147981"/>
                  <a:pt x="563955" y="146615"/>
                  <a:pt x="561229" y="144343"/>
                </a:cubicBezTo>
                <a:cubicBezTo>
                  <a:pt x="558274" y="146615"/>
                  <a:pt x="552589" y="147526"/>
                  <a:pt x="548271" y="147526"/>
                </a:cubicBezTo>
                <a:cubicBezTo>
                  <a:pt x="543270" y="147526"/>
                  <a:pt x="538269" y="143662"/>
                  <a:pt x="538269" y="132298"/>
                </a:cubicBezTo>
                <a:cubicBezTo>
                  <a:pt x="538269" y="120931"/>
                  <a:pt x="538044" y="96612"/>
                  <a:pt x="538044" y="73881"/>
                </a:cubicBezTo>
                <a:lnTo>
                  <a:pt x="561000" y="73881"/>
                </a:lnTo>
                <a:cubicBezTo>
                  <a:pt x="563271" y="73881"/>
                  <a:pt x="566455" y="72971"/>
                  <a:pt x="566455" y="70920"/>
                </a:cubicBezTo>
                <a:lnTo>
                  <a:pt x="566455" y="63862"/>
                </a:lnTo>
                <a:cubicBezTo>
                  <a:pt x="566455" y="62952"/>
                  <a:pt x="565772" y="62493"/>
                  <a:pt x="564638" y="62493"/>
                </a:cubicBezTo>
                <a:lnTo>
                  <a:pt x="538044" y="62493"/>
                </a:lnTo>
                <a:lnTo>
                  <a:pt x="538269" y="54751"/>
                </a:lnTo>
                <a:cubicBezTo>
                  <a:pt x="538724" y="39491"/>
                  <a:pt x="539407" y="29017"/>
                  <a:pt x="539407" y="29017"/>
                </a:cubicBezTo>
                <a:cubicBezTo>
                  <a:pt x="539407" y="27648"/>
                  <a:pt x="538724" y="26967"/>
                  <a:pt x="537589" y="26967"/>
                </a:cubicBezTo>
                <a:cubicBezTo>
                  <a:pt x="535998" y="26967"/>
                  <a:pt x="527587" y="29473"/>
                  <a:pt x="523953" y="31068"/>
                </a:cubicBezTo>
                <a:cubicBezTo>
                  <a:pt x="520086" y="32659"/>
                  <a:pt x="513496" y="34025"/>
                  <a:pt x="511904" y="36075"/>
                </a:cubicBezTo>
                <a:cubicBezTo>
                  <a:pt x="510312" y="38126"/>
                  <a:pt x="509404" y="44277"/>
                  <a:pt x="509404" y="62493"/>
                </a:cubicBezTo>
                <a:lnTo>
                  <a:pt x="503040" y="62493"/>
                </a:lnTo>
                <a:close/>
                <a:moveTo>
                  <a:pt x="584409" y="62493"/>
                </a:moveTo>
                <a:cubicBezTo>
                  <a:pt x="581229" y="62493"/>
                  <a:pt x="577820" y="63407"/>
                  <a:pt x="574865" y="65913"/>
                </a:cubicBezTo>
                <a:lnTo>
                  <a:pt x="574865" y="72515"/>
                </a:lnTo>
                <a:cubicBezTo>
                  <a:pt x="574865" y="73655"/>
                  <a:pt x="575090" y="73881"/>
                  <a:pt x="575999" y="73881"/>
                </a:cubicBezTo>
                <a:lnTo>
                  <a:pt x="590773" y="73881"/>
                </a:lnTo>
                <a:cubicBezTo>
                  <a:pt x="590319" y="96838"/>
                  <a:pt x="590094" y="125931"/>
                  <a:pt x="590094" y="137299"/>
                </a:cubicBezTo>
                <a:cubicBezTo>
                  <a:pt x="590094" y="145253"/>
                  <a:pt x="592140" y="152992"/>
                  <a:pt x="596912" y="157089"/>
                </a:cubicBezTo>
                <a:cubicBezTo>
                  <a:pt x="602139" y="161419"/>
                  <a:pt x="610320" y="163466"/>
                  <a:pt x="615775" y="163466"/>
                </a:cubicBezTo>
                <a:cubicBezTo>
                  <a:pt x="628278" y="163466"/>
                  <a:pt x="642141" y="157089"/>
                  <a:pt x="646687" y="150713"/>
                </a:cubicBezTo>
                <a:cubicBezTo>
                  <a:pt x="646687" y="147981"/>
                  <a:pt x="645324" y="146615"/>
                  <a:pt x="642598" y="144343"/>
                </a:cubicBezTo>
                <a:cubicBezTo>
                  <a:pt x="639643" y="146615"/>
                  <a:pt x="633959" y="147526"/>
                  <a:pt x="629641" y="147526"/>
                </a:cubicBezTo>
                <a:cubicBezTo>
                  <a:pt x="624640" y="147526"/>
                  <a:pt x="619639" y="143662"/>
                  <a:pt x="619639" y="132298"/>
                </a:cubicBezTo>
                <a:cubicBezTo>
                  <a:pt x="619639" y="120931"/>
                  <a:pt x="619414" y="96612"/>
                  <a:pt x="619414" y="73881"/>
                </a:cubicBezTo>
                <a:lnTo>
                  <a:pt x="642369" y="73881"/>
                </a:lnTo>
                <a:cubicBezTo>
                  <a:pt x="644641" y="73881"/>
                  <a:pt x="647825" y="72971"/>
                  <a:pt x="647825" y="70920"/>
                </a:cubicBezTo>
                <a:lnTo>
                  <a:pt x="647825" y="63862"/>
                </a:lnTo>
                <a:cubicBezTo>
                  <a:pt x="647825" y="62952"/>
                  <a:pt x="647142" y="62493"/>
                  <a:pt x="646008" y="62493"/>
                </a:cubicBezTo>
                <a:lnTo>
                  <a:pt x="619414" y="62493"/>
                </a:lnTo>
                <a:lnTo>
                  <a:pt x="619639" y="54751"/>
                </a:lnTo>
                <a:cubicBezTo>
                  <a:pt x="620093" y="39491"/>
                  <a:pt x="620777" y="29017"/>
                  <a:pt x="620777" y="29017"/>
                </a:cubicBezTo>
                <a:cubicBezTo>
                  <a:pt x="620777" y="27648"/>
                  <a:pt x="620093" y="26967"/>
                  <a:pt x="618959" y="26967"/>
                </a:cubicBezTo>
                <a:cubicBezTo>
                  <a:pt x="617367" y="26967"/>
                  <a:pt x="608957" y="29473"/>
                  <a:pt x="605322" y="31068"/>
                </a:cubicBezTo>
                <a:cubicBezTo>
                  <a:pt x="601455" y="32659"/>
                  <a:pt x="594866" y="34025"/>
                  <a:pt x="593274" y="36075"/>
                </a:cubicBezTo>
                <a:cubicBezTo>
                  <a:pt x="591682" y="38126"/>
                  <a:pt x="590773" y="44277"/>
                  <a:pt x="590773" y="62493"/>
                </a:cubicBezTo>
                <a:lnTo>
                  <a:pt x="584409" y="62493"/>
                </a:lnTo>
                <a:close/>
                <a:moveTo>
                  <a:pt x="718513" y="150031"/>
                </a:moveTo>
                <a:cubicBezTo>
                  <a:pt x="720101" y="159369"/>
                  <a:pt x="726240" y="163466"/>
                  <a:pt x="736239" y="163466"/>
                </a:cubicBezTo>
                <a:cubicBezTo>
                  <a:pt x="748741" y="163466"/>
                  <a:pt x="757606" y="158685"/>
                  <a:pt x="766016" y="150713"/>
                </a:cubicBezTo>
                <a:cubicBezTo>
                  <a:pt x="765562" y="147981"/>
                  <a:pt x="764650" y="146160"/>
                  <a:pt x="761924" y="144336"/>
                </a:cubicBezTo>
                <a:cubicBezTo>
                  <a:pt x="758969" y="146615"/>
                  <a:pt x="756697" y="147526"/>
                  <a:pt x="752379" y="147526"/>
                </a:cubicBezTo>
                <a:cubicBezTo>
                  <a:pt x="747378" y="147526"/>
                  <a:pt x="746015" y="143425"/>
                  <a:pt x="746015" y="132263"/>
                </a:cubicBezTo>
                <a:lnTo>
                  <a:pt x="746470" y="99458"/>
                </a:lnTo>
                <a:cubicBezTo>
                  <a:pt x="746470" y="66653"/>
                  <a:pt x="726240" y="60047"/>
                  <a:pt x="707602" y="60047"/>
                </a:cubicBezTo>
                <a:cubicBezTo>
                  <a:pt x="691010" y="60047"/>
                  <a:pt x="665554" y="69614"/>
                  <a:pt x="665554" y="84651"/>
                </a:cubicBezTo>
                <a:cubicBezTo>
                  <a:pt x="665554" y="91027"/>
                  <a:pt x="668280" y="96038"/>
                  <a:pt x="677144" y="96038"/>
                </a:cubicBezTo>
                <a:cubicBezTo>
                  <a:pt x="685326" y="96038"/>
                  <a:pt x="691236" y="91027"/>
                  <a:pt x="691236" y="85561"/>
                </a:cubicBezTo>
                <a:cubicBezTo>
                  <a:pt x="691236" y="82600"/>
                  <a:pt x="689647" y="78725"/>
                  <a:pt x="690327" y="74854"/>
                </a:cubicBezTo>
                <a:cubicBezTo>
                  <a:pt x="690556" y="72349"/>
                  <a:pt x="692373" y="69614"/>
                  <a:pt x="699875" y="69614"/>
                </a:cubicBezTo>
                <a:cubicBezTo>
                  <a:pt x="709419" y="69614"/>
                  <a:pt x="717375" y="73714"/>
                  <a:pt x="717375" y="102648"/>
                </a:cubicBezTo>
                <a:lnTo>
                  <a:pt x="702146" y="107430"/>
                </a:lnTo>
                <a:cubicBezTo>
                  <a:pt x="678282" y="114947"/>
                  <a:pt x="661461" y="121556"/>
                  <a:pt x="661461" y="139550"/>
                </a:cubicBezTo>
                <a:cubicBezTo>
                  <a:pt x="661461" y="155268"/>
                  <a:pt x="670097" y="163466"/>
                  <a:pt x="689873" y="163466"/>
                </a:cubicBezTo>
                <a:cubicBezTo>
                  <a:pt x="696466" y="163466"/>
                  <a:pt x="709648" y="156179"/>
                  <a:pt x="717146" y="150257"/>
                </a:cubicBezTo>
                <a:lnTo>
                  <a:pt x="718513" y="150031"/>
                </a:lnTo>
                <a:moveTo>
                  <a:pt x="717375" y="111531"/>
                </a:moveTo>
                <a:lnTo>
                  <a:pt x="717375" y="141601"/>
                </a:lnTo>
                <a:cubicBezTo>
                  <a:pt x="711694" y="146157"/>
                  <a:pt x="706010" y="149802"/>
                  <a:pt x="701921" y="149802"/>
                </a:cubicBezTo>
                <a:cubicBezTo>
                  <a:pt x="692144" y="149802"/>
                  <a:pt x="688735" y="143196"/>
                  <a:pt x="688735" y="136134"/>
                </a:cubicBezTo>
                <a:cubicBezTo>
                  <a:pt x="688735" y="127707"/>
                  <a:pt x="689418" y="120642"/>
                  <a:pt x="705556" y="115405"/>
                </a:cubicBezTo>
                <a:lnTo>
                  <a:pt x="717375" y="111531"/>
                </a:lnTo>
                <a:close/>
                <a:moveTo>
                  <a:pt x="862387" y="141375"/>
                </a:moveTo>
                <a:cubicBezTo>
                  <a:pt x="862387" y="138640"/>
                  <a:pt x="861933" y="134313"/>
                  <a:pt x="859432" y="134313"/>
                </a:cubicBezTo>
                <a:cubicBezTo>
                  <a:pt x="850339" y="142741"/>
                  <a:pt x="842612" y="147071"/>
                  <a:pt x="836022" y="147071"/>
                </a:cubicBezTo>
                <a:cubicBezTo>
                  <a:pt x="818972" y="147071"/>
                  <a:pt x="805565" y="134769"/>
                  <a:pt x="805565" y="107430"/>
                </a:cubicBezTo>
                <a:cubicBezTo>
                  <a:pt x="805565" y="82145"/>
                  <a:pt x="811245" y="69614"/>
                  <a:pt x="823294" y="69614"/>
                </a:cubicBezTo>
                <a:cubicBezTo>
                  <a:pt x="831701" y="69614"/>
                  <a:pt x="835110" y="78500"/>
                  <a:pt x="835793" y="85787"/>
                </a:cubicBezTo>
                <a:cubicBezTo>
                  <a:pt x="836476" y="91938"/>
                  <a:pt x="842612" y="96497"/>
                  <a:pt x="849884" y="96497"/>
                </a:cubicBezTo>
                <a:cubicBezTo>
                  <a:pt x="857157" y="96497"/>
                  <a:pt x="862387" y="90801"/>
                  <a:pt x="862387" y="83737"/>
                </a:cubicBezTo>
                <a:cubicBezTo>
                  <a:pt x="862387" y="73485"/>
                  <a:pt x="850113" y="60047"/>
                  <a:pt x="825337" y="60047"/>
                </a:cubicBezTo>
                <a:cubicBezTo>
                  <a:pt x="798517" y="60047"/>
                  <a:pt x="774878" y="81686"/>
                  <a:pt x="774878" y="115405"/>
                </a:cubicBezTo>
                <a:cubicBezTo>
                  <a:pt x="774878" y="130213"/>
                  <a:pt x="780108" y="143196"/>
                  <a:pt x="788973" y="151627"/>
                </a:cubicBezTo>
                <a:cubicBezTo>
                  <a:pt x="797834" y="160050"/>
                  <a:pt x="808291" y="163466"/>
                  <a:pt x="824428" y="163466"/>
                </a:cubicBezTo>
                <a:cubicBezTo>
                  <a:pt x="838065" y="163466"/>
                  <a:pt x="853748" y="153903"/>
                  <a:pt x="862387" y="141375"/>
                </a:cubicBezTo>
                <a:close/>
                <a:moveTo>
                  <a:pt x="892843" y="132319"/>
                </a:moveTo>
                <a:cubicBezTo>
                  <a:pt x="892843" y="151213"/>
                  <a:pt x="889208" y="153263"/>
                  <a:pt x="875342" y="153944"/>
                </a:cubicBezTo>
                <a:cubicBezTo>
                  <a:pt x="873979" y="155310"/>
                  <a:pt x="873979" y="160321"/>
                  <a:pt x="875342" y="161687"/>
                </a:cubicBezTo>
                <a:cubicBezTo>
                  <a:pt x="884887" y="161461"/>
                  <a:pt x="895114" y="161232"/>
                  <a:pt x="907617" y="161232"/>
                </a:cubicBezTo>
                <a:cubicBezTo>
                  <a:pt x="917619" y="161232"/>
                  <a:pt x="927618" y="161461"/>
                  <a:pt x="933073" y="161687"/>
                </a:cubicBezTo>
                <a:cubicBezTo>
                  <a:pt x="934436" y="160321"/>
                  <a:pt x="934436" y="155310"/>
                  <a:pt x="933073" y="153944"/>
                </a:cubicBezTo>
                <a:cubicBezTo>
                  <a:pt x="926255" y="153034"/>
                  <a:pt x="922391" y="151213"/>
                  <a:pt x="922391" y="132319"/>
                </a:cubicBezTo>
                <a:lnTo>
                  <a:pt x="922391" y="113647"/>
                </a:lnTo>
                <a:cubicBezTo>
                  <a:pt x="928755" y="113647"/>
                  <a:pt x="935799" y="114332"/>
                  <a:pt x="938074" y="117973"/>
                </a:cubicBezTo>
                <a:cubicBezTo>
                  <a:pt x="943301" y="125716"/>
                  <a:pt x="949665" y="135050"/>
                  <a:pt x="953529" y="143474"/>
                </a:cubicBezTo>
                <a:cubicBezTo>
                  <a:pt x="956484" y="149847"/>
                  <a:pt x="957167" y="151898"/>
                  <a:pt x="957167" y="155310"/>
                </a:cubicBezTo>
                <a:lnTo>
                  <a:pt x="957167" y="161232"/>
                </a:lnTo>
                <a:lnTo>
                  <a:pt x="957621" y="161687"/>
                </a:lnTo>
                <a:cubicBezTo>
                  <a:pt x="957621" y="161687"/>
                  <a:pt x="967849" y="161232"/>
                  <a:pt x="975805" y="161232"/>
                </a:cubicBezTo>
                <a:cubicBezTo>
                  <a:pt x="985124" y="161232"/>
                  <a:pt x="997852" y="161461"/>
                  <a:pt x="1006262" y="161687"/>
                </a:cubicBezTo>
                <a:cubicBezTo>
                  <a:pt x="1007625" y="160321"/>
                  <a:pt x="1007625" y="155310"/>
                  <a:pt x="1006262" y="153944"/>
                </a:cubicBezTo>
                <a:cubicBezTo>
                  <a:pt x="997398" y="153034"/>
                  <a:pt x="992396" y="153719"/>
                  <a:pt x="985578" y="143474"/>
                </a:cubicBezTo>
                <a:lnTo>
                  <a:pt x="959213" y="104539"/>
                </a:lnTo>
                <a:cubicBezTo>
                  <a:pt x="958075" y="102950"/>
                  <a:pt x="957621" y="101133"/>
                  <a:pt x="958530" y="99997"/>
                </a:cubicBezTo>
                <a:lnTo>
                  <a:pt x="969895" y="87507"/>
                </a:lnTo>
                <a:cubicBezTo>
                  <a:pt x="977168" y="79559"/>
                  <a:pt x="983303" y="71612"/>
                  <a:pt x="1000578" y="69794"/>
                </a:cubicBezTo>
                <a:cubicBezTo>
                  <a:pt x="1001941" y="68429"/>
                  <a:pt x="1001941" y="63418"/>
                  <a:pt x="1000578" y="62048"/>
                </a:cubicBezTo>
                <a:cubicBezTo>
                  <a:pt x="995577" y="62278"/>
                  <a:pt x="981260" y="62507"/>
                  <a:pt x="975350" y="62507"/>
                </a:cubicBezTo>
                <a:cubicBezTo>
                  <a:pt x="966940" y="62507"/>
                  <a:pt x="956258" y="62278"/>
                  <a:pt x="947848" y="62048"/>
                </a:cubicBezTo>
                <a:cubicBezTo>
                  <a:pt x="946485" y="63418"/>
                  <a:pt x="946485" y="68429"/>
                  <a:pt x="947848" y="69794"/>
                </a:cubicBezTo>
                <a:cubicBezTo>
                  <a:pt x="960122" y="70701"/>
                  <a:pt x="963756" y="72745"/>
                  <a:pt x="957167" y="81829"/>
                </a:cubicBezTo>
                <a:cubicBezTo>
                  <a:pt x="952166" y="88643"/>
                  <a:pt x="947165" y="94092"/>
                  <a:pt x="942621" y="98179"/>
                </a:cubicBezTo>
                <a:cubicBezTo>
                  <a:pt x="939666" y="100678"/>
                  <a:pt x="929210" y="104539"/>
                  <a:pt x="922391" y="104539"/>
                </a:cubicBezTo>
                <a:lnTo>
                  <a:pt x="922391" y="28517"/>
                </a:lnTo>
                <a:cubicBezTo>
                  <a:pt x="922391" y="13692"/>
                  <a:pt x="923071" y="5223"/>
                  <a:pt x="923071" y="5223"/>
                </a:cubicBezTo>
                <a:cubicBezTo>
                  <a:pt x="923071" y="3145"/>
                  <a:pt x="921483" y="2221"/>
                  <a:pt x="919437" y="2221"/>
                </a:cubicBezTo>
                <a:cubicBezTo>
                  <a:pt x="911026" y="4994"/>
                  <a:pt x="892843" y="7534"/>
                  <a:pt x="876705" y="8226"/>
                </a:cubicBezTo>
                <a:cubicBezTo>
                  <a:pt x="876022" y="10961"/>
                  <a:pt x="876251" y="13466"/>
                  <a:pt x="877388" y="15516"/>
                </a:cubicBezTo>
                <a:cubicBezTo>
                  <a:pt x="891705" y="16656"/>
                  <a:pt x="892843" y="16882"/>
                  <a:pt x="892843" y="32624"/>
                </a:cubicBezTo>
                <a:lnTo>
                  <a:pt x="892843" y="132319"/>
                </a:lnTo>
                <a:close/>
                <a:moveTo>
                  <a:pt x="1092178" y="42042"/>
                </a:moveTo>
                <a:lnTo>
                  <a:pt x="1092178" y="133434"/>
                </a:lnTo>
                <a:cubicBezTo>
                  <a:pt x="1092178" y="152349"/>
                  <a:pt x="1085814" y="153263"/>
                  <a:pt x="1073311" y="153944"/>
                </a:cubicBezTo>
                <a:cubicBezTo>
                  <a:pt x="1071039" y="155310"/>
                  <a:pt x="1071039" y="160321"/>
                  <a:pt x="1073311" y="161687"/>
                </a:cubicBezTo>
                <a:cubicBezTo>
                  <a:pt x="1082404" y="161461"/>
                  <a:pt x="1099222" y="161232"/>
                  <a:pt x="1108315" y="161232"/>
                </a:cubicBezTo>
                <a:cubicBezTo>
                  <a:pt x="1117405" y="161232"/>
                  <a:pt x="1133772" y="161461"/>
                  <a:pt x="1142862" y="161687"/>
                </a:cubicBezTo>
                <a:cubicBezTo>
                  <a:pt x="1145137" y="160321"/>
                  <a:pt x="1145137" y="155310"/>
                  <a:pt x="1142862" y="153944"/>
                </a:cubicBezTo>
                <a:cubicBezTo>
                  <a:pt x="1130362" y="153263"/>
                  <a:pt x="1123998" y="152349"/>
                  <a:pt x="1123998" y="133434"/>
                </a:cubicBezTo>
                <a:lnTo>
                  <a:pt x="1123998" y="42042"/>
                </a:lnTo>
                <a:cubicBezTo>
                  <a:pt x="1123998" y="23127"/>
                  <a:pt x="1130362" y="22213"/>
                  <a:pt x="1142862" y="21532"/>
                </a:cubicBezTo>
                <a:cubicBezTo>
                  <a:pt x="1145137" y="20166"/>
                  <a:pt x="1145137" y="15155"/>
                  <a:pt x="1142862" y="13786"/>
                </a:cubicBezTo>
                <a:cubicBezTo>
                  <a:pt x="1133772" y="14015"/>
                  <a:pt x="1117405" y="14245"/>
                  <a:pt x="1108315" y="14245"/>
                </a:cubicBezTo>
                <a:cubicBezTo>
                  <a:pt x="1099222" y="14245"/>
                  <a:pt x="1082404" y="14015"/>
                  <a:pt x="1073311" y="13786"/>
                </a:cubicBezTo>
                <a:cubicBezTo>
                  <a:pt x="1071039" y="15155"/>
                  <a:pt x="1071039" y="20166"/>
                  <a:pt x="1073311" y="21532"/>
                </a:cubicBezTo>
                <a:cubicBezTo>
                  <a:pt x="1085814" y="22213"/>
                  <a:pt x="1092178" y="23127"/>
                  <a:pt x="1092178" y="42042"/>
                </a:cubicBezTo>
                <a:close/>
                <a:moveTo>
                  <a:pt x="1201504" y="133431"/>
                </a:moveTo>
                <a:lnTo>
                  <a:pt x="1201504" y="88070"/>
                </a:lnTo>
                <a:cubicBezTo>
                  <a:pt x="1201504" y="86930"/>
                  <a:pt x="1201504" y="85790"/>
                  <a:pt x="1201504" y="84651"/>
                </a:cubicBezTo>
                <a:cubicBezTo>
                  <a:pt x="1210369" y="79181"/>
                  <a:pt x="1218321" y="76901"/>
                  <a:pt x="1222188" y="76901"/>
                </a:cubicBezTo>
                <a:cubicBezTo>
                  <a:pt x="1231278" y="76901"/>
                  <a:pt x="1238097" y="81005"/>
                  <a:pt x="1238097" y="93999"/>
                </a:cubicBezTo>
                <a:lnTo>
                  <a:pt x="1238097" y="132062"/>
                </a:lnTo>
                <a:cubicBezTo>
                  <a:pt x="1238097" y="151210"/>
                  <a:pt x="1234458" y="153260"/>
                  <a:pt x="1225139" y="153944"/>
                </a:cubicBezTo>
                <a:cubicBezTo>
                  <a:pt x="1223776" y="155310"/>
                  <a:pt x="1223776" y="160321"/>
                  <a:pt x="1225139" y="161687"/>
                </a:cubicBezTo>
                <a:cubicBezTo>
                  <a:pt x="1234687" y="161461"/>
                  <a:pt x="1241960" y="161232"/>
                  <a:pt x="1252871" y="161232"/>
                </a:cubicBezTo>
                <a:cubicBezTo>
                  <a:pt x="1263782" y="161232"/>
                  <a:pt x="1270826" y="161461"/>
                  <a:pt x="1280599" y="161687"/>
                </a:cubicBezTo>
                <a:cubicBezTo>
                  <a:pt x="1281965" y="160321"/>
                  <a:pt x="1281965" y="155310"/>
                  <a:pt x="1280599" y="153944"/>
                </a:cubicBezTo>
                <a:cubicBezTo>
                  <a:pt x="1271509" y="153260"/>
                  <a:pt x="1267645" y="151210"/>
                  <a:pt x="1267645" y="132062"/>
                </a:cubicBezTo>
                <a:lnTo>
                  <a:pt x="1267645" y="96504"/>
                </a:lnTo>
                <a:cubicBezTo>
                  <a:pt x="1267645" y="90805"/>
                  <a:pt x="1267416" y="86249"/>
                  <a:pt x="1266737" y="83969"/>
                </a:cubicBezTo>
                <a:cubicBezTo>
                  <a:pt x="1275372" y="79636"/>
                  <a:pt x="1285146" y="76901"/>
                  <a:pt x="1288784" y="76901"/>
                </a:cubicBezTo>
                <a:cubicBezTo>
                  <a:pt x="1297874" y="76901"/>
                  <a:pt x="1304238" y="81005"/>
                  <a:pt x="1304238" y="93999"/>
                </a:cubicBezTo>
                <a:lnTo>
                  <a:pt x="1304238" y="132062"/>
                </a:lnTo>
                <a:cubicBezTo>
                  <a:pt x="1304238" y="151210"/>
                  <a:pt x="1300600" y="153260"/>
                  <a:pt x="1291284" y="153944"/>
                </a:cubicBezTo>
                <a:cubicBezTo>
                  <a:pt x="1289918" y="155310"/>
                  <a:pt x="1289918" y="160321"/>
                  <a:pt x="1291284" y="161687"/>
                </a:cubicBezTo>
                <a:cubicBezTo>
                  <a:pt x="1300829" y="161461"/>
                  <a:pt x="1308102" y="161232"/>
                  <a:pt x="1319012" y="161232"/>
                </a:cubicBezTo>
                <a:cubicBezTo>
                  <a:pt x="1331512" y="161232"/>
                  <a:pt x="1341514" y="161461"/>
                  <a:pt x="1351287" y="161687"/>
                </a:cubicBezTo>
                <a:cubicBezTo>
                  <a:pt x="1352650" y="160321"/>
                  <a:pt x="1352650" y="155310"/>
                  <a:pt x="1351287" y="153944"/>
                </a:cubicBezTo>
                <a:cubicBezTo>
                  <a:pt x="1337422" y="153260"/>
                  <a:pt x="1333787" y="151210"/>
                  <a:pt x="1333787" y="132062"/>
                </a:cubicBezTo>
                <a:lnTo>
                  <a:pt x="1333787" y="96504"/>
                </a:lnTo>
                <a:cubicBezTo>
                  <a:pt x="1333787" y="71435"/>
                  <a:pt x="1324693" y="60047"/>
                  <a:pt x="1305147" y="60047"/>
                </a:cubicBezTo>
                <a:cubicBezTo>
                  <a:pt x="1296736" y="60047"/>
                  <a:pt x="1277644" y="69158"/>
                  <a:pt x="1264462" y="76675"/>
                </a:cubicBezTo>
                <a:cubicBezTo>
                  <a:pt x="1261052" y="66653"/>
                  <a:pt x="1251962" y="60047"/>
                  <a:pt x="1238551" y="60047"/>
                </a:cubicBezTo>
                <a:cubicBezTo>
                  <a:pt x="1230369" y="60047"/>
                  <a:pt x="1214003" y="68703"/>
                  <a:pt x="1201050" y="75991"/>
                </a:cubicBezTo>
                <a:cubicBezTo>
                  <a:pt x="1200366" y="69158"/>
                  <a:pt x="1199683" y="63921"/>
                  <a:pt x="1199683" y="63921"/>
                </a:cubicBezTo>
                <a:cubicBezTo>
                  <a:pt x="1199458" y="61186"/>
                  <a:pt x="1197640" y="60047"/>
                  <a:pt x="1194457" y="60047"/>
                </a:cubicBezTo>
                <a:cubicBezTo>
                  <a:pt x="1186046" y="62372"/>
                  <a:pt x="1172409" y="65562"/>
                  <a:pt x="1156726" y="67609"/>
                </a:cubicBezTo>
                <a:cubicBezTo>
                  <a:pt x="1156272" y="68978"/>
                  <a:pt x="1156726" y="73530"/>
                  <a:pt x="1157181" y="74899"/>
                </a:cubicBezTo>
                <a:cubicBezTo>
                  <a:pt x="1169683" y="76039"/>
                  <a:pt x="1171955" y="77860"/>
                  <a:pt x="1171955" y="90843"/>
                </a:cubicBezTo>
                <a:lnTo>
                  <a:pt x="1171955" y="133445"/>
                </a:lnTo>
                <a:cubicBezTo>
                  <a:pt x="1171955" y="152349"/>
                  <a:pt x="1169454" y="152808"/>
                  <a:pt x="1155589" y="153944"/>
                </a:cubicBezTo>
                <a:cubicBezTo>
                  <a:pt x="1154226" y="155310"/>
                  <a:pt x="1154226" y="160321"/>
                  <a:pt x="1155589" y="161687"/>
                </a:cubicBezTo>
                <a:cubicBezTo>
                  <a:pt x="1165137" y="161461"/>
                  <a:pt x="1174681" y="161232"/>
                  <a:pt x="1186729" y="161232"/>
                </a:cubicBezTo>
                <a:cubicBezTo>
                  <a:pt x="1197186" y="161232"/>
                  <a:pt x="1203550" y="161461"/>
                  <a:pt x="1213323" y="161687"/>
                </a:cubicBezTo>
                <a:cubicBezTo>
                  <a:pt x="1214686" y="160321"/>
                  <a:pt x="1214686" y="155310"/>
                  <a:pt x="1213323" y="153944"/>
                </a:cubicBezTo>
                <a:cubicBezTo>
                  <a:pt x="1203776" y="153034"/>
                  <a:pt x="1201504" y="152349"/>
                  <a:pt x="1201504" y="133431"/>
                </a:cubicBezTo>
                <a:close/>
                <a:moveTo>
                  <a:pt x="1376969" y="90798"/>
                </a:moveTo>
                <a:lnTo>
                  <a:pt x="1376969" y="186315"/>
                </a:lnTo>
                <a:cubicBezTo>
                  <a:pt x="1376969" y="205279"/>
                  <a:pt x="1374472" y="205738"/>
                  <a:pt x="1360607" y="206878"/>
                </a:cubicBezTo>
                <a:cubicBezTo>
                  <a:pt x="1359244" y="208243"/>
                  <a:pt x="1359244" y="213254"/>
                  <a:pt x="1360607" y="214620"/>
                </a:cubicBezTo>
                <a:cubicBezTo>
                  <a:pt x="1370151" y="214394"/>
                  <a:pt x="1379699" y="214165"/>
                  <a:pt x="1391744" y="214165"/>
                </a:cubicBezTo>
                <a:cubicBezTo>
                  <a:pt x="1403792" y="214165"/>
                  <a:pt x="1413111" y="214394"/>
                  <a:pt x="1422885" y="214620"/>
                </a:cubicBezTo>
                <a:cubicBezTo>
                  <a:pt x="1424248" y="213254"/>
                  <a:pt x="1424248" y="208243"/>
                  <a:pt x="1422885" y="206878"/>
                </a:cubicBezTo>
                <a:cubicBezTo>
                  <a:pt x="1409019" y="205964"/>
                  <a:pt x="1406518" y="205279"/>
                  <a:pt x="1406518" y="186315"/>
                </a:cubicBezTo>
                <a:lnTo>
                  <a:pt x="1406518" y="159595"/>
                </a:lnTo>
                <a:cubicBezTo>
                  <a:pt x="1411519" y="162101"/>
                  <a:pt x="1416292" y="163466"/>
                  <a:pt x="1421747" y="163466"/>
                </a:cubicBezTo>
                <a:cubicBezTo>
                  <a:pt x="1456297" y="163466"/>
                  <a:pt x="1478798" y="140690"/>
                  <a:pt x="1478798" y="107201"/>
                </a:cubicBezTo>
                <a:cubicBezTo>
                  <a:pt x="1478798" y="94443"/>
                  <a:pt x="1474023" y="80321"/>
                  <a:pt x="1465158" y="71435"/>
                </a:cubicBezTo>
                <a:cubicBezTo>
                  <a:pt x="1457206" y="63466"/>
                  <a:pt x="1445840" y="60047"/>
                  <a:pt x="1434021" y="60047"/>
                </a:cubicBezTo>
                <a:cubicBezTo>
                  <a:pt x="1427428" y="60047"/>
                  <a:pt x="1415157" y="68019"/>
                  <a:pt x="1407201" y="75306"/>
                </a:cubicBezTo>
                <a:lnTo>
                  <a:pt x="1405838" y="75306"/>
                </a:lnTo>
                <a:cubicBezTo>
                  <a:pt x="1405381" y="68929"/>
                  <a:pt x="1404701" y="63921"/>
                  <a:pt x="1404701" y="63921"/>
                </a:cubicBezTo>
                <a:cubicBezTo>
                  <a:pt x="1404472" y="61186"/>
                  <a:pt x="1402655" y="60047"/>
                  <a:pt x="1399474" y="60047"/>
                </a:cubicBezTo>
                <a:cubicBezTo>
                  <a:pt x="1391064" y="62372"/>
                  <a:pt x="1377427" y="65562"/>
                  <a:pt x="1361744" y="67609"/>
                </a:cubicBezTo>
                <a:cubicBezTo>
                  <a:pt x="1361286" y="68978"/>
                  <a:pt x="1361744" y="73530"/>
                  <a:pt x="1362198" y="74899"/>
                </a:cubicBezTo>
                <a:cubicBezTo>
                  <a:pt x="1374698" y="75991"/>
                  <a:pt x="1376969" y="77811"/>
                  <a:pt x="1376969" y="90798"/>
                </a:cubicBezTo>
                <a:moveTo>
                  <a:pt x="1406518" y="146386"/>
                </a:moveTo>
                <a:lnTo>
                  <a:pt x="1406518" y="88063"/>
                </a:lnTo>
                <a:cubicBezTo>
                  <a:pt x="1406518" y="86697"/>
                  <a:pt x="1406518" y="85558"/>
                  <a:pt x="1406518" y="84192"/>
                </a:cubicBezTo>
                <a:cubicBezTo>
                  <a:pt x="1413111" y="78270"/>
                  <a:pt x="1421522" y="75306"/>
                  <a:pt x="1426748" y="75306"/>
                </a:cubicBezTo>
                <a:cubicBezTo>
                  <a:pt x="1436067" y="75306"/>
                  <a:pt x="1446978" y="86697"/>
                  <a:pt x="1446978" y="113352"/>
                </a:cubicBezTo>
                <a:cubicBezTo>
                  <a:pt x="1446978" y="132489"/>
                  <a:pt x="1440156" y="153903"/>
                  <a:pt x="1420384" y="153903"/>
                </a:cubicBezTo>
                <a:cubicBezTo>
                  <a:pt x="1417883" y="153903"/>
                  <a:pt x="1412203" y="152537"/>
                  <a:pt x="1406518" y="146386"/>
                </a:cubicBezTo>
                <a:close/>
                <a:moveTo>
                  <a:pt x="1554486" y="150031"/>
                </a:moveTo>
                <a:cubicBezTo>
                  <a:pt x="1556074" y="159369"/>
                  <a:pt x="1562213" y="163466"/>
                  <a:pt x="1572212" y="163466"/>
                </a:cubicBezTo>
                <a:cubicBezTo>
                  <a:pt x="1584714" y="163466"/>
                  <a:pt x="1593579" y="158685"/>
                  <a:pt x="1601989" y="150713"/>
                </a:cubicBezTo>
                <a:cubicBezTo>
                  <a:pt x="1601535" y="147981"/>
                  <a:pt x="1600623" y="146160"/>
                  <a:pt x="1597897" y="144336"/>
                </a:cubicBezTo>
                <a:cubicBezTo>
                  <a:pt x="1594942" y="146615"/>
                  <a:pt x="1592670" y="147526"/>
                  <a:pt x="1588353" y="147526"/>
                </a:cubicBezTo>
                <a:cubicBezTo>
                  <a:pt x="1583351" y="147526"/>
                  <a:pt x="1581988" y="143425"/>
                  <a:pt x="1581988" y="132263"/>
                </a:cubicBezTo>
                <a:lnTo>
                  <a:pt x="1582443" y="99458"/>
                </a:lnTo>
                <a:cubicBezTo>
                  <a:pt x="1582443" y="66653"/>
                  <a:pt x="1562213" y="60047"/>
                  <a:pt x="1543575" y="60047"/>
                </a:cubicBezTo>
                <a:cubicBezTo>
                  <a:pt x="1526983" y="60047"/>
                  <a:pt x="1501527" y="69614"/>
                  <a:pt x="1501527" y="84651"/>
                </a:cubicBezTo>
                <a:cubicBezTo>
                  <a:pt x="1501527" y="91027"/>
                  <a:pt x="1504253" y="96038"/>
                  <a:pt x="1513117" y="96038"/>
                </a:cubicBezTo>
                <a:cubicBezTo>
                  <a:pt x="1521299" y="96038"/>
                  <a:pt x="1527209" y="91027"/>
                  <a:pt x="1527209" y="85561"/>
                </a:cubicBezTo>
                <a:cubicBezTo>
                  <a:pt x="1527209" y="82600"/>
                  <a:pt x="1525620" y="78725"/>
                  <a:pt x="1526300" y="74854"/>
                </a:cubicBezTo>
                <a:cubicBezTo>
                  <a:pt x="1526529" y="72349"/>
                  <a:pt x="1528346" y="69614"/>
                  <a:pt x="1535848" y="69614"/>
                </a:cubicBezTo>
                <a:cubicBezTo>
                  <a:pt x="1545392" y="69614"/>
                  <a:pt x="1553348" y="73714"/>
                  <a:pt x="1553348" y="102648"/>
                </a:cubicBezTo>
                <a:lnTo>
                  <a:pt x="1538120" y="107430"/>
                </a:lnTo>
                <a:cubicBezTo>
                  <a:pt x="1514255" y="114947"/>
                  <a:pt x="1497434" y="121556"/>
                  <a:pt x="1497434" y="139550"/>
                </a:cubicBezTo>
                <a:cubicBezTo>
                  <a:pt x="1497434" y="155268"/>
                  <a:pt x="1506070" y="163466"/>
                  <a:pt x="1525846" y="163466"/>
                </a:cubicBezTo>
                <a:cubicBezTo>
                  <a:pt x="1532439" y="163466"/>
                  <a:pt x="1545621" y="156179"/>
                  <a:pt x="1553119" y="150257"/>
                </a:cubicBezTo>
                <a:lnTo>
                  <a:pt x="1554486" y="150031"/>
                </a:lnTo>
                <a:moveTo>
                  <a:pt x="1553348" y="111531"/>
                </a:moveTo>
                <a:lnTo>
                  <a:pt x="1553348" y="141601"/>
                </a:lnTo>
                <a:cubicBezTo>
                  <a:pt x="1547667" y="146157"/>
                  <a:pt x="1541983" y="149802"/>
                  <a:pt x="1537894" y="149802"/>
                </a:cubicBezTo>
                <a:cubicBezTo>
                  <a:pt x="1528117" y="149802"/>
                  <a:pt x="1524708" y="143196"/>
                  <a:pt x="1524708" y="136134"/>
                </a:cubicBezTo>
                <a:cubicBezTo>
                  <a:pt x="1524708" y="127707"/>
                  <a:pt x="1525391" y="120642"/>
                  <a:pt x="1541529" y="115405"/>
                </a:cubicBezTo>
                <a:lnTo>
                  <a:pt x="1553348" y="111531"/>
                </a:lnTo>
                <a:close/>
                <a:moveTo>
                  <a:pt x="1698360" y="141375"/>
                </a:moveTo>
                <a:cubicBezTo>
                  <a:pt x="1698360" y="138640"/>
                  <a:pt x="1697906" y="134313"/>
                  <a:pt x="1695405" y="134313"/>
                </a:cubicBezTo>
                <a:cubicBezTo>
                  <a:pt x="1686312" y="142741"/>
                  <a:pt x="1678585" y="147071"/>
                  <a:pt x="1671995" y="147071"/>
                </a:cubicBezTo>
                <a:cubicBezTo>
                  <a:pt x="1654946" y="147071"/>
                  <a:pt x="1641538" y="134769"/>
                  <a:pt x="1641538" y="107430"/>
                </a:cubicBezTo>
                <a:cubicBezTo>
                  <a:pt x="1641538" y="82145"/>
                  <a:pt x="1647218" y="69614"/>
                  <a:pt x="1659267" y="69614"/>
                </a:cubicBezTo>
                <a:cubicBezTo>
                  <a:pt x="1667674" y="69614"/>
                  <a:pt x="1671083" y="78500"/>
                  <a:pt x="1671766" y="85787"/>
                </a:cubicBezTo>
                <a:cubicBezTo>
                  <a:pt x="1672449" y="91938"/>
                  <a:pt x="1678585" y="96497"/>
                  <a:pt x="1685857" y="96497"/>
                </a:cubicBezTo>
                <a:cubicBezTo>
                  <a:pt x="1693130" y="96497"/>
                  <a:pt x="1698360" y="90801"/>
                  <a:pt x="1698360" y="83737"/>
                </a:cubicBezTo>
                <a:cubicBezTo>
                  <a:pt x="1698360" y="73485"/>
                  <a:pt x="1686086" y="60047"/>
                  <a:pt x="1661310" y="60047"/>
                </a:cubicBezTo>
                <a:cubicBezTo>
                  <a:pt x="1634490" y="60047"/>
                  <a:pt x="1610851" y="81686"/>
                  <a:pt x="1610851" y="115405"/>
                </a:cubicBezTo>
                <a:cubicBezTo>
                  <a:pt x="1610851" y="130213"/>
                  <a:pt x="1616081" y="143196"/>
                  <a:pt x="1624946" y="151627"/>
                </a:cubicBezTo>
                <a:cubicBezTo>
                  <a:pt x="1633807" y="160050"/>
                  <a:pt x="1644264" y="163466"/>
                  <a:pt x="1660401" y="163466"/>
                </a:cubicBezTo>
                <a:cubicBezTo>
                  <a:pt x="1674038" y="163466"/>
                  <a:pt x="1689721" y="153903"/>
                  <a:pt x="1698360" y="141375"/>
                </a:cubicBezTo>
                <a:close/>
                <a:moveTo>
                  <a:pt x="1720405" y="62493"/>
                </a:moveTo>
                <a:cubicBezTo>
                  <a:pt x="1717225" y="62493"/>
                  <a:pt x="1713816" y="63407"/>
                  <a:pt x="1710861" y="65913"/>
                </a:cubicBezTo>
                <a:lnTo>
                  <a:pt x="1710861" y="72515"/>
                </a:lnTo>
                <a:cubicBezTo>
                  <a:pt x="1710861" y="73655"/>
                  <a:pt x="1711086" y="73881"/>
                  <a:pt x="1711995" y="73881"/>
                </a:cubicBezTo>
                <a:lnTo>
                  <a:pt x="1726769" y="73881"/>
                </a:lnTo>
                <a:cubicBezTo>
                  <a:pt x="1726315" y="96838"/>
                  <a:pt x="1726090" y="125931"/>
                  <a:pt x="1726090" y="137299"/>
                </a:cubicBezTo>
                <a:cubicBezTo>
                  <a:pt x="1726090" y="145253"/>
                  <a:pt x="1728136" y="152992"/>
                  <a:pt x="1732908" y="157089"/>
                </a:cubicBezTo>
                <a:cubicBezTo>
                  <a:pt x="1738135" y="161419"/>
                  <a:pt x="1746316" y="163466"/>
                  <a:pt x="1751772" y="163466"/>
                </a:cubicBezTo>
                <a:cubicBezTo>
                  <a:pt x="1764274" y="163466"/>
                  <a:pt x="1778137" y="157089"/>
                  <a:pt x="1782683" y="150713"/>
                </a:cubicBezTo>
                <a:cubicBezTo>
                  <a:pt x="1782683" y="147981"/>
                  <a:pt x="1781320" y="146615"/>
                  <a:pt x="1778594" y="144343"/>
                </a:cubicBezTo>
                <a:cubicBezTo>
                  <a:pt x="1775639" y="146615"/>
                  <a:pt x="1769955" y="147526"/>
                  <a:pt x="1765637" y="147526"/>
                </a:cubicBezTo>
                <a:cubicBezTo>
                  <a:pt x="1760636" y="147526"/>
                  <a:pt x="1755635" y="143662"/>
                  <a:pt x="1755635" y="132298"/>
                </a:cubicBezTo>
                <a:cubicBezTo>
                  <a:pt x="1755635" y="120931"/>
                  <a:pt x="1755410" y="96612"/>
                  <a:pt x="1755410" y="73881"/>
                </a:cubicBezTo>
                <a:lnTo>
                  <a:pt x="1778365" y="73881"/>
                </a:lnTo>
                <a:cubicBezTo>
                  <a:pt x="1780637" y="73881"/>
                  <a:pt x="1783821" y="72971"/>
                  <a:pt x="1783821" y="70920"/>
                </a:cubicBezTo>
                <a:lnTo>
                  <a:pt x="1783821" y="63862"/>
                </a:lnTo>
                <a:cubicBezTo>
                  <a:pt x="1783821" y="62952"/>
                  <a:pt x="1783138" y="62493"/>
                  <a:pt x="1782004" y="62493"/>
                </a:cubicBezTo>
                <a:lnTo>
                  <a:pt x="1755410" y="62493"/>
                </a:lnTo>
                <a:lnTo>
                  <a:pt x="1755635" y="54751"/>
                </a:lnTo>
                <a:cubicBezTo>
                  <a:pt x="1756089" y="39491"/>
                  <a:pt x="1756773" y="29017"/>
                  <a:pt x="1756773" y="29017"/>
                </a:cubicBezTo>
                <a:cubicBezTo>
                  <a:pt x="1756773" y="27648"/>
                  <a:pt x="1756089" y="26967"/>
                  <a:pt x="1754955" y="26967"/>
                </a:cubicBezTo>
                <a:cubicBezTo>
                  <a:pt x="1753363" y="26967"/>
                  <a:pt x="1744953" y="29473"/>
                  <a:pt x="1741318" y="31068"/>
                </a:cubicBezTo>
                <a:cubicBezTo>
                  <a:pt x="1737451" y="32659"/>
                  <a:pt x="1730862" y="34025"/>
                  <a:pt x="1729270" y="36075"/>
                </a:cubicBezTo>
                <a:cubicBezTo>
                  <a:pt x="1727678" y="38126"/>
                  <a:pt x="1726769" y="44277"/>
                  <a:pt x="1726769" y="62493"/>
                </a:cubicBezTo>
                <a:lnTo>
                  <a:pt x="1720405" y="62493"/>
                </a:lnTo>
                <a:close/>
                <a:moveTo>
                  <a:pt x="1934512" y="163466"/>
                </a:moveTo>
                <a:cubicBezTo>
                  <a:pt x="1956560" y="163466"/>
                  <a:pt x="1976789" y="152992"/>
                  <a:pt x="1992247" y="132722"/>
                </a:cubicBezTo>
                <a:cubicBezTo>
                  <a:pt x="1991110" y="130675"/>
                  <a:pt x="1987246" y="127940"/>
                  <a:pt x="1984745" y="127940"/>
                </a:cubicBezTo>
                <a:cubicBezTo>
                  <a:pt x="1968608" y="145705"/>
                  <a:pt x="1950196" y="151627"/>
                  <a:pt x="1934287" y="151627"/>
                </a:cubicBezTo>
                <a:cubicBezTo>
                  <a:pt x="1907922" y="151627"/>
                  <a:pt x="1887009" y="120653"/>
                  <a:pt x="1887009" y="85127"/>
                </a:cubicBezTo>
                <a:cubicBezTo>
                  <a:pt x="1887009" y="49830"/>
                  <a:pt x="1905192" y="20677"/>
                  <a:pt x="1932241" y="20677"/>
                </a:cubicBezTo>
                <a:cubicBezTo>
                  <a:pt x="1963607" y="20677"/>
                  <a:pt x="1973835" y="38442"/>
                  <a:pt x="1979744" y="58028"/>
                </a:cubicBezTo>
                <a:cubicBezTo>
                  <a:pt x="1982470" y="58938"/>
                  <a:pt x="1987017" y="58253"/>
                  <a:pt x="1989518" y="56888"/>
                </a:cubicBezTo>
                <a:cubicBezTo>
                  <a:pt x="1988380" y="45048"/>
                  <a:pt x="1986563" y="34115"/>
                  <a:pt x="1984517" y="21591"/>
                </a:cubicBezTo>
                <a:cubicBezTo>
                  <a:pt x="1972926" y="20451"/>
                  <a:pt x="1962698" y="11339"/>
                  <a:pt x="1934741" y="11339"/>
                </a:cubicBezTo>
                <a:cubicBezTo>
                  <a:pt x="1890193" y="11339"/>
                  <a:pt x="1852688" y="39352"/>
                  <a:pt x="1852688" y="89453"/>
                </a:cubicBezTo>
                <a:cubicBezTo>
                  <a:pt x="1852688" y="110860"/>
                  <a:pt x="1862007" y="135912"/>
                  <a:pt x="1880190" y="149121"/>
                </a:cubicBezTo>
                <a:cubicBezTo>
                  <a:pt x="1894739" y="159595"/>
                  <a:pt x="1912465" y="163466"/>
                  <a:pt x="1934512" y="163466"/>
                </a:cubicBezTo>
                <a:close/>
                <a:moveTo>
                  <a:pt x="2063842" y="69614"/>
                </a:moveTo>
                <a:cubicBezTo>
                  <a:pt x="2079296" y="69614"/>
                  <a:pt x="2089753" y="88067"/>
                  <a:pt x="2089753" y="119277"/>
                </a:cubicBezTo>
                <a:cubicBezTo>
                  <a:pt x="2089753" y="146612"/>
                  <a:pt x="2079071" y="153903"/>
                  <a:pt x="2070889" y="153903"/>
                </a:cubicBezTo>
                <a:cubicBezTo>
                  <a:pt x="2052251" y="153903"/>
                  <a:pt x="2044975" y="125883"/>
                  <a:pt x="2044975" y="109025"/>
                </a:cubicBezTo>
                <a:cubicBezTo>
                  <a:pt x="2044975" y="88067"/>
                  <a:pt x="2048613" y="69614"/>
                  <a:pt x="2063842" y="69614"/>
                </a:cubicBezTo>
                <a:moveTo>
                  <a:pt x="2013155" y="114036"/>
                </a:moveTo>
                <a:cubicBezTo>
                  <a:pt x="2013155" y="143880"/>
                  <a:pt x="2036794" y="163466"/>
                  <a:pt x="2067251" y="163466"/>
                </a:cubicBezTo>
                <a:cubicBezTo>
                  <a:pt x="2083389" y="163466"/>
                  <a:pt x="2096800" y="158914"/>
                  <a:pt x="2106119" y="150487"/>
                </a:cubicBezTo>
                <a:cubicBezTo>
                  <a:pt x="2117710" y="140235"/>
                  <a:pt x="2121573" y="124743"/>
                  <a:pt x="2121573" y="111986"/>
                </a:cubicBezTo>
                <a:cubicBezTo>
                  <a:pt x="2121573" y="82145"/>
                  <a:pt x="2101343" y="60047"/>
                  <a:pt x="2067477" y="60047"/>
                </a:cubicBezTo>
                <a:cubicBezTo>
                  <a:pt x="2048613" y="60047"/>
                  <a:pt x="2034522" y="66653"/>
                  <a:pt x="2025658" y="76904"/>
                </a:cubicBezTo>
                <a:cubicBezTo>
                  <a:pt x="2017018" y="86927"/>
                  <a:pt x="2013155" y="100594"/>
                  <a:pt x="2013155" y="114036"/>
                </a:cubicBezTo>
                <a:close/>
                <a:moveTo>
                  <a:pt x="2181806" y="133431"/>
                </a:moveTo>
                <a:lnTo>
                  <a:pt x="2181806" y="88070"/>
                </a:lnTo>
                <a:cubicBezTo>
                  <a:pt x="2181806" y="86930"/>
                  <a:pt x="2181806" y="85790"/>
                  <a:pt x="2181806" y="84651"/>
                </a:cubicBezTo>
                <a:cubicBezTo>
                  <a:pt x="2190671" y="79181"/>
                  <a:pt x="2198624" y="76901"/>
                  <a:pt x="2202491" y="76901"/>
                </a:cubicBezTo>
                <a:cubicBezTo>
                  <a:pt x="2211581" y="76901"/>
                  <a:pt x="2218399" y="81005"/>
                  <a:pt x="2218399" y="93999"/>
                </a:cubicBezTo>
                <a:lnTo>
                  <a:pt x="2218399" y="132062"/>
                </a:lnTo>
                <a:cubicBezTo>
                  <a:pt x="2218399" y="151210"/>
                  <a:pt x="2214761" y="153260"/>
                  <a:pt x="2205442" y="153944"/>
                </a:cubicBezTo>
                <a:cubicBezTo>
                  <a:pt x="2204079" y="155310"/>
                  <a:pt x="2204079" y="160321"/>
                  <a:pt x="2205442" y="161687"/>
                </a:cubicBezTo>
                <a:cubicBezTo>
                  <a:pt x="2214990" y="161461"/>
                  <a:pt x="2222263" y="161232"/>
                  <a:pt x="2233173" y="161232"/>
                </a:cubicBezTo>
                <a:cubicBezTo>
                  <a:pt x="2244084" y="161232"/>
                  <a:pt x="2251128" y="161461"/>
                  <a:pt x="2260901" y="161687"/>
                </a:cubicBezTo>
                <a:cubicBezTo>
                  <a:pt x="2262268" y="160321"/>
                  <a:pt x="2262268" y="155310"/>
                  <a:pt x="2260901" y="153944"/>
                </a:cubicBezTo>
                <a:cubicBezTo>
                  <a:pt x="2251811" y="153260"/>
                  <a:pt x="2247948" y="151210"/>
                  <a:pt x="2247948" y="132062"/>
                </a:cubicBezTo>
                <a:lnTo>
                  <a:pt x="2247948" y="96504"/>
                </a:lnTo>
                <a:cubicBezTo>
                  <a:pt x="2247948" y="90805"/>
                  <a:pt x="2247719" y="86249"/>
                  <a:pt x="2247039" y="83969"/>
                </a:cubicBezTo>
                <a:cubicBezTo>
                  <a:pt x="2255675" y="79636"/>
                  <a:pt x="2265448" y="76901"/>
                  <a:pt x="2269086" y="76901"/>
                </a:cubicBezTo>
                <a:cubicBezTo>
                  <a:pt x="2278176" y="76901"/>
                  <a:pt x="2284541" y="81005"/>
                  <a:pt x="2284541" y="93999"/>
                </a:cubicBezTo>
                <a:lnTo>
                  <a:pt x="2284541" y="132062"/>
                </a:lnTo>
                <a:cubicBezTo>
                  <a:pt x="2284541" y="151210"/>
                  <a:pt x="2280902" y="153260"/>
                  <a:pt x="2271587" y="153944"/>
                </a:cubicBezTo>
                <a:cubicBezTo>
                  <a:pt x="2270220" y="155310"/>
                  <a:pt x="2270220" y="160321"/>
                  <a:pt x="2271587" y="161687"/>
                </a:cubicBezTo>
                <a:cubicBezTo>
                  <a:pt x="2281131" y="161461"/>
                  <a:pt x="2288404" y="161232"/>
                  <a:pt x="2299315" y="161232"/>
                </a:cubicBezTo>
                <a:cubicBezTo>
                  <a:pt x="2311814" y="161232"/>
                  <a:pt x="2321816" y="161461"/>
                  <a:pt x="2331590" y="161687"/>
                </a:cubicBezTo>
                <a:cubicBezTo>
                  <a:pt x="2332953" y="160321"/>
                  <a:pt x="2332953" y="155310"/>
                  <a:pt x="2331590" y="153944"/>
                </a:cubicBezTo>
                <a:cubicBezTo>
                  <a:pt x="2317724" y="153260"/>
                  <a:pt x="2314089" y="151210"/>
                  <a:pt x="2314089" y="132062"/>
                </a:cubicBezTo>
                <a:lnTo>
                  <a:pt x="2314089" y="96504"/>
                </a:lnTo>
                <a:cubicBezTo>
                  <a:pt x="2314089" y="71435"/>
                  <a:pt x="2304996" y="60047"/>
                  <a:pt x="2285449" y="60047"/>
                </a:cubicBezTo>
                <a:cubicBezTo>
                  <a:pt x="2277039" y="60047"/>
                  <a:pt x="2257947" y="69158"/>
                  <a:pt x="2244764" y="76675"/>
                </a:cubicBezTo>
                <a:cubicBezTo>
                  <a:pt x="2241355" y="66653"/>
                  <a:pt x="2232265" y="60047"/>
                  <a:pt x="2218853" y="60047"/>
                </a:cubicBezTo>
                <a:cubicBezTo>
                  <a:pt x="2210672" y="60047"/>
                  <a:pt x="2194306" y="68703"/>
                  <a:pt x="2181352" y="75991"/>
                </a:cubicBezTo>
                <a:cubicBezTo>
                  <a:pt x="2180669" y="69158"/>
                  <a:pt x="2179986" y="63921"/>
                  <a:pt x="2179986" y="63921"/>
                </a:cubicBezTo>
                <a:cubicBezTo>
                  <a:pt x="2179760" y="61186"/>
                  <a:pt x="2177943" y="60047"/>
                  <a:pt x="2174759" y="60047"/>
                </a:cubicBezTo>
                <a:cubicBezTo>
                  <a:pt x="2166349" y="62372"/>
                  <a:pt x="2152712" y="65562"/>
                  <a:pt x="2137029" y="67609"/>
                </a:cubicBezTo>
                <a:cubicBezTo>
                  <a:pt x="2136574" y="68978"/>
                  <a:pt x="2137029" y="73530"/>
                  <a:pt x="2137483" y="74899"/>
                </a:cubicBezTo>
                <a:cubicBezTo>
                  <a:pt x="2149986" y="76039"/>
                  <a:pt x="2152258" y="77860"/>
                  <a:pt x="2152258" y="90843"/>
                </a:cubicBezTo>
                <a:lnTo>
                  <a:pt x="2152258" y="133445"/>
                </a:lnTo>
                <a:cubicBezTo>
                  <a:pt x="2152258" y="152349"/>
                  <a:pt x="2149757" y="152808"/>
                  <a:pt x="2135891" y="153944"/>
                </a:cubicBezTo>
                <a:cubicBezTo>
                  <a:pt x="2134528" y="155310"/>
                  <a:pt x="2134528" y="160321"/>
                  <a:pt x="2135891" y="161687"/>
                </a:cubicBezTo>
                <a:cubicBezTo>
                  <a:pt x="2145439" y="161461"/>
                  <a:pt x="2154984" y="161232"/>
                  <a:pt x="2167032" y="161232"/>
                </a:cubicBezTo>
                <a:cubicBezTo>
                  <a:pt x="2177488" y="161232"/>
                  <a:pt x="2183853" y="161461"/>
                  <a:pt x="2193626" y="161687"/>
                </a:cubicBezTo>
                <a:cubicBezTo>
                  <a:pt x="2194989" y="160321"/>
                  <a:pt x="2194989" y="155310"/>
                  <a:pt x="2193626" y="153944"/>
                </a:cubicBezTo>
                <a:cubicBezTo>
                  <a:pt x="2184078" y="153034"/>
                  <a:pt x="2181806" y="152349"/>
                  <a:pt x="2181806" y="133431"/>
                </a:cubicBezTo>
                <a:close/>
                <a:moveTo>
                  <a:pt x="2357272" y="90798"/>
                </a:moveTo>
                <a:lnTo>
                  <a:pt x="2357272" y="186315"/>
                </a:lnTo>
                <a:cubicBezTo>
                  <a:pt x="2357272" y="205279"/>
                  <a:pt x="2354775" y="205738"/>
                  <a:pt x="2340909" y="206878"/>
                </a:cubicBezTo>
                <a:cubicBezTo>
                  <a:pt x="2339546" y="208243"/>
                  <a:pt x="2339546" y="213254"/>
                  <a:pt x="2340909" y="214620"/>
                </a:cubicBezTo>
                <a:cubicBezTo>
                  <a:pt x="2350453" y="214394"/>
                  <a:pt x="2360001" y="214165"/>
                  <a:pt x="2372046" y="214165"/>
                </a:cubicBezTo>
                <a:cubicBezTo>
                  <a:pt x="2384095" y="214165"/>
                  <a:pt x="2393414" y="214394"/>
                  <a:pt x="2403187" y="214620"/>
                </a:cubicBezTo>
                <a:cubicBezTo>
                  <a:pt x="2404550" y="213254"/>
                  <a:pt x="2404550" y="208243"/>
                  <a:pt x="2403187" y="206878"/>
                </a:cubicBezTo>
                <a:cubicBezTo>
                  <a:pt x="2389321" y="205964"/>
                  <a:pt x="2386821" y="205279"/>
                  <a:pt x="2386821" y="186315"/>
                </a:cubicBezTo>
                <a:lnTo>
                  <a:pt x="2386821" y="159595"/>
                </a:lnTo>
                <a:cubicBezTo>
                  <a:pt x="2391822" y="162101"/>
                  <a:pt x="2396594" y="163466"/>
                  <a:pt x="2402049" y="163466"/>
                </a:cubicBezTo>
                <a:cubicBezTo>
                  <a:pt x="2436599" y="163466"/>
                  <a:pt x="2459101" y="140690"/>
                  <a:pt x="2459101" y="107201"/>
                </a:cubicBezTo>
                <a:cubicBezTo>
                  <a:pt x="2459101" y="94443"/>
                  <a:pt x="2454325" y="80321"/>
                  <a:pt x="2445460" y="71435"/>
                </a:cubicBezTo>
                <a:cubicBezTo>
                  <a:pt x="2437508" y="63466"/>
                  <a:pt x="2426143" y="60047"/>
                  <a:pt x="2414323" y="60047"/>
                </a:cubicBezTo>
                <a:cubicBezTo>
                  <a:pt x="2407730" y="60047"/>
                  <a:pt x="2395460" y="68019"/>
                  <a:pt x="2387504" y="75306"/>
                </a:cubicBezTo>
                <a:lnTo>
                  <a:pt x="2386141" y="75306"/>
                </a:lnTo>
                <a:cubicBezTo>
                  <a:pt x="2385683" y="68929"/>
                  <a:pt x="2385003" y="63921"/>
                  <a:pt x="2385003" y="63921"/>
                </a:cubicBezTo>
                <a:cubicBezTo>
                  <a:pt x="2384774" y="61186"/>
                  <a:pt x="2382957" y="60047"/>
                  <a:pt x="2379777" y="60047"/>
                </a:cubicBezTo>
                <a:cubicBezTo>
                  <a:pt x="2371366" y="62372"/>
                  <a:pt x="2357730" y="65562"/>
                  <a:pt x="2342047" y="67609"/>
                </a:cubicBezTo>
                <a:cubicBezTo>
                  <a:pt x="2341589" y="68978"/>
                  <a:pt x="2342047" y="73530"/>
                  <a:pt x="2342501" y="74899"/>
                </a:cubicBezTo>
                <a:cubicBezTo>
                  <a:pt x="2355000" y="75991"/>
                  <a:pt x="2357272" y="77811"/>
                  <a:pt x="2357272" y="90798"/>
                </a:cubicBezTo>
                <a:moveTo>
                  <a:pt x="2386821" y="146386"/>
                </a:moveTo>
                <a:lnTo>
                  <a:pt x="2386821" y="88063"/>
                </a:lnTo>
                <a:cubicBezTo>
                  <a:pt x="2386821" y="86697"/>
                  <a:pt x="2386821" y="85558"/>
                  <a:pt x="2386821" y="84192"/>
                </a:cubicBezTo>
                <a:cubicBezTo>
                  <a:pt x="2393414" y="78270"/>
                  <a:pt x="2401824" y="75306"/>
                  <a:pt x="2407050" y="75306"/>
                </a:cubicBezTo>
                <a:cubicBezTo>
                  <a:pt x="2416369" y="75306"/>
                  <a:pt x="2427280" y="86697"/>
                  <a:pt x="2427280" y="113352"/>
                </a:cubicBezTo>
                <a:cubicBezTo>
                  <a:pt x="2427280" y="132489"/>
                  <a:pt x="2420458" y="153903"/>
                  <a:pt x="2400686" y="153903"/>
                </a:cubicBezTo>
                <a:cubicBezTo>
                  <a:pt x="2398186" y="153903"/>
                  <a:pt x="2392505" y="152537"/>
                  <a:pt x="2386821" y="146386"/>
                </a:cubicBezTo>
                <a:close/>
                <a:moveTo>
                  <a:pt x="2583655" y="130932"/>
                </a:moveTo>
                <a:lnTo>
                  <a:pt x="2583655" y="91611"/>
                </a:lnTo>
                <a:cubicBezTo>
                  <a:pt x="2583655" y="72522"/>
                  <a:pt x="2584109" y="75247"/>
                  <a:pt x="2584109" y="69794"/>
                </a:cubicBezTo>
                <a:cubicBezTo>
                  <a:pt x="2584109" y="65923"/>
                  <a:pt x="2583200" y="63418"/>
                  <a:pt x="2581837" y="62048"/>
                </a:cubicBezTo>
                <a:cubicBezTo>
                  <a:pt x="2577745" y="62278"/>
                  <a:pt x="2573198" y="62507"/>
                  <a:pt x="2568880" y="62507"/>
                </a:cubicBezTo>
                <a:cubicBezTo>
                  <a:pt x="2562516" y="62507"/>
                  <a:pt x="2547742" y="62278"/>
                  <a:pt x="2538877" y="62048"/>
                </a:cubicBezTo>
                <a:cubicBezTo>
                  <a:pt x="2537514" y="63418"/>
                  <a:pt x="2537514" y="68429"/>
                  <a:pt x="2538877" y="69794"/>
                </a:cubicBezTo>
                <a:cubicBezTo>
                  <a:pt x="2550471" y="70931"/>
                  <a:pt x="2554106" y="72522"/>
                  <a:pt x="2554106" y="91611"/>
                </a:cubicBezTo>
                <a:lnTo>
                  <a:pt x="2554106" y="133660"/>
                </a:lnTo>
                <a:cubicBezTo>
                  <a:pt x="2554106" y="135933"/>
                  <a:pt x="2554106" y="138206"/>
                  <a:pt x="2554335" y="140478"/>
                </a:cubicBezTo>
                <a:cubicBezTo>
                  <a:pt x="2545016" y="146160"/>
                  <a:pt x="2537514" y="146615"/>
                  <a:pt x="2533422" y="146615"/>
                </a:cubicBezTo>
                <a:cubicBezTo>
                  <a:pt x="2524332" y="146615"/>
                  <a:pt x="2517513" y="145479"/>
                  <a:pt x="2517513" y="129570"/>
                </a:cubicBezTo>
                <a:lnTo>
                  <a:pt x="2517513" y="91611"/>
                </a:lnTo>
                <a:cubicBezTo>
                  <a:pt x="2517513" y="72522"/>
                  <a:pt x="2517968" y="75247"/>
                  <a:pt x="2517968" y="69794"/>
                </a:cubicBezTo>
                <a:cubicBezTo>
                  <a:pt x="2517968" y="65923"/>
                  <a:pt x="2517059" y="63418"/>
                  <a:pt x="2515696" y="62048"/>
                </a:cubicBezTo>
                <a:cubicBezTo>
                  <a:pt x="2511604" y="62278"/>
                  <a:pt x="2506831" y="62507"/>
                  <a:pt x="2502739" y="62507"/>
                </a:cubicBezTo>
                <a:cubicBezTo>
                  <a:pt x="2491148" y="62507"/>
                  <a:pt x="2482509" y="62278"/>
                  <a:pt x="2472736" y="62048"/>
                </a:cubicBezTo>
                <a:cubicBezTo>
                  <a:pt x="2471373" y="63418"/>
                  <a:pt x="2471373" y="68429"/>
                  <a:pt x="2472736" y="69794"/>
                </a:cubicBezTo>
                <a:cubicBezTo>
                  <a:pt x="2483192" y="70250"/>
                  <a:pt x="2487964" y="72522"/>
                  <a:pt x="2487964" y="91611"/>
                </a:cubicBezTo>
                <a:lnTo>
                  <a:pt x="2487964" y="127068"/>
                </a:lnTo>
                <a:cubicBezTo>
                  <a:pt x="2487964" y="151171"/>
                  <a:pt x="2497512" y="163466"/>
                  <a:pt x="2517059" y="163466"/>
                </a:cubicBezTo>
                <a:cubicBezTo>
                  <a:pt x="2525240" y="163466"/>
                  <a:pt x="2541832" y="156864"/>
                  <a:pt x="2555015" y="149576"/>
                </a:cubicBezTo>
                <a:cubicBezTo>
                  <a:pt x="2555469" y="155268"/>
                  <a:pt x="2555927" y="159595"/>
                  <a:pt x="2555927" y="159595"/>
                </a:cubicBezTo>
                <a:cubicBezTo>
                  <a:pt x="2556152" y="162330"/>
                  <a:pt x="2557969" y="163466"/>
                  <a:pt x="2561153" y="163466"/>
                </a:cubicBezTo>
                <a:cubicBezTo>
                  <a:pt x="2569564" y="161145"/>
                  <a:pt x="2583200" y="157955"/>
                  <a:pt x="2598884" y="155904"/>
                </a:cubicBezTo>
                <a:cubicBezTo>
                  <a:pt x="2599338" y="154539"/>
                  <a:pt x="2598884" y="149986"/>
                  <a:pt x="2598429" y="148617"/>
                </a:cubicBezTo>
                <a:cubicBezTo>
                  <a:pt x="2586155" y="147526"/>
                  <a:pt x="2583655" y="143887"/>
                  <a:pt x="2583655" y="130932"/>
                </a:cubicBezTo>
                <a:close/>
                <a:moveTo>
                  <a:pt x="2617974" y="62493"/>
                </a:moveTo>
                <a:cubicBezTo>
                  <a:pt x="2614794" y="62493"/>
                  <a:pt x="2611385" y="63407"/>
                  <a:pt x="2608430" y="65913"/>
                </a:cubicBezTo>
                <a:lnTo>
                  <a:pt x="2608430" y="72515"/>
                </a:lnTo>
                <a:cubicBezTo>
                  <a:pt x="2608430" y="73655"/>
                  <a:pt x="2608655" y="73881"/>
                  <a:pt x="2609564" y="73881"/>
                </a:cubicBezTo>
                <a:lnTo>
                  <a:pt x="2624338" y="73881"/>
                </a:lnTo>
                <a:cubicBezTo>
                  <a:pt x="2623884" y="96838"/>
                  <a:pt x="2623659" y="125931"/>
                  <a:pt x="2623659" y="137299"/>
                </a:cubicBezTo>
                <a:cubicBezTo>
                  <a:pt x="2623659" y="145253"/>
                  <a:pt x="2625705" y="152992"/>
                  <a:pt x="2630477" y="157089"/>
                </a:cubicBezTo>
                <a:cubicBezTo>
                  <a:pt x="2635704" y="161419"/>
                  <a:pt x="2643885" y="163466"/>
                  <a:pt x="2649340" y="163466"/>
                </a:cubicBezTo>
                <a:cubicBezTo>
                  <a:pt x="2661843" y="163466"/>
                  <a:pt x="2675705" y="157089"/>
                  <a:pt x="2680252" y="150713"/>
                </a:cubicBezTo>
                <a:cubicBezTo>
                  <a:pt x="2680252" y="147981"/>
                  <a:pt x="2678889" y="146615"/>
                  <a:pt x="2676163" y="144343"/>
                </a:cubicBezTo>
                <a:cubicBezTo>
                  <a:pt x="2673208" y="146615"/>
                  <a:pt x="2667524" y="147526"/>
                  <a:pt x="2663206" y="147526"/>
                </a:cubicBezTo>
                <a:cubicBezTo>
                  <a:pt x="2658205" y="147526"/>
                  <a:pt x="2653204" y="143662"/>
                  <a:pt x="2653204" y="132298"/>
                </a:cubicBezTo>
                <a:cubicBezTo>
                  <a:pt x="2653204" y="120931"/>
                  <a:pt x="2652978" y="96612"/>
                  <a:pt x="2652978" y="73881"/>
                </a:cubicBezTo>
                <a:lnTo>
                  <a:pt x="2675934" y="73881"/>
                </a:lnTo>
                <a:cubicBezTo>
                  <a:pt x="2678206" y="73881"/>
                  <a:pt x="2681390" y="72971"/>
                  <a:pt x="2681390" y="70920"/>
                </a:cubicBezTo>
                <a:lnTo>
                  <a:pt x="2681390" y="63862"/>
                </a:lnTo>
                <a:cubicBezTo>
                  <a:pt x="2681390" y="62952"/>
                  <a:pt x="2680707" y="62493"/>
                  <a:pt x="2679572" y="62493"/>
                </a:cubicBezTo>
                <a:lnTo>
                  <a:pt x="2652978" y="62493"/>
                </a:lnTo>
                <a:lnTo>
                  <a:pt x="2653204" y="54751"/>
                </a:lnTo>
                <a:cubicBezTo>
                  <a:pt x="2653658" y="39491"/>
                  <a:pt x="2654341" y="29017"/>
                  <a:pt x="2654341" y="29017"/>
                </a:cubicBezTo>
                <a:cubicBezTo>
                  <a:pt x="2654341" y="27648"/>
                  <a:pt x="2653658" y="26967"/>
                  <a:pt x="2652524" y="26967"/>
                </a:cubicBezTo>
                <a:cubicBezTo>
                  <a:pt x="2650932" y="26967"/>
                  <a:pt x="2642522" y="29473"/>
                  <a:pt x="2638887" y="31068"/>
                </a:cubicBezTo>
                <a:cubicBezTo>
                  <a:pt x="2635020" y="32659"/>
                  <a:pt x="2628431" y="34025"/>
                  <a:pt x="2626839" y="36075"/>
                </a:cubicBezTo>
                <a:cubicBezTo>
                  <a:pt x="2625247" y="38126"/>
                  <a:pt x="2624338" y="44277"/>
                  <a:pt x="2624338" y="62493"/>
                </a:cubicBezTo>
                <a:lnTo>
                  <a:pt x="2617974" y="62493"/>
                </a:lnTo>
                <a:close/>
                <a:moveTo>
                  <a:pt x="2752078" y="150031"/>
                </a:moveTo>
                <a:cubicBezTo>
                  <a:pt x="2753666" y="159369"/>
                  <a:pt x="2759805" y="163466"/>
                  <a:pt x="2769804" y="163466"/>
                </a:cubicBezTo>
                <a:cubicBezTo>
                  <a:pt x="2782307" y="163466"/>
                  <a:pt x="2791171" y="158685"/>
                  <a:pt x="2799582" y="150713"/>
                </a:cubicBezTo>
                <a:cubicBezTo>
                  <a:pt x="2799127" y="147981"/>
                  <a:pt x="2798215" y="146160"/>
                  <a:pt x="2795489" y="144336"/>
                </a:cubicBezTo>
                <a:cubicBezTo>
                  <a:pt x="2792534" y="146615"/>
                  <a:pt x="2790263" y="147526"/>
                  <a:pt x="2785945" y="147526"/>
                </a:cubicBezTo>
                <a:cubicBezTo>
                  <a:pt x="2780944" y="147526"/>
                  <a:pt x="2779581" y="143425"/>
                  <a:pt x="2779581" y="132263"/>
                </a:cubicBezTo>
                <a:lnTo>
                  <a:pt x="2780035" y="99458"/>
                </a:lnTo>
                <a:cubicBezTo>
                  <a:pt x="2780035" y="66653"/>
                  <a:pt x="2759805" y="60047"/>
                  <a:pt x="2741167" y="60047"/>
                </a:cubicBezTo>
                <a:cubicBezTo>
                  <a:pt x="2724575" y="60047"/>
                  <a:pt x="2699119" y="69614"/>
                  <a:pt x="2699119" y="84651"/>
                </a:cubicBezTo>
                <a:cubicBezTo>
                  <a:pt x="2699119" y="91027"/>
                  <a:pt x="2701845" y="96038"/>
                  <a:pt x="2710710" y="96038"/>
                </a:cubicBezTo>
                <a:cubicBezTo>
                  <a:pt x="2718891" y="96038"/>
                  <a:pt x="2724801" y="91027"/>
                  <a:pt x="2724801" y="85561"/>
                </a:cubicBezTo>
                <a:cubicBezTo>
                  <a:pt x="2724801" y="82600"/>
                  <a:pt x="2723212" y="78725"/>
                  <a:pt x="2723892" y="74854"/>
                </a:cubicBezTo>
                <a:cubicBezTo>
                  <a:pt x="2724121" y="72349"/>
                  <a:pt x="2725938" y="69614"/>
                  <a:pt x="2733440" y="69614"/>
                </a:cubicBezTo>
                <a:cubicBezTo>
                  <a:pt x="2742984" y="69614"/>
                  <a:pt x="2750940" y="73714"/>
                  <a:pt x="2750940" y="102648"/>
                </a:cubicBezTo>
                <a:lnTo>
                  <a:pt x="2735712" y="107430"/>
                </a:lnTo>
                <a:cubicBezTo>
                  <a:pt x="2711847" y="114947"/>
                  <a:pt x="2695027" y="121556"/>
                  <a:pt x="2695027" y="139550"/>
                </a:cubicBezTo>
                <a:cubicBezTo>
                  <a:pt x="2695027" y="155268"/>
                  <a:pt x="2703662" y="163466"/>
                  <a:pt x="2723438" y="163466"/>
                </a:cubicBezTo>
                <a:cubicBezTo>
                  <a:pt x="2730031" y="163466"/>
                  <a:pt x="2743213" y="156179"/>
                  <a:pt x="2750711" y="150257"/>
                </a:cubicBezTo>
                <a:lnTo>
                  <a:pt x="2752078" y="150031"/>
                </a:lnTo>
                <a:moveTo>
                  <a:pt x="2750940" y="111531"/>
                </a:moveTo>
                <a:lnTo>
                  <a:pt x="2750940" y="141601"/>
                </a:lnTo>
                <a:cubicBezTo>
                  <a:pt x="2745260" y="146157"/>
                  <a:pt x="2739575" y="149802"/>
                  <a:pt x="2735486" y="149802"/>
                </a:cubicBezTo>
                <a:cubicBezTo>
                  <a:pt x="2725709" y="149802"/>
                  <a:pt x="2722300" y="143196"/>
                  <a:pt x="2722300" y="136134"/>
                </a:cubicBezTo>
                <a:cubicBezTo>
                  <a:pt x="2722300" y="127707"/>
                  <a:pt x="2722983" y="120642"/>
                  <a:pt x="2739121" y="115405"/>
                </a:cubicBezTo>
                <a:lnTo>
                  <a:pt x="2750940" y="111531"/>
                </a:lnTo>
                <a:close/>
                <a:moveTo>
                  <a:pt x="2814353" y="62493"/>
                </a:moveTo>
                <a:cubicBezTo>
                  <a:pt x="2811173" y="62493"/>
                  <a:pt x="2807764" y="63407"/>
                  <a:pt x="2804809" y="65913"/>
                </a:cubicBezTo>
                <a:lnTo>
                  <a:pt x="2804809" y="72515"/>
                </a:lnTo>
                <a:cubicBezTo>
                  <a:pt x="2804809" y="73655"/>
                  <a:pt x="2805034" y="73881"/>
                  <a:pt x="2805943" y="73881"/>
                </a:cubicBezTo>
                <a:lnTo>
                  <a:pt x="2820717" y="73881"/>
                </a:lnTo>
                <a:cubicBezTo>
                  <a:pt x="2820263" y="96838"/>
                  <a:pt x="2820038" y="125931"/>
                  <a:pt x="2820038" y="137299"/>
                </a:cubicBezTo>
                <a:cubicBezTo>
                  <a:pt x="2820038" y="145253"/>
                  <a:pt x="2822084" y="152992"/>
                  <a:pt x="2826856" y="157089"/>
                </a:cubicBezTo>
                <a:cubicBezTo>
                  <a:pt x="2832083" y="161419"/>
                  <a:pt x="2840264" y="163466"/>
                  <a:pt x="2845719" y="163466"/>
                </a:cubicBezTo>
                <a:cubicBezTo>
                  <a:pt x="2858222" y="163466"/>
                  <a:pt x="2872085" y="157089"/>
                  <a:pt x="2876631" y="150713"/>
                </a:cubicBezTo>
                <a:cubicBezTo>
                  <a:pt x="2876631" y="147981"/>
                  <a:pt x="2875268" y="146615"/>
                  <a:pt x="2872542" y="144343"/>
                </a:cubicBezTo>
                <a:cubicBezTo>
                  <a:pt x="2869587" y="146615"/>
                  <a:pt x="2863903" y="147526"/>
                  <a:pt x="2859585" y="147526"/>
                </a:cubicBezTo>
                <a:cubicBezTo>
                  <a:pt x="2854584" y="147526"/>
                  <a:pt x="2849583" y="143662"/>
                  <a:pt x="2849583" y="132298"/>
                </a:cubicBezTo>
                <a:cubicBezTo>
                  <a:pt x="2849583" y="120931"/>
                  <a:pt x="2849358" y="96612"/>
                  <a:pt x="2849358" y="73881"/>
                </a:cubicBezTo>
                <a:lnTo>
                  <a:pt x="2872313" y="73881"/>
                </a:lnTo>
                <a:cubicBezTo>
                  <a:pt x="2874585" y="73881"/>
                  <a:pt x="2877769" y="72971"/>
                  <a:pt x="2877769" y="70920"/>
                </a:cubicBezTo>
                <a:lnTo>
                  <a:pt x="2877769" y="63862"/>
                </a:lnTo>
                <a:cubicBezTo>
                  <a:pt x="2877769" y="62952"/>
                  <a:pt x="2877086" y="62493"/>
                  <a:pt x="2875952" y="62493"/>
                </a:cubicBezTo>
                <a:lnTo>
                  <a:pt x="2849358" y="62493"/>
                </a:lnTo>
                <a:lnTo>
                  <a:pt x="2849583" y="54751"/>
                </a:lnTo>
                <a:cubicBezTo>
                  <a:pt x="2850037" y="39491"/>
                  <a:pt x="2850721" y="29017"/>
                  <a:pt x="2850721" y="29017"/>
                </a:cubicBezTo>
                <a:cubicBezTo>
                  <a:pt x="2850721" y="27648"/>
                  <a:pt x="2850037" y="26967"/>
                  <a:pt x="2848903" y="26967"/>
                </a:cubicBezTo>
                <a:cubicBezTo>
                  <a:pt x="2847311" y="26967"/>
                  <a:pt x="2838901" y="29473"/>
                  <a:pt x="2835266" y="31068"/>
                </a:cubicBezTo>
                <a:cubicBezTo>
                  <a:pt x="2831399" y="32659"/>
                  <a:pt x="2824810" y="34025"/>
                  <a:pt x="2823218" y="36075"/>
                </a:cubicBezTo>
                <a:cubicBezTo>
                  <a:pt x="2821626" y="38126"/>
                  <a:pt x="2820717" y="44277"/>
                  <a:pt x="2820717" y="62493"/>
                </a:cubicBezTo>
                <a:lnTo>
                  <a:pt x="2814353" y="62493"/>
                </a:lnTo>
                <a:close/>
                <a:moveTo>
                  <a:pt x="2934137" y="133452"/>
                </a:moveTo>
                <a:lnTo>
                  <a:pt x="2934137" y="88133"/>
                </a:lnTo>
                <a:cubicBezTo>
                  <a:pt x="2934137" y="76748"/>
                  <a:pt x="2935045" y="63963"/>
                  <a:pt x="2935045" y="63963"/>
                </a:cubicBezTo>
                <a:cubicBezTo>
                  <a:pt x="2935045" y="61430"/>
                  <a:pt x="2932999" y="60047"/>
                  <a:pt x="2929819" y="60047"/>
                </a:cubicBezTo>
                <a:cubicBezTo>
                  <a:pt x="2923455" y="62583"/>
                  <a:pt x="2905042" y="64425"/>
                  <a:pt x="2889359" y="66496"/>
                </a:cubicBezTo>
                <a:cubicBezTo>
                  <a:pt x="2888905" y="67866"/>
                  <a:pt x="2889359" y="72418"/>
                  <a:pt x="2889813" y="73787"/>
                </a:cubicBezTo>
                <a:cubicBezTo>
                  <a:pt x="2902316" y="74924"/>
                  <a:pt x="2904588" y="76748"/>
                  <a:pt x="2904588" y="89728"/>
                </a:cubicBezTo>
                <a:lnTo>
                  <a:pt x="2904588" y="133452"/>
                </a:lnTo>
                <a:cubicBezTo>
                  <a:pt x="2904588" y="152353"/>
                  <a:pt x="2902087" y="152808"/>
                  <a:pt x="2888225" y="153944"/>
                </a:cubicBezTo>
                <a:cubicBezTo>
                  <a:pt x="2886859" y="155310"/>
                  <a:pt x="2886859" y="160321"/>
                  <a:pt x="2888225" y="161687"/>
                </a:cubicBezTo>
                <a:cubicBezTo>
                  <a:pt x="2897769" y="161461"/>
                  <a:pt x="2907317" y="161232"/>
                  <a:pt x="2919362" y="161232"/>
                </a:cubicBezTo>
                <a:cubicBezTo>
                  <a:pt x="2931407" y="161232"/>
                  <a:pt x="2940726" y="161461"/>
                  <a:pt x="2950500" y="161687"/>
                </a:cubicBezTo>
                <a:cubicBezTo>
                  <a:pt x="2951866" y="160321"/>
                  <a:pt x="2951866" y="155310"/>
                  <a:pt x="2950500" y="153944"/>
                </a:cubicBezTo>
                <a:cubicBezTo>
                  <a:pt x="2936637" y="153034"/>
                  <a:pt x="2934137" y="152353"/>
                  <a:pt x="2934137" y="133452"/>
                </a:cubicBezTo>
                <a:moveTo>
                  <a:pt x="2903454" y="25462"/>
                </a:moveTo>
                <a:cubicBezTo>
                  <a:pt x="2903454" y="32975"/>
                  <a:pt x="2908906" y="40492"/>
                  <a:pt x="2917999" y="40492"/>
                </a:cubicBezTo>
                <a:cubicBezTo>
                  <a:pt x="2928227" y="40492"/>
                  <a:pt x="2934137" y="32294"/>
                  <a:pt x="2934137" y="26373"/>
                </a:cubicBezTo>
                <a:cubicBezTo>
                  <a:pt x="2934137" y="19541"/>
                  <a:pt x="2928910" y="11339"/>
                  <a:pt x="2919362" y="11339"/>
                </a:cubicBezTo>
                <a:cubicBezTo>
                  <a:pt x="2908680" y="11339"/>
                  <a:pt x="2903454" y="18630"/>
                  <a:pt x="2903454" y="25462"/>
                </a:cubicBezTo>
                <a:close/>
                <a:moveTo>
                  <a:pt x="3013688" y="69614"/>
                </a:moveTo>
                <a:cubicBezTo>
                  <a:pt x="3029142" y="69614"/>
                  <a:pt x="3039599" y="88067"/>
                  <a:pt x="3039599" y="119277"/>
                </a:cubicBezTo>
                <a:cubicBezTo>
                  <a:pt x="3039599" y="146612"/>
                  <a:pt x="3028917" y="153903"/>
                  <a:pt x="3020736" y="153903"/>
                </a:cubicBezTo>
                <a:cubicBezTo>
                  <a:pt x="3002098" y="153903"/>
                  <a:pt x="2994821" y="125883"/>
                  <a:pt x="2994821" y="109025"/>
                </a:cubicBezTo>
                <a:cubicBezTo>
                  <a:pt x="2994821" y="88067"/>
                  <a:pt x="2998459" y="69614"/>
                  <a:pt x="3013688" y="69614"/>
                </a:cubicBezTo>
                <a:moveTo>
                  <a:pt x="2963001" y="114036"/>
                </a:moveTo>
                <a:cubicBezTo>
                  <a:pt x="2963001" y="143880"/>
                  <a:pt x="2986640" y="163466"/>
                  <a:pt x="3017097" y="163466"/>
                </a:cubicBezTo>
                <a:cubicBezTo>
                  <a:pt x="3033235" y="163466"/>
                  <a:pt x="3046646" y="158914"/>
                  <a:pt x="3055965" y="150487"/>
                </a:cubicBezTo>
                <a:cubicBezTo>
                  <a:pt x="3067556" y="140235"/>
                  <a:pt x="3071419" y="124743"/>
                  <a:pt x="3071419" y="111986"/>
                </a:cubicBezTo>
                <a:cubicBezTo>
                  <a:pt x="3071419" y="82145"/>
                  <a:pt x="3051190" y="60047"/>
                  <a:pt x="3017323" y="60047"/>
                </a:cubicBezTo>
                <a:cubicBezTo>
                  <a:pt x="2998459" y="60047"/>
                  <a:pt x="2984368" y="66653"/>
                  <a:pt x="2975504" y="76904"/>
                </a:cubicBezTo>
                <a:cubicBezTo>
                  <a:pt x="2966864" y="86927"/>
                  <a:pt x="2963001" y="100594"/>
                  <a:pt x="2963001" y="114036"/>
                </a:cubicBezTo>
                <a:close/>
                <a:moveTo>
                  <a:pt x="3131652" y="133431"/>
                </a:moveTo>
                <a:lnTo>
                  <a:pt x="3131652" y="88070"/>
                </a:lnTo>
                <a:lnTo>
                  <a:pt x="3131652" y="87615"/>
                </a:lnTo>
                <a:cubicBezTo>
                  <a:pt x="3140742" y="81460"/>
                  <a:pt x="3149836" y="76901"/>
                  <a:pt x="3153925" y="76901"/>
                </a:cubicBezTo>
                <a:cubicBezTo>
                  <a:pt x="3163018" y="76901"/>
                  <a:pt x="3169837" y="81005"/>
                  <a:pt x="3169837" y="93999"/>
                </a:cubicBezTo>
                <a:lnTo>
                  <a:pt x="3169837" y="132062"/>
                </a:lnTo>
                <a:cubicBezTo>
                  <a:pt x="3169837" y="151210"/>
                  <a:pt x="3166198" y="153260"/>
                  <a:pt x="3156879" y="153944"/>
                </a:cubicBezTo>
                <a:cubicBezTo>
                  <a:pt x="3155516" y="155310"/>
                  <a:pt x="3155516" y="160321"/>
                  <a:pt x="3156879" y="161687"/>
                </a:cubicBezTo>
                <a:cubicBezTo>
                  <a:pt x="3166427" y="161461"/>
                  <a:pt x="3173700" y="161232"/>
                  <a:pt x="3184611" y="161232"/>
                </a:cubicBezTo>
                <a:cubicBezTo>
                  <a:pt x="3197110" y="161232"/>
                  <a:pt x="3207112" y="161461"/>
                  <a:pt x="3216886" y="161687"/>
                </a:cubicBezTo>
                <a:cubicBezTo>
                  <a:pt x="3218249" y="160321"/>
                  <a:pt x="3218249" y="155310"/>
                  <a:pt x="3216886" y="153944"/>
                </a:cubicBezTo>
                <a:cubicBezTo>
                  <a:pt x="3203020" y="153260"/>
                  <a:pt x="3199385" y="151210"/>
                  <a:pt x="3199385" y="132062"/>
                </a:cubicBezTo>
                <a:lnTo>
                  <a:pt x="3199385" y="96504"/>
                </a:lnTo>
                <a:cubicBezTo>
                  <a:pt x="3199385" y="71435"/>
                  <a:pt x="3188700" y="60047"/>
                  <a:pt x="3169153" y="60047"/>
                </a:cubicBezTo>
                <a:cubicBezTo>
                  <a:pt x="3160063" y="60047"/>
                  <a:pt x="3143926" y="70069"/>
                  <a:pt x="3131423" y="78725"/>
                </a:cubicBezTo>
                <a:cubicBezTo>
                  <a:pt x="3130743" y="70753"/>
                  <a:pt x="3129831" y="63921"/>
                  <a:pt x="3129831" y="63921"/>
                </a:cubicBezTo>
                <a:cubicBezTo>
                  <a:pt x="3129606" y="61186"/>
                  <a:pt x="3127788" y="60047"/>
                  <a:pt x="3124605" y="60047"/>
                </a:cubicBezTo>
                <a:cubicBezTo>
                  <a:pt x="3116194" y="62372"/>
                  <a:pt x="3102557" y="65562"/>
                  <a:pt x="3086874" y="67609"/>
                </a:cubicBezTo>
                <a:cubicBezTo>
                  <a:pt x="3086420" y="68978"/>
                  <a:pt x="3086874" y="73530"/>
                  <a:pt x="3087329" y="74899"/>
                </a:cubicBezTo>
                <a:cubicBezTo>
                  <a:pt x="3099832" y="76039"/>
                  <a:pt x="3102103" y="77860"/>
                  <a:pt x="3102103" y="90843"/>
                </a:cubicBezTo>
                <a:lnTo>
                  <a:pt x="3102103" y="133445"/>
                </a:lnTo>
                <a:cubicBezTo>
                  <a:pt x="3102103" y="152349"/>
                  <a:pt x="3099603" y="152808"/>
                  <a:pt x="3085737" y="153944"/>
                </a:cubicBezTo>
                <a:cubicBezTo>
                  <a:pt x="3084374" y="155310"/>
                  <a:pt x="3084374" y="160321"/>
                  <a:pt x="3085737" y="161687"/>
                </a:cubicBezTo>
                <a:cubicBezTo>
                  <a:pt x="3095285" y="161461"/>
                  <a:pt x="3104829" y="161232"/>
                  <a:pt x="3116878" y="161232"/>
                </a:cubicBezTo>
                <a:cubicBezTo>
                  <a:pt x="3127334" y="161232"/>
                  <a:pt x="3133698" y="161461"/>
                  <a:pt x="3143472" y="161687"/>
                </a:cubicBezTo>
                <a:cubicBezTo>
                  <a:pt x="3144835" y="160321"/>
                  <a:pt x="3144835" y="155310"/>
                  <a:pt x="3143472" y="153944"/>
                </a:cubicBezTo>
                <a:cubicBezTo>
                  <a:pt x="3133924" y="153034"/>
                  <a:pt x="3131652" y="152349"/>
                  <a:pt x="3131652" y="133431"/>
                </a:cubicBezTo>
                <a:close/>
                <a:moveTo>
                  <a:pt x="3233478" y="78666"/>
                </a:moveTo>
                <a:cubicBezTo>
                  <a:pt x="3233478" y="87319"/>
                  <a:pt x="3240751" y="94151"/>
                  <a:pt x="3249841" y="94151"/>
                </a:cubicBezTo>
                <a:cubicBezTo>
                  <a:pt x="3258935" y="94151"/>
                  <a:pt x="3266662" y="86864"/>
                  <a:pt x="3266662" y="78208"/>
                </a:cubicBezTo>
                <a:cubicBezTo>
                  <a:pt x="3266662" y="69329"/>
                  <a:pt x="3259389" y="62493"/>
                  <a:pt x="3250296" y="62493"/>
                </a:cubicBezTo>
                <a:cubicBezTo>
                  <a:pt x="3241205" y="62493"/>
                  <a:pt x="3233478" y="69784"/>
                  <a:pt x="3233478" y="78666"/>
                </a:cubicBezTo>
                <a:moveTo>
                  <a:pt x="3233478" y="145757"/>
                </a:moveTo>
                <a:cubicBezTo>
                  <a:pt x="3233478" y="154410"/>
                  <a:pt x="3240751" y="161242"/>
                  <a:pt x="3249841" y="161242"/>
                </a:cubicBezTo>
                <a:cubicBezTo>
                  <a:pt x="3258935" y="161242"/>
                  <a:pt x="3266662" y="153955"/>
                  <a:pt x="3266662" y="145302"/>
                </a:cubicBezTo>
                <a:cubicBezTo>
                  <a:pt x="3266662" y="136419"/>
                  <a:pt x="3259389" y="129587"/>
                  <a:pt x="3250296" y="129587"/>
                </a:cubicBezTo>
                <a:cubicBezTo>
                  <a:pt x="3241205" y="129587"/>
                  <a:pt x="3233478" y="136875"/>
                  <a:pt x="3233478" y="145757"/>
                </a:cubicBezTo>
                <a:close/>
                <a:moveTo>
                  <a:pt x="3377976" y="35001"/>
                </a:moveTo>
                <a:cubicBezTo>
                  <a:pt x="3377976" y="28392"/>
                  <a:pt x="3381385" y="20420"/>
                  <a:pt x="3397748" y="20420"/>
                </a:cubicBezTo>
                <a:cubicBezTo>
                  <a:pt x="3413431" y="20420"/>
                  <a:pt x="3429114" y="25660"/>
                  <a:pt x="3429114" y="54594"/>
                </a:cubicBezTo>
                <a:cubicBezTo>
                  <a:pt x="3429114" y="79202"/>
                  <a:pt x="3417298" y="89224"/>
                  <a:pt x="3395251" y="89224"/>
                </a:cubicBezTo>
                <a:cubicBezTo>
                  <a:pt x="3389567" y="89224"/>
                  <a:pt x="3380477" y="88769"/>
                  <a:pt x="3377976" y="88084"/>
                </a:cubicBezTo>
                <a:lnTo>
                  <a:pt x="3377976" y="35001"/>
                </a:lnTo>
                <a:moveTo>
                  <a:pt x="3358655" y="42063"/>
                </a:moveTo>
                <a:lnTo>
                  <a:pt x="3358655" y="133434"/>
                </a:lnTo>
                <a:cubicBezTo>
                  <a:pt x="3358655" y="152349"/>
                  <a:pt x="3354791" y="153489"/>
                  <a:pt x="3338883" y="154174"/>
                </a:cubicBezTo>
                <a:cubicBezTo>
                  <a:pt x="3337516" y="155540"/>
                  <a:pt x="3337516" y="160321"/>
                  <a:pt x="3338883" y="161687"/>
                </a:cubicBezTo>
                <a:cubicBezTo>
                  <a:pt x="3349110" y="161461"/>
                  <a:pt x="3360247" y="161232"/>
                  <a:pt x="3368428" y="161232"/>
                </a:cubicBezTo>
                <a:cubicBezTo>
                  <a:pt x="3376384" y="161232"/>
                  <a:pt x="3389796" y="161461"/>
                  <a:pt x="3401161" y="161687"/>
                </a:cubicBezTo>
                <a:cubicBezTo>
                  <a:pt x="3402524" y="160321"/>
                  <a:pt x="3402524" y="155540"/>
                  <a:pt x="3401161" y="154174"/>
                </a:cubicBezTo>
                <a:cubicBezTo>
                  <a:pt x="3383431" y="153260"/>
                  <a:pt x="3377976" y="152349"/>
                  <a:pt x="3377976" y="133434"/>
                </a:cubicBezTo>
                <a:lnTo>
                  <a:pt x="3377976" y="94690"/>
                </a:lnTo>
                <a:cubicBezTo>
                  <a:pt x="3382977" y="96285"/>
                  <a:pt x="3388429" y="96966"/>
                  <a:pt x="3396385" y="96966"/>
                </a:cubicBezTo>
                <a:cubicBezTo>
                  <a:pt x="3437753" y="96966"/>
                  <a:pt x="3450253" y="69860"/>
                  <a:pt x="3450253" y="50494"/>
                </a:cubicBezTo>
                <a:cubicBezTo>
                  <a:pt x="3450253" y="37052"/>
                  <a:pt x="3441388" y="12674"/>
                  <a:pt x="3399340" y="12674"/>
                </a:cubicBezTo>
                <a:cubicBezTo>
                  <a:pt x="3390704" y="12674"/>
                  <a:pt x="3377293" y="14269"/>
                  <a:pt x="3368203" y="14269"/>
                </a:cubicBezTo>
                <a:cubicBezTo>
                  <a:pt x="3359792" y="14269"/>
                  <a:pt x="3347973" y="14043"/>
                  <a:pt x="3338883" y="13814"/>
                </a:cubicBezTo>
                <a:cubicBezTo>
                  <a:pt x="3337516" y="15179"/>
                  <a:pt x="3337516" y="19965"/>
                  <a:pt x="3338883" y="21330"/>
                </a:cubicBezTo>
                <a:cubicBezTo>
                  <a:pt x="3354791" y="22015"/>
                  <a:pt x="3358655" y="23151"/>
                  <a:pt x="3358655" y="42063"/>
                </a:cubicBezTo>
                <a:close/>
                <a:moveTo>
                  <a:pt x="3524579" y="108101"/>
                </a:moveTo>
                <a:lnTo>
                  <a:pt x="3524579" y="138178"/>
                </a:lnTo>
                <a:cubicBezTo>
                  <a:pt x="3524579" y="141142"/>
                  <a:pt x="3523213" y="142737"/>
                  <a:pt x="3521395" y="144103"/>
                </a:cubicBezTo>
                <a:cubicBezTo>
                  <a:pt x="3515486" y="148888"/>
                  <a:pt x="3507758" y="154132"/>
                  <a:pt x="3501394" y="154132"/>
                </a:cubicBezTo>
                <a:cubicBezTo>
                  <a:pt x="3490029" y="154132"/>
                  <a:pt x="3485028" y="145017"/>
                  <a:pt x="3485028" y="137952"/>
                </a:cubicBezTo>
                <a:cubicBezTo>
                  <a:pt x="3485028" y="127697"/>
                  <a:pt x="3489804" y="117212"/>
                  <a:pt x="3506621" y="112886"/>
                </a:cubicBezTo>
                <a:lnTo>
                  <a:pt x="3524579" y="108101"/>
                </a:lnTo>
                <a:moveTo>
                  <a:pt x="3524579" y="150257"/>
                </a:moveTo>
                <a:cubicBezTo>
                  <a:pt x="3525942" y="157319"/>
                  <a:pt x="3528443" y="163466"/>
                  <a:pt x="3539808" y="163466"/>
                </a:cubicBezTo>
                <a:cubicBezTo>
                  <a:pt x="3548444" y="163466"/>
                  <a:pt x="3556625" y="159595"/>
                  <a:pt x="3561397" y="155043"/>
                </a:cubicBezTo>
                <a:cubicBezTo>
                  <a:pt x="3560943" y="152308"/>
                  <a:pt x="3560034" y="150257"/>
                  <a:pt x="3557534" y="148892"/>
                </a:cubicBezTo>
                <a:cubicBezTo>
                  <a:pt x="3555945" y="150257"/>
                  <a:pt x="3552078" y="152537"/>
                  <a:pt x="3549123" y="152537"/>
                </a:cubicBezTo>
                <a:cubicBezTo>
                  <a:pt x="3542534" y="152537"/>
                  <a:pt x="3542305" y="143648"/>
                  <a:pt x="3542305" y="133167"/>
                </a:cubicBezTo>
                <a:lnTo>
                  <a:pt x="3542305" y="99667"/>
                </a:lnTo>
                <a:cubicBezTo>
                  <a:pt x="3542305" y="67310"/>
                  <a:pt x="3524579" y="61159"/>
                  <a:pt x="3507984" y="61159"/>
                </a:cubicBezTo>
                <a:cubicBezTo>
                  <a:pt x="3489346" y="61159"/>
                  <a:pt x="3470483" y="73461"/>
                  <a:pt x="3470483" y="86451"/>
                </a:cubicBezTo>
                <a:cubicBezTo>
                  <a:pt x="3470483" y="91920"/>
                  <a:pt x="3473209" y="94655"/>
                  <a:pt x="3478439" y="94655"/>
                </a:cubicBezTo>
                <a:cubicBezTo>
                  <a:pt x="3485028" y="94655"/>
                  <a:pt x="3489121" y="89870"/>
                  <a:pt x="3489121" y="86906"/>
                </a:cubicBezTo>
                <a:cubicBezTo>
                  <a:pt x="3489121" y="85311"/>
                  <a:pt x="3488892" y="83716"/>
                  <a:pt x="3488437" y="82805"/>
                </a:cubicBezTo>
                <a:cubicBezTo>
                  <a:pt x="3488212" y="82121"/>
                  <a:pt x="3487983" y="80755"/>
                  <a:pt x="3487983" y="78246"/>
                </a:cubicBezTo>
                <a:cubicBezTo>
                  <a:pt x="3487983" y="71181"/>
                  <a:pt x="3497531" y="68675"/>
                  <a:pt x="3506167" y="68675"/>
                </a:cubicBezTo>
                <a:cubicBezTo>
                  <a:pt x="3513894" y="68675"/>
                  <a:pt x="3524579" y="72550"/>
                  <a:pt x="3524579" y="98301"/>
                </a:cubicBezTo>
                <a:cubicBezTo>
                  <a:pt x="3524579" y="99896"/>
                  <a:pt x="3523896" y="100806"/>
                  <a:pt x="3523213" y="101036"/>
                </a:cubicBezTo>
                <a:lnTo>
                  <a:pt x="3503666" y="105821"/>
                </a:lnTo>
                <a:cubicBezTo>
                  <a:pt x="3481848" y="111291"/>
                  <a:pt x="3466165" y="123367"/>
                  <a:pt x="3466165" y="138862"/>
                </a:cubicBezTo>
                <a:cubicBezTo>
                  <a:pt x="3466165" y="157548"/>
                  <a:pt x="3478893" y="163466"/>
                  <a:pt x="3494801" y="163466"/>
                </a:cubicBezTo>
                <a:cubicBezTo>
                  <a:pt x="3502757" y="163466"/>
                  <a:pt x="3509576" y="161645"/>
                  <a:pt x="3519578" y="153903"/>
                </a:cubicBezTo>
                <a:lnTo>
                  <a:pt x="3524125" y="150257"/>
                </a:lnTo>
                <a:lnTo>
                  <a:pt x="3524579" y="150257"/>
                </a:lnTo>
                <a:close/>
                <a:moveTo>
                  <a:pt x="3652315" y="140457"/>
                </a:moveTo>
                <a:cubicBezTo>
                  <a:pt x="3651407" y="138407"/>
                  <a:pt x="3649586" y="137497"/>
                  <a:pt x="3647543" y="137267"/>
                </a:cubicBezTo>
                <a:cubicBezTo>
                  <a:pt x="3639813" y="147297"/>
                  <a:pt x="3630039" y="152308"/>
                  <a:pt x="3620266" y="152308"/>
                </a:cubicBezTo>
                <a:cubicBezTo>
                  <a:pt x="3603674" y="152308"/>
                  <a:pt x="3589809" y="135446"/>
                  <a:pt x="3589809" y="108782"/>
                </a:cubicBezTo>
                <a:cubicBezTo>
                  <a:pt x="3589809" y="83716"/>
                  <a:pt x="3600719" y="68675"/>
                  <a:pt x="3615723" y="68675"/>
                </a:cubicBezTo>
                <a:cubicBezTo>
                  <a:pt x="3629131" y="68675"/>
                  <a:pt x="3630948" y="76651"/>
                  <a:pt x="3631860" y="84626"/>
                </a:cubicBezTo>
                <a:cubicBezTo>
                  <a:pt x="3632540" y="90781"/>
                  <a:pt x="3635724" y="92831"/>
                  <a:pt x="3640496" y="92831"/>
                </a:cubicBezTo>
                <a:cubicBezTo>
                  <a:pt x="3645268" y="92831"/>
                  <a:pt x="3651632" y="89870"/>
                  <a:pt x="3651632" y="82805"/>
                </a:cubicBezTo>
                <a:cubicBezTo>
                  <a:pt x="3651632" y="70270"/>
                  <a:pt x="3638679" y="61159"/>
                  <a:pt x="3616857" y="61159"/>
                </a:cubicBezTo>
                <a:cubicBezTo>
                  <a:pt x="3594355" y="61159"/>
                  <a:pt x="3570262" y="81436"/>
                  <a:pt x="3570262" y="113796"/>
                </a:cubicBezTo>
                <a:cubicBezTo>
                  <a:pt x="3570262" y="143192"/>
                  <a:pt x="3586628" y="163466"/>
                  <a:pt x="3615265" y="163466"/>
                </a:cubicBezTo>
                <a:cubicBezTo>
                  <a:pt x="3628905" y="163466"/>
                  <a:pt x="3640950" y="159140"/>
                  <a:pt x="3652315" y="140457"/>
                </a:cubicBezTo>
                <a:close/>
                <a:moveTo>
                  <a:pt x="3678682" y="133455"/>
                </a:moveTo>
                <a:cubicBezTo>
                  <a:pt x="3678682" y="152353"/>
                  <a:pt x="3676182" y="153263"/>
                  <a:pt x="3663453" y="154174"/>
                </a:cubicBezTo>
                <a:cubicBezTo>
                  <a:pt x="3662087" y="155540"/>
                  <a:pt x="3662087" y="160321"/>
                  <a:pt x="3663453" y="161687"/>
                </a:cubicBezTo>
                <a:cubicBezTo>
                  <a:pt x="3670952" y="161461"/>
                  <a:pt x="3678682" y="161232"/>
                  <a:pt x="3687772" y="161232"/>
                </a:cubicBezTo>
                <a:cubicBezTo>
                  <a:pt x="3695728" y="161232"/>
                  <a:pt x="3703230" y="161461"/>
                  <a:pt x="3708456" y="161687"/>
                </a:cubicBezTo>
                <a:cubicBezTo>
                  <a:pt x="3709819" y="160321"/>
                  <a:pt x="3709819" y="155540"/>
                  <a:pt x="3708456" y="154174"/>
                </a:cubicBezTo>
                <a:cubicBezTo>
                  <a:pt x="3699137" y="153263"/>
                  <a:pt x="3696637" y="152353"/>
                  <a:pt x="3696637" y="133455"/>
                </a:cubicBezTo>
                <a:lnTo>
                  <a:pt x="3696637" y="113647"/>
                </a:lnTo>
                <a:cubicBezTo>
                  <a:pt x="3700955" y="113876"/>
                  <a:pt x="3704139" y="114106"/>
                  <a:pt x="3706410" y="114787"/>
                </a:cubicBezTo>
                <a:cubicBezTo>
                  <a:pt x="3708911" y="116608"/>
                  <a:pt x="3710957" y="118658"/>
                  <a:pt x="3713683" y="122300"/>
                </a:cubicBezTo>
                <a:lnTo>
                  <a:pt x="3730275" y="144610"/>
                </a:lnTo>
                <a:cubicBezTo>
                  <a:pt x="3736868" y="153489"/>
                  <a:pt x="3739594" y="157816"/>
                  <a:pt x="3739823" y="160551"/>
                </a:cubicBezTo>
                <a:cubicBezTo>
                  <a:pt x="3739823" y="161232"/>
                  <a:pt x="3740048" y="161687"/>
                  <a:pt x="3740731" y="161687"/>
                </a:cubicBezTo>
                <a:cubicBezTo>
                  <a:pt x="3745278" y="161461"/>
                  <a:pt x="3750276" y="161232"/>
                  <a:pt x="3754822" y="161232"/>
                </a:cubicBezTo>
                <a:cubicBezTo>
                  <a:pt x="3761870" y="161232"/>
                  <a:pt x="3768914" y="161461"/>
                  <a:pt x="3773460" y="161687"/>
                </a:cubicBezTo>
                <a:cubicBezTo>
                  <a:pt x="3774823" y="160321"/>
                  <a:pt x="3774823" y="155540"/>
                  <a:pt x="3773460" y="154174"/>
                </a:cubicBezTo>
                <a:cubicBezTo>
                  <a:pt x="3765733" y="153263"/>
                  <a:pt x="3760052" y="152353"/>
                  <a:pt x="3753914" y="144610"/>
                </a:cubicBezTo>
                <a:lnTo>
                  <a:pt x="3723911" y="106818"/>
                </a:lnTo>
                <a:cubicBezTo>
                  <a:pt x="3723002" y="105682"/>
                  <a:pt x="3722322" y="104771"/>
                  <a:pt x="3722322" y="103635"/>
                </a:cubicBezTo>
                <a:cubicBezTo>
                  <a:pt x="3722322" y="102728"/>
                  <a:pt x="3722322" y="102273"/>
                  <a:pt x="3723231" y="101362"/>
                </a:cubicBezTo>
                <a:lnTo>
                  <a:pt x="3743232" y="80678"/>
                </a:lnTo>
                <a:cubicBezTo>
                  <a:pt x="3750050" y="73405"/>
                  <a:pt x="3758006" y="71588"/>
                  <a:pt x="3767096" y="70677"/>
                </a:cubicBezTo>
                <a:cubicBezTo>
                  <a:pt x="3768459" y="69311"/>
                  <a:pt x="3768459" y="64530"/>
                  <a:pt x="3767096" y="63160"/>
                </a:cubicBezTo>
                <a:cubicBezTo>
                  <a:pt x="3761870" y="63390"/>
                  <a:pt x="3755506" y="63619"/>
                  <a:pt x="3747324" y="63619"/>
                </a:cubicBezTo>
                <a:cubicBezTo>
                  <a:pt x="3738685" y="63619"/>
                  <a:pt x="3730275" y="63390"/>
                  <a:pt x="3725048" y="63160"/>
                </a:cubicBezTo>
                <a:cubicBezTo>
                  <a:pt x="3723685" y="64530"/>
                  <a:pt x="3723685" y="69311"/>
                  <a:pt x="3725048" y="70677"/>
                </a:cubicBezTo>
                <a:cubicBezTo>
                  <a:pt x="3737776" y="71588"/>
                  <a:pt x="3732321" y="79542"/>
                  <a:pt x="3730275" y="82270"/>
                </a:cubicBezTo>
                <a:cubicBezTo>
                  <a:pt x="3725048" y="88862"/>
                  <a:pt x="3718001" y="96591"/>
                  <a:pt x="3712091" y="100907"/>
                </a:cubicBezTo>
                <a:cubicBezTo>
                  <a:pt x="3707093" y="104546"/>
                  <a:pt x="3700955" y="107274"/>
                  <a:pt x="3696637" y="107955"/>
                </a:cubicBezTo>
                <a:lnTo>
                  <a:pt x="3696637" y="28506"/>
                </a:lnTo>
                <a:cubicBezTo>
                  <a:pt x="3696637" y="13689"/>
                  <a:pt x="3697546" y="4528"/>
                  <a:pt x="3697546" y="4528"/>
                </a:cubicBezTo>
                <a:cubicBezTo>
                  <a:pt x="3697546" y="2916"/>
                  <a:pt x="3696637" y="2221"/>
                  <a:pt x="3694591" y="2221"/>
                </a:cubicBezTo>
                <a:cubicBezTo>
                  <a:pt x="3688910" y="4528"/>
                  <a:pt x="3671864" y="7756"/>
                  <a:pt x="3662770" y="8448"/>
                </a:cubicBezTo>
                <a:cubicBezTo>
                  <a:pt x="3662316" y="10272"/>
                  <a:pt x="3662770" y="13914"/>
                  <a:pt x="3664133" y="15284"/>
                </a:cubicBezTo>
                <a:cubicBezTo>
                  <a:pt x="3675953" y="15965"/>
                  <a:pt x="3678682" y="14828"/>
                  <a:pt x="3678682" y="33976"/>
                </a:cubicBezTo>
                <a:lnTo>
                  <a:pt x="3678682" y="133455"/>
                </a:lnTo>
                <a:close/>
                <a:moveTo>
                  <a:pt x="3842104" y="108101"/>
                </a:moveTo>
                <a:lnTo>
                  <a:pt x="3842104" y="138178"/>
                </a:lnTo>
                <a:cubicBezTo>
                  <a:pt x="3842104" y="141142"/>
                  <a:pt x="3840737" y="142737"/>
                  <a:pt x="3838920" y="144103"/>
                </a:cubicBezTo>
                <a:cubicBezTo>
                  <a:pt x="3833010" y="148888"/>
                  <a:pt x="3825283" y="154132"/>
                  <a:pt x="3818919" y="154132"/>
                </a:cubicBezTo>
                <a:cubicBezTo>
                  <a:pt x="3807554" y="154132"/>
                  <a:pt x="3802553" y="145017"/>
                  <a:pt x="3802553" y="137952"/>
                </a:cubicBezTo>
                <a:cubicBezTo>
                  <a:pt x="3802553" y="127697"/>
                  <a:pt x="3807328" y="117212"/>
                  <a:pt x="3824145" y="112886"/>
                </a:cubicBezTo>
                <a:lnTo>
                  <a:pt x="3842104" y="108101"/>
                </a:lnTo>
                <a:moveTo>
                  <a:pt x="3842104" y="150257"/>
                </a:moveTo>
                <a:cubicBezTo>
                  <a:pt x="3843467" y="157319"/>
                  <a:pt x="3845967" y="163466"/>
                  <a:pt x="3857332" y="163466"/>
                </a:cubicBezTo>
                <a:cubicBezTo>
                  <a:pt x="3865968" y="163466"/>
                  <a:pt x="3874150" y="159595"/>
                  <a:pt x="3878922" y="155043"/>
                </a:cubicBezTo>
                <a:cubicBezTo>
                  <a:pt x="3878467" y="152308"/>
                  <a:pt x="3877559" y="150257"/>
                  <a:pt x="3875058" y="148892"/>
                </a:cubicBezTo>
                <a:cubicBezTo>
                  <a:pt x="3873470" y="150257"/>
                  <a:pt x="3869603" y="152537"/>
                  <a:pt x="3866648" y="152537"/>
                </a:cubicBezTo>
                <a:cubicBezTo>
                  <a:pt x="3860058" y="152537"/>
                  <a:pt x="3859829" y="143648"/>
                  <a:pt x="3859829" y="133167"/>
                </a:cubicBezTo>
                <a:lnTo>
                  <a:pt x="3859829" y="99667"/>
                </a:lnTo>
                <a:cubicBezTo>
                  <a:pt x="3859829" y="67310"/>
                  <a:pt x="3842104" y="61159"/>
                  <a:pt x="3825508" y="61159"/>
                </a:cubicBezTo>
                <a:cubicBezTo>
                  <a:pt x="3806870" y="61159"/>
                  <a:pt x="3788007" y="73461"/>
                  <a:pt x="3788007" y="86451"/>
                </a:cubicBezTo>
                <a:cubicBezTo>
                  <a:pt x="3788007" y="91920"/>
                  <a:pt x="3790733" y="94655"/>
                  <a:pt x="3795963" y="94655"/>
                </a:cubicBezTo>
                <a:cubicBezTo>
                  <a:pt x="3802553" y="94655"/>
                  <a:pt x="3806645" y="89870"/>
                  <a:pt x="3806645" y="86906"/>
                </a:cubicBezTo>
                <a:cubicBezTo>
                  <a:pt x="3806645" y="85311"/>
                  <a:pt x="3806416" y="83716"/>
                  <a:pt x="3805962" y="82805"/>
                </a:cubicBezTo>
                <a:cubicBezTo>
                  <a:pt x="3805736" y="82121"/>
                  <a:pt x="3805507" y="80755"/>
                  <a:pt x="3805507" y="78246"/>
                </a:cubicBezTo>
                <a:cubicBezTo>
                  <a:pt x="3805507" y="71181"/>
                  <a:pt x="3815055" y="68675"/>
                  <a:pt x="3823691" y="68675"/>
                </a:cubicBezTo>
                <a:cubicBezTo>
                  <a:pt x="3831418" y="68675"/>
                  <a:pt x="3842104" y="72550"/>
                  <a:pt x="3842104" y="98301"/>
                </a:cubicBezTo>
                <a:cubicBezTo>
                  <a:pt x="3842104" y="99896"/>
                  <a:pt x="3841420" y="100806"/>
                  <a:pt x="3840737" y="101036"/>
                </a:cubicBezTo>
                <a:lnTo>
                  <a:pt x="3821191" y="105821"/>
                </a:lnTo>
                <a:cubicBezTo>
                  <a:pt x="3799372" y="111291"/>
                  <a:pt x="3783689" y="123367"/>
                  <a:pt x="3783689" y="138862"/>
                </a:cubicBezTo>
                <a:cubicBezTo>
                  <a:pt x="3783689" y="157548"/>
                  <a:pt x="3796417" y="163466"/>
                  <a:pt x="3812326" y="163466"/>
                </a:cubicBezTo>
                <a:cubicBezTo>
                  <a:pt x="3820282" y="163466"/>
                  <a:pt x="3827100" y="161645"/>
                  <a:pt x="3837103" y="153903"/>
                </a:cubicBezTo>
                <a:lnTo>
                  <a:pt x="3841649" y="150257"/>
                </a:lnTo>
                <a:lnTo>
                  <a:pt x="3842104" y="150257"/>
                </a:lnTo>
                <a:close/>
                <a:moveTo>
                  <a:pt x="3951885" y="97654"/>
                </a:moveTo>
                <a:cubicBezTo>
                  <a:pt x="3951885" y="118877"/>
                  <a:pt x="3941200" y="123210"/>
                  <a:pt x="3932789" y="123210"/>
                </a:cubicBezTo>
                <a:cubicBezTo>
                  <a:pt x="3913697" y="123210"/>
                  <a:pt x="3911654" y="107013"/>
                  <a:pt x="3911654" y="92407"/>
                </a:cubicBezTo>
                <a:cubicBezTo>
                  <a:pt x="3911654" y="76435"/>
                  <a:pt x="3917335" y="68220"/>
                  <a:pt x="3929838" y="68220"/>
                </a:cubicBezTo>
                <a:cubicBezTo>
                  <a:pt x="3944155" y="68220"/>
                  <a:pt x="3951885" y="78718"/>
                  <a:pt x="3951885" y="97654"/>
                </a:cubicBezTo>
                <a:moveTo>
                  <a:pt x="3909379" y="163456"/>
                </a:moveTo>
                <a:cubicBezTo>
                  <a:pt x="3911880" y="164140"/>
                  <a:pt x="3915518" y="164599"/>
                  <a:pt x="3918473" y="164599"/>
                </a:cubicBezTo>
                <a:cubicBezTo>
                  <a:pt x="3925517" y="164599"/>
                  <a:pt x="3931881" y="163911"/>
                  <a:pt x="3935065" y="163911"/>
                </a:cubicBezTo>
                <a:cubicBezTo>
                  <a:pt x="3946430" y="163911"/>
                  <a:pt x="3955974" y="164140"/>
                  <a:pt x="3962567" y="167796"/>
                </a:cubicBezTo>
                <a:cubicBezTo>
                  <a:pt x="3971432" y="172821"/>
                  <a:pt x="3974158" y="176018"/>
                  <a:pt x="3974158" y="181957"/>
                </a:cubicBezTo>
                <a:cubicBezTo>
                  <a:pt x="3974158" y="198405"/>
                  <a:pt x="3950064" y="207086"/>
                  <a:pt x="3929609" y="207086"/>
                </a:cubicBezTo>
                <a:cubicBezTo>
                  <a:pt x="3921428" y="207086"/>
                  <a:pt x="3902335" y="200459"/>
                  <a:pt x="3902335" y="184929"/>
                </a:cubicBezTo>
                <a:cubicBezTo>
                  <a:pt x="3902335" y="177162"/>
                  <a:pt x="3902790" y="171452"/>
                  <a:pt x="3909379" y="163456"/>
                </a:cubicBezTo>
                <a:moveTo>
                  <a:pt x="3980297" y="73012"/>
                </a:moveTo>
                <a:cubicBezTo>
                  <a:pt x="3984614" y="73012"/>
                  <a:pt x="3988703" y="68905"/>
                  <a:pt x="3988703" y="64349"/>
                </a:cubicBezTo>
                <a:cubicBezTo>
                  <a:pt x="3988703" y="59567"/>
                  <a:pt x="3984385" y="55922"/>
                  <a:pt x="3978250" y="55922"/>
                </a:cubicBezTo>
                <a:cubicBezTo>
                  <a:pt x="3972341" y="55922"/>
                  <a:pt x="3961430" y="59793"/>
                  <a:pt x="3955520" y="67539"/>
                </a:cubicBezTo>
                <a:cubicBezTo>
                  <a:pt x="3952794" y="65715"/>
                  <a:pt x="3945292" y="61159"/>
                  <a:pt x="3931881" y="61159"/>
                </a:cubicBezTo>
                <a:cubicBezTo>
                  <a:pt x="3911654" y="61159"/>
                  <a:pt x="3893016" y="74837"/>
                  <a:pt x="3893016" y="95830"/>
                </a:cubicBezTo>
                <a:cubicBezTo>
                  <a:pt x="3893016" y="108153"/>
                  <a:pt x="3898472" y="115225"/>
                  <a:pt x="3904836" y="121386"/>
                </a:cubicBezTo>
                <a:cubicBezTo>
                  <a:pt x="3898472" y="126856"/>
                  <a:pt x="3894834" y="136628"/>
                  <a:pt x="3894834" y="144346"/>
                </a:cubicBezTo>
                <a:cubicBezTo>
                  <a:pt x="3894834" y="152527"/>
                  <a:pt x="3899381" y="158903"/>
                  <a:pt x="3905290" y="161864"/>
                </a:cubicBezTo>
                <a:cubicBezTo>
                  <a:pt x="3893016" y="169165"/>
                  <a:pt x="3886652" y="179674"/>
                  <a:pt x="3886652" y="189495"/>
                </a:cubicBezTo>
                <a:cubicBezTo>
                  <a:pt x="3886652" y="209362"/>
                  <a:pt x="3905290" y="215510"/>
                  <a:pt x="3922791" y="215510"/>
                </a:cubicBezTo>
                <a:cubicBezTo>
                  <a:pt x="3953474" y="215510"/>
                  <a:pt x="3986661" y="200688"/>
                  <a:pt x="3986661" y="176018"/>
                </a:cubicBezTo>
                <a:cubicBezTo>
                  <a:pt x="3986661" y="168710"/>
                  <a:pt x="3983251" y="163001"/>
                  <a:pt x="3976658" y="157534"/>
                </a:cubicBezTo>
                <a:cubicBezTo>
                  <a:pt x="3967794" y="150247"/>
                  <a:pt x="3951885" y="150021"/>
                  <a:pt x="3943475" y="150021"/>
                </a:cubicBezTo>
                <a:cubicBezTo>
                  <a:pt x="3939382" y="150021"/>
                  <a:pt x="3933702" y="150476"/>
                  <a:pt x="3928246" y="151157"/>
                </a:cubicBezTo>
                <a:cubicBezTo>
                  <a:pt x="3924837" y="151387"/>
                  <a:pt x="3922562" y="151616"/>
                  <a:pt x="3921428" y="151616"/>
                </a:cubicBezTo>
                <a:cubicBezTo>
                  <a:pt x="3914835" y="151616"/>
                  <a:pt x="3906879" y="148433"/>
                  <a:pt x="3906879" y="138671"/>
                </a:cubicBezTo>
                <a:cubicBezTo>
                  <a:pt x="3906879" y="134133"/>
                  <a:pt x="3908245" y="129361"/>
                  <a:pt x="3910971" y="125490"/>
                </a:cubicBezTo>
                <a:cubicBezTo>
                  <a:pt x="3916427" y="128677"/>
                  <a:pt x="3922791" y="130272"/>
                  <a:pt x="3931655" y="130272"/>
                </a:cubicBezTo>
                <a:cubicBezTo>
                  <a:pt x="3951656" y="130272"/>
                  <a:pt x="3970065" y="117737"/>
                  <a:pt x="3970065" y="95375"/>
                </a:cubicBezTo>
                <a:cubicBezTo>
                  <a:pt x="3970065" y="84651"/>
                  <a:pt x="3966885" y="78489"/>
                  <a:pt x="3960292" y="71643"/>
                </a:cubicBezTo>
                <a:cubicBezTo>
                  <a:pt x="3961884" y="69360"/>
                  <a:pt x="3966431" y="66170"/>
                  <a:pt x="3969386" y="66170"/>
                </a:cubicBezTo>
                <a:cubicBezTo>
                  <a:pt x="3970978" y="66170"/>
                  <a:pt x="3972566" y="66854"/>
                  <a:pt x="3973932" y="68905"/>
                </a:cubicBezTo>
                <a:cubicBezTo>
                  <a:pt x="3974841" y="70729"/>
                  <a:pt x="3977796" y="73012"/>
                  <a:pt x="3980297" y="73012"/>
                </a:cubicBezTo>
                <a:close/>
                <a:moveTo>
                  <a:pt x="4021207" y="97008"/>
                </a:moveTo>
                <a:cubicBezTo>
                  <a:pt x="4025525" y="71382"/>
                  <a:pt x="4041437" y="69343"/>
                  <a:pt x="4046892" y="69343"/>
                </a:cubicBezTo>
                <a:cubicBezTo>
                  <a:pt x="4055528" y="69343"/>
                  <a:pt x="4065755" y="74107"/>
                  <a:pt x="4065755" y="93154"/>
                </a:cubicBezTo>
                <a:cubicBezTo>
                  <a:pt x="4065755" y="95194"/>
                  <a:pt x="4064847" y="96330"/>
                  <a:pt x="4062346" y="96330"/>
                </a:cubicBezTo>
                <a:lnTo>
                  <a:pt x="4021207" y="97008"/>
                </a:lnTo>
                <a:moveTo>
                  <a:pt x="4080755" y="140020"/>
                </a:moveTo>
                <a:cubicBezTo>
                  <a:pt x="4072348" y="148669"/>
                  <a:pt x="4065755" y="152308"/>
                  <a:pt x="4052573" y="152308"/>
                </a:cubicBezTo>
                <a:cubicBezTo>
                  <a:pt x="4044392" y="152308"/>
                  <a:pt x="4034844" y="147529"/>
                  <a:pt x="4027800" y="135926"/>
                </a:cubicBezTo>
                <a:cubicBezTo>
                  <a:pt x="4023253" y="128416"/>
                  <a:pt x="4020524" y="117949"/>
                  <a:pt x="4020524" y="104751"/>
                </a:cubicBezTo>
                <a:lnTo>
                  <a:pt x="4080984" y="105206"/>
                </a:lnTo>
                <a:cubicBezTo>
                  <a:pt x="4083710" y="105206"/>
                  <a:pt x="4085302" y="103840"/>
                  <a:pt x="4085302" y="101335"/>
                </a:cubicBezTo>
                <a:cubicBezTo>
                  <a:pt x="4085302" y="82270"/>
                  <a:pt x="4078484" y="61826"/>
                  <a:pt x="4046892" y="61826"/>
                </a:cubicBezTo>
                <a:cubicBezTo>
                  <a:pt x="4027117" y="61826"/>
                  <a:pt x="4001431" y="80682"/>
                  <a:pt x="4001431" y="115218"/>
                </a:cubicBezTo>
                <a:cubicBezTo>
                  <a:pt x="4001431" y="127961"/>
                  <a:pt x="4004615" y="140249"/>
                  <a:pt x="4012117" y="148895"/>
                </a:cubicBezTo>
                <a:cubicBezTo>
                  <a:pt x="4019844" y="158003"/>
                  <a:pt x="4030526" y="163466"/>
                  <a:pt x="4046892" y="163466"/>
                </a:cubicBezTo>
                <a:cubicBezTo>
                  <a:pt x="4064164" y="163466"/>
                  <a:pt x="4076437" y="155498"/>
                  <a:pt x="4085531" y="143662"/>
                </a:cubicBezTo>
                <a:cubicBezTo>
                  <a:pt x="4084848" y="141385"/>
                  <a:pt x="4083485" y="140249"/>
                  <a:pt x="4080755" y="140020"/>
                </a:cubicBezTo>
                <a:close/>
                <a:moveTo>
                  <a:pt x="4105531" y="129747"/>
                </a:moveTo>
                <a:cubicBezTo>
                  <a:pt x="4106439" y="140913"/>
                  <a:pt x="4107123" y="151623"/>
                  <a:pt x="4107123" y="161190"/>
                </a:cubicBezTo>
                <a:cubicBezTo>
                  <a:pt x="4109394" y="160735"/>
                  <a:pt x="4111669" y="160509"/>
                  <a:pt x="4112804" y="160509"/>
                </a:cubicBezTo>
                <a:cubicBezTo>
                  <a:pt x="4114395" y="160509"/>
                  <a:pt x="4115758" y="160509"/>
                  <a:pt x="4117350" y="160964"/>
                </a:cubicBezTo>
                <a:cubicBezTo>
                  <a:pt x="4123489" y="162556"/>
                  <a:pt x="4129624" y="163466"/>
                  <a:pt x="4138035" y="163466"/>
                </a:cubicBezTo>
                <a:cubicBezTo>
                  <a:pt x="4150763" y="163466"/>
                  <a:pt x="4174173" y="157319"/>
                  <a:pt x="4174173" y="134758"/>
                </a:cubicBezTo>
                <a:cubicBezTo>
                  <a:pt x="4174173" y="119266"/>
                  <a:pt x="4163037" y="110151"/>
                  <a:pt x="4147579" y="104452"/>
                </a:cubicBezTo>
                <a:cubicBezTo>
                  <a:pt x="4133942" y="99211"/>
                  <a:pt x="4124852" y="95792"/>
                  <a:pt x="4124852" y="83260"/>
                </a:cubicBezTo>
                <a:cubicBezTo>
                  <a:pt x="4124852" y="73916"/>
                  <a:pt x="4133033" y="68675"/>
                  <a:pt x="4140760" y="68675"/>
                </a:cubicBezTo>
                <a:cubicBezTo>
                  <a:pt x="4145762" y="68675"/>
                  <a:pt x="4158944" y="70500"/>
                  <a:pt x="4161899" y="89870"/>
                </a:cubicBezTo>
                <a:cubicBezTo>
                  <a:pt x="4163262" y="91236"/>
                  <a:pt x="4167809" y="91007"/>
                  <a:pt x="4169172" y="89641"/>
                </a:cubicBezTo>
                <a:cubicBezTo>
                  <a:pt x="4169855" y="81436"/>
                  <a:pt x="4170309" y="73005"/>
                  <a:pt x="4170538" y="65489"/>
                </a:cubicBezTo>
                <a:cubicBezTo>
                  <a:pt x="4163491" y="64349"/>
                  <a:pt x="4152580" y="61159"/>
                  <a:pt x="4140760" y="61159"/>
                </a:cubicBezTo>
                <a:cubicBezTo>
                  <a:pt x="4123943" y="61159"/>
                  <a:pt x="4108715" y="72095"/>
                  <a:pt x="4108715" y="86680"/>
                </a:cubicBezTo>
                <a:cubicBezTo>
                  <a:pt x="4108715" y="103312"/>
                  <a:pt x="4116213" y="110377"/>
                  <a:pt x="4133717" y="117671"/>
                </a:cubicBezTo>
                <a:cubicBezTo>
                  <a:pt x="4152580" y="125417"/>
                  <a:pt x="4156898" y="130202"/>
                  <a:pt x="4156898" y="140002"/>
                </a:cubicBezTo>
                <a:cubicBezTo>
                  <a:pt x="4156898" y="151168"/>
                  <a:pt x="4145990" y="155953"/>
                  <a:pt x="4137580" y="155953"/>
                </a:cubicBezTo>
                <a:cubicBezTo>
                  <a:pt x="4128716" y="155953"/>
                  <a:pt x="4123714" y="152989"/>
                  <a:pt x="4121443" y="150483"/>
                </a:cubicBezTo>
                <a:cubicBezTo>
                  <a:pt x="4116442" y="145243"/>
                  <a:pt x="4113941" y="135217"/>
                  <a:pt x="4112578" y="129518"/>
                </a:cubicBezTo>
                <a:cubicBezTo>
                  <a:pt x="4111215" y="128152"/>
                  <a:pt x="4106894" y="128378"/>
                  <a:pt x="4105531" y="129747"/>
                </a:cubicBezTo>
                <a:close/>
                <a:moveTo>
                  <a:pt x="4321231" y="163466"/>
                </a:moveTo>
                <a:cubicBezTo>
                  <a:pt x="4343278" y="163466"/>
                  <a:pt x="4363508" y="152992"/>
                  <a:pt x="4378962" y="132722"/>
                </a:cubicBezTo>
                <a:cubicBezTo>
                  <a:pt x="4377824" y="130675"/>
                  <a:pt x="4376236" y="129309"/>
                  <a:pt x="4373735" y="129309"/>
                </a:cubicBezTo>
                <a:cubicBezTo>
                  <a:pt x="4357598" y="147071"/>
                  <a:pt x="4342140" y="154132"/>
                  <a:pt x="4321002" y="154132"/>
                </a:cubicBezTo>
                <a:cubicBezTo>
                  <a:pt x="4290319" y="154132"/>
                  <a:pt x="4269180" y="119516"/>
                  <a:pt x="4269180" y="86266"/>
                </a:cubicBezTo>
                <a:cubicBezTo>
                  <a:pt x="4269180" y="66681"/>
                  <a:pt x="4274407" y="50285"/>
                  <a:pt x="4282592" y="40037"/>
                </a:cubicBezTo>
                <a:cubicBezTo>
                  <a:pt x="4293957" y="26143"/>
                  <a:pt x="4307139" y="19766"/>
                  <a:pt x="4318959" y="19766"/>
                </a:cubicBezTo>
                <a:cubicBezTo>
                  <a:pt x="4350325" y="19766"/>
                  <a:pt x="4362824" y="38442"/>
                  <a:pt x="4368734" y="58028"/>
                </a:cubicBezTo>
                <a:cubicBezTo>
                  <a:pt x="4371460" y="58938"/>
                  <a:pt x="4373735" y="58253"/>
                  <a:pt x="4376236" y="56888"/>
                </a:cubicBezTo>
                <a:cubicBezTo>
                  <a:pt x="4375098" y="45048"/>
                  <a:pt x="4373506" y="34115"/>
                  <a:pt x="4371235" y="21591"/>
                </a:cubicBezTo>
                <a:cubicBezTo>
                  <a:pt x="4359644" y="20451"/>
                  <a:pt x="4349413" y="11339"/>
                  <a:pt x="4321456" y="11339"/>
                </a:cubicBezTo>
                <a:cubicBezTo>
                  <a:pt x="4302138" y="11339"/>
                  <a:pt x="4286001" y="18401"/>
                  <a:pt x="4272590" y="30699"/>
                </a:cubicBezTo>
                <a:cubicBezTo>
                  <a:pt x="4257590" y="44593"/>
                  <a:pt x="4248496" y="66910"/>
                  <a:pt x="4248496" y="90593"/>
                </a:cubicBezTo>
                <a:cubicBezTo>
                  <a:pt x="4248496" y="130220"/>
                  <a:pt x="4272364" y="163466"/>
                  <a:pt x="4321231" y="163466"/>
                </a:cubicBezTo>
                <a:close/>
                <a:moveTo>
                  <a:pt x="4453514" y="63605"/>
                </a:moveTo>
                <a:cubicBezTo>
                  <a:pt x="4450331" y="63605"/>
                  <a:pt x="4449422" y="66340"/>
                  <a:pt x="4449422" y="68161"/>
                </a:cubicBezTo>
                <a:lnTo>
                  <a:pt x="4449422" y="71122"/>
                </a:lnTo>
                <a:cubicBezTo>
                  <a:pt x="4449422" y="72262"/>
                  <a:pt x="4449647" y="72488"/>
                  <a:pt x="4450559" y="72488"/>
                </a:cubicBezTo>
                <a:lnTo>
                  <a:pt x="4463967" y="72488"/>
                </a:lnTo>
                <a:lnTo>
                  <a:pt x="4463967" y="140937"/>
                </a:lnTo>
                <a:cubicBezTo>
                  <a:pt x="4463967" y="157089"/>
                  <a:pt x="4471015" y="163466"/>
                  <a:pt x="4481468" y="163466"/>
                </a:cubicBezTo>
                <a:cubicBezTo>
                  <a:pt x="4491924" y="163466"/>
                  <a:pt x="4503290" y="158459"/>
                  <a:pt x="4512154" y="148440"/>
                </a:cubicBezTo>
                <a:cubicBezTo>
                  <a:pt x="4511700" y="146167"/>
                  <a:pt x="4510337" y="144801"/>
                  <a:pt x="4508062" y="144576"/>
                </a:cubicBezTo>
                <a:cubicBezTo>
                  <a:pt x="4502152" y="149124"/>
                  <a:pt x="4495334" y="150942"/>
                  <a:pt x="4489424" y="150942"/>
                </a:cubicBezTo>
                <a:cubicBezTo>
                  <a:pt x="4483289" y="150942"/>
                  <a:pt x="4481926" y="144120"/>
                  <a:pt x="4481926" y="130022"/>
                </a:cubicBezTo>
                <a:lnTo>
                  <a:pt x="4481926" y="72488"/>
                </a:lnTo>
                <a:lnTo>
                  <a:pt x="4505561" y="72488"/>
                </a:lnTo>
                <a:cubicBezTo>
                  <a:pt x="4507836" y="72488"/>
                  <a:pt x="4511017" y="71577"/>
                  <a:pt x="4511017" y="69527"/>
                </a:cubicBezTo>
                <a:lnTo>
                  <a:pt x="4511017" y="64974"/>
                </a:lnTo>
                <a:cubicBezTo>
                  <a:pt x="4511017" y="64064"/>
                  <a:pt x="4510337" y="63605"/>
                  <a:pt x="4509199" y="63605"/>
                </a:cubicBezTo>
                <a:lnTo>
                  <a:pt x="4481926" y="63605"/>
                </a:lnTo>
                <a:lnTo>
                  <a:pt x="4481926" y="54726"/>
                </a:lnTo>
                <a:cubicBezTo>
                  <a:pt x="4481926" y="39922"/>
                  <a:pt x="4482834" y="30810"/>
                  <a:pt x="4482834" y="30810"/>
                </a:cubicBezTo>
                <a:cubicBezTo>
                  <a:pt x="4482834" y="29445"/>
                  <a:pt x="4482151" y="28760"/>
                  <a:pt x="4481013" y="28760"/>
                </a:cubicBezTo>
                <a:cubicBezTo>
                  <a:pt x="4480105" y="28760"/>
                  <a:pt x="4478059" y="29674"/>
                  <a:pt x="4476016" y="30810"/>
                </a:cubicBezTo>
                <a:cubicBezTo>
                  <a:pt x="4473515" y="32180"/>
                  <a:pt x="4471240" y="33316"/>
                  <a:pt x="4468285" y="34001"/>
                </a:cubicBezTo>
                <a:cubicBezTo>
                  <a:pt x="4465559" y="34911"/>
                  <a:pt x="4463288" y="35596"/>
                  <a:pt x="4463288" y="37187"/>
                </a:cubicBezTo>
                <a:cubicBezTo>
                  <a:pt x="4463288" y="39922"/>
                  <a:pt x="4463967" y="38327"/>
                  <a:pt x="4463967" y="63605"/>
                </a:cubicBezTo>
                <a:lnTo>
                  <a:pt x="4453514" y="63605"/>
                </a:lnTo>
                <a:close/>
                <a:moveTo>
                  <a:pt x="4524880" y="114477"/>
                </a:moveTo>
                <a:cubicBezTo>
                  <a:pt x="4524880" y="137723"/>
                  <a:pt x="4540338" y="163466"/>
                  <a:pt x="4572613" y="163466"/>
                </a:cubicBezTo>
                <a:cubicBezTo>
                  <a:pt x="4587158" y="163466"/>
                  <a:pt x="4598298" y="158229"/>
                  <a:pt x="4606025" y="150713"/>
                </a:cubicBezTo>
                <a:cubicBezTo>
                  <a:pt x="4616253" y="140683"/>
                  <a:pt x="4620800" y="126328"/>
                  <a:pt x="4620800" y="112427"/>
                </a:cubicBezTo>
                <a:cubicBezTo>
                  <a:pt x="4620800" y="88727"/>
                  <a:pt x="4607843" y="61159"/>
                  <a:pt x="4573067" y="61159"/>
                </a:cubicBezTo>
                <a:cubicBezTo>
                  <a:pt x="4558067" y="61159"/>
                  <a:pt x="4545793" y="67310"/>
                  <a:pt x="4537383" y="77106"/>
                </a:cubicBezTo>
                <a:cubicBezTo>
                  <a:pt x="4529202" y="86906"/>
                  <a:pt x="4524880" y="100122"/>
                  <a:pt x="4524880" y="114477"/>
                </a:cubicBezTo>
                <a:moveTo>
                  <a:pt x="4569658" y="69131"/>
                </a:moveTo>
                <a:cubicBezTo>
                  <a:pt x="4589205" y="69131"/>
                  <a:pt x="4601253" y="86906"/>
                  <a:pt x="4601253" y="119721"/>
                </a:cubicBezTo>
                <a:cubicBezTo>
                  <a:pt x="4601253" y="148433"/>
                  <a:pt x="4586479" y="155498"/>
                  <a:pt x="4575797" y="155498"/>
                </a:cubicBezTo>
                <a:cubicBezTo>
                  <a:pt x="4552158" y="155498"/>
                  <a:pt x="4544430" y="126783"/>
                  <a:pt x="4544430" y="109237"/>
                </a:cubicBezTo>
                <a:cubicBezTo>
                  <a:pt x="4544430" y="89411"/>
                  <a:pt x="4549203" y="69131"/>
                  <a:pt x="4569658" y="69131"/>
                </a:cubicBezTo>
                <a:close/>
                <a:moveTo>
                  <a:pt x="4827633" y="133431"/>
                </a:moveTo>
                <a:lnTo>
                  <a:pt x="4827633" y="42042"/>
                </a:lnTo>
                <a:cubicBezTo>
                  <a:pt x="4827633" y="23127"/>
                  <a:pt x="4831497" y="21987"/>
                  <a:pt x="4847405" y="21302"/>
                </a:cubicBezTo>
                <a:cubicBezTo>
                  <a:pt x="4848772" y="19937"/>
                  <a:pt x="4848772" y="15155"/>
                  <a:pt x="4847405" y="13786"/>
                </a:cubicBezTo>
                <a:cubicBezTo>
                  <a:pt x="4838086" y="14015"/>
                  <a:pt x="4826496" y="14245"/>
                  <a:pt x="4817860" y="14245"/>
                </a:cubicBezTo>
                <a:cubicBezTo>
                  <a:pt x="4809450" y="14245"/>
                  <a:pt x="4798539" y="14015"/>
                  <a:pt x="4788540" y="13786"/>
                </a:cubicBezTo>
                <a:cubicBezTo>
                  <a:pt x="4787174" y="15155"/>
                  <a:pt x="4787174" y="19937"/>
                  <a:pt x="4788540" y="21302"/>
                </a:cubicBezTo>
                <a:cubicBezTo>
                  <a:pt x="4804449" y="21987"/>
                  <a:pt x="4808312" y="23127"/>
                  <a:pt x="4808312" y="42042"/>
                </a:cubicBezTo>
                <a:lnTo>
                  <a:pt x="4808312" y="78506"/>
                </a:lnTo>
                <a:lnTo>
                  <a:pt x="4730580" y="78506"/>
                </a:lnTo>
                <a:lnTo>
                  <a:pt x="4730580" y="42042"/>
                </a:lnTo>
                <a:cubicBezTo>
                  <a:pt x="4730580" y="23127"/>
                  <a:pt x="4734444" y="21987"/>
                  <a:pt x="4750356" y="21302"/>
                </a:cubicBezTo>
                <a:cubicBezTo>
                  <a:pt x="4751719" y="19937"/>
                  <a:pt x="4751719" y="15155"/>
                  <a:pt x="4750356" y="13786"/>
                </a:cubicBezTo>
                <a:cubicBezTo>
                  <a:pt x="4741716" y="14015"/>
                  <a:pt x="4732397" y="14245"/>
                  <a:pt x="4720807" y="14245"/>
                </a:cubicBezTo>
                <a:cubicBezTo>
                  <a:pt x="4709441" y="14245"/>
                  <a:pt x="4700123" y="14015"/>
                  <a:pt x="4691487" y="13786"/>
                </a:cubicBezTo>
                <a:cubicBezTo>
                  <a:pt x="4690120" y="15155"/>
                  <a:pt x="4690120" y="19937"/>
                  <a:pt x="4691487" y="21302"/>
                </a:cubicBezTo>
                <a:cubicBezTo>
                  <a:pt x="4707395" y="21987"/>
                  <a:pt x="4711259" y="23127"/>
                  <a:pt x="4711259" y="42042"/>
                </a:cubicBezTo>
                <a:lnTo>
                  <a:pt x="4711259" y="133431"/>
                </a:lnTo>
                <a:cubicBezTo>
                  <a:pt x="4711259" y="152349"/>
                  <a:pt x="4707395" y="153489"/>
                  <a:pt x="4691487" y="154174"/>
                </a:cubicBezTo>
                <a:cubicBezTo>
                  <a:pt x="4690120" y="155540"/>
                  <a:pt x="4690120" y="160321"/>
                  <a:pt x="4691487" y="161687"/>
                </a:cubicBezTo>
                <a:cubicBezTo>
                  <a:pt x="4701485" y="161461"/>
                  <a:pt x="4712396" y="161232"/>
                  <a:pt x="4721032" y="161232"/>
                </a:cubicBezTo>
                <a:cubicBezTo>
                  <a:pt x="4729217" y="161232"/>
                  <a:pt x="4740353" y="161461"/>
                  <a:pt x="4750356" y="161687"/>
                </a:cubicBezTo>
                <a:cubicBezTo>
                  <a:pt x="4751719" y="160321"/>
                  <a:pt x="4751719" y="155540"/>
                  <a:pt x="4750356" y="154174"/>
                </a:cubicBezTo>
                <a:cubicBezTo>
                  <a:pt x="4734444" y="153489"/>
                  <a:pt x="4730580" y="152349"/>
                  <a:pt x="4730580" y="133431"/>
                </a:cubicBezTo>
                <a:lnTo>
                  <a:pt x="4730580" y="88074"/>
                </a:lnTo>
                <a:lnTo>
                  <a:pt x="4808312" y="88074"/>
                </a:lnTo>
                <a:lnTo>
                  <a:pt x="4808312" y="133431"/>
                </a:lnTo>
                <a:cubicBezTo>
                  <a:pt x="4808312" y="152349"/>
                  <a:pt x="4804449" y="153489"/>
                  <a:pt x="4788540" y="154174"/>
                </a:cubicBezTo>
                <a:cubicBezTo>
                  <a:pt x="4787174" y="155540"/>
                  <a:pt x="4787174" y="160321"/>
                  <a:pt x="4788540" y="161687"/>
                </a:cubicBezTo>
                <a:cubicBezTo>
                  <a:pt x="4798768" y="161461"/>
                  <a:pt x="4809675" y="161232"/>
                  <a:pt x="4818085" y="161232"/>
                </a:cubicBezTo>
                <a:cubicBezTo>
                  <a:pt x="4826496" y="161232"/>
                  <a:pt x="4837407" y="161461"/>
                  <a:pt x="4847405" y="161687"/>
                </a:cubicBezTo>
                <a:cubicBezTo>
                  <a:pt x="4848772" y="160321"/>
                  <a:pt x="4848772" y="155540"/>
                  <a:pt x="4847405" y="154174"/>
                </a:cubicBezTo>
                <a:cubicBezTo>
                  <a:pt x="4831497" y="153489"/>
                  <a:pt x="4827633" y="152349"/>
                  <a:pt x="4827633" y="133431"/>
                </a:cubicBezTo>
                <a:close/>
                <a:moveTo>
                  <a:pt x="4976509" y="108101"/>
                </a:moveTo>
                <a:lnTo>
                  <a:pt x="4976509" y="138178"/>
                </a:lnTo>
                <a:cubicBezTo>
                  <a:pt x="4976509" y="141142"/>
                  <a:pt x="4975142" y="142737"/>
                  <a:pt x="4973325" y="144103"/>
                </a:cubicBezTo>
                <a:cubicBezTo>
                  <a:pt x="4967415" y="148888"/>
                  <a:pt x="4959688" y="154132"/>
                  <a:pt x="4953324" y="154132"/>
                </a:cubicBezTo>
                <a:cubicBezTo>
                  <a:pt x="4941959" y="154132"/>
                  <a:pt x="4936958" y="145017"/>
                  <a:pt x="4936958" y="137952"/>
                </a:cubicBezTo>
                <a:cubicBezTo>
                  <a:pt x="4936958" y="127697"/>
                  <a:pt x="4941733" y="117212"/>
                  <a:pt x="4958551" y="112886"/>
                </a:cubicBezTo>
                <a:lnTo>
                  <a:pt x="4976509" y="108101"/>
                </a:lnTo>
                <a:moveTo>
                  <a:pt x="4976509" y="150257"/>
                </a:moveTo>
                <a:cubicBezTo>
                  <a:pt x="4977872" y="157319"/>
                  <a:pt x="4980372" y="163466"/>
                  <a:pt x="4991738" y="163466"/>
                </a:cubicBezTo>
                <a:cubicBezTo>
                  <a:pt x="5000373" y="163466"/>
                  <a:pt x="5008555" y="159595"/>
                  <a:pt x="5013327" y="155043"/>
                </a:cubicBezTo>
                <a:cubicBezTo>
                  <a:pt x="5012873" y="152308"/>
                  <a:pt x="5011964" y="150257"/>
                  <a:pt x="5009463" y="148892"/>
                </a:cubicBezTo>
                <a:cubicBezTo>
                  <a:pt x="5007875" y="150257"/>
                  <a:pt x="5004008" y="152537"/>
                  <a:pt x="5001053" y="152537"/>
                </a:cubicBezTo>
                <a:cubicBezTo>
                  <a:pt x="4994464" y="152537"/>
                  <a:pt x="4994235" y="143648"/>
                  <a:pt x="4994235" y="133167"/>
                </a:cubicBezTo>
                <a:lnTo>
                  <a:pt x="4994235" y="99667"/>
                </a:lnTo>
                <a:cubicBezTo>
                  <a:pt x="4994235" y="67310"/>
                  <a:pt x="4976509" y="61159"/>
                  <a:pt x="4959914" y="61159"/>
                </a:cubicBezTo>
                <a:cubicBezTo>
                  <a:pt x="4941276" y="61159"/>
                  <a:pt x="4922412" y="73461"/>
                  <a:pt x="4922412" y="86451"/>
                </a:cubicBezTo>
                <a:cubicBezTo>
                  <a:pt x="4922412" y="91920"/>
                  <a:pt x="4925138" y="94655"/>
                  <a:pt x="4930368" y="94655"/>
                </a:cubicBezTo>
                <a:cubicBezTo>
                  <a:pt x="4936958" y="94655"/>
                  <a:pt x="4941050" y="89870"/>
                  <a:pt x="4941050" y="86906"/>
                </a:cubicBezTo>
                <a:cubicBezTo>
                  <a:pt x="4941050" y="85311"/>
                  <a:pt x="4940821" y="83716"/>
                  <a:pt x="4940367" y="82805"/>
                </a:cubicBezTo>
                <a:cubicBezTo>
                  <a:pt x="4940142" y="82121"/>
                  <a:pt x="4939913" y="80755"/>
                  <a:pt x="4939913" y="78246"/>
                </a:cubicBezTo>
                <a:cubicBezTo>
                  <a:pt x="4939913" y="71181"/>
                  <a:pt x="4949461" y="68675"/>
                  <a:pt x="4958096" y="68675"/>
                </a:cubicBezTo>
                <a:cubicBezTo>
                  <a:pt x="4965823" y="68675"/>
                  <a:pt x="4976509" y="72550"/>
                  <a:pt x="4976509" y="98301"/>
                </a:cubicBezTo>
                <a:cubicBezTo>
                  <a:pt x="4976509" y="99896"/>
                  <a:pt x="4975826" y="100806"/>
                  <a:pt x="4975142" y="101036"/>
                </a:cubicBezTo>
                <a:lnTo>
                  <a:pt x="4955596" y="105821"/>
                </a:lnTo>
                <a:cubicBezTo>
                  <a:pt x="4933778" y="111291"/>
                  <a:pt x="4918094" y="123367"/>
                  <a:pt x="4918094" y="138862"/>
                </a:cubicBezTo>
                <a:cubicBezTo>
                  <a:pt x="4918094" y="157548"/>
                  <a:pt x="4930823" y="163466"/>
                  <a:pt x="4946731" y="163466"/>
                </a:cubicBezTo>
                <a:cubicBezTo>
                  <a:pt x="4954687" y="163466"/>
                  <a:pt x="4961506" y="161645"/>
                  <a:pt x="4971508" y="153903"/>
                </a:cubicBezTo>
                <a:lnTo>
                  <a:pt x="4976055" y="150257"/>
                </a:lnTo>
                <a:lnTo>
                  <a:pt x="4976509" y="150257"/>
                </a:lnTo>
                <a:close/>
                <a:moveTo>
                  <a:pt x="5035374" y="133452"/>
                </a:moveTo>
                <a:cubicBezTo>
                  <a:pt x="5035374" y="152353"/>
                  <a:pt x="5032877" y="153489"/>
                  <a:pt x="5019011" y="154174"/>
                </a:cubicBezTo>
                <a:cubicBezTo>
                  <a:pt x="5017648" y="155540"/>
                  <a:pt x="5017648" y="160321"/>
                  <a:pt x="5019011" y="161687"/>
                </a:cubicBezTo>
                <a:cubicBezTo>
                  <a:pt x="5026967" y="161461"/>
                  <a:pt x="5035374" y="161232"/>
                  <a:pt x="5044468" y="161232"/>
                </a:cubicBezTo>
                <a:cubicBezTo>
                  <a:pt x="5053558" y="161232"/>
                  <a:pt x="5062197" y="161461"/>
                  <a:pt x="5069695" y="161687"/>
                </a:cubicBezTo>
                <a:cubicBezTo>
                  <a:pt x="5071062" y="160321"/>
                  <a:pt x="5071062" y="155540"/>
                  <a:pt x="5069695" y="154174"/>
                </a:cubicBezTo>
                <a:cubicBezTo>
                  <a:pt x="5055833" y="153489"/>
                  <a:pt x="5053332" y="152353"/>
                  <a:pt x="5053332" y="133452"/>
                </a:cubicBezTo>
                <a:lnTo>
                  <a:pt x="5053332" y="28486"/>
                </a:lnTo>
                <a:cubicBezTo>
                  <a:pt x="5053332" y="13689"/>
                  <a:pt x="5054241" y="4528"/>
                  <a:pt x="5054241" y="4528"/>
                </a:cubicBezTo>
                <a:cubicBezTo>
                  <a:pt x="5054241" y="2916"/>
                  <a:pt x="5053332" y="2221"/>
                  <a:pt x="5051286" y="2221"/>
                </a:cubicBezTo>
                <a:cubicBezTo>
                  <a:pt x="5045605" y="4528"/>
                  <a:pt x="5028556" y="7756"/>
                  <a:pt x="5019466" y="8448"/>
                </a:cubicBezTo>
                <a:cubicBezTo>
                  <a:pt x="5019011" y="10272"/>
                  <a:pt x="5019466" y="13914"/>
                  <a:pt x="5020829" y="15284"/>
                </a:cubicBezTo>
                <a:cubicBezTo>
                  <a:pt x="5034011" y="16191"/>
                  <a:pt x="5035374" y="16875"/>
                  <a:pt x="5035374" y="33952"/>
                </a:cubicBezTo>
                <a:lnTo>
                  <a:pt x="5035374" y="133452"/>
                </a:lnTo>
                <a:close/>
                <a:moveTo>
                  <a:pt x="5095379" y="133452"/>
                </a:moveTo>
                <a:cubicBezTo>
                  <a:pt x="5095379" y="152353"/>
                  <a:pt x="5092882" y="153489"/>
                  <a:pt x="5079016" y="154174"/>
                </a:cubicBezTo>
                <a:cubicBezTo>
                  <a:pt x="5077653" y="155540"/>
                  <a:pt x="5077653" y="160321"/>
                  <a:pt x="5079016" y="161687"/>
                </a:cubicBezTo>
                <a:cubicBezTo>
                  <a:pt x="5086972" y="161461"/>
                  <a:pt x="5095379" y="161232"/>
                  <a:pt x="5104472" y="161232"/>
                </a:cubicBezTo>
                <a:cubicBezTo>
                  <a:pt x="5113562" y="161232"/>
                  <a:pt x="5122202" y="161461"/>
                  <a:pt x="5129700" y="161687"/>
                </a:cubicBezTo>
                <a:cubicBezTo>
                  <a:pt x="5131066" y="160321"/>
                  <a:pt x="5131066" y="155540"/>
                  <a:pt x="5129700" y="154174"/>
                </a:cubicBezTo>
                <a:cubicBezTo>
                  <a:pt x="5115838" y="153489"/>
                  <a:pt x="5113337" y="152353"/>
                  <a:pt x="5113337" y="133452"/>
                </a:cubicBezTo>
                <a:lnTo>
                  <a:pt x="5113337" y="28486"/>
                </a:lnTo>
                <a:cubicBezTo>
                  <a:pt x="5113337" y="13689"/>
                  <a:pt x="5114246" y="4528"/>
                  <a:pt x="5114246" y="4528"/>
                </a:cubicBezTo>
                <a:cubicBezTo>
                  <a:pt x="5114246" y="2916"/>
                  <a:pt x="5113337" y="2221"/>
                  <a:pt x="5111291" y="2221"/>
                </a:cubicBezTo>
                <a:cubicBezTo>
                  <a:pt x="5105610" y="4528"/>
                  <a:pt x="5088560" y="7756"/>
                  <a:pt x="5079470" y="8448"/>
                </a:cubicBezTo>
                <a:cubicBezTo>
                  <a:pt x="5079016" y="10272"/>
                  <a:pt x="5079470" y="13914"/>
                  <a:pt x="5080833" y="15284"/>
                </a:cubicBezTo>
                <a:cubicBezTo>
                  <a:pt x="5094016" y="16191"/>
                  <a:pt x="5095379" y="16875"/>
                  <a:pt x="5095379" y="33952"/>
                </a:cubicBezTo>
                <a:lnTo>
                  <a:pt x="5095379" y="133452"/>
                </a:lnTo>
                <a:close/>
                <a:moveTo>
                  <a:pt x="5269029" y="132937"/>
                </a:moveTo>
                <a:cubicBezTo>
                  <a:pt x="5269029" y="137267"/>
                  <a:pt x="5268574" y="139092"/>
                  <a:pt x="5265394" y="141827"/>
                </a:cubicBezTo>
                <a:cubicBezTo>
                  <a:pt x="5256984" y="149117"/>
                  <a:pt x="5249711" y="152763"/>
                  <a:pt x="5244027" y="152763"/>
                </a:cubicBezTo>
                <a:cubicBezTo>
                  <a:pt x="5231756" y="152763"/>
                  <a:pt x="5219028" y="139318"/>
                  <a:pt x="5219028" y="110832"/>
                </a:cubicBezTo>
                <a:cubicBezTo>
                  <a:pt x="5219028" y="94426"/>
                  <a:pt x="5222208" y="85311"/>
                  <a:pt x="5225617" y="80526"/>
                </a:cubicBezTo>
                <a:cubicBezTo>
                  <a:pt x="5232665" y="69815"/>
                  <a:pt x="5242209" y="69131"/>
                  <a:pt x="5246756" y="69131"/>
                </a:cubicBezTo>
                <a:cubicBezTo>
                  <a:pt x="5254937" y="69131"/>
                  <a:pt x="5260622" y="72095"/>
                  <a:pt x="5265165" y="77335"/>
                </a:cubicBezTo>
                <a:cubicBezTo>
                  <a:pt x="5268349" y="80981"/>
                  <a:pt x="5269029" y="82576"/>
                  <a:pt x="5269029" y="89641"/>
                </a:cubicBezTo>
                <a:lnTo>
                  <a:pt x="5269029" y="132937"/>
                </a:lnTo>
                <a:moveTo>
                  <a:pt x="5266531" y="149802"/>
                </a:moveTo>
                <a:cubicBezTo>
                  <a:pt x="5267666" y="148892"/>
                  <a:pt x="5269712" y="148433"/>
                  <a:pt x="5269941" y="150028"/>
                </a:cubicBezTo>
                <a:cubicBezTo>
                  <a:pt x="5270620" y="155498"/>
                  <a:pt x="5272441" y="163466"/>
                  <a:pt x="5272441" y="163466"/>
                </a:cubicBezTo>
                <a:cubicBezTo>
                  <a:pt x="5274259" y="164151"/>
                  <a:pt x="5275393" y="163925"/>
                  <a:pt x="5276759" y="163466"/>
                </a:cubicBezTo>
                <a:cubicBezTo>
                  <a:pt x="5281757" y="159359"/>
                  <a:pt x="5289713" y="155943"/>
                  <a:pt x="5303578" y="154348"/>
                </a:cubicBezTo>
                <a:cubicBezTo>
                  <a:pt x="5304941" y="152982"/>
                  <a:pt x="5304941" y="149566"/>
                  <a:pt x="5303578" y="148200"/>
                </a:cubicBezTo>
                <a:cubicBezTo>
                  <a:pt x="5289033" y="147060"/>
                  <a:pt x="5286987" y="142730"/>
                  <a:pt x="5286987" y="131565"/>
                </a:cubicBezTo>
                <a:lnTo>
                  <a:pt x="5286987" y="28340"/>
                </a:lnTo>
                <a:cubicBezTo>
                  <a:pt x="5286987" y="13529"/>
                  <a:pt x="5287895" y="4469"/>
                  <a:pt x="5287895" y="4469"/>
                </a:cubicBezTo>
                <a:cubicBezTo>
                  <a:pt x="5287895" y="2898"/>
                  <a:pt x="5286987" y="2221"/>
                  <a:pt x="5284941" y="2221"/>
                </a:cubicBezTo>
                <a:cubicBezTo>
                  <a:pt x="5279260" y="4469"/>
                  <a:pt x="5262210" y="7614"/>
                  <a:pt x="5253120" y="8288"/>
                </a:cubicBezTo>
                <a:cubicBezTo>
                  <a:pt x="5252666" y="10113"/>
                  <a:pt x="5253120" y="13755"/>
                  <a:pt x="5254483" y="15120"/>
                </a:cubicBezTo>
                <a:cubicBezTo>
                  <a:pt x="5266303" y="15805"/>
                  <a:pt x="5269029" y="14665"/>
                  <a:pt x="5269029" y="33809"/>
                </a:cubicBezTo>
                <a:lnTo>
                  <a:pt x="5269029" y="62983"/>
                </a:lnTo>
                <a:cubicBezTo>
                  <a:pt x="5269029" y="64578"/>
                  <a:pt x="5268574" y="65033"/>
                  <a:pt x="5266986" y="65033"/>
                </a:cubicBezTo>
                <a:cubicBezTo>
                  <a:pt x="5266074" y="65033"/>
                  <a:pt x="5256758" y="61159"/>
                  <a:pt x="5249257" y="61159"/>
                </a:cubicBezTo>
                <a:cubicBezTo>
                  <a:pt x="5234253" y="61159"/>
                  <a:pt x="5224254" y="66170"/>
                  <a:pt x="5215161" y="74826"/>
                </a:cubicBezTo>
                <a:cubicBezTo>
                  <a:pt x="5205388" y="84626"/>
                  <a:pt x="5199478" y="98071"/>
                  <a:pt x="5199478" y="114933"/>
                </a:cubicBezTo>
                <a:cubicBezTo>
                  <a:pt x="5199478" y="142967"/>
                  <a:pt x="5213572" y="163466"/>
                  <a:pt x="5238120" y="163466"/>
                </a:cubicBezTo>
                <a:cubicBezTo>
                  <a:pt x="5246981" y="163466"/>
                  <a:pt x="5255392" y="158914"/>
                  <a:pt x="5266531" y="149802"/>
                </a:cubicBezTo>
                <a:close/>
                <a:moveTo>
                  <a:pt x="5326081" y="24719"/>
                </a:moveTo>
                <a:cubicBezTo>
                  <a:pt x="5326081" y="30640"/>
                  <a:pt x="5331536" y="36562"/>
                  <a:pt x="5336988" y="36562"/>
                </a:cubicBezTo>
                <a:cubicBezTo>
                  <a:pt x="5343352" y="36562"/>
                  <a:pt x="5348808" y="30414"/>
                  <a:pt x="5348808" y="25629"/>
                </a:cubicBezTo>
                <a:cubicBezTo>
                  <a:pt x="5348808" y="20166"/>
                  <a:pt x="5344036" y="13786"/>
                  <a:pt x="5337900" y="13786"/>
                </a:cubicBezTo>
                <a:cubicBezTo>
                  <a:pt x="5332445" y="13786"/>
                  <a:pt x="5326081" y="19252"/>
                  <a:pt x="5326081" y="24719"/>
                </a:cubicBezTo>
                <a:moveTo>
                  <a:pt x="5346765" y="133445"/>
                </a:moveTo>
                <a:lnTo>
                  <a:pt x="5346765" y="88119"/>
                </a:lnTo>
                <a:cubicBezTo>
                  <a:pt x="5346765" y="76731"/>
                  <a:pt x="5347674" y="62104"/>
                  <a:pt x="5347674" y="62104"/>
                </a:cubicBezTo>
                <a:cubicBezTo>
                  <a:pt x="5347674" y="61183"/>
                  <a:pt x="5346536" y="60491"/>
                  <a:pt x="5344719" y="60491"/>
                </a:cubicBezTo>
                <a:cubicBezTo>
                  <a:pt x="5338355" y="63025"/>
                  <a:pt x="5329261" y="65096"/>
                  <a:pt x="5313578" y="67164"/>
                </a:cubicBezTo>
                <a:cubicBezTo>
                  <a:pt x="5313124" y="68533"/>
                  <a:pt x="5313578" y="72175"/>
                  <a:pt x="5314032" y="73544"/>
                </a:cubicBezTo>
                <a:cubicBezTo>
                  <a:pt x="5326535" y="74680"/>
                  <a:pt x="5328807" y="76050"/>
                  <a:pt x="5328807" y="89033"/>
                </a:cubicBezTo>
                <a:lnTo>
                  <a:pt x="5328807" y="133445"/>
                </a:lnTo>
                <a:cubicBezTo>
                  <a:pt x="5328807" y="152349"/>
                  <a:pt x="5326306" y="153034"/>
                  <a:pt x="5312444" y="154174"/>
                </a:cubicBezTo>
                <a:cubicBezTo>
                  <a:pt x="5311078" y="155540"/>
                  <a:pt x="5311078" y="160321"/>
                  <a:pt x="5312444" y="161687"/>
                </a:cubicBezTo>
                <a:cubicBezTo>
                  <a:pt x="5319942" y="161461"/>
                  <a:pt x="5328807" y="161232"/>
                  <a:pt x="5337900" y="161232"/>
                </a:cubicBezTo>
                <a:cubicBezTo>
                  <a:pt x="5346990" y="161232"/>
                  <a:pt x="5355626" y="161461"/>
                  <a:pt x="5363128" y="161687"/>
                </a:cubicBezTo>
                <a:cubicBezTo>
                  <a:pt x="5364491" y="160321"/>
                  <a:pt x="5364491" y="155540"/>
                  <a:pt x="5363128" y="154174"/>
                </a:cubicBezTo>
                <a:cubicBezTo>
                  <a:pt x="5349262" y="153263"/>
                  <a:pt x="5346765" y="152349"/>
                  <a:pt x="5346765" y="133445"/>
                </a:cubicBezTo>
                <a:close/>
                <a:moveTo>
                  <a:pt x="5428816" y="110412"/>
                </a:moveTo>
                <a:cubicBezTo>
                  <a:pt x="5431771" y="110412"/>
                  <a:pt x="5434951" y="104035"/>
                  <a:pt x="5434951" y="101300"/>
                </a:cubicBezTo>
                <a:cubicBezTo>
                  <a:pt x="5434951" y="99024"/>
                  <a:pt x="5434043" y="96744"/>
                  <a:pt x="5431771" y="96744"/>
                </a:cubicBezTo>
                <a:lnTo>
                  <a:pt x="5381992" y="96744"/>
                </a:lnTo>
                <a:cubicBezTo>
                  <a:pt x="5379266" y="96744"/>
                  <a:pt x="5376311" y="101984"/>
                  <a:pt x="5376311" y="106082"/>
                </a:cubicBezTo>
                <a:cubicBezTo>
                  <a:pt x="5376311" y="108361"/>
                  <a:pt x="5377674" y="110412"/>
                  <a:pt x="5379721" y="110412"/>
                </a:cubicBezTo>
                <a:lnTo>
                  <a:pt x="5428816" y="11041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rectlyorindirectlydependonBandarehencereachableifB">
            <a:extLst xmlns:a="http://schemas.openxmlformats.org/drawingml/2006/main">
              <a:ext uri="{FF2B5EF4-FFF2-40B4-BE49-F238E27FC236}">
                <a16:creationId xmlns:a16="http://schemas.microsoft.com/office/drawing/2014/main" id="{6060D409-226B-4FC9-BCB9-497E48CA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6" y="3614393"/>
            <a:ext cx="5395190" cy="212399"/>
          </a:xfrm>
          <a:custGeom xmlns:a="http://schemas.openxmlformats.org/drawingml/2006/main">
            <a:pathLst>
              <a:path w="5395190" h="212399">
                <a:moveTo>
                  <a:pt x="34819" y="77391"/>
                </a:moveTo>
                <a:cubicBezTo>
                  <a:pt x="34373" y="68276"/>
                  <a:pt x="34148" y="62358"/>
                  <a:pt x="33035" y="60078"/>
                </a:cubicBezTo>
                <a:cubicBezTo>
                  <a:pt x="32585" y="58938"/>
                  <a:pt x="32139" y="58257"/>
                  <a:pt x="30354" y="58257"/>
                </a:cubicBezTo>
                <a:cubicBezTo>
                  <a:pt x="24105" y="60763"/>
                  <a:pt x="18302" y="62813"/>
                  <a:pt x="2902" y="64860"/>
                </a:cubicBezTo>
                <a:cubicBezTo>
                  <a:pt x="2455" y="66229"/>
                  <a:pt x="2902" y="69871"/>
                  <a:pt x="3348" y="71237"/>
                </a:cubicBezTo>
                <a:cubicBezTo>
                  <a:pt x="15400" y="72376"/>
                  <a:pt x="17856" y="73516"/>
                  <a:pt x="17856" y="86739"/>
                </a:cubicBezTo>
                <a:lnTo>
                  <a:pt x="17856" y="131203"/>
                </a:lnTo>
                <a:cubicBezTo>
                  <a:pt x="17856" y="150129"/>
                  <a:pt x="15179" y="151039"/>
                  <a:pt x="1338" y="151953"/>
                </a:cubicBezTo>
                <a:cubicBezTo>
                  <a:pt x="0" y="153319"/>
                  <a:pt x="0" y="158101"/>
                  <a:pt x="1338" y="159466"/>
                </a:cubicBezTo>
                <a:cubicBezTo>
                  <a:pt x="9151" y="159241"/>
                  <a:pt x="17856" y="159011"/>
                  <a:pt x="26785" y="159011"/>
                </a:cubicBezTo>
                <a:cubicBezTo>
                  <a:pt x="35711" y="159011"/>
                  <a:pt x="45979" y="159241"/>
                  <a:pt x="53788" y="159466"/>
                </a:cubicBezTo>
                <a:cubicBezTo>
                  <a:pt x="55130" y="158101"/>
                  <a:pt x="55130" y="153319"/>
                  <a:pt x="53788" y="151953"/>
                </a:cubicBezTo>
                <a:cubicBezTo>
                  <a:pt x="38167" y="150813"/>
                  <a:pt x="35487" y="150129"/>
                  <a:pt x="35487" y="131203"/>
                </a:cubicBezTo>
                <a:lnTo>
                  <a:pt x="35487" y="99510"/>
                </a:lnTo>
                <a:cubicBezTo>
                  <a:pt x="35487" y="93582"/>
                  <a:pt x="38167" y="88338"/>
                  <a:pt x="40844" y="84233"/>
                </a:cubicBezTo>
                <a:cubicBezTo>
                  <a:pt x="43299" y="80585"/>
                  <a:pt x="48435" y="73061"/>
                  <a:pt x="51112" y="73061"/>
                </a:cubicBezTo>
                <a:cubicBezTo>
                  <a:pt x="53121" y="73061"/>
                  <a:pt x="55130" y="73516"/>
                  <a:pt x="56915" y="76025"/>
                </a:cubicBezTo>
                <a:cubicBezTo>
                  <a:pt x="58478" y="78305"/>
                  <a:pt x="61155" y="81269"/>
                  <a:pt x="64949" y="81269"/>
                </a:cubicBezTo>
                <a:cubicBezTo>
                  <a:pt x="70306" y="81269"/>
                  <a:pt x="75438" y="75567"/>
                  <a:pt x="75438" y="69871"/>
                </a:cubicBezTo>
                <a:cubicBezTo>
                  <a:pt x="75438" y="65544"/>
                  <a:pt x="71423" y="58938"/>
                  <a:pt x="62047" y="58938"/>
                </a:cubicBezTo>
                <a:cubicBezTo>
                  <a:pt x="51558" y="58938"/>
                  <a:pt x="42407" y="68960"/>
                  <a:pt x="37275" y="77846"/>
                </a:cubicBezTo>
                <a:cubicBezTo>
                  <a:pt x="35936" y="80355"/>
                  <a:pt x="34819" y="78531"/>
                  <a:pt x="34819" y="77391"/>
                </a:cubicBezTo>
                <a:close/>
                <a:moveTo>
                  <a:pt x="104454" y="94787"/>
                </a:moveTo>
                <a:cubicBezTo>
                  <a:pt x="108694" y="69162"/>
                  <a:pt x="124319" y="67122"/>
                  <a:pt x="129676" y="67122"/>
                </a:cubicBezTo>
                <a:cubicBezTo>
                  <a:pt x="138156" y="67122"/>
                  <a:pt x="148199" y="71886"/>
                  <a:pt x="148199" y="90934"/>
                </a:cubicBezTo>
                <a:cubicBezTo>
                  <a:pt x="148199" y="92973"/>
                  <a:pt x="147307" y="94110"/>
                  <a:pt x="144852" y="94110"/>
                </a:cubicBezTo>
                <a:lnTo>
                  <a:pt x="104454" y="94787"/>
                </a:lnTo>
                <a:moveTo>
                  <a:pt x="162929" y="137799"/>
                </a:moveTo>
                <a:cubicBezTo>
                  <a:pt x="154673" y="146449"/>
                  <a:pt x="148199" y="150087"/>
                  <a:pt x="135255" y="150087"/>
                </a:cubicBezTo>
                <a:cubicBezTo>
                  <a:pt x="127221" y="150087"/>
                  <a:pt x="117845" y="145309"/>
                  <a:pt x="110928" y="133705"/>
                </a:cubicBezTo>
                <a:cubicBezTo>
                  <a:pt x="106463" y="126196"/>
                  <a:pt x="103783" y="115729"/>
                  <a:pt x="103783" y="102530"/>
                </a:cubicBezTo>
                <a:lnTo>
                  <a:pt x="163153" y="102985"/>
                </a:lnTo>
                <a:cubicBezTo>
                  <a:pt x="165830" y="102985"/>
                  <a:pt x="167393" y="101620"/>
                  <a:pt x="167393" y="99114"/>
                </a:cubicBezTo>
                <a:cubicBezTo>
                  <a:pt x="167393" y="80049"/>
                  <a:pt x="160698" y="59605"/>
                  <a:pt x="129676" y="59605"/>
                </a:cubicBezTo>
                <a:cubicBezTo>
                  <a:pt x="110257" y="59605"/>
                  <a:pt x="85035" y="78461"/>
                  <a:pt x="85035" y="112997"/>
                </a:cubicBezTo>
                <a:cubicBezTo>
                  <a:pt x="85035" y="125740"/>
                  <a:pt x="88162" y="138028"/>
                  <a:pt x="95528" y="146674"/>
                </a:cubicBezTo>
                <a:cubicBezTo>
                  <a:pt x="103116" y="155783"/>
                  <a:pt x="113605" y="161246"/>
                  <a:pt x="129676" y="161246"/>
                </a:cubicBezTo>
                <a:cubicBezTo>
                  <a:pt x="146636" y="161246"/>
                  <a:pt x="158689" y="153277"/>
                  <a:pt x="167618" y="141441"/>
                </a:cubicBezTo>
                <a:cubicBezTo>
                  <a:pt x="166947" y="139165"/>
                  <a:pt x="165609" y="138028"/>
                  <a:pt x="162929" y="137799"/>
                </a:cubicBezTo>
                <a:close/>
                <a:moveTo>
                  <a:pt x="266937" y="138237"/>
                </a:moveTo>
                <a:cubicBezTo>
                  <a:pt x="266045" y="136187"/>
                  <a:pt x="264257" y="135276"/>
                  <a:pt x="262251" y="135047"/>
                </a:cubicBezTo>
                <a:cubicBezTo>
                  <a:pt x="254660" y="145076"/>
                  <a:pt x="245063" y="150087"/>
                  <a:pt x="235466" y="150087"/>
                </a:cubicBezTo>
                <a:cubicBezTo>
                  <a:pt x="219174" y="150087"/>
                  <a:pt x="205558" y="133226"/>
                  <a:pt x="205558" y="106561"/>
                </a:cubicBezTo>
                <a:cubicBezTo>
                  <a:pt x="205558" y="81495"/>
                  <a:pt x="216272" y="66455"/>
                  <a:pt x="231005" y="66455"/>
                </a:cubicBezTo>
                <a:cubicBezTo>
                  <a:pt x="244171" y="66455"/>
                  <a:pt x="245955" y="74430"/>
                  <a:pt x="246851" y="82406"/>
                </a:cubicBezTo>
                <a:cubicBezTo>
                  <a:pt x="247519" y="88560"/>
                  <a:pt x="250645" y="90610"/>
                  <a:pt x="255331" y="90610"/>
                </a:cubicBezTo>
                <a:cubicBezTo>
                  <a:pt x="260017" y="90610"/>
                  <a:pt x="266267" y="87650"/>
                  <a:pt x="266267" y="80585"/>
                </a:cubicBezTo>
                <a:cubicBezTo>
                  <a:pt x="266267" y="68050"/>
                  <a:pt x="253547" y="58938"/>
                  <a:pt x="232118" y="58938"/>
                </a:cubicBezTo>
                <a:cubicBezTo>
                  <a:pt x="210023" y="58938"/>
                  <a:pt x="186364" y="79215"/>
                  <a:pt x="186364" y="111576"/>
                </a:cubicBezTo>
                <a:cubicBezTo>
                  <a:pt x="186364" y="140972"/>
                  <a:pt x="202435" y="161246"/>
                  <a:pt x="230555" y="161246"/>
                </a:cubicBezTo>
                <a:cubicBezTo>
                  <a:pt x="243950" y="161246"/>
                  <a:pt x="255777" y="156919"/>
                  <a:pt x="266937" y="138237"/>
                </a:cubicBezTo>
                <a:close/>
                <a:moveTo>
                  <a:pt x="283231" y="61385"/>
                </a:moveTo>
                <a:cubicBezTo>
                  <a:pt x="280105" y="61385"/>
                  <a:pt x="279213" y="64119"/>
                  <a:pt x="279213" y="65940"/>
                </a:cubicBezTo>
                <a:lnTo>
                  <a:pt x="279213" y="68901"/>
                </a:lnTo>
                <a:cubicBezTo>
                  <a:pt x="279213" y="70041"/>
                  <a:pt x="279434" y="70267"/>
                  <a:pt x="280330" y="70267"/>
                </a:cubicBezTo>
                <a:lnTo>
                  <a:pt x="293496" y="70267"/>
                </a:lnTo>
                <a:lnTo>
                  <a:pt x="293496" y="138716"/>
                </a:lnTo>
                <a:cubicBezTo>
                  <a:pt x="293496" y="154869"/>
                  <a:pt x="300416" y="161246"/>
                  <a:pt x="310681" y="161246"/>
                </a:cubicBezTo>
                <a:cubicBezTo>
                  <a:pt x="320949" y="161246"/>
                  <a:pt x="332109" y="156238"/>
                  <a:pt x="340814" y="146219"/>
                </a:cubicBezTo>
                <a:cubicBezTo>
                  <a:pt x="340367" y="143947"/>
                  <a:pt x="339029" y="142581"/>
                  <a:pt x="336795" y="142355"/>
                </a:cubicBezTo>
                <a:cubicBezTo>
                  <a:pt x="330992" y="146904"/>
                  <a:pt x="324296" y="148721"/>
                  <a:pt x="318493" y="148721"/>
                </a:cubicBezTo>
                <a:cubicBezTo>
                  <a:pt x="312469" y="148721"/>
                  <a:pt x="311130" y="141900"/>
                  <a:pt x="311130" y="127801"/>
                </a:cubicBezTo>
                <a:lnTo>
                  <a:pt x="311130" y="70267"/>
                </a:lnTo>
                <a:lnTo>
                  <a:pt x="334339" y="70267"/>
                </a:lnTo>
                <a:cubicBezTo>
                  <a:pt x="336574" y="70267"/>
                  <a:pt x="339697" y="69356"/>
                  <a:pt x="339697" y="67306"/>
                </a:cubicBezTo>
                <a:lnTo>
                  <a:pt x="339697" y="62754"/>
                </a:lnTo>
                <a:cubicBezTo>
                  <a:pt x="339697" y="61843"/>
                  <a:pt x="339029" y="61385"/>
                  <a:pt x="337912" y="61385"/>
                </a:cubicBezTo>
                <a:lnTo>
                  <a:pt x="311130" y="61385"/>
                </a:lnTo>
                <a:lnTo>
                  <a:pt x="311130" y="52506"/>
                </a:lnTo>
                <a:cubicBezTo>
                  <a:pt x="311130" y="37702"/>
                  <a:pt x="312022" y="28590"/>
                  <a:pt x="312022" y="28590"/>
                </a:cubicBezTo>
                <a:cubicBezTo>
                  <a:pt x="312022" y="27224"/>
                  <a:pt x="311352" y="26540"/>
                  <a:pt x="310235" y="26540"/>
                </a:cubicBezTo>
                <a:cubicBezTo>
                  <a:pt x="309342" y="26540"/>
                  <a:pt x="307333" y="27453"/>
                  <a:pt x="305327" y="28590"/>
                </a:cubicBezTo>
                <a:cubicBezTo>
                  <a:pt x="302872" y="29959"/>
                  <a:pt x="300637" y="31095"/>
                  <a:pt x="297736" y="31780"/>
                </a:cubicBezTo>
                <a:cubicBezTo>
                  <a:pt x="295059" y="32690"/>
                  <a:pt x="292828" y="33375"/>
                  <a:pt x="292828" y="34967"/>
                </a:cubicBezTo>
                <a:cubicBezTo>
                  <a:pt x="292828" y="37702"/>
                  <a:pt x="293496" y="36107"/>
                  <a:pt x="293496" y="61385"/>
                </a:cubicBezTo>
                <a:lnTo>
                  <a:pt x="283231" y="61385"/>
                </a:lnTo>
                <a:close/>
                <a:moveTo>
                  <a:pt x="365363" y="131231"/>
                </a:moveTo>
                <a:cubicBezTo>
                  <a:pt x="365363" y="150132"/>
                  <a:pt x="362911" y="151269"/>
                  <a:pt x="349295" y="151953"/>
                </a:cubicBezTo>
                <a:cubicBezTo>
                  <a:pt x="347956" y="153319"/>
                  <a:pt x="347956" y="158101"/>
                  <a:pt x="349295" y="159466"/>
                </a:cubicBezTo>
                <a:cubicBezTo>
                  <a:pt x="357107" y="159241"/>
                  <a:pt x="365363" y="159011"/>
                  <a:pt x="374292" y="159011"/>
                </a:cubicBezTo>
                <a:cubicBezTo>
                  <a:pt x="383218" y="159011"/>
                  <a:pt x="391702" y="159241"/>
                  <a:pt x="399065" y="159466"/>
                </a:cubicBezTo>
                <a:cubicBezTo>
                  <a:pt x="400406" y="158101"/>
                  <a:pt x="400406" y="153319"/>
                  <a:pt x="399065" y="151953"/>
                </a:cubicBezTo>
                <a:cubicBezTo>
                  <a:pt x="385452" y="151269"/>
                  <a:pt x="382997" y="150132"/>
                  <a:pt x="382997" y="131231"/>
                </a:cubicBezTo>
                <a:lnTo>
                  <a:pt x="382997" y="26265"/>
                </a:lnTo>
                <a:cubicBezTo>
                  <a:pt x="382997" y="11468"/>
                  <a:pt x="383889" y="2307"/>
                  <a:pt x="383889" y="2307"/>
                </a:cubicBezTo>
                <a:cubicBezTo>
                  <a:pt x="383889" y="695"/>
                  <a:pt x="382997" y="0"/>
                  <a:pt x="380988" y="0"/>
                </a:cubicBezTo>
                <a:cubicBezTo>
                  <a:pt x="375409" y="2307"/>
                  <a:pt x="358667" y="5536"/>
                  <a:pt x="349741" y="6227"/>
                </a:cubicBezTo>
                <a:cubicBezTo>
                  <a:pt x="349295" y="8052"/>
                  <a:pt x="349741" y="11694"/>
                  <a:pt x="351079" y="13063"/>
                </a:cubicBezTo>
                <a:cubicBezTo>
                  <a:pt x="364024" y="13970"/>
                  <a:pt x="365363" y="14655"/>
                  <a:pt x="365363" y="31731"/>
                </a:cubicBezTo>
                <a:lnTo>
                  <a:pt x="365363" y="131231"/>
                </a:lnTo>
                <a:close/>
                <a:moveTo>
                  <a:pt x="448615" y="195559"/>
                </a:moveTo>
                <a:cubicBezTo>
                  <a:pt x="452184" y="189182"/>
                  <a:pt x="455085" y="182802"/>
                  <a:pt x="457766" y="175970"/>
                </a:cubicBezTo>
                <a:cubicBezTo>
                  <a:pt x="475621" y="132009"/>
                  <a:pt x="485664" y="108545"/>
                  <a:pt x="497271" y="83035"/>
                </a:cubicBezTo>
                <a:cubicBezTo>
                  <a:pt x="501732" y="73468"/>
                  <a:pt x="504858" y="69826"/>
                  <a:pt x="515348" y="68456"/>
                </a:cubicBezTo>
                <a:cubicBezTo>
                  <a:pt x="516686" y="67091"/>
                  <a:pt x="516686" y="62309"/>
                  <a:pt x="515348" y="60940"/>
                </a:cubicBezTo>
                <a:cubicBezTo>
                  <a:pt x="510883" y="61169"/>
                  <a:pt x="505751" y="61398"/>
                  <a:pt x="499501" y="61398"/>
                </a:cubicBezTo>
                <a:cubicBezTo>
                  <a:pt x="492806" y="61398"/>
                  <a:pt x="485886" y="61169"/>
                  <a:pt x="479190" y="60940"/>
                </a:cubicBezTo>
                <a:cubicBezTo>
                  <a:pt x="477852" y="62309"/>
                  <a:pt x="477852" y="67091"/>
                  <a:pt x="479190" y="68456"/>
                </a:cubicBezTo>
                <a:cubicBezTo>
                  <a:pt x="486332" y="69141"/>
                  <a:pt x="493477" y="70507"/>
                  <a:pt x="489904" y="78708"/>
                </a:cubicBezTo>
                <a:lnTo>
                  <a:pt x="467809" y="130870"/>
                </a:lnTo>
                <a:cubicBezTo>
                  <a:pt x="466246" y="134515"/>
                  <a:pt x="464236" y="135196"/>
                  <a:pt x="462452" y="130640"/>
                </a:cubicBezTo>
                <a:lnTo>
                  <a:pt x="442587" y="83264"/>
                </a:lnTo>
                <a:cubicBezTo>
                  <a:pt x="438571" y="73697"/>
                  <a:pt x="437454" y="69370"/>
                  <a:pt x="449953" y="68456"/>
                </a:cubicBezTo>
                <a:cubicBezTo>
                  <a:pt x="451291" y="67091"/>
                  <a:pt x="451291" y="62309"/>
                  <a:pt x="449953" y="60940"/>
                </a:cubicBezTo>
                <a:cubicBezTo>
                  <a:pt x="441694" y="61169"/>
                  <a:pt x="432768" y="61398"/>
                  <a:pt x="424734" y="61398"/>
                </a:cubicBezTo>
                <a:cubicBezTo>
                  <a:pt x="417143" y="61398"/>
                  <a:pt x="411119" y="61169"/>
                  <a:pt x="406654" y="60940"/>
                </a:cubicBezTo>
                <a:cubicBezTo>
                  <a:pt x="405316" y="62309"/>
                  <a:pt x="405316" y="67091"/>
                  <a:pt x="406654" y="68456"/>
                </a:cubicBezTo>
                <a:cubicBezTo>
                  <a:pt x="415584" y="69596"/>
                  <a:pt x="418482" y="71647"/>
                  <a:pt x="424285" y="85540"/>
                </a:cubicBezTo>
                <a:lnTo>
                  <a:pt x="449507" y="145448"/>
                </a:lnTo>
                <a:cubicBezTo>
                  <a:pt x="451516" y="150004"/>
                  <a:pt x="454864" y="160481"/>
                  <a:pt x="452633" y="166858"/>
                </a:cubicBezTo>
                <a:cubicBezTo>
                  <a:pt x="449953" y="174375"/>
                  <a:pt x="447276" y="180752"/>
                  <a:pt x="443929" y="187813"/>
                </a:cubicBezTo>
                <a:cubicBezTo>
                  <a:pt x="441473" y="192369"/>
                  <a:pt x="438347" y="194419"/>
                  <a:pt x="432768" y="194419"/>
                </a:cubicBezTo>
                <a:cubicBezTo>
                  <a:pt x="429642" y="194419"/>
                  <a:pt x="428750" y="193738"/>
                  <a:pt x="426294" y="193738"/>
                </a:cubicBezTo>
                <a:cubicBezTo>
                  <a:pt x="419824" y="193738"/>
                  <a:pt x="416476" y="200570"/>
                  <a:pt x="416476" y="203531"/>
                </a:cubicBezTo>
                <a:cubicBezTo>
                  <a:pt x="416476" y="208313"/>
                  <a:pt x="420937" y="211955"/>
                  <a:pt x="426965" y="211955"/>
                </a:cubicBezTo>
                <a:cubicBezTo>
                  <a:pt x="431651" y="211955"/>
                  <a:pt x="440581" y="210134"/>
                  <a:pt x="448615" y="195559"/>
                </a:cubicBezTo>
                <a:close/>
                <a:moveTo>
                  <a:pt x="572707" y="112257"/>
                </a:moveTo>
                <a:cubicBezTo>
                  <a:pt x="572707" y="135502"/>
                  <a:pt x="587885" y="161246"/>
                  <a:pt x="619578" y="161246"/>
                </a:cubicBezTo>
                <a:cubicBezTo>
                  <a:pt x="633861" y="161246"/>
                  <a:pt x="644800" y="156009"/>
                  <a:pt x="652388" y="148492"/>
                </a:cubicBezTo>
                <a:cubicBezTo>
                  <a:pt x="662431" y="138463"/>
                  <a:pt x="666896" y="124107"/>
                  <a:pt x="666896" y="110207"/>
                </a:cubicBezTo>
                <a:cubicBezTo>
                  <a:pt x="666896" y="86506"/>
                  <a:pt x="654172" y="58938"/>
                  <a:pt x="620024" y="58938"/>
                </a:cubicBezTo>
                <a:cubicBezTo>
                  <a:pt x="605295" y="58938"/>
                  <a:pt x="593242" y="65089"/>
                  <a:pt x="584984" y="74885"/>
                </a:cubicBezTo>
                <a:cubicBezTo>
                  <a:pt x="576950" y="84685"/>
                  <a:pt x="572707" y="97901"/>
                  <a:pt x="572707" y="112257"/>
                </a:cubicBezTo>
                <a:moveTo>
                  <a:pt x="616677" y="66910"/>
                </a:moveTo>
                <a:cubicBezTo>
                  <a:pt x="635871" y="66910"/>
                  <a:pt x="647702" y="84685"/>
                  <a:pt x="647702" y="117501"/>
                </a:cubicBezTo>
                <a:cubicBezTo>
                  <a:pt x="647702" y="146212"/>
                  <a:pt x="633194" y="153277"/>
                  <a:pt x="622704" y="153277"/>
                </a:cubicBezTo>
                <a:cubicBezTo>
                  <a:pt x="599492" y="153277"/>
                  <a:pt x="591904" y="124562"/>
                  <a:pt x="591904" y="107016"/>
                </a:cubicBezTo>
                <a:cubicBezTo>
                  <a:pt x="591904" y="87191"/>
                  <a:pt x="596590" y="66910"/>
                  <a:pt x="616677" y="66910"/>
                </a:cubicBezTo>
                <a:close/>
                <a:moveTo>
                  <a:pt x="715328" y="77391"/>
                </a:moveTo>
                <a:cubicBezTo>
                  <a:pt x="714882" y="68276"/>
                  <a:pt x="714657" y="62358"/>
                  <a:pt x="713543" y="60078"/>
                </a:cubicBezTo>
                <a:cubicBezTo>
                  <a:pt x="713094" y="58938"/>
                  <a:pt x="712647" y="58257"/>
                  <a:pt x="710863" y="58257"/>
                </a:cubicBezTo>
                <a:cubicBezTo>
                  <a:pt x="704614" y="60763"/>
                  <a:pt x="698810" y="62813"/>
                  <a:pt x="683410" y="64860"/>
                </a:cubicBezTo>
                <a:cubicBezTo>
                  <a:pt x="682964" y="66229"/>
                  <a:pt x="683410" y="69871"/>
                  <a:pt x="683856" y="71237"/>
                </a:cubicBezTo>
                <a:cubicBezTo>
                  <a:pt x="695909" y="72376"/>
                  <a:pt x="698364" y="73516"/>
                  <a:pt x="698364" y="86739"/>
                </a:cubicBezTo>
                <a:lnTo>
                  <a:pt x="698364" y="131203"/>
                </a:lnTo>
                <a:cubicBezTo>
                  <a:pt x="698364" y="150129"/>
                  <a:pt x="695687" y="151039"/>
                  <a:pt x="681847" y="151953"/>
                </a:cubicBezTo>
                <a:cubicBezTo>
                  <a:pt x="680509" y="153319"/>
                  <a:pt x="680509" y="158101"/>
                  <a:pt x="681847" y="159466"/>
                </a:cubicBezTo>
                <a:cubicBezTo>
                  <a:pt x="689659" y="159241"/>
                  <a:pt x="698364" y="159011"/>
                  <a:pt x="707294" y="159011"/>
                </a:cubicBezTo>
                <a:cubicBezTo>
                  <a:pt x="716220" y="159011"/>
                  <a:pt x="726488" y="159241"/>
                  <a:pt x="734297" y="159466"/>
                </a:cubicBezTo>
                <a:cubicBezTo>
                  <a:pt x="735639" y="158101"/>
                  <a:pt x="735639" y="153319"/>
                  <a:pt x="734297" y="151953"/>
                </a:cubicBezTo>
                <a:cubicBezTo>
                  <a:pt x="718675" y="150813"/>
                  <a:pt x="715995" y="150129"/>
                  <a:pt x="715995" y="131203"/>
                </a:cubicBezTo>
                <a:lnTo>
                  <a:pt x="715995" y="99510"/>
                </a:lnTo>
                <a:cubicBezTo>
                  <a:pt x="715995" y="93582"/>
                  <a:pt x="718675" y="88338"/>
                  <a:pt x="721352" y="84233"/>
                </a:cubicBezTo>
                <a:cubicBezTo>
                  <a:pt x="723808" y="80585"/>
                  <a:pt x="728943" y="73061"/>
                  <a:pt x="731620" y="73061"/>
                </a:cubicBezTo>
                <a:cubicBezTo>
                  <a:pt x="733629" y="73061"/>
                  <a:pt x="735639" y="73516"/>
                  <a:pt x="737423" y="76025"/>
                </a:cubicBezTo>
                <a:cubicBezTo>
                  <a:pt x="738986" y="78305"/>
                  <a:pt x="741663" y="81269"/>
                  <a:pt x="745457" y="81269"/>
                </a:cubicBezTo>
                <a:cubicBezTo>
                  <a:pt x="750814" y="81269"/>
                  <a:pt x="755946" y="75567"/>
                  <a:pt x="755946" y="69871"/>
                </a:cubicBezTo>
                <a:cubicBezTo>
                  <a:pt x="755946" y="65544"/>
                  <a:pt x="751931" y="58938"/>
                  <a:pt x="742556" y="58938"/>
                </a:cubicBezTo>
                <a:cubicBezTo>
                  <a:pt x="732066" y="58938"/>
                  <a:pt x="722915" y="68960"/>
                  <a:pt x="717783" y="77846"/>
                </a:cubicBezTo>
                <a:cubicBezTo>
                  <a:pt x="716445" y="80355"/>
                  <a:pt x="715328" y="78531"/>
                  <a:pt x="715328" y="77391"/>
                </a:cubicBezTo>
                <a:close/>
                <a:moveTo>
                  <a:pt x="824468" y="22498"/>
                </a:moveTo>
                <a:cubicBezTo>
                  <a:pt x="824468" y="28420"/>
                  <a:pt x="829825" y="34341"/>
                  <a:pt x="835179" y="34341"/>
                </a:cubicBezTo>
                <a:cubicBezTo>
                  <a:pt x="841428" y="34341"/>
                  <a:pt x="846785" y="28194"/>
                  <a:pt x="846785" y="23408"/>
                </a:cubicBezTo>
                <a:cubicBezTo>
                  <a:pt x="846785" y="17946"/>
                  <a:pt x="842099" y="11565"/>
                  <a:pt x="836075" y="11565"/>
                </a:cubicBezTo>
                <a:cubicBezTo>
                  <a:pt x="830718" y="11565"/>
                  <a:pt x="824468" y="17032"/>
                  <a:pt x="824468" y="22498"/>
                </a:cubicBezTo>
                <a:moveTo>
                  <a:pt x="844779" y="131224"/>
                </a:moveTo>
                <a:lnTo>
                  <a:pt x="844779" y="85898"/>
                </a:lnTo>
                <a:cubicBezTo>
                  <a:pt x="844779" y="74510"/>
                  <a:pt x="845672" y="59883"/>
                  <a:pt x="845672" y="59883"/>
                </a:cubicBezTo>
                <a:cubicBezTo>
                  <a:pt x="845672" y="58962"/>
                  <a:pt x="844555" y="58271"/>
                  <a:pt x="842770" y="58271"/>
                </a:cubicBezTo>
                <a:cubicBezTo>
                  <a:pt x="836521" y="60804"/>
                  <a:pt x="827591" y="62875"/>
                  <a:pt x="812191" y="64943"/>
                </a:cubicBezTo>
                <a:cubicBezTo>
                  <a:pt x="811745" y="66312"/>
                  <a:pt x="812191" y="69954"/>
                  <a:pt x="812637" y="71323"/>
                </a:cubicBezTo>
                <a:cubicBezTo>
                  <a:pt x="824914" y="72460"/>
                  <a:pt x="827145" y="73829"/>
                  <a:pt x="827145" y="86812"/>
                </a:cubicBezTo>
                <a:lnTo>
                  <a:pt x="827145" y="131224"/>
                </a:lnTo>
                <a:cubicBezTo>
                  <a:pt x="827145" y="150129"/>
                  <a:pt x="824690" y="150813"/>
                  <a:pt x="811077" y="151953"/>
                </a:cubicBezTo>
                <a:cubicBezTo>
                  <a:pt x="809735" y="153319"/>
                  <a:pt x="809735" y="158101"/>
                  <a:pt x="811077" y="159466"/>
                </a:cubicBezTo>
                <a:cubicBezTo>
                  <a:pt x="818440" y="159241"/>
                  <a:pt x="827145" y="159011"/>
                  <a:pt x="836075" y="159011"/>
                </a:cubicBezTo>
                <a:cubicBezTo>
                  <a:pt x="845001" y="159011"/>
                  <a:pt x="853481" y="159241"/>
                  <a:pt x="860847" y="159466"/>
                </a:cubicBezTo>
                <a:cubicBezTo>
                  <a:pt x="862185" y="158101"/>
                  <a:pt x="862185" y="153319"/>
                  <a:pt x="860847" y="151953"/>
                </a:cubicBezTo>
                <a:cubicBezTo>
                  <a:pt x="847231" y="151043"/>
                  <a:pt x="844779" y="150129"/>
                  <a:pt x="844779" y="131224"/>
                </a:cubicBezTo>
                <a:close/>
                <a:moveTo>
                  <a:pt x="905931" y="77394"/>
                </a:moveTo>
                <a:cubicBezTo>
                  <a:pt x="904593" y="78990"/>
                  <a:pt x="903255" y="79448"/>
                  <a:pt x="903255" y="77394"/>
                </a:cubicBezTo>
                <a:cubicBezTo>
                  <a:pt x="903030" y="71240"/>
                  <a:pt x="902584" y="62358"/>
                  <a:pt x="901467" y="60078"/>
                </a:cubicBezTo>
                <a:cubicBezTo>
                  <a:pt x="901021" y="58938"/>
                  <a:pt x="900574" y="58257"/>
                  <a:pt x="898790" y="58257"/>
                </a:cubicBezTo>
                <a:cubicBezTo>
                  <a:pt x="892541" y="60763"/>
                  <a:pt x="886737" y="62813"/>
                  <a:pt x="871337" y="64860"/>
                </a:cubicBezTo>
                <a:cubicBezTo>
                  <a:pt x="870891" y="66229"/>
                  <a:pt x="871337" y="69871"/>
                  <a:pt x="871783" y="71240"/>
                </a:cubicBezTo>
                <a:cubicBezTo>
                  <a:pt x="883836" y="72380"/>
                  <a:pt x="886291" y="73520"/>
                  <a:pt x="886291" y="86743"/>
                </a:cubicBezTo>
                <a:lnTo>
                  <a:pt x="886291" y="131203"/>
                </a:lnTo>
                <a:cubicBezTo>
                  <a:pt x="886291" y="149899"/>
                  <a:pt x="884061" y="150813"/>
                  <a:pt x="870666" y="151953"/>
                </a:cubicBezTo>
                <a:cubicBezTo>
                  <a:pt x="869328" y="153319"/>
                  <a:pt x="869328" y="158101"/>
                  <a:pt x="870666" y="159466"/>
                </a:cubicBezTo>
                <a:cubicBezTo>
                  <a:pt x="877365" y="159241"/>
                  <a:pt x="886291" y="159011"/>
                  <a:pt x="895217" y="159011"/>
                </a:cubicBezTo>
                <a:cubicBezTo>
                  <a:pt x="904147" y="159011"/>
                  <a:pt x="910842" y="159241"/>
                  <a:pt x="917538" y="159466"/>
                </a:cubicBezTo>
                <a:cubicBezTo>
                  <a:pt x="918876" y="158101"/>
                  <a:pt x="918876" y="153319"/>
                  <a:pt x="917538" y="151953"/>
                </a:cubicBezTo>
                <a:cubicBezTo>
                  <a:pt x="906156" y="150813"/>
                  <a:pt x="903922" y="149899"/>
                  <a:pt x="903922" y="131203"/>
                </a:cubicBezTo>
                <a:lnTo>
                  <a:pt x="903922" y="93811"/>
                </a:lnTo>
                <a:cubicBezTo>
                  <a:pt x="903922" y="89022"/>
                  <a:pt x="905931" y="86287"/>
                  <a:pt x="907716" y="84237"/>
                </a:cubicBezTo>
                <a:cubicBezTo>
                  <a:pt x="916199" y="75799"/>
                  <a:pt x="926243" y="70781"/>
                  <a:pt x="934947" y="70781"/>
                </a:cubicBezTo>
                <a:cubicBezTo>
                  <a:pt x="939412" y="70781"/>
                  <a:pt x="944098" y="73746"/>
                  <a:pt x="946775" y="78990"/>
                </a:cubicBezTo>
                <a:cubicBezTo>
                  <a:pt x="949009" y="83552"/>
                  <a:pt x="949455" y="89707"/>
                  <a:pt x="949455" y="96546"/>
                </a:cubicBezTo>
                <a:lnTo>
                  <a:pt x="949455" y="131203"/>
                </a:lnTo>
                <a:cubicBezTo>
                  <a:pt x="949455" y="149899"/>
                  <a:pt x="947221" y="150813"/>
                  <a:pt x="935615" y="151953"/>
                </a:cubicBezTo>
                <a:cubicBezTo>
                  <a:pt x="934501" y="153319"/>
                  <a:pt x="934501" y="158101"/>
                  <a:pt x="935615" y="159466"/>
                </a:cubicBezTo>
                <a:cubicBezTo>
                  <a:pt x="942314" y="159241"/>
                  <a:pt x="949455" y="159011"/>
                  <a:pt x="958381" y="159011"/>
                </a:cubicBezTo>
                <a:cubicBezTo>
                  <a:pt x="967311" y="159011"/>
                  <a:pt x="975345" y="159241"/>
                  <a:pt x="982040" y="159466"/>
                </a:cubicBezTo>
                <a:cubicBezTo>
                  <a:pt x="983157" y="158101"/>
                  <a:pt x="983157" y="153319"/>
                  <a:pt x="982040" y="151953"/>
                </a:cubicBezTo>
                <a:cubicBezTo>
                  <a:pt x="969542" y="150813"/>
                  <a:pt x="967086" y="149899"/>
                  <a:pt x="967086" y="131203"/>
                </a:cubicBezTo>
                <a:lnTo>
                  <a:pt x="967086" y="97230"/>
                </a:lnTo>
                <a:cubicBezTo>
                  <a:pt x="967086" y="84692"/>
                  <a:pt x="966194" y="73746"/>
                  <a:pt x="961062" y="66684"/>
                </a:cubicBezTo>
                <a:cubicBezTo>
                  <a:pt x="957264" y="61673"/>
                  <a:pt x="950348" y="58938"/>
                  <a:pt x="942535" y="58938"/>
                </a:cubicBezTo>
                <a:cubicBezTo>
                  <a:pt x="931600" y="58938"/>
                  <a:pt x="919101" y="61899"/>
                  <a:pt x="905931" y="77394"/>
                </a:cubicBezTo>
                <a:close/>
                <a:moveTo>
                  <a:pt x="1062834" y="130717"/>
                </a:moveTo>
                <a:cubicBezTo>
                  <a:pt x="1062834" y="135047"/>
                  <a:pt x="1062387" y="136871"/>
                  <a:pt x="1059264" y="139606"/>
                </a:cubicBezTo>
                <a:cubicBezTo>
                  <a:pt x="1051006" y="146897"/>
                  <a:pt x="1043864" y="150542"/>
                  <a:pt x="1038282" y="150542"/>
                </a:cubicBezTo>
                <a:cubicBezTo>
                  <a:pt x="1026233" y="150542"/>
                  <a:pt x="1013735" y="137097"/>
                  <a:pt x="1013735" y="108611"/>
                </a:cubicBezTo>
                <a:cubicBezTo>
                  <a:pt x="1013735" y="92205"/>
                  <a:pt x="1016858" y="83090"/>
                  <a:pt x="1020205" y="78305"/>
                </a:cubicBezTo>
                <a:cubicBezTo>
                  <a:pt x="1027126" y="67595"/>
                  <a:pt x="1036498" y="66910"/>
                  <a:pt x="1040963" y="66910"/>
                </a:cubicBezTo>
                <a:cubicBezTo>
                  <a:pt x="1048996" y="66910"/>
                  <a:pt x="1054578" y="69874"/>
                  <a:pt x="1059040" y="75115"/>
                </a:cubicBezTo>
                <a:cubicBezTo>
                  <a:pt x="1062166" y="78760"/>
                  <a:pt x="1062834" y="80355"/>
                  <a:pt x="1062834" y="87420"/>
                </a:cubicBezTo>
                <a:lnTo>
                  <a:pt x="1062834" y="130717"/>
                </a:lnTo>
                <a:moveTo>
                  <a:pt x="1060381" y="147581"/>
                </a:moveTo>
                <a:cubicBezTo>
                  <a:pt x="1061495" y="146671"/>
                  <a:pt x="1063504" y="146212"/>
                  <a:pt x="1063729" y="147807"/>
                </a:cubicBezTo>
                <a:cubicBezTo>
                  <a:pt x="1064397" y="153277"/>
                  <a:pt x="1066185" y="161246"/>
                  <a:pt x="1066185" y="161246"/>
                </a:cubicBezTo>
                <a:cubicBezTo>
                  <a:pt x="1067969" y="161930"/>
                  <a:pt x="1069083" y="161704"/>
                  <a:pt x="1070425" y="161246"/>
                </a:cubicBezTo>
                <a:cubicBezTo>
                  <a:pt x="1075332" y="157138"/>
                  <a:pt x="1083145" y="153722"/>
                  <a:pt x="1096760" y="152127"/>
                </a:cubicBezTo>
                <a:cubicBezTo>
                  <a:pt x="1098099" y="150761"/>
                  <a:pt x="1098099" y="147345"/>
                  <a:pt x="1096760" y="145979"/>
                </a:cubicBezTo>
                <a:cubicBezTo>
                  <a:pt x="1082477" y="144840"/>
                  <a:pt x="1080468" y="140510"/>
                  <a:pt x="1080468" y="129344"/>
                </a:cubicBezTo>
                <a:lnTo>
                  <a:pt x="1080468" y="26119"/>
                </a:lnTo>
                <a:cubicBezTo>
                  <a:pt x="1080468" y="11308"/>
                  <a:pt x="1081360" y="2248"/>
                  <a:pt x="1081360" y="2248"/>
                </a:cubicBezTo>
                <a:cubicBezTo>
                  <a:pt x="1081360" y="678"/>
                  <a:pt x="1080468" y="0"/>
                  <a:pt x="1078459" y="0"/>
                </a:cubicBezTo>
                <a:cubicBezTo>
                  <a:pt x="1072880" y="2248"/>
                  <a:pt x="1056138" y="5393"/>
                  <a:pt x="1047212" y="6068"/>
                </a:cubicBezTo>
                <a:cubicBezTo>
                  <a:pt x="1046766" y="7892"/>
                  <a:pt x="1047212" y="11534"/>
                  <a:pt x="1048550" y="12900"/>
                </a:cubicBezTo>
                <a:cubicBezTo>
                  <a:pt x="1060157" y="13584"/>
                  <a:pt x="1062834" y="12444"/>
                  <a:pt x="1062834" y="31589"/>
                </a:cubicBezTo>
                <a:lnTo>
                  <a:pt x="1062834" y="60763"/>
                </a:lnTo>
                <a:cubicBezTo>
                  <a:pt x="1062834" y="62358"/>
                  <a:pt x="1062387" y="62813"/>
                  <a:pt x="1060828" y="62813"/>
                </a:cubicBezTo>
                <a:cubicBezTo>
                  <a:pt x="1059932" y="62813"/>
                  <a:pt x="1050784" y="58938"/>
                  <a:pt x="1043418" y="58938"/>
                </a:cubicBezTo>
                <a:cubicBezTo>
                  <a:pt x="1028685" y="58938"/>
                  <a:pt x="1018867" y="63949"/>
                  <a:pt x="1009937" y="72606"/>
                </a:cubicBezTo>
                <a:cubicBezTo>
                  <a:pt x="1000340" y="82406"/>
                  <a:pt x="994537" y="95851"/>
                  <a:pt x="994537" y="112712"/>
                </a:cubicBezTo>
                <a:cubicBezTo>
                  <a:pt x="994537" y="140746"/>
                  <a:pt x="1008378" y="161246"/>
                  <a:pt x="1032483" y="161246"/>
                </a:cubicBezTo>
                <a:cubicBezTo>
                  <a:pt x="1041184" y="161246"/>
                  <a:pt x="1049443" y="156693"/>
                  <a:pt x="1060381" y="147581"/>
                </a:cubicBezTo>
                <a:close/>
                <a:moveTo>
                  <a:pt x="1118857" y="22498"/>
                </a:moveTo>
                <a:cubicBezTo>
                  <a:pt x="1118857" y="28420"/>
                  <a:pt x="1124214" y="34341"/>
                  <a:pt x="1129568" y="34341"/>
                </a:cubicBezTo>
                <a:cubicBezTo>
                  <a:pt x="1135817" y="34341"/>
                  <a:pt x="1141174" y="28194"/>
                  <a:pt x="1141174" y="23408"/>
                </a:cubicBezTo>
                <a:cubicBezTo>
                  <a:pt x="1141174" y="17946"/>
                  <a:pt x="1136488" y="11565"/>
                  <a:pt x="1130463" y="11565"/>
                </a:cubicBezTo>
                <a:cubicBezTo>
                  <a:pt x="1125106" y="11565"/>
                  <a:pt x="1118857" y="17032"/>
                  <a:pt x="1118857" y="22498"/>
                </a:cubicBezTo>
                <a:moveTo>
                  <a:pt x="1139168" y="131224"/>
                </a:moveTo>
                <a:lnTo>
                  <a:pt x="1139168" y="85898"/>
                </a:lnTo>
                <a:cubicBezTo>
                  <a:pt x="1139168" y="74510"/>
                  <a:pt x="1140060" y="59883"/>
                  <a:pt x="1140060" y="59883"/>
                </a:cubicBezTo>
                <a:cubicBezTo>
                  <a:pt x="1140060" y="58962"/>
                  <a:pt x="1138943" y="58271"/>
                  <a:pt x="1137159" y="58271"/>
                </a:cubicBezTo>
                <a:cubicBezTo>
                  <a:pt x="1130909" y="60804"/>
                  <a:pt x="1121980" y="62875"/>
                  <a:pt x="1106580" y="64943"/>
                </a:cubicBezTo>
                <a:cubicBezTo>
                  <a:pt x="1106133" y="66312"/>
                  <a:pt x="1106580" y="69954"/>
                  <a:pt x="1107026" y="71323"/>
                </a:cubicBezTo>
                <a:cubicBezTo>
                  <a:pt x="1119303" y="72460"/>
                  <a:pt x="1121534" y="73829"/>
                  <a:pt x="1121534" y="86812"/>
                </a:cubicBezTo>
                <a:lnTo>
                  <a:pt x="1121534" y="131224"/>
                </a:lnTo>
                <a:cubicBezTo>
                  <a:pt x="1121534" y="150129"/>
                  <a:pt x="1119078" y="150813"/>
                  <a:pt x="1105466" y="151953"/>
                </a:cubicBezTo>
                <a:cubicBezTo>
                  <a:pt x="1104124" y="153319"/>
                  <a:pt x="1104124" y="158101"/>
                  <a:pt x="1105466" y="159466"/>
                </a:cubicBezTo>
                <a:cubicBezTo>
                  <a:pt x="1112829" y="159241"/>
                  <a:pt x="1121534" y="159011"/>
                  <a:pt x="1130463" y="159011"/>
                </a:cubicBezTo>
                <a:cubicBezTo>
                  <a:pt x="1139389" y="159011"/>
                  <a:pt x="1147869" y="159241"/>
                  <a:pt x="1155236" y="159466"/>
                </a:cubicBezTo>
                <a:cubicBezTo>
                  <a:pt x="1156574" y="158101"/>
                  <a:pt x="1156574" y="153319"/>
                  <a:pt x="1155236" y="151953"/>
                </a:cubicBezTo>
                <a:cubicBezTo>
                  <a:pt x="1141620" y="151043"/>
                  <a:pt x="1139168" y="150129"/>
                  <a:pt x="1139168" y="131224"/>
                </a:cubicBezTo>
                <a:close/>
                <a:moveTo>
                  <a:pt x="1198536" y="77391"/>
                </a:moveTo>
                <a:cubicBezTo>
                  <a:pt x="1198089" y="68276"/>
                  <a:pt x="1197865" y="62358"/>
                  <a:pt x="1196751" y="60078"/>
                </a:cubicBezTo>
                <a:cubicBezTo>
                  <a:pt x="1196302" y="58938"/>
                  <a:pt x="1195855" y="58257"/>
                  <a:pt x="1194071" y="58257"/>
                </a:cubicBezTo>
                <a:cubicBezTo>
                  <a:pt x="1187822" y="60763"/>
                  <a:pt x="1182018" y="62813"/>
                  <a:pt x="1166618" y="64860"/>
                </a:cubicBezTo>
                <a:cubicBezTo>
                  <a:pt x="1166172" y="66229"/>
                  <a:pt x="1166618" y="69871"/>
                  <a:pt x="1167064" y="71237"/>
                </a:cubicBezTo>
                <a:cubicBezTo>
                  <a:pt x="1179117" y="72376"/>
                  <a:pt x="1181572" y="73516"/>
                  <a:pt x="1181572" y="86739"/>
                </a:cubicBezTo>
                <a:lnTo>
                  <a:pt x="1181572" y="131203"/>
                </a:lnTo>
                <a:cubicBezTo>
                  <a:pt x="1181572" y="150129"/>
                  <a:pt x="1178895" y="151039"/>
                  <a:pt x="1165055" y="151953"/>
                </a:cubicBezTo>
                <a:cubicBezTo>
                  <a:pt x="1163717" y="153319"/>
                  <a:pt x="1163717" y="158101"/>
                  <a:pt x="1165055" y="159466"/>
                </a:cubicBezTo>
                <a:cubicBezTo>
                  <a:pt x="1172867" y="159241"/>
                  <a:pt x="1181572" y="159011"/>
                  <a:pt x="1190502" y="159011"/>
                </a:cubicBezTo>
                <a:cubicBezTo>
                  <a:pt x="1199428" y="159011"/>
                  <a:pt x="1209696" y="159241"/>
                  <a:pt x="1217505" y="159466"/>
                </a:cubicBezTo>
                <a:cubicBezTo>
                  <a:pt x="1218847" y="158101"/>
                  <a:pt x="1218847" y="153319"/>
                  <a:pt x="1217505" y="151953"/>
                </a:cubicBezTo>
                <a:cubicBezTo>
                  <a:pt x="1201883" y="150813"/>
                  <a:pt x="1199203" y="150129"/>
                  <a:pt x="1199203" y="131203"/>
                </a:cubicBezTo>
                <a:lnTo>
                  <a:pt x="1199203" y="99510"/>
                </a:lnTo>
                <a:cubicBezTo>
                  <a:pt x="1199203" y="93582"/>
                  <a:pt x="1201883" y="88338"/>
                  <a:pt x="1204560" y="84233"/>
                </a:cubicBezTo>
                <a:cubicBezTo>
                  <a:pt x="1207016" y="80585"/>
                  <a:pt x="1212151" y="73061"/>
                  <a:pt x="1214828" y="73061"/>
                </a:cubicBezTo>
                <a:cubicBezTo>
                  <a:pt x="1216837" y="73061"/>
                  <a:pt x="1218847" y="73516"/>
                  <a:pt x="1220631" y="76025"/>
                </a:cubicBezTo>
                <a:cubicBezTo>
                  <a:pt x="1222194" y="78305"/>
                  <a:pt x="1224871" y="81269"/>
                  <a:pt x="1228665" y="81269"/>
                </a:cubicBezTo>
                <a:cubicBezTo>
                  <a:pt x="1234022" y="81269"/>
                  <a:pt x="1239154" y="75567"/>
                  <a:pt x="1239154" y="69871"/>
                </a:cubicBezTo>
                <a:cubicBezTo>
                  <a:pt x="1239154" y="65544"/>
                  <a:pt x="1235139" y="58938"/>
                  <a:pt x="1225764" y="58938"/>
                </a:cubicBezTo>
                <a:cubicBezTo>
                  <a:pt x="1215274" y="58938"/>
                  <a:pt x="1206123" y="68960"/>
                  <a:pt x="1200991" y="77846"/>
                </a:cubicBezTo>
                <a:cubicBezTo>
                  <a:pt x="1199653" y="80355"/>
                  <a:pt x="1198536" y="78531"/>
                  <a:pt x="1198536" y="77391"/>
                </a:cubicBezTo>
                <a:close/>
                <a:moveTo>
                  <a:pt x="1268171" y="94787"/>
                </a:moveTo>
                <a:cubicBezTo>
                  <a:pt x="1272411" y="69162"/>
                  <a:pt x="1288036" y="67122"/>
                  <a:pt x="1293393" y="67122"/>
                </a:cubicBezTo>
                <a:cubicBezTo>
                  <a:pt x="1301873" y="67122"/>
                  <a:pt x="1311916" y="71886"/>
                  <a:pt x="1311916" y="90934"/>
                </a:cubicBezTo>
                <a:cubicBezTo>
                  <a:pt x="1311916" y="92973"/>
                  <a:pt x="1311024" y="94110"/>
                  <a:pt x="1308568" y="94110"/>
                </a:cubicBezTo>
                <a:lnTo>
                  <a:pt x="1268171" y="94787"/>
                </a:lnTo>
                <a:moveTo>
                  <a:pt x="1326645" y="137799"/>
                </a:moveTo>
                <a:cubicBezTo>
                  <a:pt x="1318390" y="146449"/>
                  <a:pt x="1311916" y="150087"/>
                  <a:pt x="1298971" y="150087"/>
                </a:cubicBezTo>
                <a:cubicBezTo>
                  <a:pt x="1290937" y="150087"/>
                  <a:pt x="1281562" y="145309"/>
                  <a:pt x="1274645" y="133705"/>
                </a:cubicBezTo>
                <a:cubicBezTo>
                  <a:pt x="1270180" y="126196"/>
                  <a:pt x="1267500" y="115729"/>
                  <a:pt x="1267500" y="102530"/>
                </a:cubicBezTo>
                <a:lnTo>
                  <a:pt x="1326870" y="102985"/>
                </a:lnTo>
                <a:cubicBezTo>
                  <a:pt x="1329547" y="102985"/>
                  <a:pt x="1331110" y="101620"/>
                  <a:pt x="1331110" y="99114"/>
                </a:cubicBezTo>
                <a:cubicBezTo>
                  <a:pt x="1331110" y="80049"/>
                  <a:pt x="1324414" y="59605"/>
                  <a:pt x="1293393" y="59605"/>
                </a:cubicBezTo>
                <a:cubicBezTo>
                  <a:pt x="1273974" y="59605"/>
                  <a:pt x="1248752" y="78461"/>
                  <a:pt x="1248752" y="112997"/>
                </a:cubicBezTo>
                <a:cubicBezTo>
                  <a:pt x="1248752" y="125740"/>
                  <a:pt x="1251878" y="138028"/>
                  <a:pt x="1259244" y="146674"/>
                </a:cubicBezTo>
                <a:cubicBezTo>
                  <a:pt x="1266832" y="155783"/>
                  <a:pt x="1277322" y="161246"/>
                  <a:pt x="1293393" y="161246"/>
                </a:cubicBezTo>
                <a:cubicBezTo>
                  <a:pt x="1310353" y="161246"/>
                  <a:pt x="1322405" y="153277"/>
                  <a:pt x="1331335" y="141441"/>
                </a:cubicBezTo>
                <a:cubicBezTo>
                  <a:pt x="1330664" y="139165"/>
                  <a:pt x="1329325" y="138028"/>
                  <a:pt x="1326645" y="137799"/>
                </a:cubicBezTo>
                <a:close/>
                <a:moveTo>
                  <a:pt x="1430654" y="138237"/>
                </a:moveTo>
                <a:cubicBezTo>
                  <a:pt x="1429761" y="136187"/>
                  <a:pt x="1427973" y="135276"/>
                  <a:pt x="1425968" y="135047"/>
                </a:cubicBezTo>
                <a:cubicBezTo>
                  <a:pt x="1418376" y="145076"/>
                  <a:pt x="1408779" y="150087"/>
                  <a:pt x="1399182" y="150087"/>
                </a:cubicBezTo>
                <a:cubicBezTo>
                  <a:pt x="1382890" y="150087"/>
                  <a:pt x="1369274" y="133226"/>
                  <a:pt x="1369274" y="106561"/>
                </a:cubicBezTo>
                <a:cubicBezTo>
                  <a:pt x="1369274" y="81495"/>
                  <a:pt x="1379988" y="66455"/>
                  <a:pt x="1394721" y="66455"/>
                </a:cubicBezTo>
                <a:cubicBezTo>
                  <a:pt x="1407887" y="66455"/>
                  <a:pt x="1409672" y="74430"/>
                  <a:pt x="1410567" y="82406"/>
                </a:cubicBezTo>
                <a:cubicBezTo>
                  <a:pt x="1411235" y="88560"/>
                  <a:pt x="1414361" y="90610"/>
                  <a:pt x="1419047" y="90610"/>
                </a:cubicBezTo>
                <a:cubicBezTo>
                  <a:pt x="1423733" y="90610"/>
                  <a:pt x="1429983" y="87650"/>
                  <a:pt x="1429983" y="80585"/>
                </a:cubicBezTo>
                <a:cubicBezTo>
                  <a:pt x="1429983" y="68050"/>
                  <a:pt x="1417263" y="58938"/>
                  <a:pt x="1395835" y="58938"/>
                </a:cubicBezTo>
                <a:cubicBezTo>
                  <a:pt x="1373739" y="58938"/>
                  <a:pt x="1350080" y="79215"/>
                  <a:pt x="1350080" y="111576"/>
                </a:cubicBezTo>
                <a:cubicBezTo>
                  <a:pt x="1350080" y="140972"/>
                  <a:pt x="1366151" y="161246"/>
                  <a:pt x="1394271" y="161246"/>
                </a:cubicBezTo>
                <a:cubicBezTo>
                  <a:pt x="1407666" y="161246"/>
                  <a:pt x="1419493" y="156919"/>
                  <a:pt x="1430654" y="138237"/>
                </a:cubicBezTo>
                <a:close/>
                <a:moveTo>
                  <a:pt x="1446948" y="61385"/>
                </a:moveTo>
                <a:cubicBezTo>
                  <a:pt x="1443821" y="61385"/>
                  <a:pt x="1442929" y="64119"/>
                  <a:pt x="1442929" y="65940"/>
                </a:cubicBezTo>
                <a:lnTo>
                  <a:pt x="1442929" y="68901"/>
                </a:lnTo>
                <a:cubicBezTo>
                  <a:pt x="1442929" y="70041"/>
                  <a:pt x="1443150" y="70267"/>
                  <a:pt x="1444046" y="70267"/>
                </a:cubicBezTo>
                <a:lnTo>
                  <a:pt x="1457212" y="70267"/>
                </a:lnTo>
                <a:lnTo>
                  <a:pt x="1457212" y="138716"/>
                </a:lnTo>
                <a:cubicBezTo>
                  <a:pt x="1457212" y="154869"/>
                  <a:pt x="1464132" y="161246"/>
                  <a:pt x="1474397" y="161246"/>
                </a:cubicBezTo>
                <a:cubicBezTo>
                  <a:pt x="1484665" y="161246"/>
                  <a:pt x="1495825" y="156238"/>
                  <a:pt x="1504530" y="146219"/>
                </a:cubicBezTo>
                <a:cubicBezTo>
                  <a:pt x="1504084" y="143947"/>
                  <a:pt x="1502745" y="142581"/>
                  <a:pt x="1500511" y="142355"/>
                </a:cubicBezTo>
                <a:cubicBezTo>
                  <a:pt x="1494708" y="146904"/>
                  <a:pt x="1488013" y="148721"/>
                  <a:pt x="1482209" y="148721"/>
                </a:cubicBezTo>
                <a:cubicBezTo>
                  <a:pt x="1476185" y="148721"/>
                  <a:pt x="1474846" y="141900"/>
                  <a:pt x="1474846" y="127801"/>
                </a:cubicBezTo>
                <a:lnTo>
                  <a:pt x="1474846" y="70267"/>
                </a:lnTo>
                <a:lnTo>
                  <a:pt x="1498056" y="70267"/>
                </a:lnTo>
                <a:cubicBezTo>
                  <a:pt x="1500290" y="70267"/>
                  <a:pt x="1503413" y="69356"/>
                  <a:pt x="1503413" y="67306"/>
                </a:cubicBezTo>
                <a:lnTo>
                  <a:pt x="1503413" y="62754"/>
                </a:lnTo>
                <a:cubicBezTo>
                  <a:pt x="1503413" y="61843"/>
                  <a:pt x="1502745" y="61385"/>
                  <a:pt x="1501628" y="61385"/>
                </a:cubicBezTo>
                <a:lnTo>
                  <a:pt x="1474846" y="61385"/>
                </a:lnTo>
                <a:lnTo>
                  <a:pt x="1474846" y="52506"/>
                </a:lnTo>
                <a:cubicBezTo>
                  <a:pt x="1474846" y="37702"/>
                  <a:pt x="1475739" y="28590"/>
                  <a:pt x="1475739" y="28590"/>
                </a:cubicBezTo>
                <a:cubicBezTo>
                  <a:pt x="1475739" y="27224"/>
                  <a:pt x="1475068" y="26540"/>
                  <a:pt x="1473951" y="26540"/>
                </a:cubicBezTo>
                <a:cubicBezTo>
                  <a:pt x="1473059" y="26540"/>
                  <a:pt x="1471049" y="27453"/>
                  <a:pt x="1469043" y="28590"/>
                </a:cubicBezTo>
                <a:cubicBezTo>
                  <a:pt x="1466588" y="29959"/>
                  <a:pt x="1464354" y="31095"/>
                  <a:pt x="1461452" y="31780"/>
                </a:cubicBezTo>
                <a:cubicBezTo>
                  <a:pt x="1458775" y="32690"/>
                  <a:pt x="1456545" y="33375"/>
                  <a:pt x="1456545" y="34967"/>
                </a:cubicBezTo>
                <a:cubicBezTo>
                  <a:pt x="1456545" y="37702"/>
                  <a:pt x="1457212" y="36107"/>
                  <a:pt x="1457212" y="61385"/>
                </a:cubicBezTo>
                <a:lnTo>
                  <a:pt x="1446948" y="61385"/>
                </a:lnTo>
                <a:close/>
                <a:moveTo>
                  <a:pt x="1529079" y="131231"/>
                </a:moveTo>
                <a:cubicBezTo>
                  <a:pt x="1529079" y="150132"/>
                  <a:pt x="1526627" y="151269"/>
                  <a:pt x="1513011" y="151953"/>
                </a:cubicBezTo>
                <a:cubicBezTo>
                  <a:pt x="1511673" y="153319"/>
                  <a:pt x="1511673" y="158101"/>
                  <a:pt x="1513011" y="159466"/>
                </a:cubicBezTo>
                <a:cubicBezTo>
                  <a:pt x="1520824" y="159241"/>
                  <a:pt x="1529079" y="159011"/>
                  <a:pt x="1538008" y="159011"/>
                </a:cubicBezTo>
                <a:cubicBezTo>
                  <a:pt x="1546934" y="159011"/>
                  <a:pt x="1555418" y="159241"/>
                  <a:pt x="1562781" y="159466"/>
                </a:cubicBezTo>
                <a:cubicBezTo>
                  <a:pt x="1564123" y="158101"/>
                  <a:pt x="1564123" y="153319"/>
                  <a:pt x="1562781" y="151953"/>
                </a:cubicBezTo>
                <a:cubicBezTo>
                  <a:pt x="1549169" y="151269"/>
                  <a:pt x="1546713" y="150132"/>
                  <a:pt x="1546713" y="131231"/>
                </a:cubicBezTo>
                <a:lnTo>
                  <a:pt x="1546713" y="26265"/>
                </a:lnTo>
                <a:cubicBezTo>
                  <a:pt x="1546713" y="11468"/>
                  <a:pt x="1547605" y="2307"/>
                  <a:pt x="1547605" y="2307"/>
                </a:cubicBezTo>
                <a:cubicBezTo>
                  <a:pt x="1547605" y="695"/>
                  <a:pt x="1546713" y="0"/>
                  <a:pt x="1544704" y="0"/>
                </a:cubicBezTo>
                <a:cubicBezTo>
                  <a:pt x="1539125" y="2307"/>
                  <a:pt x="1522383" y="5536"/>
                  <a:pt x="1513457" y="6227"/>
                </a:cubicBezTo>
                <a:cubicBezTo>
                  <a:pt x="1513011" y="8052"/>
                  <a:pt x="1513457" y="11694"/>
                  <a:pt x="1514796" y="13063"/>
                </a:cubicBezTo>
                <a:cubicBezTo>
                  <a:pt x="1527740" y="13970"/>
                  <a:pt x="1529079" y="14655"/>
                  <a:pt x="1529079" y="31731"/>
                </a:cubicBezTo>
                <a:lnTo>
                  <a:pt x="1529079" y="131231"/>
                </a:lnTo>
                <a:close/>
                <a:moveTo>
                  <a:pt x="1612331" y="195559"/>
                </a:moveTo>
                <a:cubicBezTo>
                  <a:pt x="1615900" y="189182"/>
                  <a:pt x="1618802" y="182802"/>
                  <a:pt x="1621482" y="175970"/>
                </a:cubicBezTo>
                <a:cubicBezTo>
                  <a:pt x="1639338" y="132009"/>
                  <a:pt x="1649381" y="108545"/>
                  <a:pt x="1660987" y="83035"/>
                </a:cubicBezTo>
                <a:cubicBezTo>
                  <a:pt x="1665448" y="73468"/>
                  <a:pt x="1668575" y="69826"/>
                  <a:pt x="1679064" y="68456"/>
                </a:cubicBezTo>
                <a:cubicBezTo>
                  <a:pt x="1680402" y="67091"/>
                  <a:pt x="1680402" y="62309"/>
                  <a:pt x="1679064" y="60940"/>
                </a:cubicBezTo>
                <a:cubicBezTo>
                  <a:pt x="1674599" y="61169"/>
                  <a:pt x="1669467" y="61398"/>
                  <a:pt x="1663218" y="61398"/>
                </a:cubicBezTo>
                <a:cubicBezTo>
                  <a:pt x="1656522" y="61398"/>
                  <a:pt x="1649602" y="61169"/>
                  <a:pt x="1642907" y="60940"/>
                </a:cubicBezTo>
                <a:cubicBezTo>
                  <a:pt x="1641568" y="62309"/>
                  <a:pt x="1641568" y="67091"/>
                  <a:pt x="1642907" y="68456"/>
                </a:cubicBezTo>
                <a:cubicBezTo>
                  <a:pt x="1650048" y="69141"/>
                  <a:pt x="1657193" y="70507"/>
                  <a:pt x="1653621" y="78708"/>
                </a:cubicBezTo>
                <a:lnTo>
                  <a:pt x="1631525" y="130870"/>
                </a:lnTo>
                <a:cubicBezTo>
                  <a:pt x="1629962" y="134515"/>
                  <a:pt x="1627953" y="135196"/>
                  <a:pt x="1626168" y="130640"/>
                </a:cubicBezTo>
                <a:lnTo>
                  <a:pt x="1606303" y="83264"/>
                </a:lnTo>
                <a:cubicBezTo>
                  <a:pt x="1602288" y="73697"/>
                  <a:pt x="1601171" y="69370"/>
                  <a:pt x="1613669" y="68456"/>
                </a:cubicBezTo>
                <a:cubicBezTo>
                  <a:pt x="1615008" y="67091"/>
                  <a:pt x="1615008" y="62309"/>
                  <a:pt x="1613669" y="60940"/>
                </a:cubicBezTo>
                <a:cubicBezTo>
                  <a:pt x="1605411" y="61169"/>
                  <a:pt x="1596485" y="61398"/>
                  <a:pt x="1588451" y="61398"/>
                </a:cubicBezTo>
                <a:cubicBezTo>
                  <a:pt x="1580860" y="61398"/>
                  <a:pt x="1574835" y="61169"/>
                  <a:pt x="1570370" y="60940"/>
                </a:cubicBezTo>
                <a:cubicBezTo>
                  <a:pt x="1569032" y="62309"/>
                  <a:pt x="1569032" y="67091"/>
                  <a:pt x="1570370" y="68456"/>
                </a:cubicBezTo>
                <a:cubicBezTo>
                  <a:pt x="1579300" y="69596"/>
                  <a:pt x="1582198" y="71647"/>
                  <a:pt x="1588001" y="85540"/>
                </a:cubicBezTo>
                <a:lnTo>
                  <a:pt x="1613223" y="145448"/>
                </a:lnTo>
                <a:cubicBezTo>
                  <a:pt x="1615233" y="150004"/>
                  <a:pt x="1618580" y="160481"/>
                  <a:pt x="1616350" y="166858"/>
                </a:cubicBezTo>
                <a:cubicBezTo>
                  <a:pt x="1613669" y="174375"/>
                  <a:pt x="1610993" y="180752"/>
                  <a:pt x="1607645" y="187813"/>
                </a:cubicBezTo>
                <a:cubicBezTo>
                  <a:pt x="1605189" y="192369"/>
                  <a:pt x="1602063" y="194419"/>
                  <a:pt x="1596485" y="194419"/>
                </a:cubicBezTo>
                <a:cubicBezTo>
                  <a:pt x="1593358" y="194419"/>
                  <a:pt x="1592466" y="193738"/>
                  <a:pt x="1590011" y="193738"/>
                </a:cubicBezTo>
                <a:cubicBezTo>
                  <a:pt x="1583540" y="193738"/>
                  <a:pt x="1580192" y="200570"/>
                  <a:pt x="1580192" y="203531"/>
                </a:cubicBezTo>
                <a:cubicBezTo>
                  <a:pt x="1580192" y="208313"/>
                  <a:pt x="1584654" y="211955"/>
                  <a:pt x="1590681" y="211955"/>
                </a:cubicBezTo>
                <a:cubicBezTo>
                  <a:pt x="1595368" y="211955"/>
                  <a:pt x="1604297" y="210134"/>
                  <a:pt x="1612331" y="195559"/>
                </a:cubicBezTo>
                <a:close/>
                <a:moveTo>
                  <a:pt x="1804273" y="130717"/>
                </a:moveTo>
                <a:cubicBezTo>
                  <a:pt x="1804273" y="135047"/>
                  <a:pt x="1803827" y="136871"/>
                  <a:pt x="1800704" y="139606"/>
                </a:cubicBezTo>
                <a:cubicBezTo>
                  <a:pt x="1792445" y="146897"/>
                  <a:pt x="1785304" y="150542"/>
                  <a:pt x="1779722" y="150542"/>
                </a:cubicBezTo>
                <a:cubicBezTo>
                  <a:pt x="1767673" y="150542"/>
                  <a:pt x="1755174" y="137097"/>
                  <a:pt x="1755174" y="108611"/>
                </a:cubicBezTo>
                <a:cubicBezTo>
                  <a:pt x="1755174" y="92205"/>
                  <a:pt x="1758297" y="83090"/>
                  <a:pt x="1761645" y="78305"/>
                </a:cubicBezTo>
                <a:cubicBezTo>
                  <a:pt x="1768565" y="67595"/>
                  <a:pt x="1777937" y="66910"/>
                  <a:pt x="1782402" y="66910"/>
                </a:cubicBezTo>
                <a:cubicBezTo>
                  <a:pt x="1790436" y="66910"/>
                  <a:pt x="1796018" y="69874"/>
                  <a:pt x="1800479" y="75115"/>
                </a:cubicBezTo>
                <a:cubicBezTo>
                  <a:pt x="1803605" y="78760"/>
                  <a:pt x="1804273" y="80355"/>
                  <a:pt x="1804273" y="87420"/>
                </a:cubicBezTo>
                <a:lnTo>
                  <a:pt x="1804273" y="130717"/>
                </a:lnTo>
                <a:moveTo>
                  <a:pt x="1801821" y="147581"/>
                </a:moveTo>
                <a:cubicBezTo>
                  <a:pt x="1802935" y="146671"/>
                  <a:pt x="1804944" y="146212"/>
                  <a:pt x="1805169" y="147807"/>
                </a:cubicBezTo>
                <a:cubicBezTo>
                  <a:pt x="1805836" y="153277"/>
                  <a:pt x="1807624" y="161246"/>
                  <a:pt x="1807624" y="161246"/>
                </a:cubicBezTo>
                <a:cubicBezTo>
                  <a:pt x="1809409" y="161930"/>
                  <a:pt x="1810522" y="161704"/>
                  <a:pt x="1811864" y="161246"/>
                </a:cubicBezTo>
                <a:cubicBezTo>
                  <a:pt x="1816772" y="157138"/>
                  <a:pt x="1824584" y="153722"/>
                  <a:pt x="1838200" y="152127"/>
                </a:cubicBezTo>
                <a:cubicBezTo>
                  <a:pt x="1839538" y="150761"/>
                  <a:pt x="1839538" y="147345"/>
                  <a:pt x="1838200" y="145979"/>
                </a:cubicBezTo>
                <a:cubicBezTo>
                  <a:pt x="1823917" y="144840"/>
                  <a:pt x="1821907" y="140510"/>
                  <a:pt x="1821907" y="129344"/>
                </a:cubicBezTo>
                <a:lnTo>
                  <a:pt x="1821907" y="26119"/>
                </a:lnTo>
                <a:cubicBezTo>
                  <a:pt x="1821907" y="11308"/>
                  <a:pt x="1822800" y="2248"/>
                  <a:pt x="1822800" y="2248"/>
                </a:cubicBezTo>
                <a:cubicBezTo>
                  <a:pt x="1822800" y="678"/>
                  <a:pt x="1821907" y="0"/>
                  <a:pt x="1819898" y="0"/>
                </a:cubicBezTo>
                <a:cubicBezTo>
                  <a:pt x="1814320" y="2248"/>
                  <a:pt x="1797578" y="5393"/>
                  <a:pt x="1788651" y="6068"/>
                </a:cubicBezTo>
                <a:cubicBezTo>
                  <a:pt x="1788205" y="7892"/>
                  <a:pt x="1788651" y="11534"/>
                  <a:pt x="1789990" y="12900"/>
                </a:cubicBezTo>
                <a:cubicBezTo>
                  <a:pt x="1801596" y="13584"/>
                  <a:pt x="1804273" y="12444"/>
                  <a:pt x="1804273" y="31589"/>
                </a:cubicBezTo>
                <a:lnTo>
                  <a:pt x="1804273" y="60763"/>
                </a:lnTo>
                <a:cubicBezTo>
                  <a:pt x="1804273" y="62358"/>
                  <a:pt x="1803827" y="62813"/>
                  <a:pt x="1802267" y="62813"/>
                </a:cubicBezTo>
                <a:cubicBezTo>
                  <a:pt x="1801371" y="62813"/>
                  <a:pt x="1792224" y="58938"/>
                  <a:pt x="1784858" y="58938"/>
                </a:cubicBezTo>
                <a:cubicBezTo>
                  <a:pt x="1770125" y="58938"/>
                  <a:pt x="1760306" y="63949"/>
                  <a:pt x="1751377" y="72606"/>
                </a:cubicBezTo>
                <a:cubicBezTo>
                  <a:pt x="1741780" y="82406"/>
                  <a:pt x="1735977" y="95851"/>
                  <a:pt x="1735977" y="112712"/>
                </a:cubicBezTo>
                <a:cubicBezTo>
                  <a:pt x="1735977" y="140746"/>
                  <a:pt x="1749817" y="161246"/>
                  <a:pt x="1773922" y="161246"/>
                </a:cubicBezTo>
                <a:cubicBezTo>
                  <a:pt x="1782623" y="161246"/>
                  <a:pt x="1790882" y="156693"/>
                  <a:pt x="1801821" y="147581"/>
                </a:cubicBezTo>
                <a:close/>
                <a:moveTo>
                  <a:pt x="1867884" y="94787"/>
                </a:moveTo>
                <a:cubicBezTo>
                  <a:pt x="1872124" y="69162"/>
                  <a:pt x="1887749" y="67122"/>
                  <a:pt x="1893106" y="67122"/>
                </a:cubicBezTo>
                <a:cubicBezTo>
                  <a:pt x="1901586" y="67122"/>
                  <a:pt x="1911629" y="71886"/>
                  <a:pt x="1911629" y="90934"/>
                </a:cubicBezTo>
                <a:cubicBezTo>
                  <a:pt x="1911629" y="92973"/>
                  <a:pt x="1910737" y="94110"/>
                  <a:pt x="1908281" y="94110"/>
                </a:cubicBezTo>
                <a:lnTo>
                  <a:pt x="1867884" y="94787"/>
                </a:lnTo>
                <a:moveTo>
                  <a:pt x="1926358" y="137799"/>
                </a:moveTo>
                <a:cubicBezTo>
                  <a:pt x="1918103" y="146449"/>
                  <a:pt x="1911629" y="150087"/>
                  <a:pt x="1898684" y="150087"/>
                </a:cubicBezTo>
                <a:cubicBezTo>
                  <a:pt x="1890650" y="150087"/>
                  <a:pt x="1881275" y="145309"/>
                  <a:pt x="1874358" y="133705"/>
                </a:cubicBezTo>
                <a:cubicBezTo>
                  <a:pt x="1869893" y="126196"/>
                  <a:pt x="1867213" y="115729"/>
                  <a:pt x="1867213" y="102530"/>
                </a:cubicBezTo>
                <a:lnTo>
                  <a:pt x="1926583" y="102985"/>
                </a:lnTo>
                <a:cubicBezTo>
                  <a:pt x="1929260" y="102985"/>
                  <a:pt x="1930823" y="101620"/>
                  <a:pt x="1930823" y="99114"/>
                </a:cubicBezTo>
                <a:cubicBezTo>
                  <a:pt x="1930823" y="80049"/>
                  <a:pt x="1924128" y="59605"/>
                  <a:pt x="1893106" y="59605"/>
                </a:cubicBezTo>
                <a:cubicBezTo>
                  <a:pt x="1873687" y="59605"/>
                  <a:pt x="1848465" y="78461"/>
                  <a:pt x="1848465" y="112997"/>
                </a:cubicBezTo>
                <a:cubicBezTo>
                  <a:pt x="1848465" y="125740"/>
                  <a:pt x="1851591" y="138028"/>
                  <a:pt x="1858958" y="146674"/>
                </a:cubicBezTo>
                <a:cubicBezTo>
                  <a:pt x="1866545" y="155783"/>
                  <a:pt x="1877035" y="161246"/>
                  <a:pt x="1893106" y="161246"/>
                </a:cubicBezTo>
                <a:cubicBezTo>
                  <a:pt x="1910066" y="161246"/>
                  <a:pt x="1922118" y="153277"/>
                  <a:pt x="1931048" y="141441"/>
                </a:cubicBezTo>
                <a:cubicBezTo>
                  <a:pt x="1930377" y="139165"/>
                  <a:pt x="1929039" y="138028"/>
                  <a:pt x="1926358" y="137799"/>
                </a:cubicBezTo>
                <a:close/>
                <a:moveTo>
                  <a:pt x="1979032" y="83545"/>
                </a:moveTo>
                <a:cubicBezTo>
                  <a:pt x="1984835" y="76251"/>
                  <a:pt x="1995103" y="69416"/>
                  <a:pt x="2001573" y="69416"/>
                </a:cubicBezTo>
                <a:cubicBezTo>
                  <a:pt x="2015860" y="69416"/>
                  <a:pt x="2028134" y="85822"/>
                  <a:pt x="2028134" y="111572"/>
                </a:cubicBezTo>
                <a:cubicBezTo>
                  <a:pt x="2028134" y="130261"/>
                  <a:pt x="2021663" y="153503"/>
                  <a:pt x="1996666" y="153503"/>
                </a:cubicBezTo>
                <a:cubicBezTo>
                  <a:pt x="1992647" y="153503"/>
                  <a:pt x="1984835" y="152363"/>
                  <a:pt x="1980820" y="148718"/>
                </a:cubicBezTo>
                <a:cubicBezTo>
                  <a:pt x="1976355" y="144617"/>
                  <a:pt x="1975463" y="143248"/>
                  <a:pt x="1975463" y="135047"/>
                </a:cubicBezTo>
                <a:lnTo>
                  <a:pt x="1975463" y="93571"/>
                </a:lnTo>
                <a:cubicBezTo>
                  <a:pt x="1975463" y="88786"/>
                  <a:pt x="1976355" y="86736"/>
                  <a:pt x="1979032" y="83545"/>
                </a:cubicBezTo>
                <a:moveTo>
                  <a:pt x="1974792" y="75111"/>
                </a:moveTo>
                <a:cubicBezTo>
                  <a:pt x="1974570" y="68276"/>
                  <a:pt x="1974124" y="62358"/>
                  <a:pt x="1973007" y="60078"/>
                </a:cubicBezTo>
                <a:cubicBezTo>
                  <a:pt x="1972561" y="58938"/>
                  <a:pt x="1972115" y="58257"/>
                  <a:pt x="1970327" y="58257"/>
                </a:cubicBezTo>
                <a:cubicBezTo>
                  <a:pt x="1964078" y="60763"/>
                  <a:pt x="1958274" y="62813"/>
                  <a:pt x="1942874" y="64860"/>
                </a:cubicBezTo>
                <a:cubicBezTo>
                  <a:pt x="1942428" y="66229"/>
                  <a:pt x="1942874" y="69871"/>
                  <a:pt x="1943324" y="71240"/>
                </a:cubicBezTo>
                <a:cubicBezTo>
                  <a:pt x="1955373" y="72380"/>
                  <a:pt x="1957828" y="73516"/>
                  <a:pt x="1957828" y="86736"/>
                </a:cubicBezTo>
                <a:lnTo>
                  <a:pt x="1957828" y="184095"/>
                </a:lnTo>
                <a:cubicBezTo>
                  <a:pt x="1957828" y="203058"/>
                  <a:pt x="1955373" y="204202"/>
                  <a:pt x="1941761" y="204886"/>
                </a:cubicBezTo>
                <a:cubicBezTo>
                  <a:pt x="1940422" y="206252"/>
                  <a:pt x="1940422" y="211034"/>
                  <a:pt x="1941761" y="212399"/>
                </a:cubicBezTo>
                <a:cubicBezTo>
                  <a:pt x="1949573" y="212174"/>
                  <a:pt x="1957828" y="211944"/>
                  <a:pt x="1966758" y="211944"/>
                </a:cubicBezTo>
                <a:cubicBezTo>
                  <a:pt x="1975684" y="211944"/>
                  <a:pt x="1986398" y="212174"/>
                  <a:pt x="1993764" y="212399"/>
                </a:cubicBezTo>
                <a:cubicBezTo>
                  <a:pt x="1995103" y="211034"/>
                  <a:pt x="1995103" y="206252"/>
                  <a:pt x="1993764" y="204886"/>
                </a:cubicBezTo>
                <a:cubicBezTo>
                  <a:pt x="1977918" y="203972"/>
                  <a:pt x="1975463" y="203058"/>
                  <a:pt x="1975463" y="184095"/>
                </a:cubicBezTo>
                <a:lnTo>
                  <a:pt x="1975463" y="159425"/>
                </a:lnTo>
                <a:cubicBezTo>
                  <a:pt x="1975463" y="156464"/>
                  <a:pt x="1976355" y="156693"/>
                  <a:pt x="1978585" y="157830"/>
                </a:cubicBezTo>
                <a:cubicBezTo>
                  <a:pt x="1984167" y="159880"/>
                  <a:pt x="1990863" y="161246"/>
                  <a:pt x="1998004" y="161246"/>
                </a:cubicBezTo>
                <a:cubicBezTo>
                  <a:pt x="2010503" y="161246"/>
                  <a:pt x="2021663" y="157374"/>
                  <a:pt x="2030814" y="148492"/>
                </a:cubicBezTo>
                <a:cubicBezTo>
                  <a:pt x="2041303" y="138008"/>
                  <a:pt x="2047328" y="123878"/>
                  <a:pt x="2047328" y="105421"/>
                </a:cubicBezTo>
                <a:cubicBezTo>
                  <a:pt x="2047328" y="81266"/>
                  <a:pt x="2030589" y="58938"/>
                  <a:pt x="2007823" y="58938"/>
                </a:cubicBezTo>
                <a:cubicBezTo>
                  <a:pt x="1997558" y="58938"/>
                  <a:pt x="1986173" y="66000"/>
                  <a:pt x="1977247" y="76025"/>
                </a:cubicBezTo>
                <a:cubicBezTo>
                  <a:pt x="1975909" y="77391"/>
                  <a:pt x="1975016" y="77391"/>
                  <a:pt x="1974792" y="75111"/>
                </a:cubicBezTo>
                <a:close/>
                <a:moveTo>
                  <a:pt x="2085048" y="94787"/>
                </a:moveTo>
                <a:cubicBezTo>
                  <a:pt x="2089288" y="69162"/>
                  <a:pt x="2104913" y="67122"/>
                  <a:pt x="2110270" y="67122"/>
                </a:cubicBezTo>
                <a:cubicBezTo>
                  <a:pt x="2118750" y="67122"/>
                  <a:pt x="2128794" y="71886"/>
                  <a:pt x="2128794" y="90934"/>
                </a:cubicBezTo>
                <a:cubicBezTo>
                  <a:pt x="2128794" y="92973"/>
                  <a:pt x="2127901" y="94110"/>
                  <a:pt x="2125446" y="94110"/>
                </a:cubicBezTo>
                <a:lnTo>
                  <a:pt x="2085048" y="94787"/>
                </a:lnTo>
                <a:moveTo>
                  <a:pt x="2143523" y="137799"/>
                </a:moveTo>
                <a:cubicBezTo>
                  <a:pt x="2135268" y="146449"/>
                  <a:pt x="2128794" y="150087"/>
                  <a:pt x="2115849" y="150087"/>
                </a:cubicBezTo>
                <a:cubicBezTo>
                  <a:pt x="2107815" y="150087"/>
                  <a:pt x="2098439" y="145309"/>
                  <a:pt x="2091523" y="133705"/>
                </a:cubicBezTo>
                <a:cubicBezTo>
                  <a:pt x="2087058" y="126196"/>
                  <a:pt x="2084378" y="115729"/>
                  <a:pt x="2084378" y="102530"/>
                </a:cubicBezTo>
                <a:lnTo>
                  <a:pt x="2143748" y="102985"/>
                </a:lnTo>
                <a:cubicBezTo>
                  <a:pt x="2146425" y="102985"/>
                  <a:pt x="2147988" y="101620"/>
                  <a:pt x="2147988" y="99114"/>
                </a:cubicBezTo>
                <a:cubicBezTo>
                  <a:pt x="2147988" y="80049"/>
                  <a:pt x="2141292" y="59605"/>
                  <a:pt x="2110270" y="59605"/>
                </a:cubicBezTo>
                <a:cubicBezTo>
                  <a:pt x="2090852" y="59605"/>
                  <a:pt x="2065630" y="78461"/>
                  <a:pt x="2065630" y="112997"/>
                </a:cubicBezTo>
                <a:cubicBezTo>
                  <a:pt x="2065630" y="125740"/>
                  <a:pt x="2068756" y="138028"/>
                  <a:pt x="2076122" y="146674"/>
                </a:cubicBezTo>
                <a:cubicBezTo>
                  <a:pt x="2083710" y="155783"/>
                  <a:pt x="2094199" y="161246"/>
                  <a:pt x="2110270" y="161246"/>
                </a:cubicBezTo>
                <a:cubicBezTo>
                  <a:pt x="2127230" y="161246"/>
                  <a:pt x="2139283" y="153277"/>
                  <a:pt x="2148212" y="141441"/>
                </a:cubicBezTo>
                <a:cubicBezTo>
                  <a:pt x="2147542" y="139165"/>
                  <a:pt x="2146203" y="138028"/>
                  <a:pt x="2143523" y="137799"/>
                </a:cubicBezTo>
                <a:close/>
                <a:moveTo>
                  <a:pt x="2198206" y="77394"/>
                </a:moveTo>
                <a:cubicBezTo>
                  <a:pt x="2196867" y="78990"/>
                  <a:pt x="2195529" y="79448"/>
                  <a:pt x="2195529" y="77394"/>
                </a:cubicBezTo>
                <a:cubicBezTo>
                  <a:pt x="2195304" y="71240"/>
                  <a:pt x="2194858" y="62358"/>
                  <a:pt x="2193741" y="60078"/>
                </a:cubicBezTo>
                <a:cubicBezTo>
                  <a:pt x="2193295" y="58938"/>
                  <a:pt x="2192848" y="58257"/>
                  <a:pt x="2191064" y="58257"/>
                </a:cubicBezTo>
                <a:cubicBezTo>
                  <a:pt x="2184815" y="60763"/>
                  <a:pt x="2179011" y="62813"/>
                  <a:pt x="2163611" y="64860"/>
                </a:cubicBezTo>
                <a:cubicBezTo>
                  <a:pt x="2163165" y="66229"/>
                  <a:pt x="2163611" y="69871"/>
                  <a:pt x="2164057" y="71240"/>
                </a:cubicBezTo>
                <a:cubicBezTo>
                  <a:pt x="2176110" y="72380"/>
                  <a:pt x="2178565" y="73520"/>
                  <a:pt x="2178565" y="86743"/>
                </a:cubicBezTo>
                <a:lnTo>
                  <a:pt x="2178565" y="131203"/>
                </a:lnTo>
                <a:cubicBezTo>
                  <a:pt x="2178565" y="149899"/>
                  <a:pt x="2176335" y="150813"/>
                  <a:pt x="2162940" y="151953"/>
                </a:cubicBezTo>
                <a:cubicBezTo>
                  <a:pt x="2161602" y="153319"/>
                  <a:pt x="2161602" y="158101"/>
                  <a:pt x="2162940" y="159466"/>
                </a:cubicBezTo>
                <a:cubicBezTo>
                  <a:pt x="2169639" y="159241"/>
                  <a:pt x="2178565" y="159011"/>
                  <a:pt x="2187491" y="159011"/>
                </a:cubicBezTo>
                <a:cubicBezTo>
                  <a:pt x="2196421" y="159011"/>
                  <a:pt x="2203116" y="159241"/>
                  <a:pt x="2209812" y="159466"/>
                </a:cubicBezTo>
                <a:cubicBezTo>
                  <a:pt x="2211150" y="158101"/>
                  <a:pt x="2211150" y="153319"/>
                  <a:pt x="2209812" y="151953"/>
                </a:cubicBezTo>
                <a:cubicBezTo>
                  <a:pt x="2198430" y="150813"/>
                  <a:pt x="2196196" y="149899"/>
                  <a:pt x="2196196" y="131203"/>
                </a:cubicBezTo>
                <a:lnTo>
                  <a:pt x="2196196" y="93811"/>
                </a:lnTo>
                <a:cubicBezTo>
                  <a:pt x="2196196" y="89022"/>
                  <a:pt x="2198206" y="86287"/>
                  <a:pt x="2199990" y="84237"/>
                </a:cubicBezTo>
                <a:cubicBezTo>
                  <a:pt x="2208473" y="75799"/>
                  <a:pt x="2218517" y="70781"/>
                  <a:pt x="2227221" y="70781"/>
                </a:cubicBezTo>
                <a:cubicBezTo>
                  <a:pt x="2231686" y="70781"/>
                  <a:pt x="2236372" y="73746"/>
                  <a:pt x="2239049" y="78990"/>
                </a:cubicBezTo>
                <a:cubicBezTo>
                  <a:pt x="2241283" y="83552"/>
                  <a:pt x="2241729" y="89707"/>
                  <a:pt x="2241729" y="96546"/>
                </a:cubicBezTo>
                <a:lnTo>
                  <a:pt x="2241729" y="131203"/>
                </a:lnTo>
                <a:cubicBezTo>
                  <a:pt x="2241729" y="149899"/>
                  <a:pt x="2239495" y="150813"/>
                  <a:pt x="2227889" y="151953"/>
                </a:cubicBezTo>
                <a:cubicBezTo>
                  <a:pt x="2226775" y="153319"/>
                  <a:pt x="2226775" y="158101"/>
                  <a:pt x="2227889" y="159466"/>
                </a:cubicBezTo>
                <a:cubicBezTo>
                  <a:pt x="2234588" y="159241"/>
                  <a:pt x="2241729" y="159011"/>
                  <a:pt x="2250655" y="159011"/>
                </a:cubicBezTo>
                <a:cubicBezTo>
                  <a:pt x="2259585" y="159011"/>
                  <a:pt x="2267619" y="159241"/>
                  <a:pt x="2274314" y="159466"/>
                </a:cubicBezTo>
                <a:cubicBezTo>
                  <a:pt x="2275431" y="158101"/>
                  <a:pt x="2275431" y="153319"/>
                  <a:pt x="2274314" y="151953"/>
                </a:cubicBezTo>
                <a:cubicBezTo>
                  <a:pt x="2261816" y="150813"/>
                  <a:pt x="2259360" y="149899"/>
                  <a:pt x="2259360" y="131203"/>
                </a:cubicBezTo>
                <a:lnTo>
                  <a:pt x="2259360" y="97230"/>
                </a:lnTo>
                <a:cubicBezTo>
                  <a:pt x="2259360" y="84692"/>
                  <a:pt x="2258468" y="73746"/>
                  <a:pt x="2253336" y="66684"/>
                </a:cubicBezTo>
                <a:cubicBezTo>
                  <a:pt x="2249538" y="61673"/>
                  <a:pt x="2242622" y="58938"/>
                  <a:pt x="2234809" y="58938"/>
                </a:cubicBezTo>
                <a:cubicBezTo>
                  <a:pt x="2223874" y="58938"/>
                  <a:pt x="2211375" y="61899"/>
                  <a:pt x="2198206" y="77394"/>
                </a:cubicBezTo>
                <a:close/>
                <a:moveTo>
                  <a:pt x="2355108" y="130717"/>
                </a:moveTo>
                <a:cubicBezTo>
                  <a:pt x="2355108" y="135047"/>
                  <a:pt x="2354661" y="136871"/>
                  <a:pt x="2351539" y="139606"/>
                </a:cubicBezTo>
                <a:cubicBezTo>
                  <a:pt x="2343280" y="146897"/>
                  <a:pt x="2336138" y="150542"/>
                  <a:pt x="2330556" y="150542"/>
                </a:cubicBezTo>
                <a:cubicBezTo>
                  <a:pt x="2318507" y="150542"/>
                  <a:pt x="2306009" y="137097"/>
                  <a:pt x="2306009" y="108611"/>
                </a:cubicBezTo>
                <a:cubicBezTo>
                  <a:pt x="2306009" y="92205"/>
                  <a:pt x="2309132" y="83090"/>
                  <a:pt x="2312479" y="78305"/>
                </a:cubicBezTo>
                <a:cubicBezTo>
                  <a:pt x="2319400" y="67595"/>
                  <a:pt x="2328772" y="66910"/>
                  <a:pt x="2333237" y="66910"/>
                </a:cubicBezTo>
                <a:cubicBezTo>
                  <a:pt x="2341271" y="66910"/>
                  <a:pt x="2346852" y="69874"/>
                  <a:pt x="2351314" y="75115"/>
                </a:cubicBezTo>
                <a:cubicBezTo>
                  <a:pt x="2354440" y="78760"/>
                  <a:pt x="2355108" y="80355"/>
                  <a:pt x="2355108" y="87420"/>
                </a:cubicBezTo>
                <a:lnTo>
                  <a:pt x="2355108" y="130717"/>
                </a:lnTo>
                <a:moveTo>
                  <a:pt x="2352656" y="147581"/>
                </a:moveTo>
                <a:cubicBezTo>
                  <a:pt x="2353769" y="146671"/>
                  <a:pt x="2355779" y="146212"/>
                  <a:pt x="2356003" y="147807"/>
                </a:cubicBezTo>
                <a:cubicBezTo>
                  <a:pt x="2356671" y="153277"/>
                  <a:pt x="2358459" y="161246"/>
                  <a:pt x="2358459" y="161246"/>
                </a:cubicBezTo>
                <a:cubicBezTo>
                  <a:pt x="2360243" y="161930"/>
                  <a:pt x="2361357" y="161704"/>
                  <a:pt x="2362699" y="161246"/>
                </a:cubicBezTo>
                <a:cubicBezTo>
                  <a:pt x="2367606" y="157138"/>
                  <a:pt x="2375419" y="153722"/>
                  <a:pt x="2389034" y="152127"/>
                </a:cubicBezTo>
                <a:cubicBezTo>
                  <a:pt x="2390373" y="150761"/>
                  <a:pt x="2390373" y="147345"/>
                  <a:pt x="2389034" y="145979"/>
                </a:cubicBezTo>
                <a:cubicBezTo>
                  <a:pt x="2374751" y="144840"/>
                  <a:pt x="2372742" y="140510"/>
                  <a:pt x="2372742" y="129344"/>
                </a:cubicBezTo>
                <a:lnTo>
                  <a:pt x="2372742" y="26119"/>
                </a:lnTo>
                <a:cubicBezTo>
                  <a:pt x="2372742" y="11308"/>
                  <a:pt x="2373634" y="2248"/>
                  <a:pt x="2373634" y="2248"/>
                </a:cubicBezTo>
                <a:cubicBezTo>
                  <a:pt x="2373634" y="678"/>
                  <a:pt x="2372742" y="0"/>
                  <a:pt x="2370733" y="0"/>
                </a:cubicBezTo>
                <a:cubicBezTo>
                  <a:pt x="2365154" y="2248"/>
                  <a:pt x="2348412" y="5393"/>
                  <a:pt x="2339486" y="6068"/>
                </a:cubicBezTo>
                <a:cubicBezTo>
                  <a:pt x="2339040" y="7892"/>
                  <a:pt x="2339486" y="11534"/>
                  <a:pt x="2340824" y="12900"/>
                </a:cubicBezTo>
                <a:cubicBezTo>
                  <a:pt x="2352431" y="13584"/>
                  <a:pt x="2355108" y="12444"/>
                  <a:pt x="2355108" y="31589"/>
                </a:cubicBezTo>
                <a:lnTo>
                  <a:pt x="2355108" y="60763"/>
                </a:lnTo>
                <a:cubicBezTo>
                  <a:pt x="2355108" y="62358"/>
                  <a:pt x="2354661" y="62813"/>
                  <a:pt x="2353102" y="62813"/>
                </a:cubicBezTo>
                <a:cubicBezTo>
                  <a:pt x="2352206" y="62813"/>
                  <a:pt x="2343059" y="58938"/>
                  <a:pt x="2335692" y="58938"/>
                </a:cubicBezTo>
                <a:cubicBezTo>
                  <a:pt x="2320959" y="58938"/>
                  <a:pt x="2311141" y="63949"/>
                  <a:pt x="2302212" y="72606"/>
                </a:cubicBezTo>
                <a:cubicBezTo>
                  <a:pt x="2292614" y="82406"/>
                  <a:pt x="2286811" y="95851"/>
                  <a:pt x="2286811" y="112712"/>
                </a:cubicBezTo>
                <a:cubicBezTo>
                  <a:pt x="2286811" y="140746"/>
                  <a:pt x="2300652" y="161246"/>
                  <a:pt x="2324757" y="161246"/>
                </a:cubicBezTo>
                <a:cubicBezTo>
                  <a:pt x="2333458" y="161246"/>
                  <a:pt x="2341717" y="156693"/>
                  <a:pt x="2352656" y="147581"/>
                </a:cubicBezTo>
                <a:close/>
                <a:moveTo>
                  <a:pt x="2445500" y="112257"/>
                </a:moveTo>
                <a:cubicBezTo>
                  <a:pt x="2445500" y="135502"/>
                  <a:pt x="2460678" y="161246"/>
                  <a:pt x="2492371" y="161246"/>
                </a:cubicBezTo>
                <a:cubicBezTo>
                  <a:pt x="2506654" y="161246"/>
                  <a:pt x="2517593" y="156009"/>
                  <a:pt x="2525181" y="148492"/>
                </a:cubicBezTo>
                <a:cubicBezTo>
                  <a:pt x="2535224" y="138463"/>
                  <a:pt x="2539689" y="124107"/>
                  <a:pt x="2539689" y="110207"/>
                </a:cubicBezTo>
                <a:cubicBezTo>
                  <a:pt x="2539689" y="86506"/>
                  <a:pt x="2526965" y="58938"/>
                  <a:pt x="2492817" y="58938"/>
                </a:cubicBezTo>
                <a:cubicBezTo>
                  <a:pt x="2478088" y="58938"/>
                  <a:pt x="2466035" y="65089"/>
                  <a:pt x="2457777" y="74885"/>
                </a:cubicBezTo>
                <a:cubicBezTo>
                  <a:pt x="2449743" y="84685"/>
                  <a:pt x="2445500" y="97901"/>
                  <a:pt x="2445500" y="112257"/>
                </a:cubicBezTo>
                <a:moveTo>
                  <a:pt x="2489469" y="66910"/>
                </a:moveTo>
                <a:cubicBezTo>
                  <a:pt x="2508664" y="66910"/>
                  <a:pt x="2520495" y="84685"/>
                  <a:pt x="2520495" y="117501"/>
                </a:cubicBezTo>
                <a:cubicBezTo>
                  <a:pt x="2520495" y="146212"/>
                  <a:pt x="2505987" y="153277"/>
                  <a:pt x="2495497" y="153277"/>
                </a:cubicBezTo>
                <a:cubicBezTo>
                  <a:pt x="2472285" y="153277"/>
                  <a:pt x="2464697" y="124562"/>
                  <a:pt x="2464697" y="107016"/>
                </a:cubicBezTo>
                <a:cubicBezTo>
                  <a:pt x="2464697" y="87191"/>
                  <a:pt x="2469383" y="66910"/>
                  <a:pt x="2489469" y="66910"/>
                </a:cubicBezTo>
                <a:close/>
                <a:moveTo>
                  <a:pt x="2589905" y="77394"/>
                </a:moveTo>
                <a:cubicBezTo>
                  <a:pt x="2588566" y="78990"/>
                  <a:pt x="2587228" y="79448"/>
                  <a:pt x="2587228" y="77394"/>
                </a:cubicBezTo>
                <a:cubicBezTo>
                  <a:pt x="2587003" y="71240"/>
                  <a:pt x="2586557" y="62358"/>
                  <a:pt x="2585440" y="60078"/>
                </a:cubicBezTo>
                <a:cubicBezTo>
                  <a:pt x="2584994" y="58938"/>
                  <a:pt x="2584548" y="58257"/>
                  <a:pt x="2582763" y="58257"/>
                </a:cubicBezTo>
                <a:cubicBezTo>
                  <a:pt x="2576514" y="60763"/>
                  <a:pt x="2570711" y="62813"/>
                  <a:pt x="2555310" y="64860"/>
                </a:cubicBezTo>
                <a:cubicBezTo>
                  <a:pt x="2554864" y="66229"/>
                  <a:pt x="2555310" y="69871"/>
                  <a:pt x="2555757" y="71240"/>
                </a:cubicBezTo>
                <a:cubicBezTo>
                  <a:pt x="2567809" y="72380"/>
                  <a:pt x="2570265" y="73520"/>
                  <a:pt x="2570265" y="86743"/>
                </a:cubicBezTo>
                <a:lnTo>
                  <a:pt x="2570265" y="131203"/>
                </a:lnTo>
                <a:cubicBezTo>
                  <a:pt x="2570265" y="149899"/>
                  <a:pt x="2568034" y="150813"/>
                  <a:pt x="2554640" y="151953"/>
                </a:cubicBezTo>
                <a:cubicBezTo>
                  <a:pt x="2553301" y="153319"/>
                  <a:pt x="2553301" y="158101"/>
                  <a:pt x="2554640" y="159466"/>
                </a:cubicBezTo>
                <a:cubicBezTo>
                  <a:pt x="2561338" y="159241"/>
                  <a:pt x="2570265" y="159011"/>
                  <a:pt x="2579191" y="159011"/>
                </a:cubicBezTo>
                <a:cubicBezTo>
                  <a:pt x="2588120" y="159011"/>
                  <a:pt x="2594816" y="159241"/>
                  <a:pt x="2601511" y="159466"/>
                </a:cubicBezTo>
                <a:cubicBezTo>
                  <a:pt x="2602850" y="158101"/>
                  <a:pt x="2602850" y="153319"/>
                  <a:pt x="2601511" y="151953"/>
                </a:cubicBezTo>
                <a:cubicBezTo>
                  <a:pt x="2590130" y="150813"/>
                  <a:pt x="2587895" y="149899"/>
                  <a:pt x="2587895" y="131203"/>
                </a:cubicBezTo>
                <a:lnTo>
                  <a:pt x="2587895" y="93811"/>
                </a:lnTo>
                <a:cubicBezTo>
                  <a:pt x="2587895" y="89022"/>
                  <a:pt x="2589905" y="86287"/>
                  <a:pt x="2591689" y="84237"/>
                </a:cubicBezTo>
                <a:cubicBezTo>
                  <a:pt x="2600173" y="75799"/>
                  <a:pt x="2610216" y="70781"/>
                  <a:pt x="2618921" y="70781"/>
                </a:cubicBezTo>
                <a:cubicBezTo>
                  <a:pt x="2623385" y="70781"/>
                  <a:pt x="2628072" y="73746"/>
                  <a:pt x="2630748" y="78990"/>
                </a:cubicBezTo>
                <a:cubicBezTo>
                  <a:pt x="2632982" y="83552"/>
                  <a:pt x="2633429" y="89707"/>
                  <a:pt x="2633429" y="96546"/>
                </a:cubicBezTo>
                <a:lnTo>
                  <a:pt x="2633429" y="131203"/>
                </a:lnTo>
                <a:cubicBezTo>
                  <a:pt x="2633429" y="149899"/>
                  <a:pt x="2631194" y="150813"/>
                  <a:pt x="2619588" y="151953"/>
                </a:cubicBezTo>
                <a:cubicBezTo>
                  <a:pt x="2618474" y="153319"/>
                  <a:pt x="2618474" y="158101"/>
                  <a:pt x="2619588" y="159466"/>
                </a:cubicBezTo>
                <a:cubicBezTo>
                  <a:pt x="2626287" y="159241"/>
                  <a:pt x="2633429" y="159011"/>
                  <a:pt x="2642355" y="159011"/>
                </a:cubicBezTo>
                <a:cubicBezTo>
                  <a:pt x="2651284" y="159011"/>
                  <a:pt x="2659318" y="159241"/>
                  <a:pt x="2666014" y="159466"/>
                </a:cubicBezTo>
                <a:cubicBezTo>
                  <a:pt x="2667131" y="158101"/>
                  <a:pt x="2667131" y="153319"/>
                  <a:pt x="2666014" y="151953"/>
                </a:cubicBezTo>
                <a:cubicBezTo>
                  <a:pt x="2653515" y="150813"/>
                  <a:pt x="2651059" y="149899"/>
                  <a:pt x="2651059" y="131203"/>
                </a:cubicBezTo>
                <a:lnTo>
                  <a:pt x="2651059" y="97230"/>
                </a:lnTo>
                <a:cubicBezTo>
                  <a:pt x="2651059" y="84692"/>
                  <a:pt x="2650167" y="73746"/>
                  <a:pt x="2645035" y="66684"/>
                </a:cubicBezTo>
                <a:cubicBezTo>
                  <a:pt x="2641238" y="61673"/>
                  <a:pt x="2634321" y="58938"/>
                  <a:pt x="2626508" y="58938"/>
                </a:cubicBezTo>
                <a:cubicBezTo>
                  <a:pt x="2615573" y="58938"/>
                  <a:pt x="2603074" y="61899"/>
                  <a:pt x="2589905" y="77394"/>
                </a:cubicBezTo>
                <a:close/>
                <a:moveTo>
                  <a:pt x="2757968" y="33674"/>
                </a:moveTo>
                <a:cubicBezTo>
                  <a:pt x="2757968" y="21591"/>
                  <a:pt x="2757968" y="19311"/>
                  <a:pt x="2777387" y="19311"/>
                </a:cubicBezTo>
                <a:cubicBezTo>
                  <a:pt x="2789886" y="19311"/>
                  <a:pt x="2806178" y="26150"/>
                  <a:pt x="2806178" y="49402"/>
                </a:cubicBezTo>
                <a:cubicBezTo>
                  <a:pt x="2806178" y="68780"/>
                  <a:pt x="2793009" y="75619"/>
                  <a:pt x="2774486" y="75619"/>
                </a:cubicBezTo>
                <a:lnTo>
                  <a:pt x="2757968" y="75619"/>
                </a:lnTo>
                <a:lnTo>
                  <a:pt x="2757968" y="33674"/>
                </a:lnTo>
                <a:moveTo>
                  <a:pt x="2757968" y="83365"/>
                </a:moveTo>
                <a:lnTo>
                  <a:pt x="2773369" y="83365"/>
                </a:lnTo>
                <a:cubicBezTo>
                  <a:pt x="2803944" y="83365"/>
                  <a:pt x="2816668" y="100911"/>
                  <a:pt x="2816668" y="121417"/>
                </a:cubicBezTo>
                <a:cubicBezTo>
                  <a:pt x="2816668" y="138053"/>
                  <a:pt x="2810418" y="151953"/>
                  <a:pt x="2776492" y="151953"/>
                </a:cubicBezTo>
                <a:cubicBezTo>
                  <a:pt x="2760870" y="151953"/>
                  <a:pt x="2757968" y="146028"/>
                  <a:pt x="2757968" y="132128"/>
                </a:cubicBezTo>
                <a:lnTo>
                  <a:pt x="2757968" y="83365"/>
                </a:lnTo>
                <a:moveTo>
                  <a:pt x="2719580" y="11565"/>
                </a:moveTo>
                <a:cubicBezTo>
                  <a:pt x="2718238" y="12934"/>
                  <a:pt x="2718238" y="17716"/>
                  <a:pt x="2719580" y="19082"/>
                </a:cubicBezTo>
                <a:cubicBezTo>
                  <a:pt x="2735202" y="19766"/>
                  <a:pt x="2738996" y="20906"/>
                  <a:pt x="2738996" y="39828"/>
                </a:cubicBezTo>
                <a:lnTo>
                  <a:pt x="2738996" y="131217"/>
                </a:lnTo>
                <a:cubicBezTo>
                  <a:pt x="2738996" y="150129"/>
                  <a:pt x="2735202" y="151269"/>
                  <a:pt x="2719580" y="151953"/>
                </a:cubicBezTo>
                <a:cubicBezTo>
                  <a:pt x="2718238" y="153319"/>
                  <a:pt x="2718238" y="158101"/>
                  <a:pt x="2719580" y="159466"/>
                </a:cubicBezTo>
                <a:cubicBezTo>
                  <a:pt x="2728285" y="159241"/>
                  <a:pt x="2740338" y="159011"/>
                  <a:pt x="2748593" y="159011"/>
                </a:cubicBezTo>
                <a:cubicBezTo>
                  <a:pt x="2756630" y="159011"/>
                  <a:pt x="2762433" y="159466"/>
                  <a:pt x="2781181" y="159466"/>
                </a:cubicBezTo>
                <a:cubicBezTo>
                  <a:pt x="2825594" y="159466"/>
                  <a:pt x="2837425" y="136687"/>
                  <a:pt x="2837425" y="117087"/>
                </a:cubicBezTo>
                <a:cubicBezTo>
                  <a:pt x="2837425" y="95215"/>
                  <a:pt x="2822471" y="82680"/>
                  <a:pt x="2803052" y="76988"/>
                </a:cubicBezTo>
                <a:lnTo>
                  <a:pt x="2803052" y="76533"/>
                </a:lnTo>
                <a:cubicBezTo>
                  <a:pt x="2814212" y="70833"/>
                  <a:pt x="2824255" y="58980"/>
                  <a:pt x="2824255" y="46667"/>
                </a:cubicBezTo>
                <a:cubicBezTo>
                  <a:pt x="2824255" y="31394"/>
                  <a:pt x="2817785" y="11565"/>
                  <a:pt x="2776270" y="11565"/>
                </a:cubicBezTo>
                <a:cubicBezTo>
                  <a:pt x="2768458" y="11565"/>
                  <a:pt x="2756405" y="12024"/>
                  <a:pt x="2748371" y="12024"/>
                </a:cubicBezTo>
                <a:cubicBezTo>
                  <a:pt x="2740338" y="12024"/>
                  <a:pt x="2728285" y="11795"/>
                  <a:pt x="2719580" y="11565"/>
                </a:cubicBezTo>
                <a:close/>
                <a:moveTo>
                  <a:pt x="2957279" y="105880"/>
                </a:moveTo>
                <a:lnTo>
                  <a:pt x="2957279" y="135957"/>
                </a:lnTo>
                <a:cubicBezTo>
                  <a:pt x="2957279" y="138921"/>
                  <a:pt x="2955937" y="140517"/>
                  <a:pt x="2954152" y="141882"/>
                </a:cubicBezTo>
                <a:cubicBezTo>
                  <a:pt x="2948349" y="146668"/>
                  <a:pt x="2940762" y="151911"/>
                  <a:pt x="2934512" y="151911"/>
                </a:cubicBezTo>
                <a:cubicBezTo>
                  <a:pt x="2923352" y="151911"/>
                  <a:pt x="2918441" y="142796"/>
                  <a:pt x="2918441" y="135731"/>
                </a:cubicBezTo>
                <a:cubicBezTo>
                  <a:pt x="2918441" y="125476"/>
                  <a:pt x="2923131" y="114992"/>
                  <a:pt x="2939645" y="110665"/>
                </a:cubicBezTo>
                <a:lnTo>
                  <a:pt x="2957279" y="105880"/>
                </a:lnTo>
                <a:moveTo>
                  <a:pt x="2957279" y="148037"/>
                </a:moveTo>
                <a:cubicBezTo>
                  <a:pt x="2958617" y="155098"/>
                  <a:pt x="2961073" y="161246"/>
                  <a:pt x="2972233" y="161246"/>
                </a:cubicBezTo>
                <a:cubicBezTo>
                  <a:pt x="2980713" y="161246"/>
                  <a:pt x="2988747" y="157374"/>
                  <a:pt x="2993433" y="152822"/>
                </a:cubicBezTo>
                <a:cubicBezTo>
                  <a:pt x="2992987" y="150087"/>
                  <a:pt x="2992094" y="148037"/>
                  <a:pt x="2989639" y="146671"/>
                </a:cubicBezTo>
                <a:cubicBezTo>
                  <a:pt x="2988079" y="148037"/>
                  <a:pt x="2984282" y="150316"/>
                  <a:pt x="2981380" y="150316"/>
                </a:cubicBezTo>
                <a:cubicBezTo>
                  <a:pt x="2974910" y="150316"/>
                  <a:pt x="2974685" y="141427"/>
                  <a:pt x="2974685" y="130946"/>
                </a:cubicBezTo>
                <a:lnTo>
                  <a:pt x="2974685" y="97446"/>
                </a:lnTo>
                <a:cubicBezTo>
                  <a:pt x="2974685" y="65089"/>
                  <a:pt x="2957279" y="58938"/>
                  <a:pt x="2940983" y="58938"/>
                </a:cubicBezTo>
                <a:cubicBezTo>
                  <a:pt x="2922681" y="58938"/>
                  <a:pt x="2904158" y="71240"/>
                  <a:pt x="2904158" y="84230"/>
                </a:cubicBezTo>
                <a:cubicBezTo>
                  <a:pt x="2904158" y="89700"/>
                  <a:pt x="2906835" y="92435"/>
                  <a:pt x="2911970" y="92435"/>
                </a:cubicBezTo>
                <a:cubicBezTo>
                  <a:pt x="2918441" y="92435"/>
                  <a:pt x="2922460" y="87650"/>
                  <a:pt x="2922460" y="84685"/>
                </a:cubicBezTo>
                <a:cubicBezTo>
                  <a:pt x="2922460" y="83090"/>
                  <a:pt x="2922235" y="81495"/>
                  <a:pt x="2921789" y="80585"/>
                </a:cubicBezTo>
                <a:cubicBezTo>
                  <a:pt x="2921567" y="79900"/>
                  <a:pt x="2921343" y="78534"/>
                  <a:pt x="2921343" y="76025"/>
                </a:cubicBezTo>
                <a:cubicBezTo>
                  <a:pt x="2921343" y="68960"/>
                  <a:pt x="2930718" y="66455"/>
                  <a:pt x="2939198" y="66455"/>
                </a:cubicBezTo>
                <a:cubicBezTo>
                  <a:pt x="2946786" y="66455"/>
                  <a:pt x="2957279" y="70330"/>
                  <a:pt x="2957279" y="96080"/>
                </a:cubicBezTo>
                <a:cubicBezTo>
                  <a:pt x="2957279" y="97675"/>
                  <a:pt x="2956608" y="98586"/>
                  <a:pt x="2955937" y="98815"/>
                </a:cubicBezTo>
                <a:lnTo>
                  <a:pt x="2936743" y="103600"/>
                </a:lnTo>
                <a:cubicBezTo>
                  <a:pt x="2915318" y="109070"/>
                  <a:pt x="2899918" y="121146"/>
                  <a:pt x="2899918" y="136642"/>
                </a:cubicBezTo>
                <a:cubicBezTo>
                  <a:pt x="2899918" y="155328"/>
                  <a:pt x="2912417" y="161246"/>
                  <a:pt x="2928038" y="161246"/>
                </a:cubicBezTo>
                <a:cubicBezTo>
                  <a:pt x="2935851" y="161246"/>
                  <a:pt x="2942546" y="159425"/>
                  <a:pt x="2952368" y="151682"/>
                </a:cubicBezTo>
                <a:lnTo>
                  <a:pt x="2956833" y="148037"/>
                </a:lnTo>
                <a:lnTo>
                  <a:pt x="2957279" y="148037"/>
                </a:lnTo>
                <a:close/>
                <a:moveTo>
                  <a:pt x="3034947" y="77394"/>
                </a:moveTo>
                <a:cubicBezTo>
                  <a:pt x="3033609" y="78990"/>
                  <a:pt x="3032270" y="79448"/>
                  <a:pt x="3032270" y="77394"/>
                </a:cubicBezTo>
                <a:cubicBezTo>
                  <a:pt x="3032046" y="71240"/>
                  <a:pt x="3031600" y="62358"/>
                  <a:pt x="3030482" y="60078"/>
                </a:cubicBezTo>
                <a:cubicBezTo>
                  <a:pt x="3030036" y="58938"/>
                  <a:pt x="3029590" y="58257"/>
                  <a:pt x="3027806" y="58257"/>
                </a:cubicBezTo>
                <a:cubicBezTo>
                  <a:pt x="3021556" y="60763"/>
                  <a:pt x="3015753" y="62813"/>
                  <a:pt x="3000353" y="64860"/>
                </a:cubicBezTo>
                <a:cubicBezTo>
                  <a:pt x="2999907" y="66229"/>
                  <a:pt x="3000353" y="69871"/>
                  <a:pt x="3000799" y="71240"/>
                </a:cubicBezTo>
                <a:cubicBezTo>
                  <a:pt x="3012852" y="72380"/>
                  <a:pt x="3015307" y="73520"/>
                  <a:pt x="3015307" y="86743"/>
                </a:cubicBezTo>
                <a:lnTo>
                  <a:pt x="3015307" y="131203"/>
                </a:lnTo>
                <a:cubicBezTo>
                  <a:pt x="3015307" y="149899"/>
                  <a:pt x="3013076" y="150813"/>
                  <a:pt x="2999682" y="151953"/>
                </a:cubicBezTo>
                <a:cubicBezTo>
                  <a:pt x="2998344" y="153319"/>
                  <a:pt x="2998344" y="158101"/>
                  <a:pt x="2999682" y="159466"/>
                </a:cubicBezTo>
                <a:cubicBezTo>
                  <a:pt x="3006381" y="159241"/>
                  <a:pt x="3015307" y="159011"/>
                  <a:pt x="3024233" y="159011"/>
                </a:cubicBezTo>
                <a:cubicBezTo>
                  <a:pt x="3033163" y="159011"/>
                  <a:pt x="3039858" y="159241"/>
                  <a:pt x="3046554" y="159466"/>
                </a:cubicBezTo>
                <a:cubicBezTo>
                  <a:pt x="3047892" y="158101"/>
                  <a:pt x="3047892" y="153319"/>
                  <a:pt x="3046554" y="151953"/>
                </a:cubicBezTo>
                <a:cubicBezTo>
                  <a:pt x="3035172" y="150813"/>
                  <a:pt x="3032938" y="149899"/>
                  <a:pt x="3032938" y="131203"/>
                </a:cubicBezTo>
                <a:lnTo>
                  <a:pt x="3032938" y="93811"/>
                </a:lnTo>
                <a:cubicBezTo>
                  <a:pt x="3032938" y="89022"/>
                  <a:pt x="3034947" y="86287"/>
                  <a:pt x="3036732" y="84237"/>
                </a:cubicBezTo>
                <a:cubicBezTo>
                  <a:pt x="3045215" y="75799"/>
                  <a:pt x="3055258" y="70781"/>
                  <a:pt x="3063963" y="70781"/>
                </a:cubicBezTo>
                <a:cubicBezTo>
                  <a:pt x="3068428" y="70781"/>
                  <a:pt x="3073114" y="73746"/>
                  <a:pt x="3075791" y="78990"/>
                </a:cubicBezTo>
                <a:cubicBezTo>
                  <a:pt x="3078025" y="83552"/>
                  <a:pt x="3078471" y="89707"/>
                  <a:pt x="3078471" y="96546"/>
                </a:cubicBezTo>
                <a:lnTo>
                  <a:pt x="3078471" y="131203"/>
                </a:lnTo>
                <a:cubicBezTo>
                  <a:pt x="3078471" y="149899"/>
                  <a:pt x="3076237" y="150813"/>
                  <a:pt x="3064631" y="151953"/>
                </a:cubicBezTo>
                <a:cubicBezTo>
                  <a:pt x="3063517" y="153319"/>
                  <a:pt x="3063517" y="158101"/>
                  <a:pt x="3064631" y="159466"/>
                </a:cubicBezTo>
                <a:cubicBezTo>
                  <a:pt x="3071329" y="159241"/>
                  <a:pt x="3078471" y="159011"/>
                  <a:pt x="3087397" y="159011"/>
                </a:cubicBezTo>
                <a:cubicBezTo>
                  <a:pt x="3096327" y="159011"/>
                  <a:pt x="3104361" y="159241"/>
                  <a:pt x="3111056" y="159466"/>
                </a:cubicBezTo>
                <a:cubicBezTo>
                  <a:pt x="3112173" y="158101"/>
                  <a:pt x="3112173" y="153319"/>
                  <a:pt x="3111056" y="151953"/>
                </a:cubicBezTo>
                <a:cubicBezTo>
                  <a:pt x="3098557" y="150813"/>
                  <a:pt x="3096102" y="149899"/>
                  <a:pt x="3096102" y="131203"/>
                </a:cubicBezTo>
                <a:lnTo>
                  <a:pt x="3096102" y="97230"/>
                </a:lnTo>
                <a:cubicBezTo>
                  <a:pt x="3096102" y="84692"/>
                  <a:pt x="3095210" y="73746"/>
                  <a:pt x="3090077" y="66684"/>
                </a:cubicBezTo>
                <a:cubicBezTo>
                  <a:pt x="3086280" y="61673"/>
                  <a:pt x="3079363" y="58938"/>
                  <a:pt x="3071551" y="58938"/>
                </a:cubicBezTo>
                <a:cubicBezTo>
                  <a:pt x="3060615" y="58938"/>
                  <a:pt x="3048117" y="61899"/>
                  <a:pt x="3034947" y="77394"/>
                </a:cubicBezTo>
                <a:close/>
                <a:moveTo>
                  <a:pt x="3191849" y="130717"/>
                </a:moveTo>
                <a:cubicBezTo>
                  <a:pt x="3191849" y="135047"/>
                  <a:pt x="3191403" y="136871"/>
                  <a:pt x="3188280" y="139606"/>
                </a:cubicBezTo>
                <a:cubicBezTo>
                  <a:pt x="3180022" y="146897"/>
                  <a:pt x="3172880" y="150542"/>
                  <a:pt x="3167298" y="150542"/>
                </a:cubicBezTo>
                <a:cubicBezTo>
                  <a:pt x="3155249" y="150542"/>
                  <a:pt x="3142751" y="137097"/>
                  <a:pt x="3142751" y="108611"/>
                </a:cubicBezTo>
                <a:cubicBezTo>
                  <a:pt x="3142751" y="92205"/>
                  <a:pt x="3145873" y="83090"/>
                  <a:pt x="3149221" y="78305"/>
                </a:cubicBezTo>
                <a:cubicBezTo>
                  <a:pt x="3156141" y="67595"/>
                  <a:pt x="3165514" y="66910"/>
                  <a:pt x="3169978" y="66910"/>
                </a:cubicBezTo>
                <a:cubicBezTo>
                  <a:pt x="3178012" y="66910"/>
                  <a:pt x="3183594" y="69874"/>
                  <a:pt x="3188055" y="75115"/>
                </a:cubicBezTo>
                <a:cubicBezTo>
                  <a:pt x="3191182" y="78760"/>
                  <a:pt x="3191849" y="80355"/>
                  <a:pt x="3191849" y="87420"/>
                </a:cubicBezTo>
                <a:lnTo>
                  <a:pt x="3191849" y="130717"/>
                </a:lnTo>
                <a:moveTo>
                  <a:pt x="3189397" y="147581"/>
                </a:moveTo>
                <a:cubicBezTo>
                  <a:pt x="3190511" y="146671"/>
                  <a:pt x="3192520" y="146212"/>
                  <a:pt x="3192745" y="147807"/>
                </a:cubicBezTo>
                <a:cubicBezTo>
                  <a:pt x="3193413" y="153277"/>
                  <a:pt x="3195200" y="161246"/>
                  <a:pt x="3195200" y="161246"/>
                </a:cubicBezTo>
                <a:cubicBezTo>
                  <a:pt x="3196985" y="161930"/>
                  <a:pt x="3198099" y="161704"/>
                  <a:pt x="3199440" y="161246"/>
                </a:cubicBezTo>
                <a:cubicBezTo>
                  <a:pt x="3204348" y="157138"/>
                  <a:pt x="3212160" y="153722"/>
                  <a:pt x="3225776" y="152127"/>
                </a:cubicBezTo>
                <a:cubicBezTo>
                  <a:pt x="3227115" y="150761"/>
                  <a:pt x="3227115" y="147345"/>
                  <a:pt x="3225776" y="145979"/>
                </a:cubicBezTo>
                <a:cubicBezTo>
                  <a:pt x="3211493" y="144840"/>
                  <a:pt x="3209484" y="140510"/>
                  <a:pt x="3209484" y="129344"/>
                </a:cubicBezTo>
                <a:lnTo>
                  <a:pt x="3209484" y="26119"/>
                </a:lnTo>
                <a:cubicBezTo>
                  <a:pt x="3209484" y="11308"/>
                  <a:pt x="3210376" y="2248"/>
                  <a:pt x="3210376" y="2248"/>
                </a:cubicBezTo>
                <a:cubicBezTo>
                  <a:pt x="3210376" y="678"/>
                  <a:pt x="3209484" y="0"/>
                  <a:pt x="3207474" y="0"/>
                </a:cubicBezTo>
                <a:cubicBezTo>
                  <a:pt x="3201896" y="2248"/>
                  <a:pt x="3185154" y="5393"/>
                  <a:pt x="3176228" y="6068"/>
                </a:cubicBezTo>
                <a:cubicBezTo>
                  <a:pt x="3175782" y="7892"/>
                  <a:pt x="3176228" y="11534"/>
                  <a:pt x="3177566" y="12900"/>
                </a:cubicBezTo>
                <a:cubicBezTo>
                  <a:pt x="3189173" y="13584"/>
                  <a:pt x="3191849" y="12444"/>
                  <a:pt x="3191849" y="31589"/>
                </a:cubicBezTo>
                <a:lnTo>
                  <a:pt x="3191849" y="60763"/>
                </a:lnTo>
                <a:cubicBezTo>
                  <a:pt x="3191849" y="62358"/>
                  <a:pt x="3191403" y="62813"/>
                  <a:pt x="3189843" y="62813"/>
                </a:cubicBezTo>
                <a:cubicBezTo>
                  <a:pt x="3188948" y="62813"/>
                  <a:pt x="3179800" y="58938"/>
                  <a:pt x="3172434" y="58938"/>
                </a:cubicBezTo>
                <a:cubicBezTo>
                  <a:pt x="3157701" y="58938"/>
                  <a:pt x="3147883" y="63949"/>
                  <a:pt x="3138953" y="72606"/>
                </a:cubicBezTo>
                <a:cubicBezTo>
                  <a:pt x="3129356" y="82406"/>
                  <a:pt x="3123553" y="95851"/>
                  <a:pt x="3123553" y="112712"/>
                </a:cubicBezTo>
                <a:cubicBezTo>
                  <a:pt x="3123553" y="140746"/>
                  <a:pt x="3137393" y="161246"/>
                  <a:pt x="3161498" y="161246"/>
                </a:cubicBezTo>
                <a:cubicBezTo>
                  <a:pt x="3170200" y="161246"/>
                  <a:pt x="3178458" y="156693"/>
                  <a:pt x="3189397" y="147581"/>
                </a:cubicBezTo>
                <a:close/>
                <a:moveTo>
                  <a:pt x="3338712" y="105880"/>
                </a:moveTo>
                <a:lnTo>
                  <a:pt x="3338712" y="135957"/>
                </a:lnTo>
                <a:cubicBezTo>
                  <a:pt x="3338712" y="138921"/>
                  <a:pt x="3337370" y="140517"/>
                  <a:pt x="3335585" y="141882"/>
                </a:cubicBezTo>
                <a:cubicBezTo>
                  <a:pt x="3329782" y="146668"/>
                  <a:pt x="3322195" y="151911"/>
                  <a:pt x="3315945" y="151911"/>
                </a:cubicBezTo>
                <a:cubicBezTo>
                  <a:pt x="3304785" y="151911"/>
                  <a:pt x="3299874" y="142796"/>
                  <a:pt x="3299874" y="135731"/>
                </a:cubicBezTo>
                <a:cubicBezTo>
                  <a:pt x="3299874" y="125476"/>
                  <a:pt x="3304564" y="114992"/>
                  <a:pt x="3321078" y="110665"/>
                </a:cubicBezTo>
                <a:lnTo>
                  <a:pt x="3338712" y="105880"/>
                </a:lnTo>
                <a:moveTo>
                  <a:pt x="3338712" y="148037"/>
                </a:moveTo>
                <a:cubicBezTo>
                  <a:pt x="3340050" y="155098"/>
                  <a:pt x="3342506" y="161246"/>
                  <a:pt x="3353666" y="161246"/>
                </a:cubicBezTo>
                <a:cubicBezTo>
                  <a:pt x="3362146" y="161246"/>
                  <a:pt x="3370180" y="157374"/>
                  <a:pt x="3374866" y="152822"/>
                </a:cubicBezTo>
                <a:cubicBezTo>
                  <a:pt x="3374420" y="150087"/>
                  <a:pt x="3373527" y="148037"/>
                  <a:pt x="3371072" y="146671"/>
                </a:cubicBezTo>
                <a:cubicBezTo>
                  <a:pt x="3369512" y="148037"/>
                  <a:pt x="3365715" y="150316"/>
                  <a:pt x="3362813" y="150316"/>
                </a:cubicBezTo>
                <a:cubicBezTo>
                  <a:pt x="3356343" y="150316"/>
                  <a:pt x="3356118" y="141427"/>
                  <a:pt x="3356118" y="130946"/>
                </a:cubicBezTo>
                <a:lnTo>
                  <a:pt x="3356118" y="97446"/>
                </a:lnTo>
                <a:cubicBezTo>
                  <a:pt x="3356118" y="65089"/>
                  <a:pt x="3338712" y="58938"/>
                  <a:pt x="3322416" y="58938"/>
                </a:cubicBezTo>
                <a:cubicBezTo>
                  <a:pt x="3304114" y="58938"/>
                  <a:pt x="3285591" y="71240"/>
                  <a:pt x="3285591" y="84230"/>
                </a:cubicBezTo>
                <a:cubicBezTo>
                  <a:pt x="3285591" y="89700"/>
                  <a:pt x="3288268" y="92435"/>
                  <a:pt x="3293403" y="92435"/>
                </a:cubicBezTo>
                <a:cubicBezTo>
                  <a:pt x="3299874" y="92435"/>
                  <a:pt x="3303893" y="87650"/>
                  <a:pt x="3303893" y="84685"/>
                </a:cubicBezTo>
                <a:cubicBezTo>
                  <a:pt x="3303893" y="83090"/>
                  <a:pt x="3303668" y="81495"/>
                  <a:pt x="3303222" y="80585"/>
                </a:cubicBezTo>
                <a:cubicBezTo>
                  <a:pt x="3303000" y="79900"/>
                  <a:pt x="3302776" y="78534"/>
                  <a:pt x="3302776" y="76025"/>
                </a:cubicBezTo>
                <a:cubicBezTo>
                  <a:pt x="3302776" y="68960"/>
                  <a:pt x="3312151" y="66455"/>
                  <a:pt x="3320631" y="66455"/>
                </a:cubicBezTo>
                <a:cubicBezTo>
                  <a:pt x="3328219" y="66455"/>
                  <a:pt x="3338712" y="70330"/>
                  <a:pt x="3338712" y="96080"/>
                </a:cubicBezTo>
                <a:cubicBezTo>
                  <a:pt x="3338712" y="97675"/>
                  <a:pt x="3338041" y="98586"/>
                  <a:pt x="3337370" y="98815"/>
                </a:cubicBezTo>
                <a:lnTo>
                  <a:pt x="3318176" y="103600"/>
                </a:lnTo>
                <a:cubicBezTo>
                  <a:pt x="3296751" y="109070"/>
                  <a:pt x="3281351" y="121146"/>
                  <a:pt x="3281351" y="136642"/>
                </a:cubicBezTo>
                <a:cubicBezTo>
                  <a:pt x="3281351" y="155328"/>
                  <a:pt x="3293850" y="161246"/>
                  <a:pt x="3309471" y="161246"/>
                </a:cubicBezTo>
                <a:cubicBezTo>
                  <a:pt x="3317284" y="161246"/>
                  <a:pt x="3323979" y="159425"/>
                  <a:pt x="3333801" y="151682"/>
                </a:cubicBezTo>
                <a:lnTo>
                  <a:pt x="3338266" y="148037"/>
                </a:lnTo>
                <a:lnTo>
                  <a:pt x="3338712" y="148037"/>
                </a:lnTo>
                <a:close/>
                <a:moveTo>
                  <a:pt x="3414596" y="77391"/>
                </a:moveTo>
                <a:cubicBezTo>
                  <a:pt x="3414149" y="68276"/>
                  <a:pt x="3413925" y="62358"/>
                  <a:pt x="3412811" y="60078"/>
                </a:cubicBezTo>
                <a:cubicBezTo>
                  <a:pt x="3412361" y="58938"/>
                  <a:pt x="3411915" y="58257"/>
                  <a:pt x="3410131" y="58257"/>
                </a:cubicBezTo>
                <a:cubicBezTo>
                  <a:pt x="3403881" y="60763"/>
                  <a:pt x="3398078" y="62813"/>
                  <a:pt x="3382678" y="64860"/>
                </a:cubicBezTo>
                <a:cubicBezTo>
                  <a:pt x="3382232" y="66229"/>
                  <a:pt x="3382678" y="69871"/>
                  <a:pt x="3383124" y="71237"/>
                </a:cubicBezTo>
                <a:cubicBezTo>
                  <a:pt x="3395177" y="72376"/>
                  <a:pt x="3397632" y="73516"/>
                  <a:pt x="3397632" y="86739"/>
                </a:cubicBezTo>
                <a:lnTo>
                  <a:pt x="3397632" y="131203"/>
                </a:lnTo>
                <a:cubicBezTo>
                  <a:pt x="3397632" y="150129"/>
                  <a:pt x="3394955" y="151039"/>
                  <a:pt x="3381115" y="151953"/>
                </a:cubicBezTo>
                <a:cubicBezTo>
                  <a:pt x="3379776" y="153319"/>
                  <a:pt x="3379776" y="158101"/>
                  <a:pt x="3381115" y="159466"/>
                </a:cubicBezTo>
                <a:cubicBezTo>
                  <a:pt x="3388927" y="159241"/>
                  <a:pt x="3397632" y="159011"/>
                  <a:pt x="3406562" y="159011"/>
                </a:cubicBezTo>
                <a:cubicBezTo>
                  <a:pt x="3415488" y="159011"/>
                  <a:pt x="3425756" y="159241"/>
                  <a:pt x="3433565" y="159466"/>
                </a:cubicBezTo>
                <a:cubicBezTo>
                  <a:pt x="3434907" y="158101"/>
                  <a:pt x="3434907" y="153319"/>
                  <a:pt x="3433565" y="151953"/>
                </a:cubicBezTo>
                <a:cubicBezTo>
                  <a:pt x="3417943" y="150813"/>
                  <a:pt x="3415263" y="150129"/>
                  <a:pt x="3415263" y="131203"/>
                </a:cubicBezTo>
                <a:lnTo>
                  <a:pt x="3415263" y="99510"/>
                </a:lnTo>
                <a:cubicBezTo>
                  <a:pt x="3415263" y="93582"/>
                  <a:pt x="3417943" y="88338"/>
                  <a:pt x="3420620" y="84233"/>
                </a:cubicBezTo>
                <a:cubicBezTo>
                  <a:pt x="3423075" y="80585"/>
                  <a:pt x="3428211" y="73061"/>
                  <a:pt x="3430888" y="73061"/>
                </a:cubicBezTo>
                <a:cubicBezTo>
                  <a:pt x="3432897" y="73061"/>
                  <a:pt x="3434907" y="73516"/>
                  <a:pt x="3436691" y="76025"/>
                </a:cubicBezTo>
                <a:cubicBezTo>
                  <a:pt x="3438254" y="78305"/>
                  <a:pt x="3440931" y="81269"/>
                  <a:pt x="3444725" y="81269"/>
                </a:cubicBezTo>
                <a:cubicBezTo>
                  <a:pt x="3450082" y="81269"/>
                  <a:pt x="3455214" y="75567"/>
                  <a:pt x="3455214" y="69871"/>
                </a:cubicBezTo>
                <a:cubicBezTo>
                  <a:pt x="3455214" y="65544"/>
                  <a:pt x="3451199" y="58938"/>
                  <a:pt x="3441823" y="58938"/>
                </a:cubicBezTo>
                <a:cubicBezTo>
                  <a:pt x="3431334" y="58938"/>
                  <a:pt x="3422183" y="68960"/>
                  <a:pt x="3417051" y="77846"/>
                </a:cubicBezTo>
                <a:cubicBezTo>
                  <a:pt x="3415713" y="80355"/>
                  <a:pt x="3414596" y="78531"/>
                  <a:pt x="3414596" y="77391"/>
                </a:cubicBezTo>
                <a:close/>
                <a:moveTo>
                  <a:pt x="3484231" y="94787"/>
                </a:moveTo>
                <a:cubicBezTo>
                  <a:pt x="3488471" y="69162"/>
                  <a:pt x="3504096" y="67122"/>
                  <a:pt x="3509453" y="67122"/>
                </a:cubicBezTo>
                <a:cubicBezTo>
                  <a:pt x="3517933" y="67122"/>
                  <a:pt x="3527976" y="71886"/>
                  <a:pt x="3527976" y="90934"/>
                </a:cubicBezTo>
                <a:cubicBezTo>
                  <a:pt x="3527976" y="92973"/>
                  <a:pt x="3527084" y="94110"/>
                  <a:pt x="3524628" y="94110"/>
                </a:cubicBezTo>
                <a:lnTo>
                  <a:pt x="3484231" y="94787"/>
                </a:lnTo>
                <a:moveTo>
                  <a:pt x="3542705" y="137799"/>
                </a:moveTo>
                <a:cubicBezTo>
                  <a:pt x="3534450" y="146449"/>
                  <a:pt x="3527976" y="150087"/>
                  <a:pt x="3515031" y="150087"/>
                </a:cubicBezTo>
                <a:cubicBezTo>
                  <a:pt x="3506997" y="150087"/>
                  <a:pt x="3497622" y="145309"/>
                  <a:pt x="3490705" y="133705"/>
                </a:cubicBezTo>
                <a:cubicBezTo>
                  <a:pt x="3486240" y="126196"/>
                  <a:pt x="3483560" y="115729"/>
                  <a:pt x="3483560" y="102530"/>
                </a:cubicBezTo>
                <a:lnTo>
                  <a:pt x="3542930" y="102985"/>
                </a:lnTo>
                <a:cubicBezTo>
                  <a:pt x="3545607" y="102985"/>
                  <a:pt x="3547170" y="101620"/>
                  <a:pt x="3547170" y="99114"/>
                </a:cubicBezTo>
                <a:cubicBezTo>
                  <a:pt x="3547170" y="80049"/>
                  <a:pt x="3540475" y="59605"/>
                  <a:pt x="3509453" y="59605"/>
                </a:cubicBezTo>
                <a:cubicBezTo>
                  <a:pt x="3490034" y="59605"/>
                  <a:pt x="3464812" y="78461"/>
                  <a:pt x="3464812" y="112997"/>
                </a:cubicBezTo>
                <a:cubicBezTo>
                  <a:pt x="3464812" y="125740"/>
                  <a:pt x="3467938" y="138028"/>
                  <a:pt x="3475305" y="146674"/>
                </a:cubicBezTo>
                <a:cubicBezTo>
                  <a:pt x="3482892" y="155783"/>
                  <a:pt x="3493382" y="161246"/>
                  <a:pt x="3509453" y="161246"/>
                </a:cubicBezTo>
                <a:cubicBezTo>
                  <a:pt x="3526413" y="161246"/>
                  <a:pt x="3538465" y="153277"/>
                  <a:pt x="3547395" y="141441"/>
                </a:cubicBezTo>
                <a:cubicBezTo>
                  <a:pt x="3546724" y="139165"/>
                  <a:pt x="3545385" y="138028"/>
                  <a:pt x="3542705" y="137799"/>
                </a:cubicBezTo>
                <a:close/>
                <a:moveTo>
                  <a:pt x="3638902" y="93811"/>
                </a:moveTo>
                <a:cubicBezTo>
                  <a:pt x="3638902" y="89022"/>
                  <a:pt x="3640911" y="86287"/>
                  <a:pt x="3642695" y="84237"/>
                </a:cubicBezTo>
                <a:cubicBezTo>
                  <a:pt x="3651179" y="75799"/>
                  <a:pt x="3662560" y="70781"/>
                  <a:pt x="3671265" y="70781"/>
                </a:cubicBezTo>
                <a:cubicBezTo>
                  <a:pt x="3675727" y="70781"/>
                  <a:pt x="3680416" y="73746"/>
                  <a:pt x="3683093" y="78990"/>
                </a:cubicBezTo>
                <a:cubicBezTo>
                  <a:pt x="3685327" y="83552"/>
                  <a:pt x="3685773" y="89707"/>
                  <a:pt x="3685773" y="96546"/>
                </a:cubicBezTo>
                <a:lnTo>
                  <a:pt x="3685773" y="131203"/>
                </a:lnTo>
                <a:cubicBezTo>
                  <a:pt x="3685773" y="149899"/>
                  <a:pt x="3683539" y="150813"/>
                  <a:pt x="3671933" y="151953"/>
                </a:cubicBezTo>
                <a:cubicBezTo>
                  <a:pt x="3670819" y="153319"/>
                  <a:pt x="3670819" y="158101"/>
                  <a:pt x="3671933" y="159466"/>
                </a:cubicBezTo>
                <a:cubicBezTo>
                  <a:pt x="3678182" y="159241"/>
                  <a:pt x="3685773" y="159011"/>
                  <a:pt x="3694699" y="159011"/>
                </a:cubicBezTo>
                <a:cubicBezTo>
                  <a:pt x="3703629" y="159011"/>
                  <a:pt x="3710992" y="159241"/>
                  <a:pt x="3718358" y="159466"/>
                </a:cubicBezTo>
                <a:cubicBezTo>
                  <a:pt x="3719475" y="158101"/>
                  <a:pt x="3719475" y="153319"/>
                  <a:pt x="3718358" y="151953"/>
                </a:cubicBezTo>
                <a:cubicBezTo>
                  <a:pt x="3705860" y="150813"/>
                  <a:pt x="3703404" y="149899"/>
                  <a:pt x="3703404" y="131203"/>
                </a:cubicBezTo>
                <a:lnTo>
                  <a:pt x="3703404" y="97230"/>
                </a:lnTo>
                <a:cubicBezTo>
                  <a:pt x="3703404" y="84692"/>
                  <a:pt x="3702512" y="73520"/>
                  <a:pt x="3697380" y="66684"/>
                </a:cubicBezTo>
                <a:cubicBezTo>
                  <a:pt x="3693582" y="61673"/>
                  <a:pt x="3686665" y="58938"/>
                  <a:pt x="3678853" y="58938"/>
                </a:cubicBezTo>
                <a:cubicBezTo>
                  <a:pt x="3667917" y="58938"/>
                  <a:pt x="3654527" y="61899"/>
                  <a:pt x="3640911" y="77394"/>
                </a:cubicBezTo>
                <a:cubicBezTo>
                  <a:pt x="3640240" y="78308"/>
                  <a:pt x="3638677" y="80588"/>
                  <a:pt x="3638677" y="77394"/>
                </a:cubicBezTo>
                <a:lnTo>
                  <a:pt x="3638902" y="26119"/>
                </a:lnTo>
                <a:cubicBezTo>
                  <a:pt x="3638902" y="11308"/>
                  <a:pt x="3639794" y="2248"/>
                  <a:pt x="3639794" y="2248"/>
                </a:cubicBezTo>
                <a:cubicBezTo>
                  <a:pt x="3639794" y="678"/>
                  <a:pt x="3638902" y="0"/>
                  <a:pt x="3636892" y="0"/>
                </a:cubicBezTo>
                <a:cubicBezTo>
                  <a:pt x="3631314" y="2248"/>
                  <a:pt x="3614575" y="5393"/>
                  <a:pt x="3605646" y="6068"/>
                </a:cubicBezTo>
                <a:cubicBezTo>
                  <a:pt x="3605200" y="7892"/>
                  <a:pt x="3605646" y="11534"/>
                  <a:pt x="3606984" y="12900"/>
                </a:cubicBezTo>
                <a:cubicBezTo>
                  <a:pt x="3618590" y="13584"/>
                  <a:pt x="3621271" y="12444"/>
                  <a:pt x="3621271" y="31589"/>
                </a:cubicBezTo>
                <a:lnTo>
                  <a:pt x="3621271" y="131203"/>
                </a:lnTo>
                <a:cubicBezTo>
                  <a:pt x="3621271" y="150129"/>
                  <a:pt x="3618590" y="151039"/>
                  <a:pt x="3605646" y="151953"/>
                </a:cubicBezTo>
                <a:cubicBezTo>
                  <a:pt x="3604307" y="153319"/>
                  <a:pt x="3604307" y="158101"/>
                  <a:pt x="3605646" y="159466"/>
                </a:cubicBezTo>
                <a:cubicBezTo>
                  <a:pt x="3613012" y="159241"/>
                  <a:pt x="3621271" y="159011"/>
                  <a:pt x="3630197" y="159011"/>
                </a:cubicBezTo>
                <a:cubicBezTo>
                  <a:pt x="3638677" y="159011"/>
                  <a:pt x="3646043" y="159241"/>
                  <a:pt x="3652293" y="159466"/>
                </a:cubicBezTo>
                <a:cubicBezTo>
                  <a:pt x="3653631" y="158101"/>
                  <a:pt x="3653631" y="153319"/>
                  <a:pt x="3652293" y="151953"/>
                </a:cubicBezTo>
                <a:cubicBezTo>
                  <a:pt x="3640911" y="151039"/>
                  <a:pt x="3638902" y="150129"/>
                  <a:pt x="3638902" y="131203"/>
                </a:cubicBezTo>
                <a:lnTo>
                  <a:pt x="3638902" y="93811"/>
                </a:lnTo>
                <a:close/>
                <a:moveTo>
                  <a:pt x="3749381" y="94787"/>
                </a:moveTo>
                <a:cubicBezTo>
                  <a:pt x="3753621" y="69162"/>
                  <a:pt x="3769246" y="67122"/>
                  <a:pt x="3774603" y="67122"/>
                </a:cubicBezTo>
                <a:cubicBezTo>
                  <a:pt x="3783083" y="67122"/>
                  <a:pt x="3793126" y="71886"/>
                  <a:pt x="3793126" y="90934"/>
                </a:cubicBezTo>
                <a:cubicBezTo>
                  <a:pt x="3793126" y="92973"/>
                  <a:pt x="3792234" y="94110"/>
                  <a:pt x="3789779" y="94110"/>
                </a:cubicBezTo>
                <a:lnTo>
                  <a:pt x="3749381" y="94787"/>
                </a:lnTo>
                <a:moveTo>
                  <a:pt x="3807856" y="137799"/>
                </a:moveTo>
                <a:cubicBezTo>
                  <a:pt x="3799601" y="146449"/>
                  <a:pt x="3793126" y="150087"/>
                  <a:pt x="3780182" y="150087"/>
                </a:cubicBezTo>
                <a:cubicBezTo>
                  <a:pt x="3772148" y="150087"/>
                  <a:pt x="3762772" y="145309"/>
                  <a:pt x="3755855" y="133705"/>
                </a:cubicBezTo>
                <a:cubicBezTo>
                  <a:pt x="3751391" y="126196"/>
                  <a:pt x="3748710" y="115729"/>
                  <a:pt x="3748710" y="102530"/>
                </a:cubicBezTo>
                <a:lnTo>
                  <a:pt x="3808081" y="102985"/>
                </a:lnTo>
                <a:cubicBezTo>
                  <a:pt x="3810757" y="102985"/>
                  <a:pt x="3812321" y="101620"/>
                  <a:pt x="3812321" y="99114"/>
                </a:cubicBezTo>
                <a:cubicBezTo>
                  <a:pt x="3812321" y="80049"/>
                  <a:pt x="3805625" y="59605"/>
                  <a:pt x="3774603" y="59605"/>
                </a:cubicBezTo>
                <a:cubicBezTo>
                  <a:pt x="3755184" y="59605"/>
                  <a:pt x="3729962" y="78461"/>
                  <a:pt x="3729962" y="112997"/>
                </a:cubicBezTo>
                <a:cubicBezTo>
                  <a:pt x="3729962" y="125740"/>
                  <a:pt x="3733089" y="138028"/>
                  <a:pt x="3740455" y="146674"/>
                </a:cubicBezTo>
                <a:cubicBezTo>
                  <a:pt x="3748043" y="155783"/>
                  <a:pt x="3758532" y="161246"/>
                  <a:pt x="3774603" y="161246"/>
                </a:cubicBezTo>
                <a:cubicBezTo>
                  <a:pt x="3791563" y="161246"/>
                  <a:pt x="3803616" y="153277"/>
                  <a:pt x="3812545" y="141441"/>
                </a:cubicBezTo>
                <a:cubicBezTo>
                  <a:pt x="3811874" y="139165"/>
                  <a:pt x="3810536" y="138028"/>
                  <a:pt x="3807856" y="137799"/>
                </a:cubicBezTo>
                <a:close/>
                <a:moveTo>
                  <a:pt x="3862538" y="77394"/>
                </a:moveTo>
                <a:cubicBezTo>
                  <a:pt x="3861200" y="78990"/>
                  <a:pt x="3859862" y="79448"/>
                  <a:pt x="3859862" y="77394"/>
                </a:cubicBezTo>
                <a:cubicBezTo>
                  <a:pt x="3859637" y="71240"/>
                  <a:pt x="3859191" y="62358"/>
                  <a:pt x="3858074" y="60078"/>
                </a:cubicBezTo>
                <a:cubicBezTo>
                  <a:pt x="3857627" y="58938"/>
                  <a:pt x="3857181" y="58257"/>
                  <a:pt x="3855397" y="58257"/>
                </a:cubicBezTo>
                <a:cubicBezTo>
                  <a:pt x="3849147" y="60763"/>
                  <a:pt x="3843344" y="62813"/>
                  <a:pt x="3827944" y="64860"/>
                </a:cubicBezTo>
                <a:cubicBezTo>
                  <a:pt x="3827498" y="66229"/>
                  <a:pt x="3827944" y="69871"/>
                  <a:pt x="3828390" y="71240"/>
                </a:cubicBezTo>
                <a:cubicBezTo>
                  <a:pt x="3840443" y="72380"/>
                  <a:pt x="3842898" y="73520"/>
                  <a:pt x="3842898" y="86743"/>
                </a:cubicBezTo>
                <a:lnTo>
                  <a:pt x="3842898" y="131203"/>
                </a:lnTo>
                <a:cubicBezTo>
                  <a:pt x="3842898" y="149899"/>
                  <a:pt x="3840667" y="150813"/>
                  <a:pt x="3827273" y="151953"/>
                </a:cubicBezTo>
                <a:cubicBezTo>
                  <a:pt x="3825935" y="153319"/>
                  <a:pt x="3825935" y="158101"/>
                  <a:pt x="3827273" y="159466"/>
                </a:cubicBezTo>
                <a:cubicBezTo>
                  <a:pt x="3833972" y="159241"/>
                  <a:pt x="3842898" y="159011"/>
                  <a:pt x="3851824" y="159011"/>
                </a:cubicBezTo>
                <a:cubicBezTo>
                  <a:pt x="3860754" y="159011"/>
                  <a:pt x="3867449" y="159241"/>
                  <a:pt x="3874145" y="159466"/>
                </a:cubicBezTo>
                <a:cubicBezTo>
                  <a:pt x="3875483" y="158101"/>
                  <a:pt x="3875483" y="153319"/>
                  <a:pt x="3874145" y="151953"/>
                </a:cubicBezTo>
                <a:cubicBezTo>
                  <a:pt x="3862763" y="150813"/>
                  <a:pt x="3860529" y="149899"/>
                  <a:pt x="3860529" y="131203"/>
                </a:cubicBezTo>
                <a:lnTo>
                  <a:pt x="3860529" y="93811"/>
                </a:lnTo>
                <a:cubicBezTo>
                  <a:pt x="3860529" y="89022"/>
                  <a:pt x="3862538" y="86287"/>
                  <a:pt x="3864323" y="84237"/>
                </a:cubicBezTo>
                <a:cubicBezTo>
                  <a:pt x="3872806" y="75799"/>
                  <a:pt x="3882849" y="70781"/>
                  <a:pt x="3891554" y="70781"/>
                </a:cubicBezTo>
                <a:cubicBezTo>
                  <a:pt x="3896019" y="70781"/>
                  <a:pt x="3900705" y="73746"/>
                  <a:pt x="3903382" y="78990"/>
                </a:cubicBezTo>
                <a:cubicBezTo>
                  <a:pt x="3905616" y="83552"/>
                  <a:pt x="3906062" y="89707"/>
                  <a:pt x="3906062" y="96546"/>
                </a:cubicBezTo>
                <a:lnTo>
                  <a:pt x="3906062" y="131203"/>
                </a:lnTo>
                <a:cubicBezTo>
                  <a:pt x="3906062" y="149899"/>
                  <a:pt x="3903828" y="150813"/>
                  <a:pt x="3892222" y="151953"/>
                </a:cubicBezTo>
                <a:cubicBezTo>
                  <a:pt x="3891108" y="153319"/>
                  <a:pt x="3891108" y="158101"/>
                  <a:pt x="3892222" y="159466"/>
                </a:cubicBezTo>
                <a:cubicBezTo>
                  <a:pt x="3898921" y="159241"/>
                  <a:pt x="3906062" y="159011"/>
                  <a:pt x="3914988" y="159011"/>
                </a:cubicBezTo>
                <a:cubicBezTo>
                  <a:pt x="3923918" y="159011"/>
                  <a:pt x="3931952" y="159241"/>
                  <a:pt x="3938647" y="159466"/>
                </a:cubicBezTo>
                <a:cubicBezTo>
                  <a:pt x="3939764" y="158101"/>
                  <a:pt x="3939764" y="153319"/>
                  <a:pt x="3938647" y="151953"/>
                </a:cubicBezTo>
                <a:cubicBezTo>
                  <a:pt x="3926149" y="150813"/>
                  <a:pt x="3923693" y="149899"/>
                  <a:pt x="3923693" y="131203"/>
                </a:cubicBezTo>
                <a:lnTo>
                  <a:pt x="3923693" y="97230"/>
                </a:lnTo>
                <a:cubicBezTo>
                  <a:pt x="3923693" y="84692"/>
                  <a:pt x="3922801" y="73746"/>
                  <a:pt x="3917669" y="66684"/>
                </a:cubicBezTo>
                <a:cubicBezTo>
                  <a:pt x="3913871" y="61673"/>
                  <a:pt x="3906954" y="58938"/>
                  <a:pt x="3899142" y="58938"/>
                </a:cubicBezTo>
                <a:cubicBezTo>
                  <a:pt x="3888207" y="58938"/>
                  <a:pt x="3875708" y="61899"/>
                  <a:pt x="3862538" y="77394"/>
                </a:cubicBezTo>
                <a:close/>
                <a:moveTo>
                  <a:pt x="4031272" y="138237"/>
                </a:moveTo>
                <a:cubicBezTo>
                  <a:pt x="4030379" y="136187"/>
                  <a:pt x="4028591" y="135276"/>
                  <a:pt x="4026585" y="135047"/>
                </a:cubicBezTo>
                <a:cubicBezTo>
                  <a:pt x="4018994" y="145076"/>
                  <a:pt x="4009397" y="150087"/>
                  <a:pt x="3999800" y="150087"/>
                </a:cubicBezTo>
                <a:cubicBezTo>
                  <a:pt x="3983508" y="150087"/>
                  <a:pt x="3969892" y="133226"/>
                  <a:pt x="3969892" y="106561"/>
                </a:cubicBezTo>
                <a:cubicBezTo>
                  <a:pt x="3969892" y="81495"/>
                  <a:pt x="3980606" y="66455"/>
                  <a:pt x="3995339" y="66455"/>
                </a:cubicBezTo>
                <a:cubicBezTo>
                  <a:pt x="4008505" y="66455"/>
                  <a:pt x="4010290" y="74430"/>
                  <a:pt x="4011185" y="82406"/>
                </a:cubicBezTo>
                <a:cubicBezTo>
                  <a:pt x="4011853" y="88560"/>
                  <a:pt x="4014979" y="90610"/>
                  <a:pt x="4019665" y="90610"/>
                </a:cubicBezTo>
                <a:cubicBezTo>
                  <a:pt x="4024351" y="90610"/>
                  <a:pt x="4030601" y="87650"/>
                  <a:pt x="4030601" y="80585"/>
                </a:cubicBezTo>
                <a:cubicBezTo>
                  <a:pt x="4030601" y="68050"/>
                  <a:pt x="4017881" y="58938"/>
                  <a:pt x="3996453" y="58938"/>
                </a:cubicBezTo>
                <a:cubicBezTo>
                  <a:pt x="3974357" y="58938"/>
                  <a:pt x="3950698" y="79215"/>
                  <a:pt x="3950698" y="111576"/>
                </a:cubicBezTo>
                <a:cubicBezTo>
                  <a:pt x="3950698" y="140972"/>
                  <a:pt x="3966769" y="161246"/>
                  <a:pt x="3994889" y="161246"/>
                </a:cubicBezTo>
                <a:cubicBezTo>
                  <a:pt x="4008284" y="161246"/>
                  <a:pt x="4020111" y="156919"/>
                  <a:pt x="4031272" y="138237"/>
                </a:cubicBezTo>
                <a:close/>
                <a:moveTo>
                  <a:pt x="4065642" y="94787"/>
                </a:moveTo>
                <a:cubicBezTo>
                  <a:pt x="4069882" y="69162"/>
                  <a:pt x="4085507" y="67122"/>
                  <a:pt x="4090864" y="67122"/>
                </a:cubicBezTo>
                <a:cubicBezTo>
                  <a:pt x="4099344" y="67122"/>
                  <a:pt x="4109387" y="71886"/>
                  <a:pt x="4109387" y="90934"/>
                </a:cubicBezTo>
                <a:cubicBezTo>
                  <a:pt x="4109387" y="92973"/>
                  <a:pt x="4108495" y="94110"/>
                  <a:pt x="4106040" y="94110"/>
                </a:cubicBezTo>
                <a:lnTo>
                  <a:pt x="4065642" y="94787"/>
                </a:lnTo>
                <a:moveTo>
                  <a:pt x="4124117" y="137799"/>
                </a:moveTo>
                <a:cubicBezTo>
                  <a:pt x="4115862" y="146449"/>
                  <a:pt x="4109387" y="150087"/>
                  <a:pt x="4096443" y="150087"/>
                </a:cubicBezTo>
                <a:cubicBezTo>
                  <a:pt x="4088409" y="150087"/>
                  <a:pt x="4079033" y="145309"/>
                  <a:pt x="4072116" y="133705"/>
                </a:cubicBezTo>
                <a:cubicBezTo>
                  <a:pt x="4067652" y="126196"/>
                  <a:pt x="4064971" y="115729"/>
                  <a:pt x="4064971" y="102530"/>
                </a:cubicBezTo>
                <a:lnTo>
                  <a:pt x="4124342" y="102985"/>
                </a:lnTo>
                <a:cubicBezTo>
                  <a:pt x="4127018" y="102985"/>
                  <a:pt x="4128582" y="101620"/>
                  <a:pt x="4128582" y="99114"/>
                </a:cubicBezTo>
                <a:cubicBezTo>
                  <a:pt x="4128582" y="80049"/>
                  <a:pt x="4121886" y="59605"/>
                  <a:pt x="4090864" y="59605"/>
                </a:cubicBezTo>
                <a:cubicBezTo>
                  <a:pt x="4071445" y="59605"/>
                  <a:pt x="4046223" y="78461"/>
                  <a:pt x="4046223" y="112997"/>
                </a:cubicBezTo>
                <a:cubicBezTo>
                  <a:pt x="4046223" y="125740"/>
                  <a:pt x="4049350" y="138028"/>
                  <a:pt x="4056716" y="146674"/>
                </a:cubicBezTo>
                <a:cubicBezTo>
                  <a:pt x="4064304" y="155783"/>
                  <a:pt x="4074793" y="161246"/>
                  <a:pt x="4090864" y="161246"/>
                </a:cubicBezTo>
                <a:cubicBezTo>
                  <a:pt x="4107824" y="161246"/>
                  <a:pt x="4119877" y="153277"/>
                  <a:pt x="4128806" y="141441"/>
                </a:cubicBezTo>
                <a:cubicBezTo>
                  <a:pt x="4128135" y="139165"/>
                  <a:pt x="4126797" y="138028"/>
                  <a:pt x="4124117" y="137799"/>
                </a:cubicBezTo>
                <a:close/>
                <a:moveTo>
                  <a:pt x="4222546" y="77391"/>
                </a:moveTo>
                <a:cubicBezTo>
                  <a:pt x="4222099" y="68276"/>
                  <a:pt x="4221875" y="62358"/>
                  <a:pt x="4220761" y="60078"/>
                </a:cubicBezTo>
                <a:cubicBezTo>
                  <a:pt x="4220312" y="58938"/>
                  <a:pt x="4219865" y="58257"/>
                  <a:pt x="4218081" y="58257"/>
                </a:cubicBezTo>
                <a:cubicBezTo>
                  <a:pt x="4211832" y="60763"/>
                  <a:pt x="4206028" y="62813"/>
                  <a:pt x="4190628" y="64860"/>
                </a:cubicBezTo>
                <a:cubicBezTo>
                  <a:pt x="4190182" y="66229"/>
                  <a:pt x="4190628" y="69871"/>
                  <a:pt x="4191074" y="71237"/>
                </a:cubicBezTo>
                <a:cubicBezTo>
                  <a:pt x="4203127" y="72376"/>
                  <a:pt x="4205582" y="73516"/>
                  <a:pt x="4205582" y="86739"/>
                </a:cubicBezTo>
                <a:lnTo>
                  <a:pt x="4205582" y="131203"/>
                </a:lnTo>
                <a:cubicBezTo>
                  <a:pt x="4205582" y="150129"/>
                  <a:pt x="4202905" y="151039"/>
                  <a:pt x="4189065" y="151953"/>
                </a:cubicBezTo>
                <a:cubicBezTo>
                  <a:pt x="4187727" y="153319"/>
                  <a:pt x="4187727" y="158101"/>
                  <a:pt x="4189065" y="159466"/>
                </a:cubicBezTo>
                <a:cubicBezTo>
                  <a:pt x="4196877" y="159241"/>
                  <a:pt x="4205582" y="159011"/>
                  <a:pt x="4214512" y="159011"/>
                </a:cubicBezTo>
                <a:cubicBezTo>
                  <a:pt x="4223438" y="159011"/>
                  <a:pt x="4233706" y="159241"/>
                  <a:pt x="4241515" y="159466"/>
                </a:cubicBezTo>
                <a:cubicBezTo>
                  <a:pt x="4242857" y="158101"/>
                  <a:pt x="4242857" y="153319"/>
                  <a:pt x="4241515" y="151953"/>
                </a:cubicBezTo>
                <a:cubicBezTo>
                  <a:pt x="4225893" y="150813"/>
                  <a:pt x="4223213" y="150129"/>
                  <a:pt x="4223213" y="131203"/>
                </a:cubicBezTo>
                <a:lnTo>
                  <a:pt x="4223213" y="99510"/>
                </a:lnTo>
                <a:cubicBezTo>
                  <a:pt x="4223213" y="93582"/>
                  <a:pt x="4225893" y="88338"/>
                  <a:pt x="4228570" y="84233"/>
                </a:cubicBezTo>
                <a:cubicBezTo>
                  <a:pt x="4231026" y="80585"/>
                  <a:pt x="4236161" y="73061"/>
                  <a:pt x="4238838" y="73061"/>
                </a:cubicBezTo>
                <a:cubicBezTo>
                  <a:pt x="4240847" y="73061"/>
                  <a:pt x="4242857" y="73516"/>
                  <a:pt x="4244641" y="76025"/>
                </a:cubicBezTo>
                <a:cubicBezTo>
                  <a:pt x="4246204" y="78305"/>
                  <a:pt x="4248881" y="81269"/>
                  <a:pt x="4252675" y="81269"/>
                </a:cubicBezTo>
                <a:cubicBezTo>
                  <a:pt x="4258032" y="81269"/>
                  <a:pt x="4263164" y="75567"/>
                  <a:pt x="4263164" y="69871"/>
                </a:cubicBezTo>
                <a:cubicBezTo>
                  <a:pt x="4263164" y="65544"/>
                  <a:pt x="4259149" y="58938"/>
                  <a:pt x="4249774" y="58938"/>
                </a:cubicBezTo>
                <a:cubicBezTo>
                  <a:pt x="4239284" y="58938"/>
                  <a:pt x="4230133" y="68960"/>
                  <a:pt x="4225001" y="77846"/>
                </a:cubicBezTo>
                <a:cubicBezTo>
                  <a:pt x="4223663" y="80355"/>
                  <a:pt x="4222546" y="78531"/>
                  <a:pt x="4222546" y="77391"/>
                </a:cubicBezTo>
                <a:close/>
                <a:moveTo>
                  <a:pt x="4292181" y="94787"/>
                </a:moveTo>
                <a:cubicBezTo>
                  <a:pt x="4296421" y="69162"/>
                  <a:pt x="4312046" y="67122"/>
                  <a:pt x="4317403" y="67122"/>
                </a:cubicBezTo>
                <a:cubicBezTo>
                  <a:pt x="4325883" y="67122"/>
                  <a:pt x="4335926" y="71886"/>
                  <a:pt x="4335926" y="90934"/>
                </a:cubicBezTo>
                <a:cubicBezTo>
                  <a:pt x="4335926" y="92973"/>
                  <a:pt x="4335033" y="94110"/>
                  <a:pt x="4332578" y="94110"/>
                </a:cubicBezTo>
                <a:lnTo>
                  <a:pt x="4292181" y="94787"/>
                </a:lnTo>
                <a:moveTo>
                  <a:pt x="4350655" y="137799"/>
                </a:moveTo>
                <a:cubicBezTo>
                  <a:pt x="4342400" y="146449"/>
                  <a:pt x="4335926" y="150087"/>
                  <a:pt x="4322981" y="150087"/>
                </a:cubicBezTo>
                <a:cubicBezTo>
                  <a:pt x="4314947" y="150087"/>
                  <a:pt x="4305571" y="145309"/>
                  <a:pt x="4298655" y="133705"/>
                </a:cubicBezTo>
                <a:cubicBezTo>
                  <a:pt x="4294190" y="126196"/>
                  <a:pt x="4291510" y="115729"/>
                  <a:pt x="4291510" y="102530"/>
                </a:cubicBezTo>
                <a:lnTo>
                  <a:pt x="4350880" y="102985"/>
                </a:lnTo>
                <a:cubicBezTo>
                  <a:pt x="4353557" y="102985"/>
                  <a:pt x="4355120" y="101620"/>
                  <a:pt x="4355120" y="99114"/>
                </a:cubicBezTo>
                <a:cubicBezTo>
                  <a:pt x="4355120" y="80049"/>
                  <a:pt x="4348424" y="59605"/>
                  <a:pt x="4317403" y="59605"/>
                </a:cubicBezTo>
                <a:cubicBezTo>
                  <a:pt x="4297984" y="59605"/>
                  <a:pt x="4272762" y="78461"/>
                  <a:pt x="4272762" y="112997"/>
                </a:cubicBezTo>
                <a:cubicBezTo>
                  <a:pt x="4272762" y="125740"/>
                  <a:pt x="4275888" y="138028"/>
                  <a:pt x="4283254" y="146674"/>
                </a:cubicBezTo>
                <a:cubicBezTo>
                  <a:pt x="4290842" y="155783"/>
                  <a:pt x="4301331" y="161246"/>
                  <a:pt x="4317403" y="161246"/>
                </a:cubicBezTo>
                <a:cubicBezTo>
                  <a:pt x="4334363" y="161246"/>
                  <a:pt x="4346415" y="153277"/>
                  <a:pt x="4355345" y="141441"/>
                </a:cubicBezTo>
                <a:cubicBezTo>
                  <a:pt x="4354674" y="139165"/>
                  <a:pt x="4353335" y="138028"/>
                  <a:pt x="4350655" y="137799"/>
                </a:cubicBezTo>
                <a:close/>
                <a:moveTo>
                  <a:pt x="4429668" y="105880"/>
                </a:moveTo>
                <a:lnTo>
                  <a:pt x="4429668" y="135957"/>
                </a:lnTo>
                <a:cubicBezTo>
                  <a:pt x="4429668" y="138921"/>
                  <a:pt x="4428326" y="140517"/>
                  <a:pt x="4426541" y="141882"/>
                </a:cubicBezTo>
                <a:cubicBezTo>
                  <a:pt x="4420738" y="146668"/>
                  <a:pt x="4413150" y="151911"/>
                  <a:pt x="4406901" y="151911"/>
                </a:cubicBezTo>
                <a:cubicBezTo>
                  <a:pt x="4395741" y="151911"/>
                  <a:pt x="4390830" y="142796"/>
                  <a:pt x="4390830" y="135731"/>
                </a:cubicBezTo>
                <a:cubicBezTo>
                  <a:pt x="4390830" y="125476"/>
                  <a:pt x="4395520" y="114992"/>
                  <a:pt x="4412033" y="110665"/>
                </a:cubicBezTo>
                <a:lnTo>
                  <a:pt x="4429668" y="105880"/>
                </a:lnTo>
                <a:moveTo>
                  <a:pt x="4429668" y="148037"/>
                </a:moveTo>
                <a:cubicBezTo>
                  <a:pt x="4431006" y="155098"/>
                  <a:pt x="4433462" y="161246"/>
                  <a:pt x="4444622" y="161246"/>
                </a:cubicBezTo>
                <a:cubicBezTo>
                  <a:pt x="4453102" y="161246"/>
                  <a:pt x="4461136" y="157374"/>
                  <a:pt x="4465822" y="152822"/>
                </a:cubicBezTo>
                <a:cubicBezTo>
                  <a:pt x="4465376" y="150087"/>
                  <a:pt x="4464483" y="148037"/>
                  <a:pt x="4462028" y="146671"/>
                </a:cubicBezTo>
                <a:cubicBezTo>
                  <a:pt x="4460468" y="148037"/>
                  <a:pt x="4456671" y="150316"/>
                  <a:pt x="4453769" y="150316"/>
                </a:cubicBezTo>
                <a:cubicBezTo>
                  <a:pt x="4447299" y="150316"/>
                  <a:pt x="4447074" y="141427"/>
                  <a:pt x="4447074" y="130946"/>
                </a:cubicBezTo>
                <a:lnTo>
                  <a:pt x="4447074" y="97446"/>
                </a:lnTo>
                <a:cubicBezTo>
                  <a:pt x="4447074" y="65089"/>
                  <a:pt x="4429668" y="58938"/>
                  <a:pt x="4413372" y="58938"/>
                </a:cubicBezTo>
                <a:cubicBezTo>
                  <a:pt x="4395070" y="58938"/>
                  <a:pt x="4376547" y="71240"/>
                  <a:pt x="4376547" y="84230"/>
                </a:cubicBezTo>
                <a:cubicBezTo>
                  <a:pt x="4376547" y="89700"/>
                  <a:pt x="4379224" y="92435"/>
                  <a:pt x="4384359" y="92435"/>
                </a:cubicBezTo>
                <a:cubicBezTo>
                  <a:pt x="4390830" y="92435"/>
                  <a:pt x="4394849" y="87650"/>
                  <a:pt x="4394849" y="84685"/>
                </a:cubicBezTo>
                <a:cubicBezTo>
                  <a:pt x="4394849" y="83090"/>
                  <a:pt x="4394624" y="81495"/>
                  <a:pt x="4394178" y="80585"/>
                </a:cubicBezTo>
                <a:cubicBezTo>
                  <a:pt x="4393956" y="79900"/>
                  <a:pt x="4393732" y="78534"/>
                  <a:pt x="4393732" y="76025"/>
                </a:cubicBezTo>
                <a:cubicBezTo>
                  <a:pt x="4393732" y="68960"/>
                  <a:pt x="4403107" y="66455"/>
                  <a:pt x="4411587" y="66455"/>
                </a:cubicBezTo>
                <a:cubicBezTo>
                  <a:pt x="4419175" y="66455"/>
                  <a:pt x="4429668" y="70330"/>
                  <a:pt x="4429668" y="96080"/>
                </a:cubicBezTo>
                <a:cubicBezTo>
                  <a:pt x="4429668" y="97675"/>
                  <a:pt x="4428997" y="98586"/>
                  <a:pt x="4428326" y="98815"/>
                </a:cubicBezTo>
                <a:lnTo>
                  <a:pt x="4409132" y="103600"/>
                </a:lnTo>
                <a:cubicBezTo>
                  <a:pt x="4387707" y="109070"/>
                  <a:pt x="4372307" y="121146"/>
                  <a:pt x="4372307" y="136642"/>
                </a:cubicBezTo>
                <a:cubicBezTo>
                  <a:pt x="4372307" y="155328"/>
                  <a:pt x="4384805" y="161246"/>
                  <a:pt x="4400427" y="161246"/>
                </a:cubicBezTo>
                <a:cubicBezTo>
                  <a:pt x="4408240" y="161246"/>
                  <a:pt x="4414935" y="159425"/>
                  <a:pt x="4424757" y="151682"/>
                </a:cubicBezTo>
                <a:lnTo>
                  <a:pt x="4429222" y="148037"/>
                </a:lnTo>
                <a:lnTo>
                  <a:pt x="4429668" y="148037"/>
                </a:lnTo>
                <a:close/>
                <a:moveTo>
                  <a:pt x="4555100" y="138237"/>
                </a:moveTo>
                <a:cubicBezTo>
                  <a:pt x="4554208" y="136187"/>
                  <a:pt x="4552420" y="135276"/>
                  <a:pt x="4550414" y="135047"/>
                </a:cubicBezTo>
                <a:cubicBezTo>
                  <a:pt x="4542823" y="145076"/>
                  <a:pt x="4533226" y="150087"/>
                  <a:pt x="4523629" y="150087"/>
                </a:cubicBezTo>
                <a:cubicBezTo>
                  <a:pt x="4507336" y="150087"/>
                  <a:pt x="4493720" y="133226"/>
                  <a:pt x="4493720" y="106561"/>
                </a:cubicBezTo>
                <a:cubicBezTo>
                  <a:pt x="4493720" y="81495"/>
                  <a:pt x="4504435" y="66455"/>
                  <a:pt x="4519167" y="66455"/>
                </a:cubicBezTo>
                <a:cubicBezTo>
                  <a:pt x="4532333" y="66455"/>
                  <a:pt x="4534118" y="74430"/>
                  <a:pt x="4535014" y="82406"/>
                </a:cubicBezTo>
                <a:cubicBezTo>
                  <a:pt x="4535681" y="88560"/>
                  <a:pt x="4538807" y="90610"/>
                  <a:pt x="4543494" y="90610"/>
                </a:cubicBezTo>
                <a:cubicBezTo>
                  <a:pt x="4548180" y="90610"/>
                  <a:pt x="4554429" y="87650"/>
                  <a:pt x="4554429" y="80585"/>
                </a:cubicBezTo>
                <a:cubicBezTo>
                  <a:pt x="4554429" y="68050"/>
                  <a:pt x="4541709" y="58938"/>
                  <a:pt x="4520281" y="58938"/>
                </a:cubicBezTo>
                <a:cubicBezTo>
                  <a:pt x="4498185" y="58938"/>
                  <a:pt x="4474526" y="79215"/>
                  <a:pt x="4474526" y="111576"/>
                </a:cubicBezTo>
                <a:cubicBezTo>
                  <a:pt x="4474526" y="140972"/>
                  <a:pt x="4490597" y="161246"/>
                  <a:pt x="4518718" y="161246"/>
                </a:cubicBezTo>
                <a:cubicBezTo>
                  <a:pt x="4532112" y="161246"/>
                  <a:pt x="4543940" y="156919"/>
                  <a:pt x="4555100" y="138237"/>
                </a:cubicBezTo>
                <a:close/>
                <a:moveTo>
                  <a:pt x="4599068" y="93811"/>
                </a:moveTo>
                <a:cubicBezTo>
                  <a:pt x="4599068" y="89022"/>
                  <a:pt x="4601077" y="86287"/>
                  <a:pt x="4602861" y="84237"/>
                </a:cubicBezTo>
                <a:cubicBezTo>
                  <a:pt x="4611345" y="75799"/>
                  <a:pt x="4622726" y="70781"/>
                  <a:pt x="4631431" y="70781"/>
                </a:cubicBezTo>
                <a:cubicBezTo>
                  <a:pt x="4635893" y="70781"/>
                  <a:pt x="4640582" y="73746"/>
                  <a:pt x="4643259" y="78990"/>
                </a:cubicBezTo>
                <a:cubicBezTo>
                  <a:pt x="4645493" y="83552"/>
                  <a:pt x="4645939" y="89707"/>
                  <a:pt x="4645939" y="96546"/>
                </a:cubicBezTo>
                <a:lnTo>
                  <a:pt x="4645939" y="131203"/>
                </a:lnTo>
                <a:cubicBezTo>
                  <a:pt x="4645939" y="149899"/>
                  <a:pt x="4643705" y="150813"/>
                  <a:pt x="4632099" y="151953"/>
                </a:cubicBezTo>
                <a:cubicBezTo>
                  <a:pt x="4630985" y="153319"/>
                  <a:pt x="4630985" y="158101"/>
                  <a:pt x="4632099" y="159466"/>
                </a:cubicBezTo>
                <a:cubicBezTo>
                  <a:pt x="4638348" y="159241"/>
                  <a:pt x="4645939" y="159011"/>
                  <a:pt x="4654865" y="159011"/>
                </a:cubicBezTo>
                <a:cubicBezTo>
                  <a:pt x="4663795" y="159011"/>
                  <a:pt x="4671158" y="159241"/>
                  <a:pt x="4678524" y="159466"/>
                </a:cubicBezTo>
                <a:cubicBezTo>
                  <a:pt x="4679641" y="158101"/>
                  <a:pt x="4679641" y="153319"/>
                  <a:pt x="4678524" y="151953"/>
                </a:cubicBezTo>
                <a:cubicBezTo>
                  <a:pt x="4666026" y="150813"/>
                  <a:pt x="4663570" y="149899"/>
                  <a:pt x="4663570" y="131203"/>
                </a:cubicBezTo>
                <a:lnTo>
                  <a:pt x="4663570" y="97230"/>
                </a:lnTo>
                <a:cubicBezTo>
                  <a:pt x="4663570" y="84692"/>
                  <a:pt x="4662678" y="73520"/>
                  <a:pt x="4657546" y="66684"/>
                </a:cubicBezTo>
                <a:cubicBezTo>
                  <a:pt x="4653748" y="61673"/>
                  <a:pt x="4646831" y="58938"/>
                  <a:pt x="4639019" y="58938"/>
                </a:cubicBezTo>
                <a:cubicBezTo>
                  <a:pt x="4628084" y="58938"/>
                  <a:pt x="4614693" y="61899"/>
                  <a:pt x="4601077" y="77394"/>
                </a:cubicBezTo>
                <a:cubicBezTo>
                  <a:pt x="4600406" y="78308"/>
                  <a:pt x="4598843" y="80588"/>
                  <a:pt x="4598843" y="77394"/>
                </a:cubicBezTo>
                <a:lnTo>
                  <a:pt x="4599068" y="26119"/>
                </a:lnTo>
                <a:cubicBezTo>
                  <a:pt x="4599068" y="11308"/>
                  <a:pt x="4599960" y="2248"/>
                  <a:pt x="4599960" y="2248"/>
                </a:cubicBezTo>
                <a:cubicBezTo>
                  <a:pt x="4599960" y="678"/>
                  <a:pt x="4599068" y="0"/>
                  <a:pt x="4597058" y="0"/>
                </a:cubicBezTo>
                <a:cubicBezTo>
                  <a:pt x="4591480" y="2248"/>
                  <a:pt x="4574741" y="5393"/>
                  <a:pt x="4565812" y="6068"/>
                </a:cubicBezTo>
                <a:cubicBezTo>
                  <a:pt x="4565366" y="7892"/>
                  <a:pt x="4565812" y="11534"/>
                  <a:pt x="4567150" y="12900"/>
                </a:cubicBezTo>
                <a:cubicBezTo>
                  <a:pt x="4578757" y="13584"/>
                  <a:pt x="4581437" y="12444"/>
                  <a:pt x="4581437" y="31589"/>
                </a:cubicBezTo>
                <a:lnTo>
                  <a:pt x="4581437" y="131203"/>
                </a:lnTo>
                <a:cubicBezTo>
                  <a:pt x="4581437" y="150129"/>
                  <a:pt x="4578757" y="151039"/>
                  <a:pt x="4565812" y="151953"/>
                </a:cubicBezTo>
                <a:cubicBezTo>
                  <a:pt x="4564473" y="153319"/>
                  <a:pt x="4564473" y="158101"/>
                  <a:pt x="4565812" y="159466"/>
                </a:cubicBezTo>
                <a:cubicBezTo>
                  <a:pt x="4573178" y="159241"/>
                  <a:pt x="4581437" y="159011"/>
                  <a:pt x="4590363" y="159011"/>
                </a:cubicBezTo>
                <a:cubicBezTo>
                  <a:pt x="4598843" y="159011"/>
                  <a:pt x="4606209" y="159241"/>
                  <a:pt x="4612459" y="159466"/>
                </a:cubicBezTo>
                <a:cubicBezTo>
                  <a:pt x="4613797" y="158101"/>
                  <a:pt x="4613797" y="153319"/>
                  <a:pt x="4612459" y="151953"/>
                </a:cubicBezTo>
                <a:cubicBezTo>
                  <a:pt x="4601077" y="151039"/>
                  <a:pt x="4599068" y="150129"/>
                  <a:pt x="4599068" y="131203"/>
                </a:cubicBezTo>
                <a:lnTo>
                  <a:pt x="4599068" y="93811"/>
                </a:lnTo>
                <a:close/>
                <a:moveTo>
                  <a:pt x="4747268" y="105880"/>
                </a:moveTo>
                <a:lnTo>
                  <a:pt x="4747268" y="135957"/>
                </a:lnTo>
                <a:cubicBezTo>
                  <a:pt x="4747268" y="138921"/>
                  <a:pt x="4745926" y="140517"/>
                  <a:pt x="4744141" y="141882"/>
                </a:cubicBezTo>
                <a:cubicBezTo>
                  <a:pt x="4738338" y="146668"/>
                  <a:pt x="4730750" y="151911"/>
                  <a:pt x="4724501" y="151911"/>
                </a:cubicBezTo>
                <a:cubicBezTo>
                  <a:pt x="4713341" y="151911"/>
                  <a:pt x="4708430" y="142796"/>
                  <a:pt x="4708430" y="135731"/>
                </a:cubicBezTo>
                <a:cubicBezTo>
                  <a:pt x="4708430" y="125476"/>
                  <a:pt x="4713120" y="114992"/>
                  <a:pt x="4729633" y="110665"/>
                </a:cubicBezTo>
                <a:lnTo>
                  <a:pt x="4747268" y="105880"/>
                </a:lnTo>
                <a:moveTo>
                  <a:pt x="4747268" y="148037"/>
                </a:moveTo>
                <a:cubicBezTo>
                  <a:pt x="4748606" y="155098"/>
                  <a:pt x="4751062" y="161246"/>
                  <a:pt x="4762222" y="161246"/>
                </a:cubicBezTo>
                <a:cubicBezTo>
                  <a:pt x="4770702" y="161246"/>
                  <a:pt x="4778736" y="157374"/>
                  <a:pt x="4783422" y="152822"/>
                </a:cubicBezTo>
                <a:cubicBezTo>
                  <a:pt x="4782976" y="150087"/>
                  <a:pt x="4782083" y="148037"/>
                  <a:pt x="4779628" y="146671"/>
                </a:cubicBezTo>
                <a:cubicBezTo>
                  <a:pt x="4778068" y="148037"/>
                  <a:pt x="4774271" y="150316"/>
                  <a:pt x="4771369" y="150316"/>
                </a:cubicBezTo>
                <a:cubicBezTo>
                  <a:pt x="4764899" y="150316"/>
                  <a:pt x="4764674" y="141427"/>
                  <a:pt x="4764674" y="130946"/>
                </a:cubicBezTo>
                <a:lnTo>
                  <a:pt x="4764674" y="97446"/>
                </a:lnTo>
                <a:cubicBezTo>
                  <a:pt x="4764674" y="65089"/>
                  <a:pt x="4747268" y="58938"/>
                  <a:pt x="4730972" y="58938"/>
                </a:cubicBezTo>
                <a:cubicBezTo>
                  <a:pt x="4712670" y="58938"/>
                  <a:pt x="4694147" y="71240"/>
                  <a:pt x="4694147" y="84230"/>
                </a:cubicBezTo>
                <a:cubicBezTo>
                  <a:pt x="4694147" y="89700"/>
                  <a:pt x="4696824" y="92435"/>
                  <a:pt x="4701959" y="92435"/>
                </a:cubicBezTo>
                <a:cubicBezTo>
                  <a:pt x="4708430" y="92435"/>
                  <a:pt x="4712449" y="87650"/>
                  <a:pt x="4712449" y="84685"/>
                </a:cubicBezTo>
                <a:cubicBezTo>
                  <a:pt x="4712449" y="83090"/>
                  <a:pt x="4712224" y="81495"/>
                  <a:pt x="4711778" y="80585"/>
                </a:cubicBezTo>
                <a:cubicBezTo>
                  <a:pt x="4711556" y="79900"/>
                  <a:pt x="4711332" y="78534"/>
                  <a:pt x="4711332" y="76025"/>
                </a:cubicBezTo>
                <a:cubicBezTo>
                  <a:pt x="4711332" y="68960"/>
                  <a:pt x="4720707" y="66455"/>
                  <a:pt x="4729187" y="66455"/>
                </a:cubicBezTo>
                <a:cubicBezTo>
                  <a:pt x="4736775" y="66455"/>
                  <a:pt x="4747268" y="70330"/>
                  <a:pt x="4747268" y="96080"/>
                </a:cubicBezTo>
                <a:cubicBezTo>
                  <a:pt x="4747268" y="97675"/>
                  <a:pt x="4746597" y="98586"/>
                  <a:pt x="4745926" y="98815"/>
                </a:cubicBezTo>
                <a:lnTo>
                  <a:pt x="4726732" y="103600"/>
                </a:lnTo>
                <a:cubicBezTo>
                  <a:pt x="4705307" y="109070"/>
                  <a:pt x="4689907" y="121146"/>
                  <a:pt x="4689907" y="136642"/>
                </a:cubicBezTo>
                <a:cubicBezTo>
                  <a:pt x="4689907" y="155328"/>
                  <a:pt x="4702405" y="161246"/>
                  <a:pt x="4718027" y="161246"/>
                </a:cubicBezTo>
                <a:cubicBezTo>
                  <a:pt x="4725840" y="161246"/>
                  <a:pt x="4732535" y="159425"/>
                  <a:pt x="4742357" y="151682"/>
                </a:cubicBezTo>
                <a:lnTo>
                  <a:pt x="4746822" y="148037"/>
                </a:lnTo>
                <a:lnTo>
                  <a:pt x="4747268" y="148037"/>
                </a:lnTo>
                <a:close/>
                <a:moveTo>
                  <a:pt x="4822705" y="76255"/>
                </a:moveTo>
                <a:cubicBezTo>
                  <a:pt x="4828508" y="71011"/>
                  <a:pt x="4835204" y="68960"/>
                  <a:pt x="4841674" y="68960"/>
                </a:cubicBezTo>
                <a:cubicBezTo>
                  <a:pt x="4855290" y="68960"/>
                  <a:pt x="4866450" y="85825"/>
                  <a:pt x="4866450" y="107927"/>
                </a:cubicBezTo>
                <a:cubicBezTo>
                  <a:pt x="4866450" y="133907"/>
                  <a:pt x="4856182" y="153503"/>
                  <a:pt x="4834979" y="153503"/>
                </a:cubicBezTo>
                <a:cubicBezTo>
                  <a:pt x="4828062" y="153503"/>
                  <a:pt x="4823373" y="148492"/>
                  <a:pt x="4818911" y="142793"/>
                </a:cubicBezTo>
                <a:lnTo>
                  <a:pt x="4818911" y="85825"/>
                </a:lnTo>
                <a:cubicBezTo>
                  <a:pt x="4818911" y="81040"/>
                  <a:pt x="4819804" y="78760"/>
                  <a:pt x="4822705" y="76255"/>
                </a:cubicBezTo>
                <a:moveTo>
                  <a:pt x="4821142" y="69190"/>
                </a:moveTo>
                <a:cubicBezTo>
                  <a:pt x="4819804" y="70555"/>
                  <a:pt x="4818911" y="70100"/>
                  <a:pt x="4818911" y="68050"/>
                </a:cubicBezTo>
                <a:lnTo>
                  <a:pt x="4818911" y="26119"/>
                </a:lnTo>
                <a:cubicBezTo>
                  <a:pt x="4818911" y="11308"/>
                  <a:pt x="4819804" y="2248"/>
                  <a:pt x="4819804" y="2248"/>
                </a:cubicBezTo>
                <a:cubicBezTo>
                  <a:pt x="4819804" y="678"/>
                  <a:pt x="4818911" y="0"/>
                  <a:pt x="4816902" y="0"/>
                </a:cubicBezTo>
                <a:cubicBezTo>
                  <a:pt x="4811320" y="2248"/>
                  <a:pt x="4794582" y="5393"/>
                  <a:pt x="4785655" y="6068"/>
                </a:cubicBezTo>
                <a:cubicBezTo>
                  <a:pt x="4785209" y="7892"/>
                  <a:pt x="4785655" y="11534"/>
                  <a:pt x="4786994" y="12900"/>
                </a:cubicBezTo>
                <a:cubicBezTo>
                  <a:pt x="4798600" y="13584"/>
                  <a:pt x="4801277" y="12444"/>
                  <a:pt x="4801277" y="31589"/>
                </a:cubicBezTo>
                <a:lnTo>
                  <a:pt x="4801277" y="142793"/>
                </a:lnTo>
                <a:cubicBezTo>
                  <a:pt x="4801277" y="151682"/>
                  <a:pt x="4801056" y="155783"/>
                  <a:pt x="4800385" y="158969"/>
                </a:cubicBezTo>
                <a:cubicBezTo>
                  <a:pt x="4801502" y="160790"/>
                  <a:pt x="4802619" y="161704"/>
                  <a:pt x="4805296" y="161704"/>
                </a:cubicBezTo>
                <a:cubicBezTo>
                  <a:pt x="4806634" y="160335"/>
                  <a:pt x="4808868" y="158288"/>
                  <a:pt x="4810653" y="156238"/>
                </a:cubicBezTo>
                <a:cubicBezTo>
                  <a:pt x="4812883" y="153503"/>
                  <a:pt x="4814222" y="153503"/>
                  <a:pt x="4816677" y="155553"/>
                </a:cubicBezTo>
                <a:cubicBezTo>
                  <a:pt x="4821813" y="159880"/>
                  <a:pt x="4828508" y="161246"/>
                  <a:pt x="4836317" y="161246"/>
                </a:cubicBezTo>
                <a:cubicBezTo>
                  <a:pt x="4859084" y="161246"/>
                  <a:pt x="4885644" y="140058"/>
                  <a:pt x="4885644" y="103826"/>
                </a:cubicBezTo>
                <a:cubicBezTo>
                  <a:pt x="4885644" y="76025"/>
                  <a:pt x="4865558" y="58938"/>
                  <a:pt x="4846139" y="58938"/>
                </a:cubicBezTo>
                <a:cubicBezTo>
                  <a:pt x="4836542" y="58938"/>
                  <a:pt x="4828062" y="62813"/>
                  <a:pt x="4821142" y="69190"/>
                </a:cubicBezTo>
                <a:close/>
                <a:moveTo>
                  <a:pt x="4915104" y="131231"/>
                </a:moveTo>
                <a:cubicBezTo>
                  <a:pt x="4915104" y="150132"/>
                  <a:pt x="4912652" y="151269"/>
                  <a:pt x="4899036" y="151953"/>
                </a:cubicBezTo>
                <a:cubicBezTo>
                  <a:pt x="4897698" y="153319"/>
                  <a:pt x="4897698" y="158101"/>
                  <a:pt x="4899036" y="159466"/>
                </a:cubicBezTo>
                <a:cubicBezTo>
                  <a:pt x="4906849" y="159241"/>
                  <a:pt x="4915104" y="159011"/>
                  <a:pt x="4924034" y="159011"/>
                </a:cubicBezTo>
                <a:cubicBezTo>
                  <a:pt x="4932960" y="159011"/>
                  <a:pt x="4941443" y="159241"/>
                  <a:pt x="4948806" y="159466"/>
                </a:cubicBezTo>
                <a:cubicBezTo>
                  <a:pt x="4950148" y="158101"/>
                  <a:pt x="4950148" y="153319"/>
                  <a:pt x="4948806" y="151953"/>
                </a:cubicBezTo>
                <a:cubicBezTo>
                  <a:pt x="4935194" y="151269"/>
                  <a:pt x="4932738" y="150132"/>
                  <a:pt x="4932738" y="131231"/>
                </a:cubicBezTo>
                <a:lnTo>
                  <a:pt x="4932738" y="26265"/>
                </a:lnTo>
                <a:cubicBezTo>
                  <a:pt x="4932738" y="11468"/>
                  <a:pt x="4933631" y="2307"/>
                  <a:pt x="4933631" y="2307"/>
                </a:cubicBezTo>
                <a:cubicBezTo>
                  <a:pt x="4933631" y="695"/>
                  <a:pt x="4932738" y="0"/>
                  <a:pt x="4930729" y="0"/>
                </a:cubicBezTo>
                <a:cubicBezTo>
                  <a:pt x="4925151" y="2307"/>
                  <a:pt x="4908409" y="5536"/>
                  <a:pt x="4899482" y="6227"/>
                </a:cubicBezTo>
                <a:cubicBezTo>
                  <a:pt x="4899036" y="8052"/>
                  <a:pt x="4899482" y="11694"/>
                  <a:pt x="4900821" y="13063"/>
                </a:cubicBezTo>
                <a:cubicBezTo>
                  <a:pt x="4913766" y="13970"/>
                  <a:pt x="4915104" y="14655"/>
                  <a:pt x="4915104" y="31731"/>
                </a:cubicBezTo>
                <a:lnTo>
                  <a:pt x="4915104" y="131231"/>
                </a:lnTo>
                <a:close/>
                <a:moveTo>
                  <a:pt x="4980501" y="94787"/>
                </a:moveTo>
                <a:cubicBezTo>
                  <a:pt x="4984741" y="69162"/>
                  <a:pt x="5000366" y="67122"/>
                  <a:pt x="5005723" y="67122"/>
                </a:cubicBezTo>
                <a:cubicBezTo>
                  <a:pt x="5014203" y="67122"/>
                  <a:pt x="5024246" y="71886"/>
                  <a:pt x="5024246" y="90934"/>
                </a:cubicBezTo>
                <a:cubicBezTo>
                  <a:pt x="5024246" y="92973"/>
                  <a:pt x="5023354" y="94110"/>
                  <a:pt x="5020898" y="94110"/>
                </a:cubicBezTo>
                <a:lnTo>
                  <a:pt x="4980501" y="94787"/>
                </a:lnTo>
                <a:moveTo>
                  <a:pt x="5038975" y="137799"/>
                </a:moveTo>
                <a:cubicBezTo>
                  <a:pt x="5030720" y="146449"/>
                  <a:pt x="5024246" y="150087"/>
                  <a:pt x="5011301" y="150087"/>
                </a:cubicBezTo>
                <a:cubicBezTo>
                  <a:pt x="5003267" y="150087"/>
                  <a:pt x="4993891" y="145309"/>
                  <a:pt x="4986975" y="133705"/>
                </a:cubicBezTo>
                <a:cubicBezTo>
                  <a:pt x="4982510" y="126196"/>
                  <a:pt x="4979830" y="115729"/>
                  <a:pt x="4979830" y="102530"/>
                </a:cubicBezTo>
                <a:lnTo>
                  <a:pt x="5039200" y="102985"/>
                </a:lnTo>
                <a:cubicBezTo>
                  <a:pt x="5041877" y="102985"/>
                  <a:pt x="5043440" y="101620"/>
                  <a:pt x="5043440" y="99114"/>
                </a:cubicBezTo>
                <a:cubicBezTo>
                  <a:pt x="5043440" y="80049"/>
                  <a:pt x="5036744" y="59605"/>
                  <a:pt x="5005723" y="59605"/>
                </a:cubicBezTo>
                <a:cubicBezTo>
                  <a:pt x="4986304" y="59605"/>
                  <a:pt x="4961082" y="78461"/>
                  <a:pt x="4961082" y="112997"/>
                </a:cubicBezTo>
                <a:cubicBezTo>
                  <a:pt x="4961082" y="125740"/>
                  <a:pt x="4964208" y="138028"/>
                  <a:pt x="4971574" y="146674"/>
                </a:cubicBezTo>
                <a:cubicBezTo>
                  <a:pt x="4979162" y="155783"/>
                  <a:pt x="4989652" y="161246"/>
                  <a:pt x="5005723" y="161246"/>
                </a:cubicBezTo>
                <a:cubicBezTo>
                  <a:pt x="5022683" y="161246"/>
                  <a:pt x="5034735" y="153277"/>
                  <a:pt x="5043665" y="141441"/>
                </a:cubicBezTo>
                <a:cubicBezTo>
                  <a:pt x="5042994" y="139165"/>
                  <a:pt x="5041655" y="138028"/>
                  <a:pt x="5038975" y="137799"/>
                </a:cubicBezTo>
                <a:close/>
                <a:moveTo>
                  <a:pt x="5117987" y="22498"/>
                </a:moveTo>
                <a:cubicBezTo>
                  <a:pt x="5117987" y="28420"/>
                  <a:pt x="5123344" y="34341"/>
                  <a:pt x="5128697" y="34341"/>
                </a:cubicBezTo>
                <a:cubicBezTo>
                  <a:pt x="5134947" y="34341"/>
                  <a:pt x="5140304" y="28194"/>
                  <a:pt x="5140304" y="23408"/>
                </a:cubicBezTo>
                <a:cubicBezTo>
                  <a:pt x="5140304" y="17946"/>
                  <a:pt x="5135618" y="11565"/>
                  <a:pt x="5129593" y="11565"/>
                </a:cubicBezTo>
                <a:cubicBezTo>
                  <a:pt x="5124236" y="11565"/>
                  <a:pt x="5117987" y="17032"/>
                  <a:pt x="5117987" y="22498"/>
                </a:cubicBezTo>
                <a:moveTo>
                  <a:pt x="5138298" y="131224"/>
                </a:moveTo>
                <a:lnTo>
                  <a:pt x="5138298" y="85898"/>
                </a:lnTo>
                <a:cubicBezTo>
                  <a:pt x="5138298" y="74510"/>
                  <a:pt x="5139190" y="59883"/>
                  <a:pt x="5139190" y="59883"/>
                </a:cubicBezTo>
                <a:cubicBezTo>
                  <a:pt x="5139190" y="58962"/>
                  <a:pt x="5138073" y="58271"/>
                  <a:pt x="5136289" y="58271"/>
                </a:cubicBezTo>
                <a:cubicBezTo>
                  <a:pt x="5130039" y="60804"/>
                  <a:pt x="5121110" y="62875"/>
                  <a:pt x="5105709" y="64943"/>
                </a:cubicBezTo>
                <a:cubicBezTo>
                  <a:pt x="5105263" y="66312"/>
                  <a:pt x="5105709" y="69954"/>
                  <a:pt x="5106156" y="71323"/>
                </a:cubicBezTo>
                <a:cubicBezTo>
                  <a:pt x="5118433" y="72460"/>
                  <a:pt x="5120664" y="73829"/>
                  <a:pt x="5120664" y="86812"/>
                </a:cubicBezTo>
                <a:lnTo>
                  <a:pt x="5120664" y="131224"/>
                </a:lnTo>
                <a:cubicBezTo>
                  <a:pt x="5120664" y="150129"/>
                  <a:pt x="5118208" y="150813"/>
                  <a:pt x="5104596" y="151953"/>
                </a:cubicBezTo>
                <a:cubicBezTo>
                  <a:pt x="5103254" y="153319"/>
                  <a:pt x="5103254" y="158101"/>
                  <a:pt x="5104596" y="159466"/>
                </a:cubicBezTo>
                <a:cubicBezTo>
                  <a:pt x="5111959" y="159241"/>
                  <a:pt x="5120664" y="159011"/>
                  <a:pt x="5129593" y="159011"/>
                </a:cubicBezTo>
                <a:cubicBezTo>
                  <a:pt x="5138519" y="159011"/>
                  <a:pt x="5146999" y="159241"/>
                  <a:pt x="5154366" y="159466"/>
                </a:cubicBezTo>
                <a:cubicBezTo>
                  <a:pt x="5155704" y="158101"/>
                  <a:pt x="5155704" y="153319"/>
                  <a:pt x="5154366" y="151953"/>
                </a:cubicBezTo>
                <a:cubicBezTo>
                  <a:pt x="5140750" y="151043"/>
                  <a:pt x="5138298" y="150129"/>
                  <a:pt x="5138298" y="131224"/>
                </a:cubicBezTo>
                <a:close/>
                <a:moveTo>
                  <a:pt x="5197441" y="131248"/>
                </a:moveTo>
                <a:lnTo>
                  <a:pt x="5197441" y="70267"/>
                </a:lnTo>
                <a:lnTo>
                  <a:pt x="5218198" y="70267"/>
                </a:lnTo>
                <a:cubicBezTo>
                  <a:pt x="5220207" y="70267"/>
                  <a:pt x="5223334" y="69356"/>
                  <a:pt x="5223334" y="67306"/>
                </a:cubicBezTo>
                <a:lnTo>
                  <a:pt x="5223334" y="62754"/>
                </a:lnTo>
                <a:cubicBezTo>
                  <a:pt x="5223334" y="61843"/>
                  <a:pt x="5222663" y="61385"/>
                  <a:pt x="5221546" y="61385"/>
                </a:cubicBezTo>
                <a:lnTo>
                  <a:pt x="5197441" y="61385"/>
                </a:lnTo>
                <a:lnTo>
                  <a:pt x="5197441" y="48374"/>
                </a:lnTo>
                <a:cubicBezTo>
                  <a:pt x="5197441" y="13223"/>
                  <a:pt x="5207709" y="7746"/>
                  <a:pt x="5215075" y="7746"/>
                </a:cubicBezTo>
                <a:cubicBezTo>
                  <a:pt x="5221770" y="7746"/>
                  <a:pt x="5225340" y="10484"/>
                  <a:pt x="5228466" y="18474"/>
                </a:cubicBezTo>
                <a:cubicBezTo>
                  <a:pt x="5230250" y="22581"/>
                  <a:pt x="5232706" y="25778"/>
                  <a:pt x="5237392" y="25778"/>
                </a:cubicBezTo>
                <a:cubicBezTo>
                  <a:pt x="5241186" y="25778"/>
                  <a:pt x="5246543" y="20983"/>
                  <a:pt x="5246543" y="16420"/>
                </a:cubicBezTo>
                <a:cubicBezTo>
                  <a:pt x="5246543" y="12538"/>
                  <a:pt x="5244088" y="8431"/>
                  <a:pt x="5239401" y="4785"/>
                </a:cubicBezTo>
                <a:cubicBezTo>
                  <a:pt x="5233598" y="685"/>
                  <a:pt x="5227795" y="0"/>
                  <a:pt x="5219315" y="0"/>
                </a:cubicBezTo>
                <a:cubicBezTo>
                  <a:pt x="5200567" y="0"/>
                  <a:pt x="5179810" y="16646"/>
                  <a:pt x="5179810" y="52255"/>
                </a:cubicBezTo>
                <a:lnTo>
                  <a:pt x="5179810" y="61385"/>
                </a:lnTo>
                <a:lnTo>
                  <a:pt x="5168428" y="61385"/>
                </a:lnTo>
                <a:cubicBezTo>
                  <a:pt x="5164410" y="61385"/>
                  <a:pt x="5163293" y="64119"/>
                  <a:pt x="5163293" y="65940"/>
                </a:cubicBezTo>
                <a:lnTo>
                  <a:pt x="5163293" y="68901"/>
                </a:lnTo>
                <a:cubicBezTo>
                  <a:pt x="5163293" y="70041"/>
                  <a:pt x="5163517" y="70267"/>
                  <a:pt x="5164410" y="70267"/>
                </a:cubicBezTo>
                <a:lnTo>
                  <a:pt x="5179810" y="70267"/>
                </a:lnTo>
                <a:lnTo>
                  <a:pt x="5179810" y="131248"/>
                </a:lnTo>
                <a:cubicBezTo>
                  <a:pt x="5179810" y="150132"/>
                  <a:pt x="5176237" y="151043"/>
                  <a:pt x="5164185" y="151953"/>
                </a:cubicBezTo>
                <a:cubicBezTo>
                  <a:pt x="5162846" y="153319"/>
                  <a:pt x="5162846" y="158101"/>
                  <a:pt x="5164185" y="159466"/>
                </a:cubicBezTo>
                <a:cubicBezTo>
                  <a:pt x="5171997" y="159241"/>
                  <a:pt x="5179810" y="159011"/>
                  <a:pt x="5188736" y="159011"/>
                </a:cubicBezTo>
                <a:cubicBezTo>
                  <a:pt x="5197666" y="159011"/>
                  <a:pt x="5208380" y="159241"/>
                  <a:pt x="5216189" y="159466"/>
                </a:cubicBezTo>
                <a:cubicBezTo>
                  <a:pt x="5217530" y="158101"/>
                  <a:pt x="5217530" y="153319"/>
                  <a:pt x="5216189" y="151953"/>
                </a:cubicBezTo>
                <a:cubicBezTo>
                  <a:pt x="5198783" y="151043"/>
                  <a:pt x="5197441" y="150132"/>
                  <a:pt x="5197441" y="131248"/>
                </a:cubicBezTo>
                <a:close/>
                <a:moveTo>
                  <a:pt x="5315733" y="33674"/>
                </a:moveTo>
                <a:cubicBezTo>
                  <a:pt x="5315733" y="21591"/>
                  <a:pt x="5315733" y="19311"/>
                  <a:pt x="5335152" y="19311"/>
                </a:cubicBezTo>
                <a:cubicBezTo>
                  <a:pt x="5347650" y="19311"/>
                  <a:pt x="5363943" y="26150"/>
                  <a:pt x="5363943" y="49402"/>
                </a:cubicBezTo>
                <a:cubicBezTo>
                  <a:pt x="5363943" y="68780"/>
                  <a:pt x="5350773" y="75619"/>
                  <a:pt x="5332250" y="75619"/>
                </a:cubicBezTo>
                <a:lnTo>
                  <a:pt x="5315733" y="75619"/>
                </a:lnTo>
                <a:lnTo>
                  <a:pt x="5315733" y="33674"/>
                </a:lnTo>
                <a:moveTo>
                  <a:pt x="5315733" y="83365"/>
                </a:moveTo>
                <a:lnTo>
                  <a:pt x="5331133" y="83365"/>
                </a:lnTo>
                <a:cubicBezTo>
                  <a:pt x="5361709" y="83365"/>
                  <a:pt x="5374432" y="100911"/>
                  <a:pt x="5374432" y="121417"/>
                </a:cubicBezTo>
                <a:cubicBezTo>
                  <a:pt x="5374432" y="138053"/>
                  <a:pt x="5368183" y="151953"/>
                  <a:pt x="5334256" y="151953"/>
                </a:cubicBezTo>
                <a:cubicBezTo>
                  <a:pt x="5318635" y="151953"/>
                  <a:pt x="5315733" y="146028"/>
                  <a:pt x="5315733" y="132128"/>
                </a:cubicBezTo>
                <a:lnTo>
                  <a:pt x="5315733" y="83365"/>
                </a:lnTo>
                <a:moveTo>
                  <a:pt x="5277345" y="11565"/>
                </a:moveTo>
                <a:cubicBezTo>
                  <a:pt x="5276003" y="12934"/>
                  <a:pt x="5276003" y="17716"/>
                  <a:pt x="5277345" y="19082"/>
                </a:cubicBezTo>
                <a:cubicBezTo>
                  <a:pt x="5292966" y="19766"/>
                  <a:pt x="5296760" y="20906"/>
                  <a:pt x="5296760" y="39828"/>
                </a:cubicBezTo>
                <a:lnTo>
                  <a:pt x="5296760" y="131217"/>
                </a:lnTo>
                <a:cubicBezTo>
                  <a:pt x="5296760" y="150129"/>
                  <a:pt x="5292966" y="151269"/>
                  <a:pt x="5277345" y="151953"/>
                </a:cubicBezTo>
                <a:cubicBezTo>
                  <a:pt x="5276003" y="153319"/>
                  <a:pt x="5276003" y="158101"/>
                  <a:pt x="5277345" y="159466"/>
                </a:cubicBezTo>
                <a:cubicBezTo>
                  <a:pt x="5286050" y="159241"/>
                  <a:pt x="5298102" y="159011"/>
                  <a:pt x="5306357" y="159011"/>
                </a:cubicBezTo>
                <a:cubicBezTo>
                  <a:pt x="5314395" y="159011"/>
                  <a:pt x="5320198" y="159466"/>
                  <a:pt x="5338946" y="159466"/>
                </a:cubicBezTo>
                <a:cubicBezTo>
                  <a:pt x="5383358" y="159466"/>
                  <a:pt x="5395190" y="136687"/>
                  <a:pt x="5395190" y="117087"/>
                </a:cubicBezTo>
                <a:cubicBezTo>
                  <a:pt x="5395190" y="95215"/>
                  <a:pt x="5380235" y="82680"/>
                  <a:pt x="5360817" y="76988"/>
                </a:cubicBezTo>
                <a:lnTo>
                  <a:pt x="5360817" y="76533"/>
                </a:lnTo>
                <a:cubicBezTo>
                  <a:pt x="5371977" y="70833"/>
                  <a:pt x="5382020" y="58980"/>
                  <a:pt x="5382020" y="46667"/>
                </a:cubicBezTo>
                <a:cubicBezTo>
                  <a:pt x="5382020" y="31394"/>
                  <a:pt x="5375549" y="11565"/>
                  <a:pt x="5334035" y="11565"/>
                </a:cubicBezTo>
                <a:cubicBezTo>
                  <a:pt x="5326222" y="11565"/>
                  <a:pt x="5314170" y="12024"/>
                  <a:pt x="5306136" y="12024"/>
                </a:cubicBezTo>
                <a:cubicBezTo>
                  <a:pt x="5298102" y="12024"/>
                  <a:pt x="5286050" y="11795"/>
                  <a:pt x="5277345" y="115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isattacked,butpackageAisnot.Theimpactofcompromis-">
            <a:extLst xmlns:a="http://schemas.openxmlformats.org/drawingml/2006/main">
              <a:ext uri="{FF2B5EF4-FFF2-40B4-BE49-F238E27FC236}">
                <a16:creationId xmlns:a16="http://schemas.microsoft.com/office/drawing/2014/main" id="{E498BAC3-C2BB-459D-8865-10CECDFBC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9" y="3899085"/>
            <a:ext cx="5432909" cy="213289"/>
          </a:xfrm>
          <a:custGeom xmlns:a="http://schemas.openxmlformats.org/drawingml/2006/main">
            <a:pathLst>
              <a:path w="5432909" h="213289">
                <a:moveTo>
                  <a:pt x="14733" y="22498"/>
                </a:moveTo>
                <a:cubicBezTo>
                  <a:pt x="14733" y="28420"/>
                  <a:pt x="20090" y="34341"/>
                  <a:pt x="25443" y="34341"/>
                </a:cubicBezTo>
                <a:cubicBezTo>
                  <a:pt x="31693" y="34341"/>
                  <a:pt x="37050" y="28194"/>
                  <a:pt x="37050" y="23408"/>
                </a:cubicBezTo>
                <a:cubicBezTo>
                  <a:pt x="37050" y="17946"/>
                  <a:pt x="32364" y="11565"/>
                  <a:pt x="26339" y="11565"/>
                </a:cubicBezTo>
                <a:cubicBezTo>
                  <a:pt x="20982" y="11565"/>
                  <a:pt x="14733" y="17032"/>
                  <a:pt x="14733" y="22498"/>
                </a:cubicBezTo>
                <a:moveTo>
                  <a:pt x="35044" y="131224"/>
                </a:moveTo>
                <a:lnTo>
                  <a:pt x="35044" y="85898"/>
                </a:lnTo>
                <a:cubicBezTo>
                  <a:pt x="35044" y="74510"/>
                  <a:pt x="35936" y="59883"/>
                  <a:pt x="35936" y="59883"/>
                </a:cubicBezTo>
                <a:cubicBezTo>
                  <a:pt x="35936" y="58962"/>
                  <a:pt x="34819" y="58271"/>
                  <a:pt x="33035" y="58271"/>
                </a:cubicBezTo>
                <a:cubicBezTo>
                  <a:pt x="26785" y="60804"/>
                  <a:pt x="17856" y="62875"/>
                  <a:pt x="2455" y="64943"/>
                </a:cubicBezTo>
                <a:cubicBezTo>
                  <a:pt x="2009" y="66312"/>
                  <a:pt x="2455" y="69954"/>
                  <a:pt x="2902" y="71323"/>
                </a:cubicBezTo>
                <a:cubicBezTo>
                  <a:pt x="15179" y="72460"/>
                  <a:pt x="17410" y="73829"/>
                  <a:pt x="17410" y="86812"/>
                </a:cubicBezTo>
                <a:lnTo>
                  <a:pt x="17410" y="131224"/>
                </a:lnTo>
                <a:cubicBezTo>
                  <a:pt x="17410" y="150129"/>
                  <a:pt x="14954" y="150813"/>
                  <a:pt x="1342" y="151953"/>
                </a:cubicBezTo>
                <a:cubicBezTo>
                  <a:pt x="0" y="153319"/>
                  <a:pt x="0" y="158101"/>
                  <a:pt x="1342" y="159466"/>
                </a:cubicBezTo>
                <a:cubicBezTo>
                  <a:pt x="8705" y="159241"/>
                  <a:pt x="17410" y="159011"/>
                  <a:pt x="26339" y="159011"/>
                </a:cubicBezTo>
                <a:cubicBezTo>
                  <a:pt x="35265" y="159011"/>
                  <a:pt x="43745" y="159241"/>
                  <a:pt x="51112" y="159466"/>
                </a:cubicBezTo>
                <a:cubicBezTo>
                  <a:pt x="52450" y="158101"/>
                  <a:pt x="52450" y="153319"/>
                  <a:pt x="51112" y="151953"/>
                </a:cubicBezTo>
                <a:cubicBezTo>
                  <a:pt x="37496" y="151043"/>
                  <a:pt x="35044" y="150129"/>
                  <a:pt x="35044" y="131224"/>
                </a:cubicBezTo>
                <a:close/>
                <a:moveTo>
                  <a:pt x="65842" y="127527"/>
                </a:moveTo>
                <a:cubicBezTo>
                  <a:pt x="66734" y="138692"/>
                  <a:pt x="67405" y="149402"/>
                  <a:pt x="67405" y="158969"/>
                </a:cubicBezTo>
                <a:cubicBezTo>
                  <a:pt x="69636" y="158514"/>
                  <a:pt x="71870" y="158288"/>
                  <a:pt x="72983" y="158288"/>
                </a:cubicBezTo>
                <a:cubicBezTo>
                  <a:pt x="74546" y="158288"/>
                  <a:pt x="75885" y="158288"/>
                  <a:pt x="77448" y="158744"/>
                </a:cubicBezTo>
                <a:cubicBezTo>
                  <a:pt x="83476" y="160335"/>
                  <a:pt x="89501" y="161246"/>
                  <a:pt x="97759" y="161246"/>
                </a:cubicBezTo>
                <a:cubicBezTo>
                  <a:pt x="110258" y="161246"/>
                  <a:pt x="133246" y="155098"/>
                  <a:pt x="133246" y="132538"/>
                </a:cubicBezTo>
                <a:cubicBezTo>
                  <a:pt x="133246" y="117046"/>
                  <a:pt x="122310" y="107930"/>
                  <a:pt x="107131" y="102231"/>
                </a:cubicBezTo>
                <a:cubicBezTo>
                  <a:pt x="93741" y="96991"/>
                  <a:pt x="84814" y="93571"/>
                  <a:pt x="84814" y="81040"/>
                </a:cubicBezTo>
                <a:cubicBezTo>
                  <a:pt x="84814" y="71695"/>
                  <a:pt x="92848" y="66455"/>
                  <a:pt x="100436" y="66455"/>
                </a:cubicBezTo>
                <a:cubicBezTo>
                  <a:pt x="105347" y="66455"/>
                  <a:pt x="118292" y="68279"/>
                  <a:pt x="121193" y="87650"/>
                </a:cubicBezTo>
                <a:cubicBezTo>
                  <a:pt x="122532" y="89015"/>
                  <a:pt x="126996" y="88786"/>
                  <a:pt x="128335" y="87420"/>
                </a:cubicBezTo>
                <a:cubicBezTo>
                  <a:pt x="129006" y="79215"/>
                  <a:pt x="129452" y="70785"/>
                  <a:pt x="129677" y="63268"/>
                </a:cubicBezTo>
                <a:cubicBezTo>
                  <a:pt x="122756" y="62128"/>
                  <a:pt x="112042" y="58938"/>
                  <a:pt x="100436" y="58938"/>
                </a:cubicBezTo>
                <a:cubicBezTo>
                  <a:pt x="83922" y="58938"/>
                  <a:pt x="68968" y="69874"/>
                  <a:pt x="68968" y="84459"/>
                </a:cubicBezTo>
                <a:cubicBezTo>
                  <a:pt x="68968" y="101091"/>
                  <a:pt x="76331" y="108156"/>
                  <a:pt x="93519" y="115451"/>
                </a:cubicBezTo>
                <a:cubicBezTo>
                  <a:pt x="112042" y="123197"/>
                  <a:pt x="116282" y="127982"/>
                  <a:pt x="116282" y="137782"/>
                </a:cubicBezTo>
                <a:cubicBezTo>
                  <a:pt x="116282" y="148947"/>
                  <a:pt x="105572" y="153732"/>
                  <a:pt x="97313" y="153732"/>
                </a:cubicBezTo>
                <a:cubicBezTo>
                  <a:pt x="88608" y="153732"/>
                  <a:pt x="83697" y="150768"/>
                  <a:pt x="81467" y="148263"/>
                </a:cubicBezTo>
                <a:cubicBezTo>
                  <a:pt x="76556" y="143022"/>
                  <a:pt x="74100" y="132996"/>
                  <a:pt x="72762" y="127297"/>
                </a:cubicBezTo>
                <a:cubicBezTo>
                  <a:pt x="71424" y="125931"/>
                  <a:pt x="67180" y="126157"/>
                  <a:pt x="65842" y="127527"/>
                </a:cubicBezTo>
                <a:close/>
                <a:moveTo>
                  <a:pt x="261359" y="105880"/>
                </a:moveTo>
                <a:lnTo>
                  <a:pt x="261359" y="135957"/>
                </a:lnTo>
                <a:cubicBezTo>
                  <a:pt x="261359" y="138921"/>
                  <a:pt x="260017" y="140517"/>
                  <a:pt x="258233" y="141882"/>
                </a:cubicBezTo>
                <a:cubicBezTo>
                  <a:pt x="252430" y="146668"/>
                  <a:pt x="244842" y="151911"/>
                  <a:pt x="238593" y="151911"/>
                </a:cubicBezTo>
                <a:cubicBezTo>
                  <a:pt x="227432" y="151911"/>
                  <a:pt x="222521" y="142796"/>
                  <a:pt x="222521" y="135731"/>
                </a:cubicBezTo>
                <a:cubicBezTo>
                  <a:pt x="222521" y="125476"/>
                  <a:pt x="227211" y="114992"/>
                  <a:pt x="243725" y="110665"/>
                </a:cubicBezTo>
                <a:lnTo>
                  <a:pt x="261359" y="105880"/>
                </a:lnTo>
                <a:moveTo>
                  <a:pt x="261359" y="148037"/>
                </a:moveTo>
                <a:cubicBezTo>
                  <a:pt x="262698" y="155098"/>
                  <a:pt x="265153" y="161246"/>
                  <a:pt x="276313" y="161246"/>
                </a:cubicBezTo>
                <a:cubicBezTo>
                  <a:pt x="284793" y="161246"/>
                  <a:pt x="292827" y="157374"/>
                  <a:pt x="297513" y="152822"/>
                </a:cubicBezTo>
                <a:cubicBezTo>
                  <a:pt x="297067" y="150087"/>
                  <a:pt x="296175" y="148037"/>
                  <a:pt x="293719" y="146671"/>
                </a:cubicBezTo>
                <a:cubicBezTo>
                  <a:pt x="292160" y="148037"/>
                  <a:pt x="288362" y="150316"/>
                  <a:pt x="285461" y="150316"/>
                </a:cubicBezTo>
                <a:cubicBezTo>
                  <a:pt x="278990" y="150316"/>
                  <a:pt x="278765" y="141427"/>
                  <a:pt x="278765" y="130946"/>
                </a:cubicBezTo>
                <a:lnTo>
                  <a:pt x="278765" y="97446"/>
                </a:lnTo>
                <a:cubicBezTo>
                  <a:pt x="278765" y="65089"/>
                  <a:pt x="261359" y="58938"/>
                  <a:pt x="245063" y="58938"/>
                </a:cubicBezTo>
                <a:cubicBezTo>
                  <a:pt x="226761" y="58938"/>
                  <a:pt x="208238" y="71240"/>
                  <a:pt x="208238" y="84230"/>
                </a:cubicBezTo>
                <a:cubicBezTo>
                  <a:pt x="208238" y="89700"/>
                  <a:pt x="210915" y="92435"/>
                  <a:pt x="216051" y="92435"/>
                </a:cubicBezTo>
                <a:cubicBezTo>
                  <a:pt x="222521" y="92435"/>
                  <a:pt x="226540" y="87650"/>
                  <a:pt x="226540" y="84685"/>
                </a:cubicBezTo>
                <a:cubicBezTo>
                  <a:pt x="226540" y="83090"/>
                  <a:pt x="226315" y="81495"/>
                  <a:pt x="225869" y="80585"/>
                </a:cubicBezTo>
                <a:cubicBezTo>
                  <a:pt x="225648" y="79900"/>
                  <a:pt x="225423" y="78534"/>
                  <a:pt x="225423" y="76025"/>
                </a:cubicBezTo>
                <a:cubicBezTo>
                  <a:pt x="225423" y="68960"/>
                  <a:pt x="234799" y="66455"/>
                  <a:pt x="243279" y="66455"/>
                </a:cubicBezTo>
                <a:cubicBezTo>
                  <a:pt x="250866" y="66455"/>
                  <a:pt x="261359" y="70330"/>
                  <a:pt x="261359" y="96080"/>
                </a:cubicBezTo>
                <a:cubicBezTo>
                  <a:pt x="261359" y="97675"/>
                  <a:pt x="260688" y="98586"/>
                  <a:pt x="260017" y="98815"/>
                </a:cubicBezTo>
                <a:lnTo>
                  <a:pt x="240823" y="103600"/>
                </a:lnTo>
                <a:cubicBezTo>
                  <a:pt x="219398" y="109070"/>
                  <a:pt x="203998" y="121146"/>
                  <a:pt x="203998" y="136642"/>
                </a:cubicBezTo>
                <a:cubicBezTo>
                  <a:pt x="203998" y="155328"/>
                  <a:pt x="216497" y="161246"/>
                  <a:pt x="232118" y="161246"/>
                </a:cubicBezTo>
                <a:cubicBezTo>
                  <a:pt x="239931" y="161246"/>
                  <a:pt x="246626" y="159425"/>
                  <a:pt x="256448" y="151682"/>
                </a:cubicBezTo>
                <a:lnTo>
                  <a:pt x="260913" y="148037"/>
                </a:lnTo>
                <a:lnTo>
                  <a:pt x="261359" y="148037"/>
                </a:lnTo>
                <a:close/>
                <a:moveTo>
                  <a:pt x="307560" y="61385"/>
                </a:moveTo>
                <a:cubicBezTo>
                  <a:pt x="304433" y="61385"/>
                  <a:pt x="303541" y="64119"/>
                  <a:pt x="303541" y="65940"/>
                </a:cubicBezTo>
                <a:lnTo>
                  <a:pt x="303541" y="68901"/>
                </a:lnTo>
                <a:cubicBezTo>
                  <a:pt x="303541" y="70041"/>
                  <a:pt x="303762" y="70267"/>
                  <a:pt x="304658" y="70267"/>
                </a:cubicBezTo>
                <a:lnTo>
                  <a:pt x="317824" y="70267"/>
                </a:lnTo>
                <a:lnTo>
                  <a:pt x="317824" y="138716"/>
                </a:lnTo>
                <a:cubicBezTo>
                  <a:pt x="317824" y="154869"/>
                  <a:pt x="324744" y="161246"/>
                  <a:pt x="335009" y="161246"/>
                </a:cubicBezTo>
                <a:cubicBezTo>
                  <a:pt x="345277" y="161246"/>
                  <a:pt x="356437" y="156238"/>
                  <a:pt x="365142" y="146219"/>
                </a:cubicBezTo>
                <a:cubicBezTo>
                  <a:pt x="364696" y="143947"/>
                  <a:pt x="363357" y="142581"/>
                  <a:pt x="361123" y="142355"/>
                </a:cubicBezTo>
                <a:cubicBezTo>
                  <a:pt x="355320" y="146904"/>
                  <a:pt x="348625" y="148721"/>
                  <a:pt x="342821" y="148721"/>
                </a:cubicBezTo>
                <a:cubicBezTo>
                  <a:pt x="336797" y="148721"/>
                  <a:pt x="335458" y="141900"/>
                  <a:pt x="335458" y="127801"/>
                </a:cubicBezTo>
                <a:lnTo>
                  <a:pt x="335458" y="70267"/>
                </a:lnTo>
                <a:lnTo>
                  <a:pt x="358668" y="70267"/>
                </a:lnTo>
                <a:cubicBezTo>
                  <a:pt x="360902" y="70267"/>
                  <a:pt x="364025" y="69356"/>
                  <a:pt x="364025" y="67306"/>
                </a:cubicBezTo>
                <a:lnTo>
                  <a:pt x="364025" y="62754"/>
                </a:lnTo>
                <a:cubicBezTo>
                  <a:pt x="364025" y="61843"/>
                  <a:pt x="363357" y="61385"/>
                  <a:pt x="362240" y="61385"/>
                </a:cubicBezTo>
                <a:lnTo>
                  <a:pt x="335458" y="61385"/>
                </a:lnTo>
                <a:lnTo>
                  <a:pt x="335458" y="52506"/>
                </a:lnTo>
                <a:cubicBezTo>
                  <a:pt x="335458" y="37702"/>
                  <a:pt x="336351" y="28590"/>
                  <a:pt x="336351" y="28590"/>
                </a:cubicBezTo>
                <a:cubicBezTo>
                  <a:pt x="336351" y="27224"/>
                  <a:pt x="335680" y="26540"/>
                  <a:pt x="334563" y="26540"/>
                </a:cubicBezTo>
                <a:cubicBezTo>
                  <a:pt x="333670" y="26540"/>
                  <a:pt x="331661" y="27453"/>
                  <a:pt x="329655" y="28590"/>
                </a:cubicBezTo>
                <a:cubicBezTo>
                  <a:pt x="327200" y="29959"/>
                  <a:pt x="324966" y="31095"/>
                  <a:pt x="322064" y="31780"/>
                </a:cubicBezTo>
                <a:cubicBezTo>
                  <a:pt x="319387" y="32690"/>
                  <a:pt x="317157" y="33375"/>
                  <a:pt x="317157" y="34967"/>
                </a:cubicBezTo>
                <a:cubicBezTo>
                  <a:pt x="317157" y="37702"/>
                  <a:pt x="317824" y="36107"/>
                  <a:pt x="317824" y="61385"/>
                </a:cubicBezTo>
                <a:lnTo>
                  <a:pt x="307560" y="61385"/>
                </a:lnTo>
                <a:close/>
                <a:moveTo>
                  <a:pt x="378088" y="61385"/>
                </a:moveTo>
                <a:cubicBezTo>
                  <a:pt x="374961" y="61385"/>
                  <a:pt x="374069" y="64119"/>
                  <a:pt x="374069" y="65940"/>
                </a:cubicBezTo>
                <a:lnTo>
                  <a:pt x="374069" y="68901"/>
                </a:lnTo>
                <a:cubicBezTo>
                  <a:pt x="374069" y="70041"/>
                  <a:pt x="374291" y="70267"/>
                  <a:pt x="375186" y="70267"/>
                </a:cubicBezTo>
                <a:lnTo>
                  <a:pt x="388352" y="70267"/>
                </a:lnTo>
                <a:lnTo>
                  <a:pt x="388352" y="138716"/>
                </a:lnTo>
                <a:cubicBezTo>
                  <a:pt x="388352" y="154869"/>
                  <a:pt x="395273" y="161246"/>
                  <a:pt x="405537" y="161246"/>
                </a:cubicBezTo>
                <a:cubicBezTo>
                  <a:pt x="415805" y="161246"/>
                  <a:pt x="426965" y="156238"/>
                  <a:pt x="435670" y="146219"/>
                </a:cubicBezTo>
                <a:cubicBezTo>
                  <a:pt x="435224" y="143947"/>
                  <a:pt x="433886" y="142581"/>
                  <a:pt x="431651" y="142355"/>
                </a:cubicBezTo>
                <a:cubicBezTo>
                  <a:pt x="425848" y="146904"/>
                  <a:pt x="419153" y="148721"/>
                  <a:pt x="413350" y="148721"/>
                </a:cubicBezTo>
                <a:cubicBezTo>
                  <a:pt x="407325" y="148721"/>
                  <a:pt x="405987" y="141900"/>
                  <a:pt x="405987" y="127801"/>
                </a:cubicBezTo>
                <a:lnTo>
                  <a:pt x="405987" y="70267"/>
                </a:lnTo>
                <a:lnTo>
                  <a:pt x="429196" y="70267"/>
                </a:lnTo>
                <a:cubicBezTo>
                  <a:pt x="431430" y="70267"/>
                  <a:pt x="434553" y="69356"/>
                  <a:pt x="434553" y="67306"/>
                </a:cubicBezTo>
                <a:lnTo>
                  <a:pt x="434553" y="62754"/>
                </a:lnTo>
                <a:cubicBezTo>
                  <a:pt x="434553" y="61843"/>
                  <a:pt x="433886" y="61385"/>
                  <a:pt x="432768" y="61385"/>
                </a:cubicBezTo>
                <a:lnTo>
                  <a:pt x="405987" y="61385"/>
                </a:lnTo>
                <a:lnTo>
                  <a:pt x="405987" y="52506"/>
                </a:lnTo>
                <a:cubicBezTo>
                  <a:pt x="405987" y="37702"/>
                  <a:pt x="406879" y="28590"/>
                  <a:pt x="406879" y="28590"/>
                </a:cubicBezTo>
                <a:cubicBezTo>
                  <a:pt x="406879" y="27224"/>
                  <a:pt x="406208" y="26540"/>
                  <a:pt x="405091" y="26540"/>
                </a:cubicBezTo>
                <a:cubicBezTo>
                  <a:pt x="404199" y="26540"/>
                  <a:pt x="402189" y="27453"/>
                  <a:pt x="400183" y="28590"/>
                </a:cubicBezTo>
                <a:cubicBezTo>
                  <a:pt x="397728" y="29959"/>
                  <a:pt x="395494" y="31095"/>
                  <a:pt x="392592" y="31780"/>
                </a:cubicBezTo>
                <a:cubicBezTo>
                  <a:pt x="389916" y="32690"/>
                  <a:pt x="387685" y="33375"/>
                  <a:pt x="387685" y="34967"/>
                </a:cubicBezTo>
                <a:cubicBezTo>
                  <a:pt x="387685" y="37702"/>
                  <a:pt x="388352" y="36107"/>
                  <a:pt x="388352" y="61385"/>
                </a:cubicBezTo>
                <a:lnTo>
                  <a:pt x="378088" y="61385"/>
                </a:lnTo>
                <a:close/>
                <a:moveTo>
                  <a:pt x="504414" y="105880"/>
                </a:moveTo>
                <a:lnTo>
                  <a:pt x="504414" y="135957"/>
                </a:lnTo>
                <a:cubicBezTo>
                  <a:pt x="504414" y="138921"/>
                  <a:pt x="503072" y="140517"/>
                  <a:pt x="501287" y="141882"/>
                </a:cubicBezTo>
                <a:cubicBezTo>
                  <a:pt x="495484" y="146668"/>
                  <a:pt x="487897" y="151911"/>
                  <a:pt x="481647" y="151911"/>
                </a:cubicBezTo>
                <a:cubicBezTo>
                  <a:pt x="470487" y="151911"/>
                  <a:pt x="465576" y="142796"/>
                  <a:pt x="465576" y="135731"/>
                </a:cubicBezTo>
                <a:cubicBezTo>
                  <a:pt x="465576" y="125476"/>
                  <a:pt x="470266" y="114992"/>
                  <a:pt x="486779" y="110665"/>
                </a:cubicBezTo>
                <a:lnTo>
                  <a:pt x="504414" y="105880"/>
                </a:lnTo>
                <a:moveTo>
                  <a:pt x="504414" y="148037"/>
                </a:moveTo>
                <a:cubicBezTo>
                  <a:pt x="505752" y="155098"/>
                  <a:pt x="508208" y="161246"/>
                  <a:pt x="519368" y="161246"/>
                </a:cubicBezTo>
                <a:cubicBezTo>
                  <a:pt x="527848" y="161246"/>
                  <a:pt x="535882" y="157374"/>
                  <a:pt x="540568" y="152822"/>
                </a:cubicBezTo>
                <a:cubicBezTo>
                  <a:pt x="540122" y="150087"/>
                  <a:pt x="539229" y="148037"/>
                  <a:pt x="536774" y="146671"/>
                </a:cubicBezTo>
                <a:cubicBezTo>
                  <a:pt x="535214" y="148037"/>
                  <a:pt x="531417" y="150316"/>
                  <a:pt x="528515" y="150316"/>
                </a:cubicBezTo>
                <a:cubicBezTo>
                  <a:pt x="522045" y="150316"/>
                  <a:pt x="521820" y="141427"/>
                  <a:pt x="521820" y="130946"/>
                </a:cubicBezTo>
                <a:lnTo>
                  <a:pt x="521820" y="97446"/>
                </a:lnTo>
                <a:cubicBezTo>
                  <a:pt x="521820" y="65089"/>
                  <a:pt x="504414" y="58938"/>
                  <a:pt x="488118" y="58938"/>
                </a:cubicBezTo>
                <a:cubicBezTo>
                  <a:pt x="469816" y="58938"/>
                  <a:pt x="451293" y="71240"/>
                  <a:pt x="451293" y="84230"/>
                </a:cubicBezTo>
                <a:cubicBezTo>
                  <a:pt x="451293" y="89700"/>
                  <a:pt x="453970" y="92435"/>
                  <a:pt x="459105" y="92435"/>
                </a:cubicBezTo>
                <a:cubicBezTo>
                  <a:pt x="465576" y="92435"/>
                  <a:pt x="469595" y="87650"/>
                  <a:pt x="469595" y="84685"/>
                </a:cubicBezTo>
                <a:cubicBezTo>
                  <a:pt x="469595" y="83090"/>
                  <a:pt x="469370" y="81495"/>
                  <a:pt x="468924" y="80585"/>
                </a:cubicBezTo>
                <a:cubicBezTo>
                  <a:pt x="468702" y="79900"/>
                  <a:pt x="468478" y="78534"/>
                  <a:pt x="468478" y="76025"/>
                </a:cubicBezTo>
                <a:cubicBezTo>
                  <a:pt x="468478" y="68960"/>
                  <a:pt x="477853" y="66455"/>
                  <a:pt x="486333" y="66455"/>
                </a:cubicBezTo>
                <a:cubicBezTo>
                  <a:pt x="493921" y="66455"/>
                  <a:pt x="504414" y="70330"/>
                  <a:pt x="504414" y="96080"/>
                </a:cubicBezTo>
                <a:cubicBezTo>
                  <a:pt x="504414" y="97675"/>
                  <a:pt x="503743" y="98586"/>
                  <a:pt x="503072" y="98815"/>
                </a:cubicBezTo>
                <a:lnTo>
                  <a:pt x="483878" y="103600"/>
                </a:lnTo>
                <a:cubicBezTo>
                  <a:pt x="462453" y="109070"/>
                  <a:pt x="447053" y="121146"/>
                  <a:pt x="447053" y="136642"/>
                </a:cubicBezTo>
                <a:cubicBezTo>
                  <a:pt x="447053" y="155328"/>
                  <a:pt x="459552" y="161246"/>
                  <a:pt x="475173" y="161246"/>
                </a:cubicBezTo>
                <a:cubicBezTo>
                  <a:pt x="482986" y="161246"/>
                  <a:pt x="489681" y="159425"/>
                  <a:pt x="499503" y="151682"/>
                </a:cubicBezTo>
                <a:lnTo>
                  <a:pt x="503968" y="148037"/>
                </a:lnTo>
                <a:lnTo>
                  <a:pt x="504414" y="148037"/>
                </a:lnTo>
                <a:close/>
                <a:moveTo>
                  <a:pt x="629846" y="138237"/>
                </a:moveTo>
                <a:cubicBezTo>
                  <a:pt x="628954" y="136187"/>
                  <a:pt x="627166" y="135276"/>
                  <a:pt x="625160" y="135047"/>
                </a:cubicBezTo>
                <a:cubicBezTo>
                  <a:pt x="617569" y="145076"/>
                  <a:pt x="607972" y="150087"/>
                  <a:pt x="598375" y="150087"/>
                </a:cubicBezTo>
                <a:cubicBezTo>
                  <a:pt x="582082" y="150087"/>
                  <a:pt x="568467" y="133226"/>
                  <a:pt x="568467" y="106561"/>
                </a:cubicBezTo>
                <a:cubicBezTo>
                  <a:pt x="568467" y="81495"/>
                  <a:pt x="579181" y="66455"/>
                  <a:pt x="593913" y="66455"/>
                </a:cubicBezTo>
                <a:cubicBezTo>
                  <a:pt x="607080" y="66455"/>
                  <a:pt x="608864" y="74430"/>
                  <a:pt x="609760" y="82406"/>
                </a:cubicBezTo>
                <a:cubicBezTo>
                  <a:pt x="610427" y="88560"/>
                  <a:pt x="613554" y="90610"/>
                  <a:pt x="618240" y="90610"/>
                </a:cubicBezTo>
                <a:cubicBezTo>
                  <a:pt x="622926" y="90610"/>
                  <a:pt x="629175" y="87650"/>
                  <a:pt x="629175" y="80585"/>
                </a:cubicBezTo>
                <a:cubicBezTo>
                  <a:pt x="629175" y="68050"/>
                  <a:pt x="616455" y="58938"/>
                  <a:pt x="595027" y="58938"/>
                </a:cubicBezTo>
                <a:cubicBezTo>
                  <a:pt x="572931" y="58938"/>
                  <a:pt x="549273" y="79215"/>
                  <a:pt x="549273" y="111576"/>
                </a:cubicBezTo>
                <a:cubicBezTo>
                  <a:pt x="549273" y="140972"/>
                  <a:pt x="565344" y="161246"/>
                  <a:pt x="593464" y="161246"/>
                </a:cubicBezTo>
                <a:cubicBezTo>
                  <a:pt x="606858" y="161246"/>
                  <a:pt x="618686" y="156919"/>
                  <a:pt x="629846" y="138237"/>
                </a:cubicBezTo>
                <a:close/>
                <a:moveTo>
                  <a:pt x="655737" y="131235"/>
                </a:moveTo>
                <a:cubicBezTo>
                  <a:pt x="655737" y="150132"/>
                  <a:pt x="653282" y="151043"/>
                  <a:pt x="640783" y="151953"/>
                </a:cubicBezTo>
                <a:cubicBezTo>
                  <a:pt x="639441" y="153319"/>
                  <a:pt x="639441" y="158101"/>
                  <a:pt x="640783" y="159466"/>
                </a:cubicBezTo>
                <a:cubicBezTo>
                  <a:pt x="648146" y="159241"/>
                  <a:pt x="655737" y="159011"/>
                  <a:pt x="664663" y="159011"/>
                </a:cubicBezTo>
                <a:cubicBezTo>
                  <a:pt x="672476" y="159011"/>
                  <a:pt x="679842" y="159241"/>
                  <a:pt x="684974" y="159466"/>
                </a:cubicBezTo>
                <a:cubicBezTo>
                  <a:pt x="686313" y="158101"/>
                  <a:pt x="686313" y="153319"/>
                  <a:pt x="684974" y="151953"/>
                </a:cubicBezTo>
                <a:cubicBezTo>
                  <a:pt x="675823" y="151043"/>
                  <a:pt x="673368" y="150132"/>
                  <a:pt x="673368" y="131235"/>
                </a:cubicBezTo>
                <a:lnTo>
                  <a:pt x="673368" y="111426"/>
                </a:lnTo>
                <a:cubicBezTo>
                  <a:pt x="677608" y="111656"/>
                  <a:pt x="680734" y="111885"/>
                  <a:pt x="682965" y="112566"/>
                </a:cubicBezTo>
                <a:cubicBezTo>
                  <a:pt x="685420" y="114387"/>
                  <a:pt x="687430" y="116437"/>
                  <a:pt x="690107" y="120079"/>
                </a:cubicBezTo>
                <a:lnTo>
                  <a:pt x="706399" y="142390"/>
                </a:lnTo>
                <a:cubicBezTo>
                  <a:pt x="712873" y="151269"/>
                  <a:pt x="715550" y="155595"/>
                  <a:pt x="715775" y="158330"/>
                </a:cubicBezTo>
                <a:cubicBezTo>
                  <a:pt x="715775" y="159011"/>
                  <a:pt x="715996" y="159466"/>
                  <a:pt x="716667" y="159466"/>
                </a:cubicBezTo>
                <a:cubicBezTo>
                  <a:pt x="721132" y="159241"/>
                  <a:pt x="726039" y="159011"/>
                  <a:pt x="730504" y="159011"/>
                </a:cubicBezTo>
                <a:cubicBezTo>
                  <a:pt x="737424" y="159011"/>
                  <a:pt x="744341" y="159241"/>
                  <a:pt x="748806" y="159466"/>
                </a:cubicBezTo>
                <a:cubicBezTo>
                  <a:pt x="750144" y="158101"/>
                  <a:pt x="750144" y="153319"/>
                  <a:pt x="748806" y="151953"/>
                </a:cubicBezTo>
                <a:cubicBezTo>
                  <a:pt x="741218" y="151043"/>
                  <a:pt x="735640" y="150132"/>
                  <a:pt x="729612" y="142390"/>
                </a:cubicBezTo>
                <a:lnTo>
                  <a:pt x="700150" y="104598"/>
                </a:lnTo>
                <a:cubicBezTo>
                  <a:pt x="699257" y="103461"/>
                  <a:pt x="698590" y="102551"/>
                  <a:pt x="698590" y="101414"/>
                </a:cubicBezTo>
                <a:cubicBezTo>
                  <a:pt x="698590" y="100507"/>
                  <a:pt x="698590" y="100052"/>
                  <a:pt x="699482" y="99142"/>
                </a:cubicBezTo>
                <a:lnTo>
                  <a:pt x="719122" y="78458"/>
                </a:lnTo>
                <a:cubicBezTo>
                  <a:pt x="725818" y="71184"/>
                  <a:pt x="733630" y="69367"/>
                  <a:pt x="742557" y="68456"/>
                </a:cubicBezTo>
                <a:cubicBezTo>
                  <a:pt x="743895" y="67091"/>
                  <a:pt x="743895" y="62309"/>
                  <a:pt x="742557" y="60940"/>
                </a:cubicBezTo>
                <a:cubicBezTo>
                  <a:pt x="737424" y="61169"/>
                  <a:pt x="731175" y="61398"/>
                  <a:pt x="723141" y="61398"/>
                </a:cubicBezTo>
                <a:cubicBezTo>
                  <a:pt x="714658" y="61398"/>
                  <a:pt x="706399" y="61169"/>
                  <a:pt x="701267" y="60940"/>
                </a:cubicBezTo>
                <a:cubicBezTo>
                  <a:pt x="699928" y="62309"/>
                  <a:pt x="699928" y="67091"/>
                  <a:pt x="701267" y="68456"/>
                </a:cubicBezTo>
                <a:cubicBezTo>
                  <a:pt x="713765" y="69367"/>
                  <a:pt x="708408" y="77321"/>
                  <a:pt x="706399" y="80049"/>
                </a:cubicBezTo>
                <a:cubicBezTo>
                  <a:pt x="701267" y="86642"/>
                  <a:pt x="694347" y="94370"/>
                  <a:pt x="688543" y="98687"/>
                </a:cubicBezTo>
                <a:cubicBezTo>
                  <a:pt x="683636" y="102325"/>
                  <a:pt x="677608" y="105053"/>
                  <a:pt x="673368" y="105734"/>
                </a:cubicBezTo>
                <a:lnTo>
                  <a:pt x="673368" y="26286"/>
                </a:lnTo>
                <a:cubicBezTo>
                  <a:pt x="673368" y="11468"/>
                  <a:pt x="674260" y="2307"/>
                  <a:pt x="674260" y="2307"/>
                </a:cubicBezTo>
                <a:cubicBezTo>
                  <a:pt x="674260" y="695"/>
                  <a:pt x="673368" y="0"/>
                  <a:pt x="671359" y="0"/>
                </a:cubicBezTo>
                <a:cubicBezTo>
                  <a:pt x="665780" y="2307"/>
                  <a:pt x="649042" y="5536"/>
                  <a:pt x="640112" y="6227"/>
                </a:cubicBezTo>
                <a:cubicBezTo>
                  <a:pt x="639666" y="8052"/>
                  <a:pt x="640112" y="11694"/>
                  <a:pt x="641450" y="13063"/>
                </a:cubicBezTo>
                <a:cubicBezTo>
                  <a:pt x="653057" y="13744"/>
                  <a:pt x="655737" y="12608"/>
                  <a:pt x="655737" y="31756"/>
                </a:cubicBezTo>
                <a:lnTo>
                  <a:pt x="655737" y="131235"/>
                </a:lnTo>
                <a:close/>
                <a:moveTo>
                  <a:pt x="778491" y="94787"/>
                </a:moveTo>
                <a:cubicBezTo>
                  <a:pt x="782731" y="69162"/>
                  <a:pt x="798356" y="67122"/>
                  <a:pt x="803713" y="67122"/>
                </a:cubicBezTo>
                <a:cubicBezTo>
                  <a:pt x="812193" y="67122"/>
                  <a:pt x="822236" y="71886"/>
                  <a:pt x="822236" y="90934"/>
                </a:cubicBezTo>
                <a:cubicBezTo>
                  <a:pt x="822236" y="92973"/>
                  <a:pt x="821344" y="94110"/>
                  <a:pt x="818888" y="94110"/>
                </a:cubicBezTo>
                <a:lnTo>
                  <a:pt x="778491" y="94787"/>
                </a:lnTo>
                <a:moveTo>
                  <a:pt x="836965" y="137799"/>
                </a:moveTo>
                <a:cubicBezTo>
                  <a:pt x="828710" y="146449"/>
                  <a:pt x="822236" y="150087"/>
                  <a:pt x="809291" y="150087"/>
                </a:cubicBezTo>
                <a:cubicBezTo>
                  <a:pt x="801257" y="150087"/>
                  <a:pt x="791882" y="145309"/>
                  <a:pt x="784965" y="133705"/>
                </a:cubicBezTo>
                <a:cubicBezTo>
                  <a:pt x="780500" y="126196"/>
                  <a:pt x="777820" y="115729"/>
                  <a:pt x="777820" y="102530"/>
                </a:cubicBezTo>
                <a:lnTo>
                  <a:pt x="837190" y="102985"/>
                </a:lnTo>
                <a:cubicBezTo>
                  <a:pt x="839867" y="102985"/>
                  <a:pt x="841430" y="101620"/>
                  <a:pt x="841430" y="99114"/>
                </a:cubicBezTo>
                <a:cubicBezTo>
                  <a:pt x="841430" y="80049"/>
                  <a:pt x="834734" y="59605"/>
                  <a:pt x="803713" y="59605"/>
                </a:cubicBezTo>
                <a:cubicBezTo>
                  <a:pt x="784294" y="59605"/>
                  <a:pt x="759072" y="78461"/>
                  <a:pt x="759072" y="112997"/>
                </a:cubicBezTo>
                <a:cubicBezTo>
                  <a:pt x="759072" y="125740"/>
                  <a:pt x="762198" y="138028"/>
                  <a:pt x="769565" y="146674"/>
                </a:cubicBezTo>
                <a:cubicBezTo>
                  <a:pt x="777152" y="155783"/>
                  <a:pt x="787642" y="161246"/>
                  <a:pt x="803713" y="161246"/>
                </a:cubicBezTo>
                <a:cubicBezTo>
                  <a:pt x="820673" y="161246"/>
                  <a:pt x="832725" y="153277"/>
                  <a:pt x="841655" y="141441"/>
                </a:cubicBezTo>
                <a:cubicBezTo>
                  <a:pt x="840984" y="139165"/>
                  <a:pt x="839645" y="138028"/>
                  <a:pt x="836965" y="137799"/>
                </a:cubicBezTo>
                <a:close/>
                <a:moveTo>
                  <a:pt x="929143" y="130717"/>
                </a:moveTo>
                <a:cubicBezTo>
                  <a:pt x="929143" y="135047"/>
                  <a:pt x="928697" y="136871"/>
                  <a:pt x="925574" y="139606"/>
                </a:cubicBezTo>
                <a:cubicBezTo>
                  <a:pt x="917315" y="146897"/>
                  <a:pt x="910173" y="150542"/>
                  <a:pt x="904592" y="150542"/>
                </a:cubicBezTo>
                <a:cubicBezTo>
                  <a:pt x="892542" y="150542"/>
                  <a:pt x="880044" y="137097"/>
                  <a:pt x="880044" y="108611"/>
                </a:cubicBezTo>
                <a:cubicBezTo>
                  <a:pt x="880044" y="92205"/>
                  <a:pt x="883167" y="83090"/>
                  <a:pt x="886515" y="78305"/>
                </a:cubicBezTo>
                <a:cubicBezTo>
                  <a:pt x="893435" y="67595"/>
                  <a:pt x="902807" y="66910"/>
                  <a:pt x="907272" y="66910"/>
                </a:cubicBezTo>
                <a:cubicBezTo>
                  <a:pt x="915306" y="66910"/>
                  <a:pt x="920887" y="69874"/>
                  <a:pt x="925349" y="75115"/>
                </a:cubicBezTo>
                <a:cubicBezTo>
                  <a:pt x="928475" y="78760"/>
                  <a:pt x="929143" y="80355"/>
                  <a:pt x="929143" y="87420"/>
                </a:cubicBezTo>
                <a:lnTo>
                  <a:pt x="929143" y="130717"/>
                </a:lnTo>
                <a:moveTo>
                  <a:pt x="926691" y="147581"/>
                </a:moveTo>
                <a:cubicBezTo>
                  <a:pt x="927804" y="146671"/>
                  <a:pt x="929814" y="146212"/>
                  <a:pt x="930038" y="147807"/>
                </a:cubicBezTo>
                <a:cubicBezTo>
                  <a:pt x="930706" y="153277"/>
                  <a:pt x="932494" y="161246"/>
                  <a:pt x="932494" y="161246"/>
                </a:cubicBezTo>
                <a:cubicBezTo>
                  <a:pt x="934278" y="161930"/>
                  <a:pt x="935392" y="161704"/>
                  <a:pt x="936734" y="161246"/>
                </a:cubicBezTo>
                <a:cubicBezTo>
                  <a:pt x="941641" y="157138"/>
                  <a:pt x="949454" y="153722"/>
                  <a:pt x="963069" y="152127"/>
                </a:cubicBezTo>
                <a:cubicBezTo>
                  <a:pt x="964408" y="150761"/>
                  <a:pt x="964408" y="147345"/>
                  <a:pt x="963069" y="145979"/>
                </a:cubicBezTo>
                <a:cubicBezTo>
                  <a:pt x="948786" y="144840"/>
                  <a:pt x="946777" y="140510"/>
                  <a:pt x="946777" y="129344"/>
                </a:cubicBezTo>
                <a:lnTo>
                  <a:pt x="946777" y="26119"/>
                </a:lnTo>
                <a:cubicBezTo>
                  <a:pt x="946777" y="11308"/>
                  <a:pt x="947669" y="2248"/>
                  <a:pt x="947669" y="2248"/>
                </a:cubicBezTo>
                <a:cubicBezTo>
                  <a:pt x="947669" y="678"/>
                  <a:pt x="946777" y="0"/>
                  <a:pt x="944768" y="0"/>
                </a:cubicBezTo>
                <a:cubicBezTo>
                  <a:pt x="939189" y="2248"/>
                  <a:pt x="922447" y="5393"/>
                  <a:pt x="913521" y="6068"/>
                </a:cubicBezTo>
                <a:cubicBezTo>
                  <a:pt x="913075" y="7892"/>
                  <a:pt x="913521" y="11534"/>
                  <a:pt x="914859" y="12900"/>
                </a:cubicBezTo>
                <a:cubicBezTo>
                  <a:pt x="926466" y="13584"/>
                  <a:pt x="929143" y="12444"/>
                  <a:pt x="929143" y="31589"/>
                </a:cubicBezTo>
                <a:lnTo>
                  <a:pt x="929143" y="60763"/>
                </a:lnTo>
                <a:cubicBezTo>
                  <a:pt x="929143" y="62358"/>
                  <a:pt x="928697" y="62813"/>
                  <a:pt x="927137" y="62813"/>
                </a:cubicBezTo>
                <a:cubicBezTo>
                  <a:pt x="926241" y="62813"/>
                  <a:pt x="917094" y="58938"/>
                  <a:pt x="909727" y="58938"/>
                </a:cubicBezTo>
                <a:cubicBezTo>
                  <a:pt x="894995" y="58938"/>
                  <a:pt x="885176" y="63949"/>
                  <a:pt x="876247" y="72606"/>
                </a:cubicBezTo>
                <a:cubicBezTo>
                  <a:pt x="866650" y="82406"/>
                  <a:pt x="860846" y="95851"/>
                  <a:pt x="860846" y="112712"/>
                </a:cubicBezTo>
                <a:cubicBezTo>
                  <a:pt x="860846" y="140746"/>
                  <a:pt x="874687" y="161246"/>
                  <a:pt x="898792" y="161246"/>
                </a:cubicBezTo>
                <a:cubicBezTo>
                  <a:pt x="907493" y="161246"/>
                  <a:pt x="915752" y="156693"/>
                  <a:pt x="926691" y="147581"/>
                </a:cubicBezTo>
                <a:close/>
                <a:moveTo>
                  <a:pt x="988289" y="137399"/>
                </a:moveTo>
                <a:cubicBezTo>
                  <a:pt x="981372" y="137399"/>
                  <a:pt x="976461" y="142181"/>
                  <a:pt x="976461" y="148558"/>
                </a:cubicBezTo>
                <a:cubicBezTo>
                  <a:pt x="976461" y="155619"/>
                  <a:pt x="982264" y="157896"/>
                  <a:pt x="986280" y="158577"/>
                </a:cubicBezTo>
                <a:cubicBezTo>
                  <a:pt x="990523" y="159032"/>
                  <a:pt x="994317" y="160398"/>
                  <a:pt x="994317" y="165624"/>
                </a:cubicBezTo>
                <a:cubicBezTo>
                  <a:pt x="994317" y="170396"/>
                  <a:pt x="986280" y="180849"/>
                  <a:pt x="974677" y="183806"/>
                </a:cubicBezTo>
                <a:cubicBezTo>
                  <a:pt x="974677" y="186082"/>
                  <a:pt x="975123" y="187677"/>
                  <a:pt x="976683" y="189269"/>
                </a:cubicBezTo>
                <a:cubicBezTo>
                  <a:pt x="990077" y="186767"/>
                  <a:pt x="1003022" y="175852"/>
                  <a:pt x="1003022" y="159943"/>
                </a:cubicBezTo>
                <a:cubicBezTo>
                  <a:pt x="1003022" y="146282"/>
                  <a:pt x="997218" y="137399"/>
                  <a:pt x="988289" y="137399"/>
                </a:cubicBezTo>
                <a:close/>
                <a:moveTo>
                  <a:pt x="1106582" y="76255"/>
                </a:moveTo>
                <a:cubicBezTo>
                  <a:pt x="1112385" y="71011"/>
                  <a:pt x="1119080" y="68960"/>
                  <a:pt x="1125551" y="68960"/>
                </a:cubicBezTo>
                <a:cubicBezTo>
                  <a:pt x="1139167" y="68960"/>
                  <a:pt x="1150327" y="85825"/>
                  <a:pt x="1150327" y="107927"/>
                </a:cubicBezTo>
                <a:cubicBezTo>
                  <a:pt x="1150327" y="133907"/>
                  <a:pt x="1140059" y="153503"/>
                  <a:pt x="1118855" y="153503"/>
                </a:cubicBezTo>
                <a:cubicBezTo>
                  <a:pt x="1111939" y="153503"/>
                  <a:pt x="1107249" y="148492"/>
                  <a:pt x="1102788" y="142793"/>
                </a:cubicBezTo>
                <a:lnTo>
                  <a:pt x="1102788" y="85825"/>
                </a:lnTo>
                <a:cubicBezTo>
                  <a:pt x="1102788" y="81040"/>
                  <a:pt x="1103680" y="78760"/>
                  <a:pt x="1106582" y="76255"/>
                </a:cubicBezTo>
                <a:moveTo>
                  <a:pt x="1105018" y="69190"/>
                </a:moveTo>
                <a:cubicBezTo>
                  <a:pt x="1103680" y="70555"/>
                  <a:pt x="1102788" y="70100"/>
                  <a:pt x="1102788" y="68050"/>
                </a:cubicBezTo>
                <a:lnTo>
                  <a:pt x="1102788" y="26119"/>
                </a:lnTo>
                <a:cubicBezTo>
                  <a:pt x="1102788" y="11308"/>
                  <a:pt x="1103680" y="2248"/>
                  <a:pt x="1103680" y="2248"/>
                </a:cubicBezTo>
                <a:cubicBezTo>
                  <a:pt x="1103680" y="678"/>
                  <a:pt x="1102788" y="0"/>
                  <a:pt x="1100778" y="0"/>
                </a:cubicBezTo>
                <a:cubicBezTo>
                  <a:pt x="1095197" y="2248"/>
                  <a:pt x="1078458" y="5393"/>
                  <a:pt x="1069532" y="6068"/>
                </a:cubicBezTo>
                <a:cubicBezTo>
                  <a:pt x="1069086" y="7892"/>
                  <a:pt x="1069532" y="11534"/>
                  <a:pt x="1070870" y="12900"/>
                </a:cubicBezTo>
                <a:cubicBezTo>
                  <a:pt x="1082477" y="13584"/>
                  <a:pt x="1085153" y="12444"/>
                  <a:pt x="1085153" y="31589"/>
                </a:cubicBezTo>
                <a:lnTo>
                  <a:pt x="1085153" y="142793"/>
                </a:lnTo>
                <a:cubicBezTo>
                  <a:pt x="1085153" y="151682"/>
                  <a:pt x="1084932" y="155783"/>
                  <a:pt x="1084261" y="158969"/>
                </a:cubicBezTo>
                <a:cubicBezTo>
                  <a:pt x="1085378" y="160790"/>
                  <a:pt x="1086495" y="161704"/>
                  <a:pt x="1089172" y="161704"/>
                </a:cubicBezTo>
                <a:cubicBezTo>
                  <a:pt x="1090510" y="160335"/>
                  <a:pt x="1092745" y="158288"/>
                  <a:pt x="1094529" y="156238"/>
                </a:cubicBezTo>
                <a:cubicBezTo>
                  <a:pt x="1096760" y="153503"/>
                  <a:pt x="1098098" y="153503"/>
                  <a:pt x="1100554" y="155553"/>
                </a:cubicBezTo>
                <a:cubicBezTo>
                  <a:pt x="1105689" y="159880"/>
                  <a:pt x="1112385" y="161246"/>
                  <a:pt x="1120194" y="161246"/>
                </a:cubicBezTo>
                <a:cubicBezTo>
                  <a:pt x="1142960" y="161246"/>
                  <a:pt x="1169521" y="140058"/>
                  <a:pt x="1169521" y="103826"/>
                </a:cubicBezTo>
                <a:cubicBezTo>
                  <a:pt x="1169521" y="76025"/>
                  <a:pt x="1149434" y="58938"/>
                  <a:pt x="1130016" y="58938"/>
                </a:cubicBezTo>
                <a:cubicBezTo>
                  <a:pt x="1120419" y="58938"/>
                  <a:pt x="1111939" y="62813"/>
                  <a:pt x="1105018" y="69190"/>
                </a:cubicBezTo>
                <a:close/>
                <a:moveTo>
                  <a:pt x="1226212" y="161246"/>
                </a:moveTo>
                <a:cubicBezTo>
                  <a:pt x="1234916" y="161246"/>
                  <a:pt x="1245406" y="156693"/>
                  <a:pt x="1256341" y="147588"/>
                </a:cubicBezTo>
                <a:cubicBezTo>
                  <a:pt x="1257458" y="146678"/>
                  <a:pt x="1259468" y="146223"/>
                  <a:pt x="1259689" y="147814"/>
                </a:cubicBezTo>
                <a:cubicBezTo>
                  <a:pt x="1260360" y="153503"/>
                  <a:pt x="1262144" y="161246"/>
                  <a:pt x="1262144" y="161246"/>
                </a:cubicBezTo>
                <a:cubicBezTo>
                  <a:pt x="1263929" y="161930"/>
                  <a:pt x="1265046" y="161704"/>
                  <a:pt x="1266384" y="161246"/>
                </a:cubicBezTo>
                <a:cubicBezTo>
                  <a:pt x="1271295" y="157149"/>
                  <a:pt x="1279108" y="153732"/>
                  <a:pt x="1292723" y="152137"/>
                </a:cubicBezTo>
                <a:cubicBezTo>
                  <a:pt x="1294062" y="150772"/>
                  <a:pt x="1294062" y="147359"/>
                  <a:pt x="1292723" y="145997"/>
                </a:cubicBezTo>
                <a:cubicBezTo>
                  <a:pt x="1278437" y="144857"/>
                  <a:pt x="1276428" y="140537"/>
                  <a:pt x="1276428" y="129396"/>
                </a:cubicBezTo>
                <a:lnTo>
                  <a:pt x="1276428" y="85738"/>
                </a:lnTo>
                <a:cubicBezTo>
                  <a:pt x="1276428" y="78917"/>
                  <a:pt x="1277323" y="62309"/>
                  <a:pt x="1277323" y="62309"/>
                </a:cubicBezTo>
                <a:cubicBezTo>
                  <a:pt x="1277323" y="61624"/>
                  <a:pt x="1276652" y="60940"/>
                  <a:pt x="1275535" y="60940"/>
                </a:cubicBezTo>
                <a:cubicBezTo>
                  <a:pt x="1274422" y="61169"/>
                  <a:pt x="1271074" y="61398"/>
                  <a:pt x="1267726" y="61398"/>
                </a:cubicBezTo>
                <a:cubicBezTo>
                  <a:pt x="1260581" y="61398"/>
                  <a:pt x="1252547" y="61169"/>
                  <a:pt x="1244960" y="60940"/>
                </a:cubicBezTo>
                <a:cubicBezTo>
                  <a:pt x="1243621" y="62309"/>
                  <a:pt x="1243621" y="67091"/>
                  <a:pt x="1244960" y="68456"/>
                </a:cubicBezTo>
                <a:cubicBezTo>
                  <a:pt x="1255895" y="69138"/>
                  <a:pt x="1258797" y="71869"/>
                  <a:pt x="1258797" y="86875"/>
                </a:cubicBezTo>
                <a:lnTo>
                  <a:pt x="1258797" y="130762"/>
                </a:lnTo>
                <a:cubicBezTo>
                  <a:pt x="1258797" y="135081"/>
                  <a:pt x="1258351" y="136899"/>
                  <a:pt x="1255228" y="139630"/>
                </a:cubicBezTo>
                <a:cubicBezTo>
                  <a:pt x="1246969" y="146904"/>
                  <a:pt x="1238486" y="150542"/>
                  <a:pt x="1232907" y="150542"/>
                </a:cubicBezTo>
                <a:cubicBezTo>
                  <a:pt x="1226212" y="150542"/>
                  <a:pt x="1215052" y="147359"/>
                  <a:pt x="1215052" y="127123"/>
                </a:cubicBezTo>
                <a:lnTo>
                  <a:pt x="1215052" y="85738"/>
                </a:lnTo>
                <a:cubicBezTo>
                  <a:pt x="1215052" y="78917"/>
                  <a:pt x="1215944" y="62309"/>
                  <a:pt x="1215944" y="62309"/>
                </a:cubicBezTo>
                <a:cubicBezTo>
                  <a:pt x="1215944" y="61624"/>
                  <a:pt x="1215276" y="60940"/>
                  <a:pt x="1214159" y="60940"/>
                </a:cubicBezTo>
                <a:cubicBezTo>
                  <a:pt x="1213042" y="61169"/>
                  <a:pt x="1209694" y="61398"/>
                  <a:pt x="1206347" y="61398"/>
                </a:cubicBezTo>
                <a:cubicBezTo>
                  <a:pt x="1199205" y="61398"/>
                  <a:pt x="1191171" y="61169"/>
                  <a:pt x="1183580" y="60940"/>
                </a:cubicBezTo>
                <a:cubicBezTo>
                  <a:pt x="1182242" y="62309"/>
                  <a:pt x="1182242" y="67091"/>
                  <a:pt x="1183580" y="68456"/>
                </a:cubicBezTo>
                <a:cubicBezTo>
                  <a:pt x="1194294" y="69367"/>
                  <a:pt x="1197421" y="71869"/>
                  <a:pt x="1197421" y="86649"/>
                </a:cubicBezTo>
                <a:lnTo>
                  <a:pt x="1197421" y="130307"/>
                </a:lnTo>
                <a:cubicBezTo>
                  <a:pt x="1197421" y="145997"/>
                  <a:pt x="1204116" y="161246"/>
                  <a:pt x="1226212" y="161246"/>
                </a:cubicBezTo>
                <a:close/>
                <a:moveTo>
                  <a:pt x="1305892" y="61385"/>
                </a:moveTo>
                <a:cubicBezTo>
                  <a:pt x="1302765" y="61385"/>
                  <a:pt x="1301873" y="64119"/>
                  <a:pt x="1301873" y="65940"/>
                </a:cubicBezTo>
                <a:lnTo>
                  <a:pt x="1301873" y="68901"/>
                </a:lnTo>
                <a:cubicBezTo>
                  <a:pt x="1301873" y="70041"/>
                  <a:pt x="1302095" y="70267"/>
                  <a:pt x="1302990" y="70267"/>
                </a:cubicBezTo>
                <a:lnTo>
                  <a:pt x="1316156" y="70267"/>
                </a:lnTo>
                <a:lnTo>
                  <a:pt x="1316156" y="138716"/>
                </a:lnTo>
                <a:cubicBezTo>
                  <a:pt x="1316156" y="154869"/>
                  <a:pt x="1323077" y="161246"/>
                  <a:pt x="1333341" y="161246"/>
                </a:cubicBezTo>
                <a:cubicBezTo>
                  <a:pt x="1343609" y="161246"/>
                  <a:pt x="1354769" y="156238"/>
                  <a:pt x="1363474" y="146219"/>
                </a:cubicBezTo>
                <a:cubicBezTo>
                  <a:pt x="1363028" y="143947"/>
                  <a:pt x="1361689" y="142581"/>
                  <a:pt x="1359455" y="142355"/>
                </a:cubicBezTo>
                <a:cubicBezTo>
                  <a:pt x="1353652" y="146904"/>
                  <a:pt x="1346957" y="148721"/>
                  <a:pt x="1341154" y="148721"/>
                </a:cubicBezTo>
                <a:cubicBezTo>
                  <a:pt x="1335129" y="148721"/>
                  <a:pt x="1333791" y="141900"/>
                  <a:pt x="1333791" y="127801"/>
                </a:cubicBezTo>
                <a:lnTo>
                  <a:pt x="1333791" y="70267"/>
                </a:lnTo>
                <a:lnTo>
                  <a:pt x="1357000" y="70267"/>
                </a:lnTo>
                <a:cubicBezTo>
                  <a:pt x="1359234" y="70267"/>
                  <a:pt x="1362357" y="69356"/>
                  <a:pt x="1362357" y="67306"/>
                </a:cubicBezTo>
                <a:lnTo>
                  <a:pt x="1362357" y="62754"/>
                </a:lnTo>
                <a:cubicBezTo>
                  <a:pt x="1362357" y="61843"/>
                  <a:pt x="1361689" y="61385"/>
                  <a:pt x="1360572" y="61385"/>
                </a:cubicBezTo>
                <a:lnTo>
                  <a:pt x="1333791" y="61385"/>
                </a:lnTo>
                <a:lnTo>
                  <a:pt x="1333791" y="52506"/>
                </a:lnTo>
                <a:cubicBezTo>
                  <a:pt x="1333791" y="37702"/>
                  <a:pt x="1334683" y="28590"/>
                  <a:pt x="1334683" y="28590"/>
                </a:cubicBezTo>
                <a:cubicBezTo>
                  <a:pt x="1334683" y="27224"/>
                  <a:pt x="1334012" y="26540"/>
                  <a:pt x="1332895" y="26540"/>
                </a:cubicBezTo>
                <a:cubicBezTo>
                  <a:pt x="1332003" y="26540"/>
                  <a:pt x="1329993" y="27453"/>
                  <a:pt x="1327987" y="28590"/>
                </a:cubicBezTo>
                <a:cubicBezTo>
                  <a:pt x="1325532" y="29959"/>
                  <a:pt x="1323298" y="31095"/>
                  <a:pt x="1320396" y="31780"/>
                </a:cubicBezTo>
                <a:cubicBezTo>
                  <a:pt x="1317720" y="32690"/>
                  <a:pt x="1315489" y="33375"/>
                  <a:pt x="1315489" y="34967"/>
                </a:cubicBezTo>
                <a:cubicBezTo>
                  <a:pt x="1315489" y="37702"/>
                  <a:pt x="1316156" y="36107"/>
                  <a:pt x="1316156" y="61385"/>
                </a:cubicBezTo>
                <a:lnTo>
                  <a:pt x="1305892" y="61385"/>
                </a:lnTo>
                <a:close/>
                <a:moveTo>
                  <a:pt x="1459668" y="83545"/>
                </a:moveTo>
                <a:cubicBezTo>
                  <a:pt x="1465471" y="76251"/>
                  <a:pt x="1475739" y="69416"/>
                  <a:pt x="1482209" y="69416"/>
                </a:cubicBezTo>
                <a:cubicBezTo>
                  <a:pt x="1496496" y="69416"/>
                  <a:pt x="1508770" y="85822"/>
                  <a:pt x="1508770" y="111572"/>
                </a:cubicBezTo>
                <a:cubicBezTo>
                  <a:pt x="1508770" y="130261"/>
                  <a:pt x="1502299" y="153503"/>
                  <a:pt x="1477302" y="153503"/>
                </a:cubicBezTo>
                <a:cubicBezTo>
                  <a:pt x="1473283" y="153503"/>
                  <a:pt x="1465471" y="152363"/>
                  <a:pt x="1461455" y="148718"/>
                </a:cubicBezTo>
                <a:cubicBezTo>
                  <a:pt x="1456991" y="144617"/>
                  <a:pt x="1456098" y="143248"/>
                  <a:pt x="1456098" y="135047"/>
                </a:cubicBezTo>
                <a:lnTo>
                  <a:pt x="1456098" y="93571"/>
                </a:lnTo>
                <a:cubicBezTo>
                  <a:pt x="1456098" y="88786"/>
                  <a:pt x="1456991" y="86736"/>
                  <a:pt x="1459668" y="83545"/>
                </a:cubicBezTo>
                <a:moveTo>
                  <a:pt x="1455428" y="75111"/>
                </a:moveTo>
                <a:cubicBezTo>
                  <a:pt x="1455206" y="68276"/>
                  <a:pt x="1454760" y="62358"/>
                  <a:pt x="1453643" y="60078"/>
                </a:cubicBezTo>
                <a:cubicBezTo>
                  <a:pt x="1453197" y="58938"/>
                  <a:pt x="1452751" y="58257"/>
                  <a:pt x="1450963" y="58257"/>
                </a:cubicBezTo>
                <a:cubicBezTo>
                  <a:pt x="1444713" y="60763"/>
                  <a:pt x="1438910" y="62813"/>
                  <a:pt x="1423510" y="64860"/>
                </a:cubicBezTo>
                <a:cubicBezTo>
                  <a:pt x="1423064" y="66229"/>
                  <a:pt x="1423510" y="69871"/>
                  <a:pt x="1423960" y="71240"/>
                </a:cubicBezTo>
                <a:cubicBezTo>
                  <a:pt x="1436009" y="72380"/>
                  <a:pt x="1438464" y="73516"/>
                  <a:pt x="1438464" y="86736"/>
                </a:cubicBezTo>
                <a:lnTo>
                  <a:pt x="1438464" y="184095"/>
                </a:lnTo>
                <a:cubicBezTo>
                  <a:pt x="1438464" y="203058"/>
                  <a:pt x="1436009" y="204202"/>
                  <a:pt x="1422396" y="204886"/>
                </a:cubicBezTo>
                <a:cubicBezTo>
                  <a:pt x="1421058" y="206252"/>
                  <a:pt x="1421058" y="211034"/>
                  <a:pt x="1422396" y="212399"/>
                </a:cubicBezTo>
                <a:cubicBezTo>
                  <a:pt x="1430209" y="212174"/>
                  <a:pt x="1438464" y="211944"/>
                  <a:pt x="1447394" y="211944"/>
                </a:cubicBezTo>
                <a:cubicBezTo>
                  <a:pt x="1456320" y="211944"/>
                  <a:pt x="1467034" y="212174"/>
                  <a:pt x="1474400" y="212399"/>
                </a:cubicBezTo>
                <a:cubicBezTo>
                  <a:pt x="1475739" y="211034"/>
                  <a:pt x="1475739" y="206252"/>
                  <a:pt x="1474400" y="204886"/>
                </a:cubicBezTo>
                <a:cubicBezTo>
                  <a:pt x="1458554" y="203972"/>
                  <a:pt x="1456098" y="203058"/>
                  <a:pt x="1456098" y="184095"/>
                </a:cubicBezTo>
                <a:lnTo>
                  <a:pt x="1456098" y="159425"/>
                </a:lnTo>
                <a:cubicBezTo>
                  <a:pt x="1456098" y="156464"/>
                  <a:pt x="1456991" y="156693"/>
                  <a:pt x="1459221" y="157830"/>
                </a:cubicBezTo>
                <a:cubicBezTo>
                  <a:pt x="1464803" y="159880"/>
                  <a:pt x="1471499" y="161246"/>
                  <a:pt x="1478640" y="161246"/>
                </a:cubicBezTo>
                <a:cubicBezTo>
                  <a:pt x="1491139" y="161246"/>
                  <a:pt x="1502299" y="157374"/>
                  <a:pt x="1511450" y="148492"/>
                </a:cubicBezTo>
                <a:cubicBezTo>
                  <a:pt x="1521939" y="138008"/>
                  <a:pt x="1527964" y="123878"/>
                  <a:pt x="1527964" y="105421"/>
                </a:cubicBezTo>
                <a:cubicBezTo>
                  <a:pt x="1527964" y="81266"/>
                  <a:pt x="1511225" y="58938"/>
                  <a:pt x="1488459" y="58938"/>
                </a:cubicBezTo>
                <a:cubicBezTo>
                  <a:pt x="1478194" y="58938"/>
                  <a:pt x="1466809" y="66000"/>
                  <a:pt x="1457883" y="76025"/>
                </a:cubicBezTo>
                <a:cubicBezTo>
                  <a:pt x="1456545" y="77391"/>
                  <a:pt x="1455652" y="77391"/>
                  <a:pt x="1455428" y="75111"/>
                </a:cubicBezTo>
                <a:close/>
                <a:moveTo>
                  <a:pt x="1601842" y="105880"/>
                </a:moveTo>
                <a:lnTo>
                  <a:pt x="1601842" y="135957"/>
                </a:lnTo>
                <a:cubicBezTo>
                  <a:pt x="1601842" y="138921"/>
                  <a:pt x="1600501" y="140517"/>
                  <a:pt x="1598716" y="141882"/>
                </a:cubicBezTo>
                <a:cubicBezTo>
                  <a:pt x="1592913" y="146668"/>
                  <a:pt x="1585325" y="151911"/>
                  <a:pt x="1579076" y="151911"/>
                </a:cubicBezTo>
                <a:cubicBezTo>
                  <a:pt x="1567916" y="151911"/>
                  <a:pt x="1563005" y="142796"/>
                  <a:pt x="1563005" y="135731"/>
                </a:cubicBezTo>
                <a:cubicBezTo>
                  <a:pt x="1563005" y="125476"/>
                  <a:pt x="1567694" y="114992"/>
                  <a:pt x="1584208" y="110665"/>
                </a:cubicBezTo>
                <a:lnTo>
                  <a:pt x="1601842" y="105880"/>
                </a:lnTo>
                <a:moveTo>
                  <a:pt x="1601842" y="148037"/>
                </a:moveTo>
                <a:cubicBezTo>
                  <a:pt x="1603181" y="155098"/>
                  <a:pt x="1605636" y="161246"/>
                  <a:pt x="1616796" y="161246"/>
                </a:cubicBezTo>
                <a:cubicBezTo>
                  <a:pt x="1625276" y="161246"/>
                  <a:pt x="1633310" y="157374"/>
                  <a:pt x="1637996" y="152822"/>
                </a:cubicBezTo>
                <a:cubicBezTo>
                  <a:pt x="1637550" y="150087"/>
                  <a:pt x="1636658" y="148037"/>
                  <a:pt x="1634203" y="146671"/>
                </a:cubicBezTo>
                <a:cubicBezTo>
                  <a:pt x="1632643" y="148037"/>
                  <a:pt x="1628846" y="150316"/>
                  <a:pt x="1625944" y="150316"/>
                </a:cubicBezTo>
                <a:cubicBezTo>
                  <a:pt x="1619473" y="150316"/>
                  <a:pt x="1619248" y="141427"/>
                  <a:pt x="1619248" y="130946"/>
                </a:cubicBezTo>
                <a:lnTo>
                  <a:pt x="1619248" y="97446"/>
                </a:lnTo>
                <a:cubicBezTo>
                  <a:pt x="1619248" y="65089"/>
                  <a:pt x="1601842" y="58938"/>
                  <a:pt x="1585546" y="58938"/>
                </a:cubicBezTo>
                <a:cubicBezTo>
                  <a:pt x="1567245" y="58938"/>
                  <a:pt x="1548722" y="71240"/>
                  <a:pt x="1548722" y="84230"/>
                </a:cubicBezTo>
                <a:cubicBezTo>
                  <a:pt x="1548722" y="89700"/>
                  <a:pt x="1551398" y="92435"/>
                  <a:pt x="1556534" y="92435"/>
                </a:cubicBezTo>
                <a:cubicBezTo>
                  <a:pt x="1563005" y="92435"/>
                  <a:pt x="1567023" y="87650"/>
                  <a:pt x="1567023" y="84685"/>
                </a:cubicBezTo>
                <a:cubicBezTo>
                  <a:pt x="1567023" y="83090"/>
                  <a:pt x="1566799" y="81495"/>
                  <a:pt x="1566352" y="80585"/>
                </a:cubicBezTo>
                <a:cubicBezTo>
                  <a:pt x="1566131" y="79900"/>
                  <a:pt x="1565906" y="78534"/>
                  <a:pt x="1565906" y="76025"/>
                </a:cubicBezTo>
                <a:cubicBezTo>
                  <a:pt x="1565906" y="68960"/>
                  <a:pt x="1575282" y="66455"/>
                  <a:pt x="1583762" y="66455"/>
                </a:cubicBezTo>
                <a:cubicBezTo>
                  <a:pt x="1591350" y="66455"/>
                  <a:pt x="1601842" y="70330"/>
                  <a:pt x="1601842" y="96080"/>
                </a:cubicBezTo>
                <a:cubicBezTo>
                  <a:pt x="1601842" y="97675"/>
                  <a:pt x="1601171" y="98586"/>
                  <a:pt x="1600501" y="98815"/>
                </a:cubicBezTo>
                <a:lnTo>
                  <a:pt x="1581306" y="103600"/>
                </a:lnTo>
                <a:cubicBezTo>
                  <a:pt x="1559882" y="109070"/>
                  <a:pt x="1544482" y="121146"/>
                  <a:pt x="1544482" y="136642"/>
                </a:cubicBezTo>
                <a:cubicBezTo>
                  <a:pt x="1544482" y="155328"/>
                  <a:pt x="1556980" y="161246"/>
                  <a:pt x="1572602" y="161246"/>
                </a:cubicBezTo>
                <a:cubicBezTo>
                  <a:pt x="1580414" y="161246"/>
                  <a:pt x="1587110" y="159425"/>
                  <a:pt x="1596931" y="151682"/>
                </a:cubicBezTo>
                <a:lnTo>
                  <a:pt x="1601396" y="148037"/>
                </a:lnTo>
                <a:lnTo>
                  <a:pt x="1601842" y="148037"/>
                </a:lnTo>
                <a:close/>
                <a:moveTo>
                  <a:pt x="1727275" y="138237"/>
                </a:moveTo>
                <a:cubicBezTo>
                  <a:pt x="1726382" y="136187"/>
                  <a:pt x="1724594" y="135276"/>
                  <a:pt x="1722588" y="135047"/>
                </a:cubicBezTo>
                <a:cubicBezTo>
                  <a:pt x="1714997" y="145076"/>
                  <a:pt x="1705400" y="150087"/>
                  <a:pt x="1695803" y="150087"/>
                </a:cubicBezTo>
                <a:cubicBezTo>
                  <a:pt x="1679511" y="150087"/>
                  <a:pt x="1665895" y="133226"/>
                  <a:pt x="1665895" y="106561"/>
                </a:cubicBezTo>
                <a:cubicBezTo>
                  <a:pt x="1665895" y="81495"/>
                  <a:pt x="1676609" y="66455"/>
                  <a:pt x="1691342" y="66455"/>
                </a:cubicBezTo>
                <a:cubicBezTo>
                  <a:pt x="1704508" y="66455"/>
                  <a:pt x="1706293" y="74430"/>
                  <a:pt x="1707188" y="82406"/>
                </a:cubicBezTo>
                <a:cubicBezTo>
                  <a:pt x="1707856" y="88560"/>
                  <a:pt x="1710982" y="90610"/>
                  <a:pt x="1715668" y="90610"/>
                </a:cubicBezTo>
                <a:cubicBezTo>
                  <a:pt x="1720354" y="90610"/>
                  <a:pt x="1726604" y="87650"/>
                  <a:pt x="1726604" y="80585"/>
                </a:cubicBezTo>
                <a:cubicBezTo>
                  <a:pt x="1726604" y="68050"/>
                  <a:pt x="1713884" y="58938"/>
                  <a:pt x="1692456" y="58938"/>
                </a:cubicBezTo>
                <a:cubicBezTo>
                  <a:pt x="1670360" y="58938"/>
                  <a:pt x="1646701" y="79215"/>
                  <a:pt x="1646701" y="111576"/>
                </a:cubicBezTo>
                <a:cubicBezTo>
                  <a:pt x="1646701" y="140972"/>
                  <a:pt x="1662772" y="161246"/>
                  <a:pt x="1690892" y="161246"/>
                </a:cubicBezTo>
                <a:cubicBezTo>
                  <a:pt x="1704287" y="161246"/>
                  <a:pt x="1716114" y="156919"/>
                  <a:pt x="1727275" y="138237"/>
                </a:cubicBezTo>
                <a:close/>
                <a:moveTo>
                  <a:pt x="1753166" y="131235"/>
                </a:moveTo>
                <a:cubicBezTo>
                  <a:pt x="1753166" y="150132"/>
                  <a:pt x="1750710" y="151043"/>
                  <a:pt x="1738211" y="151953"/>
                </a:cubicBezTo>
                <a:cubicBezTo>
                  <a:pt x="1736870" y="153319"/>
                  <a:pt x="1736870" y="158101"/>
                  <a:pt x="1738211" y="159466"/>
                </a:cubicBezTo>
                <a:cubicBezTo>
                  <a:pt x="1745574" y="159241"/>
                  <a:pt x="1753166" y="159011"/>
                  <a:pt x="1762092" y="159011"/>
                </a:cubicBezTo>
                <a:cubicBezTo>
                  <a:pt x="1769904" y="159011"/>
                  <a:pt x="1777271" y="159241"/>
                  <a:pt x="1782403" y="159466"/>
                </a:cubicBezTo>
                <a:cubicBezTo>
                  <a:pt x="1783741" y="158101"/>
                  <a:pt x="1783741" y="153319"/>
                  <a:pt x="1782403" y="151953"/>
                </a:cubicBezTo>
                <a:cubicBezTo>
                  <a:pt x="1773252" y="151043"/>
                  <a:pt x="1770796" y="150132"/>
                  <a:pt x="1770796" y="131235"/>
                </a:cubicBezTo>
                <a:lnTo>
                  <a:pt x="1770796" y="111426"/>
                </a:lnTo>
                <a:cubicBezTo>
                  <a:pt x="1775036" y="111656"/>
                  <a:pt x="1778163" y="111885"/>
                  <a:pt x="1780393" y="112566"/>
                </a:cubicBezTo>
                <a:cubicBezTo>
                  <a:pt x="1782849" y="114387"/>
                  <a:pt x="1784858" y="116437"/>
                  <a:pt x="1787535" y="120079"/>
                </a:cubicBezTo>
                <a:lnTo>
                  <a:pt x="1803828" y="142390"/>
                </a:lnTo>
                <a:cubicBezTo>
                  <a:pt x="1810302" y="151269"/>
                  <a:pt x="1812978" y="155595"/>
                  <a:pt x="1813203" y="158330"/>
                </a:cubicBezTo>
                <a:cubicBezTo>
                  <a:pt x="1813203" y="159011"/>
                  <a:pt x="1813425" y="159466"/>
                  <a:pt x="1814096" y="159466"/>
                </a:cubicBezTo>
                <a:cubicBezTo>
                  <a:pt x="1818560" y="159241"/>
                  <a:pt x="1823468" y="159011"/>
                  <a:pt x="1827933" y="159011"/>
                </a:cubicBezTo>
                <a:cubicBezTo>
                  <a:pt x="1834853" y="159011"/>
                  <a:pt x="1841770" y="159241"/>
                  <a:pt x="1846234" y="159466"/>
                </a:cubicBezTo>
                <a:cubicBezTo>
                  <a:pt x="1847573" y="158101"/>
                  <a:pt x="1847573" y="153319"/>
                  <a:pt x="1846234" y="151953"/>
                </a:cubicBezTo>
                <a:cubicBezTo>
                  <a:pt x="1838647" y="151043"/>
                  <a:pt x="1833068" y="150132"/>
                  <a:pt x="1827040" y="142390"/>
                </a:cubicBezTo>
                <a:lnTo>
                  <a:pt x="1797578" y="104598"/>
                </a:lnTo>
                <a:cubicBezTo>
                  <a:pt x="1796686" y="103461"/>
                  <a:pt x="1796018" y="102551"/>
                  <a:pt x="1796018" y="101414"/>
                </a:cubicBezTo>
                <a:cubicBezTo>
                  <a:pt x="1796018" y="100507"/>
                  <a:pt x="1796018" y="100052"/>
                  <a:pt x="1796911" y="99142"/>
                </a:cubicBezTo>
                <a:lnTo>
                  <a:pt x="1816551" y="78458"/>
                </a:lnTo>
                <a:cubicBezTo>
                  <a:pt x="1823246" y="71184"/>
                  <a:pt x="1831059" y="69367"/>
                  <a:pt x="1839985" y="68456"/>
                </a:cubicBezTo>
                <a:cubicBezTo>
                  <a:pt x="1841323" y="67091"/>
                  <a:pt x="1841323" y="62309"/>
                  <a:pt x="1839985" y="60940"/>
                </a:cubicBezTo>
                <a:cubicBezTo>
                  <a:pt x="1834853" y="61169"/>
                  <a:pt x="1828603" y="61398"/>
                  <a:pt x="1820570" y="61398"/>
                </a:cubicBezTo>
                <a:cubicBezTo>
                  <a:pt x="1812086" y="61398"/>
                  <a:pt x="1803828" y="61169"/>
                  <a:pt x="1798695" y="60940"/>
                </a:cubicBezTo>
                <a:cubicBezTo>
                  <a:pt x="1797357" y="62309"/>
                  <a:pt x="1797357" y="67091"/>
                  <a:pt x="1798695" y="68456"/>
                </a:cubicBezTo>
                <a:cubicBezTo>
                  <a:pt x="1811194" y="69367"/>
                  <a:pt x="1805837" y="77321"/>
                  <a:pt x="1803828" y="80049"/>
                </a:cubicBezTo>
                <a:cubicBezTo>
                  <a:pt x="1798695" y="86642"/>
                  <a:pt x="1791775" y="94370"/>
                  <a:pt x="1785972" y="98687"/>
                </a:cubicBezTo>
                <a:cubicBezTo>
                  <a:pt x="1781064" y="102325"/>
                  <a:pt x="1775036" y="105053"/>
                  <a:pt x="1770796" y="105734"/>
                </a:cubicBezTo>
                <a:lnTo>
                  <a:pt x="1770796" y="26286"/>
                </a:lnTo>
                <a:cubicBezTo>
                  <a:pt x="1770796" y="11468"/>
                  <a:pt x="1771689" y="2307"/>
                  <a:pt x="1771689" y="2307"/>
                </a:cubicBezTo>
                <a:cubicBezTo>
                  <a:pt x="1771689" y="695"/>
                  <a:pt x="1770796" y="0"/>
                  <a:pt x="1768787" y="0"/>
                </a:cubicBezTo>
                <a:cubicBezTo>
                  <a:pt x="1763209" y="2307"/>
                  <a:pt x="1746470" y="5536"/>
                  <a:pt x="1737541" y="6227"/>
                </a:cubicBezTo>
                <a:cubicBezTo>
                  <a:pt x="1737094" y="8052"/>
                  <a:pt x="1737541" y="11694"/>
                  <a:pt x="1738879" y="13063"/>
                </a:cubicBezTo>
                <a:cubicBezTo>
                  <a:pt x="1750485" y="13744"/>
                  <a:pt x="1753166" y="12608"/>
                  <a:pt x="1753166" y="31756"/>
                </a:cubicBezTo>
                <a:lnTo>
                  <a:pt x="1753166" y="131235"/>
                </a:lnTo>
                <a:close/>
                <a:moveTo>
                  <a:pt x="1913640" y="105880"/>
                </a:moveTo>
                <a:lnTo>
                  <a:pt x="1913640" y="135957"/>
                </a:lnTo>
                <a:cubicBezTo>
                  <a:pt x="1913640" y="138921"/>
                  <a:pt x="1912298" y="140517"/>
                  <a:pt x="1910514" y="141882"/>
                </a:cubicBezTo>
                <a:cubicBezTo>
                  <a:pt x="1904710" y="146668"/>
                  <a:pt x="1897123" y="151911"/>
                  <a:pt x="1890873" y="151911"/>
                </a:cubicBezTo>
                <a:cubicBezTo>
                  <a:pt x="1879713" y="151911"/>
                  <a:pt x="1874802" y="142796"/>
                  <a:pt x="1874802" y="135731"/>
                </a:cubicBezTo>
                <a:cubicBezTo>
                  <a:pt x="1874802" y="125476"/>
                  <a:pt x="1879492" y="114992"/>
                  <a:pt x="1896006" y="110665"/>
                </a:cubicBezTo>
                <a:lnTo>
                  <a:pt x="1913640" y="105880"/>
                </a:lnTo>
                <a:moveTo>
                  <a:pt x="1913640" y="148037"/>
                </a:moveTo>
                <a:cubicBezTo>
                  <a:pt x="1914978" y="155098"/>
                  <a:pt x="1917434" y="161246"/>
                  <a:pt x="1928594" y="161246"/>
                </a:cubicBezTo>
                <a:cubicBezTo>
                  <a:pt x="1937074" y="161246"/>
                  <a:pt x="1945108" y="157374"/>
                  <a:pt x="1949794" y="152822"/>
                </a:cubicBezTo>
                <a:cubicBezTo>
                  <a:pt x="1949348" y="150087"/>
                  <a:pt x="1948456" y="148037"/>
                  <a:pt x="1946000" y="146671"/>
                </a:cubicBezTo>
                <a:cubicBezTo>
                  <a:pt x="1944440" y="148037"/>
                  <a:pt x="1940643" y="150316"/>
                  <a:pt x="1937741" y="150316"/>
                </a:cubicBezTo>
                <a:cubicBezTo>
                  <a:pt x="1931271" y="150316"/>
                  <a:pt x="1931046" y="141427"/>
                  <a:pt x="1931046" y="130946"/>
                </a:cubicBezTo>
                <a:lnTo>
                  <a:pt x="1931046" y="97446"/>
                </a:lnTo>
                <a:cubicBezTo>
                  <a:pt x="1931046" y="65089"/>
                  <a:pt x="1913640" y="58938"/>
                  <a:pt x="1897344" y="58938"/>
                </a:cubicBezTo>
                <a:cubicBezTo>
                  <a:pt x="1879042" y="58938"/>
                  <a:pt x="1860519" y="71240"/>
                  <a:pt x="1860519" y="84230"/>
                </a:cubicBezTo>
                <a:cubicBezTo>
                  <a:pt x="1860519" y="89700"/>
                  <a:pt x="1863196" y="92435"/>
                  <a:pt x="1868332" y="92435"/>
                </a:cubicBezTo>
                <a:cubicBezTo>
                  <a:pt x="1874802" y="92435"/>
                  <a:pt x="1878821" y="87650"/>
                  <a:pt x="1878821" y="84685"/>
                </a:cubicBezTo>
                <a:cubicBezTo>
                  <a:pt x="1878821" y="83090"/>
                  <a:pt x="1878596" y="81495"/>
                  <a:pt x="1878150" y="80585"/>
                </a:cubicBezTo>
                <a:cubicBezTo>
                  <a:pt x="1877929" y="79900"/>
                  <a:pt x="1877704" y="78534"/>
                  <a:pt x="1877704" y="76025"/>
                </a:cubicBezTo>
                <a:cubicBezTo>
                  <a:pt x="1877704" y="68960"/>
                  <a:pt x="1887079" y="66455"/>
                  <a:pt x="1895559" y="66455"/>
                </a:cubicBezTo>
                <a:cubicBezTo>
                  <a:pt x="1903147" y="66455"/>
                  <a:pt x="1913640" y="70330"/>
                  <a:pt x="1913640" y="96080"/>
                </a:cubicBezTo>
                <a:cubicBezTo>
                  <a:pt x="1913640" y="97675"/>
                  <a:pt x="1912969" y="98586"/>
                  <a:pt x="1912298" y="98815"/>
                </a:cubicBezTo>
                <a:lnTo>
                  <a:pt x="1893104" y="103600"/>
                </a:lnTo>
                <a:cubicBezTo>
                  <a:pt x="1871679" y="109070"/>
                  <a:pt x="1856279" y="121146"/>
                  <a:pt x="1856279" y="136642"/>
                </a:cubicBezTo>
                <a:cubicBezTo>
                  <a:pt x="1856279" y="155328"/>
                  <a:pt x="1868778" y="161246"/>
                  <a:pt x="1884399" y="161246"/>
                </a:cubicBezTo>
                <a:cubicBezTo>
                  <a:pt x="1892212" y="161246"/>
                  <a:pt x="1898907" y="159425"/>
                  <a:pt x="1908729" y="151682"/>
                </a:cubicBezTo>
                <a:lnTo>
                  <a:pt x="1913194" y="148037"/>
                </a:lnTo>
                <a:lnTo>
                  <a:pt x="1913640" y="148037"/>
                </a:lnTo>
                <a:close/>
                <a:moveTo>
                  <a:pt x="2021441" y="95434"/>
                </a:moveTo>
                <a:cubicBezTo>
                  <a:pt x="2021441" y="116656"/>
                  <a:pt x="2010948" y="120990"/>
                  <a:pt x="2002690" y="120990"/>
                </a:cubicBezTo>
                <a:cubicBezTo>
                  <a:pt x="1983942" y="120990"/>
                  <a:pt x="1981936" y="104792"/>
                  <a:pt x="1981936" y="90186"/>
                </a:cubicBezTo>
                <a:cubicBezTo>
                  <a:pt x="1981936" y="74215"/>
                  <a:pt x="1987514" y="66000"/>
                  <a:pt x="1999792" y="66000"/>
                </a:cubicBezTo>
                <a:cubicBezTo>
                  <a:pt x="2013850" y="66000"/>
                  <a:pt x="2021441" y="76498"/>
                  <a:pt x="2021441" y="95434"/>
                </a:cubicBezTo>
                <a:moveTo>
                  <a:pt x="1979702" y="161235"/>
                </a:moveTo>
                <a:cubicBezTo>
                  <a:pt x="1982157" y="161920"/>
                  <a:pt x="1985730" y="162379"/>
                  <a:pt x="1988631" y="162379"/>
                </a:cubicBezTo>
                <a:cubicBezTo>
                  <a:pt x="1995548" y="162379"/>
                  <a:pt x="2001798" y="161690"/>
                  <a:pt x="2004924" y="161690"/>
                </a:cubicBezTo>
                <a:cubicBezTo>
                  <a:pt x="2016084" y="161690"/>
                  <a:pt x="2025456" y="161920"/>
                  <a:pt x="2031931" y="165576"/>
                </a:cubicBezTo>
                <a:cubicBezTo>
                  <a:pt x="2040635" y="170601"/>
                  <a:pt x="2043312" y="173798"/>
                  <a:pt x="2043312" y="179737"/>
                </a:cubicBezTo>
                <a:cubicBezTo>
                  <a:pt x="2043312" y="196185"/>
                  <a:pt x="2019653" y="204865"/>
                  <a:pt x="1999567" y="204865"/>
                </a:cubicBezTo>
                <a:cubicBezTo>
                  <a:pt x="1991533" y="204865"/>
                  <a:pt x="1972785" y="198238"/>
                  <a:pt x="1972785" y="182708"/>
                </a:cubicBezTo>
                <a:cubicBezTo>
                  <a:pt x="1972785" y="174941"/>
                  <a:pt x="1973231" y="169232"/>
                  <a:pt x="1979702" y="161235"/>
                </a:cubicBezTo>
                <a:moveTo>
                  <a:pt x="2049340" y="70792"/>
                </a:moveTo>
                <a:cubicBezTo>
                  <a:pt x="2053580" y="70792"/>
                  <a:pt x="2057595" y="66684"/>
                  <a:pt x="2057595" y="62128"/>
                </a:cubicBezTo>
                <a:cubicBezTo>
                  <a:pt x="2057595" y="57346"/>
                  <a:pt x="2053355" y="53701"/>
                  <a:pt x="2047331" y="53701"/>
                </a:cubicBezTo>
                <a:cubicBezTo>
                  <a:pt x="2041528" y="53701"/>
                  <a:pt x="2030813" y="57572"/>
                  <a:pt x="2025010" y="65318"/>
                </a:cubicBezTo>
                <a:cubicBezTo>
                  <a:pt x="2022333" y="63494"/>
                  <a:pt x="2014967" y="58938"/>
                  <a:pt x="2001798" y="58938"/>
                </a:cubicBezTo>
                <a:cubicBezTo>
                  <a:pt x="1981936" y="58938"/>
                  <a:pt x="1963634" y="72616"/>
                  <a:pt x="1963634" y="93609"/>
                </a:cubicBezTo>
                <a:cubicBezTo>
                  <a:pt x="1963634" y="105932"/>
                  <a:pt x="1968991" y="113004"/>
                  <a:pt x="1975241" y="119165"/>
                </a:cubicBezTo>
                <a:cubicBezTo>
                  <a:pt x="1968991" y="124635"/>
                  <a:pt x="1965419" y="134407"/>
                  <a:pt x="1965419" y="142126"/>
                </a:cubicBezTo>
                <a:cubicBezTo>
                  <a:pt x="1965419" y="150306"/>
                  <a:pt x="1969884" y="156683"/>
                  <a:pt x="1975687" y="159644"/>
                </a:cubicBezTo>
                <a:cubicBezTo>
                  <a:pt x="1963634" y="166945"/>
                  <a:pt x="1957385" y="177454"/>
                  <a:pt x="1957385" y="187274"/>
                </a:cubicBezTo>
                <a:cubicBezTo>
                  <a:pt x="1957385" y="207142"/>
                  <a:pt x="1975687" y="213289"/>
                  <a:pt x="1992871" y="213289"/>
                </a:cubicBezTo>
                <a:cubicBezTo>
                  <a:pt x="2023001" y="213289"/>
                  <a:pt x="2055589" y="198468"/>
                  <a:pt x="2055589" y="173798"/>
                </a:cubicBezTo>
                <a:cubicBezTo>
                  <a:pt x="2055589" y="166490"/>
                  <a:pt x="2052242" y="160780"/>
                  <a:pt x="2045768" y="155314"/>
                </a:cubicBezTo>
                <a:cubicBezTo>
                  <a:pt x="2037063" y="148026"/>
                  <a:pt x="2021441" y="147800"/>
                  <a:pt x="2013183" y="147800"/>
                </a:cubicBezTo>
                <a:cubicBezTo>
                  <a:pt x="2009164" y="147800"/>
                  <a:pt x="2003586" y="148256"/>
                  <a:pt x="1998229" y="148937"/>
                </a:cubicBezTo>
                <a:cubicBezTo>
                  <a:pt x="1994881" y="149166"/>
                  <a:pt x="1992647" y="149396"/>
                  <a:pt x="1991533" y="149396"/>
                </a:cubicBezTo>
                <a:cubicBezTo>
                  <a:pt x="1985059" y="149396"/>
                  <a:pt x="1977246" y="146212"/>
                  <a:pt x="1977246" y="136451"/>
                </a:cubicBezTo>
                <a:cubicBezTo>
                  <a:pt x="1977246" y="131912"/>
                  <a:pt x="1978588" y="127141"/>
                  <a:pt x="1981265" y="123270"/>
                </a:cubicBezTo>
                <a:cubicBezTo>
                  <a:pt x="1986622" y="126456"/>
                  <a:pt x="1992871" y="128051"/>
                  <a:pt x="2001576" y="128051"/>
                </a:cubicBezTo>
                <a:cubicBezTo>
                  <a:pt x="2021216" y="128051"/>
                  <a:pt x="2039293" y="115517"/>
                  <a:pt x="2039293" y="93154"/>
                </a:cubicBezTo>
                <a:cubicBezTo>
                  <a:pt x="2039293" y="82430"/>
                  <a:pt x="2036171" y="76269"/>
                  <a:pt x="2029696" y="69423"/>
                </a:cubicBezTo>
                <a:cubicBezTo>
                  <a:pt x="2031260" y="67139"/>
                  <a:pt x="2035724" y="63949"/>
                  <a:pt x="2038626" y="63949"/>
                </a:cubicBezTo>
                <a:cubicBezTo>
                  <a:pt x="2040189" y="63949"/>
                  <a:pt x="2041749" y="64634"/>
                  <a:pt x="2043091" y="66684"/>
                </a:cubicBezTo>
                <a:cubicBezTo>
                  <a:pt x="2043983" y="68509"/>
                  <a:pt x="2046885" y="70792"/>
                  <a:pt x="2049340" y="70792"/>
                </a:cubicBezTo>
                <a:close/>
                <a:moveTo>
                  <a:pt x="2089513" y="94787"/>
                </a:moveTo>
                <a:cubicBezTo>
                  <a:pt x="2093753" y="69162"/>
                  <a:pt x="2109378" y="67122"/>
                  <a:pt x="2114735" y="67122"/>
                </a:cubicBezTo>
                <a:cubicBezTo>
                  <a:pt x="2123215" y="67122"/>
                  <a:pt x="2133258" y="71886"/>
                  <a:pt x="2133258" y="90934"/>
                </a:cubicBezTo>
                <a:cubicBezTo>
                  <a:pt x="2133258" y="92973"/>
                  <a:pt x="2132366" y="94110"/>
                  <a:pt x="2129910" y="94110"/>
                </a:cubicBezTo>
                <a:lnTo>
                  <a:pt x="2089513" y="94787"/>
                </a:lnTo>
                <a:moveTo>
                  <a:pt x="2147987" y="137799"/>
                </a:moveTo>
                <a:cubicBezTo>
                  <a:pt x="2139732" y="146449"/>
                  <a:pt x="2133258" y="150087"/>
                  <a:pt x="2120313" y="150087"/>
                </a:cubicBezTo>
                <a:cubicBezTo>
                  <a:pt x="2112279" y="150087"/>
                  <a:pt x="2102904" y="145309"/>
                  <a:pt x="2095987" y="133705"/>
                </a:cubicBezTo>
                <a:cubicBezTo>
                  <a:pt x="2091522" y="126196"/>
                  <a:pt x="2088842" y="115729"/>
                  <a:pt x="2088842" y="102530"/>
                </a:cubicBezTo>
                <a:lnTo>
                  <a:pt x="2148212" y="102985"/>
                </a:lnTo>
                <a:cubicBezTo>
                  <a:pt x="2150889" y="102985"/>
                  <a:pt x="2152452" y="101620"/>
                  <a:pt x="2152452" y="99114"/>
                </a:cubicBezTo>
                <a:cubicBezTo>
                  <a:pt x="2152452" y="80049"/>
                  <a:pt x="2145757" y="59605"/>
                  <a:pt x="2114735" y="59605"/>
                </a:cubicBezTo>
                <a:cubicBezTo>
                  <a:pt x="2095316" y="59605"/>
                  <a:pt x="2070094" y="78461"/>
                  <a:pt x="2070094" y="112997"/>
                </a:cubicBezTo>
                <a:cubicBezTo>
                  <a:pt x="2070094" y="125740"/>
                  <a:pt x="2073220" y="138028"/>
                  <a:pt x="2080587" y="146674"/>
                </a:cubicBezTo>
                <a:cubicBezTo>
                  <a:pt x="2088174" y="155783"/>
                  <a:pt x="2098664" y="161246"/>
                  <a:pt x="2114735" y="161246"/>
                </a:cubicBezTo>
                <a:cubicBezTo>
                  <a:pt x="2131695" y="161246"/>
                  <a:pt x="2143747" y="153277"/>
                  <a:pt x="2152677" y="141441"/>
                </a:cubicBezTo>
                <a:cubicBezTo>
                  <a:pt x="2152006" y="139165"/>
                  <a:pt x="2150667" y="138028"/>
                  <a:pt x="2147987" y="137799"/>
                </a:cubicBezTo>
                <a:close/>
                <a:moveTo>
                  <a:pt x="2274093" y="94523"/>
                </a:moveTo>
                <a:cubicBezTo>
                  <a:pt x="2269182" y="94523"/>
                  <a:pt x="2267619" y="93842"/>
                  <a:pt x="2268511" y="91566"/>
                </a:cubicBezTo>
                <a:lnTo>
                  <a:pt x="2291278" y="32579"/>
                </a:lnTo>
                <a:lnTo>
                  <a:pt x="2292616" y="32579"/>
                </a:lnTo>
                <a:lnTo>
                  <a:pt x="2313595" y="94523"/>
                </a:lnTo>
                <a:lnTo>
                  <a:pt x="2274093" y="94523"/>
                </a:lnTo>
                <a:moveTo>
                  <a:pt x="2249988" y="141014"/>
                </a:moveTo>
                <a:lnTo>
                  <a:pt x="2262262" y="107965"/>
                </a:lnTo>
                <a:cubicBezTo>
                  <a:pt x="2263379" y="105001"/>
                  <a:pt x="2264717" y="104090"/>
                  <a:pt x="2270074" y="104090"/>
                </a:cubicBezTo>
                <a:lnTo>
                  <a:pt x="2317167" y="104090"/>
                </a:lnTo>
                <a:lnTo>
                  <a:pt x="2330112" y="142609"/>
                </a:lnTo>
                <a:cubicBezTo>
                  <a:pt x="2332792" y="150358"/>
                  <a:pt x="2324309" y="151269"/>
                  <a:pt x="2313595" y="151953"/>
                </a:cubicBezTo>
                <a:cubicBezTo>
                  <a:pt x="2312256" y="153319"/>
                  <a:pt x="2312256" y="158101"/>
                  <a:pt x="2313595" y="159466"/>
                </a:cubicBezTo>
                <a:cubicBezTo>
                  <a:pt x="2321853" y="159241"/>
                  <a:pt x="2334131" y="159011"/>
                  <a:pt x="2342835" y="159011"/>
                </a:cubicBezTo>
                <a:cubicBezTo>
                  <a:pt x="2351986" y="159011"/>
                  <a:pt x="2360466" y="159241"/>
                  <a:pt x="2368279" y="159466"/>
                </a:cubicBezTo>
                <a:cubicBezTo>
                  <a:pt x="2369617" y="158101"/>
                  <a:pt x="2369617" y="153319"/>
                  <a:pt x="2368279" y="151953"/>
                </a:cubicBezTo>
                <a:cubicBezTo>
                  <a:pt x="2359574" y="151039"/>
                  <a:pt x="2351986" y="150358"/>
                  <a:pt x="2348189" y="139418"/>
                </a:cubicBezTo>
                <a:lnTo>
                  <a:pt x="2302213" y="9119"/>
                </a:lnTo>
                <a:cubicBezTo>
                  <a:pt x="2298865" y="11169"/>
                  <a:pt x="2292841" y="13675"/>
                  <a:pt x="2289939" y="13675"/>
                </a:cubicBezTo>
                <a:lnTo>
                  <a:pt x="2239274" y="135770"/>
                </a:lnTo>
                <a:cubicBezTo>
                  <a:pt x="2233471" y="149903"/>
                  <a:pt x="2226775" y="151269"/>
                  <a:pt x="2216953" y="151953"/>
                </a:cubicBezTo>
                <a:cubicBezTo>
                  <a:pt x="2215615" y="153319"/>
                  <a:pt x="2215615" y="158101"/>
                  <a:pt x="2216953" y="159466"/>
                </a:cubicBezTo>
                <a:cubicBezTo>
                  <a:pt x="2222757" y="159241"/>
                  <a:pt x="2230123" y="159011"/>
                  <a:pt x="2236818" y="159011"/>
                </a:cubicBezTo>
                <a:cubicBezTo>
                  <a:pt x="2245969" y="159011"/>
                  <a:pt x="2257130" y="159241"/>
                  <a:pt x="2265388" y="159466"/>
                </a:cubicBezTo>
                <a:cubicBezTo>
                  <a:pt x="2266727" y="158101"/>
                  <a:pt x="2266727" y="153319"/>
                  <a:pt x="2265388" y="151953"/>
                </a:cubicBezTo>
                <a:cubicBezTo>
                  <a:pt x="2256905" y="151269"/>
                  <a:pt x="2246415" y="150358"/>
                  <a:pt x="2249988" y="141014"/>
                </a:cubicBezTo>
                <a:close/>
                <a:moveTo>
                  <a:pt x="2444163" y="22498"/>
                </a:moveTo>
                <a:cubicBezTo>
                  <a:pt x="2444163" y="28420"/>
                  <a:pt x="2449520" y="34341"/>
                  <a:pt x="2454874" y="34341"/>
                </a:cubicBezTo>
                <a:cubicBezTo>
                  <a:pt x="2461123" y="34341"/>
                  <a:pt x="2466480" y="28194"/>
                  <a:pt x="2466480" y="23408"/>
                </a:cubicBezTo>
                <a:cubicBezTo>
                  <a:pt x="2466480" y="17946"/>
                  <a:pt x="2461794" y="11565"/>
                  <a:pt x="2455770" y="11565"/>
                </a:cubicBezTo>
                <a:cubicBezTo>
                  <a:pt x="2450413" y="11565"/>
                  <a:pt x="2444163" y="17032"/>
                  <a:pt x="2444163" y="22498"/>
                </a:cubicBezTo>
                <a:moveTo>
                  <a:pt x="2464474" y="131224"/>
                </a:moveTo>
                <a:lnTo>
                  <a:pt x="2464474" y="85898"/>
                </a:lnTo>
                <a:cubicBezTo>
                  <a:pt x="2464474" y="74510"/>
                  <a:pt x="2465367" y="59883"/>
                  <a:pt x="2465367" y="59883"/>
                </a:cubicBezTo>
                <a:cubicBezTo>
                  <a:pt x="2465367" y="58962"/>
                  <a:pt x="2464250" y="58271"/>
                  <a:pt x="2462465" y="58271"/>
                </a:cubicBezTo>
                <a:cubicBezTo>
                  <a:pt x="2456216" y="60804"/>
                  <a:pt x="2447286" y="62875"/>
                  <a:pt x="2431886" y="64943"/>
                </a:cubicBezTo>
                <a:cubicBezTo>
                  <a:pt x="2431440" y="66312"/>
                  <a:pt x="2431886" y="69954"/>
                  <a:pt x="2432332" y="71323"/>
                </a:cubicBezTo>
                <a:cubicBezTo>
                  <a:pt x="2444609" y="72460"/>
                  <a:pt x="2446840" y="73829"/>
                  <a:pt x="2446840" y="86812"/>
                </a:cubicBezTo>
                <a:lnTo>
                  <a:pt x="2446840" y="131224"/>
                </a:lnTo>
                <a:cubicBezTo>
                  <a:pt x="2446840" y="150129"/>
                  <a:pt x="2444385" y="150813"/>
                  <a:pt x="2430772" y="151953"/>
                </a:cubicBezTo>
                <a:cubicBezTo>
                  <a:pt x="2429431" y="153319"/>
                  <a:pt x="2429431" y="158101"/>
                  <a:pt x="2430772" y="159466"/>
                </a:cubicBezTo>
                <a:cubicBezTo>
                  <a:pt x="2438135" y="159241"/>
                  <a:pt x="2446840" y="159011"/>
                  <a:pt x="2455770" y="159011"/>
                </a:cubicBezTo>
                <a:cubicBezTo>
                  <a:pt x="2464696" y="159011"/>
                  <a:pt x="2473176" y="159241"/>
                  <a:pt x="2480542" y="159466"/>
                </a:cubicBezTo>
                <a:cubicBezTo>
                  <a:pt x="2481880" y="158101"/>
                  <a:pt x="2481880" y="153319"/>
                  <a:pt x="2480542" y="151953"/>
                </a:cubicBezTo>
                <a:cubicBezTo>
                  <a:pt x="2466926" y="151043"/>
                  <a:pt x="2464474" y="150129"/>
                  <a:pt x="2464474" y="131224"/>
                </a:cubicBezTo>
                <a:close/>
                <a:moveTo>
                  <a:pt x="2495272" y="127527"/>
                </a:moveTo>
                <a:cubicBezTo>
                  <a:pt x="2496165" y="138692"/>
                  <a:pt x="2496835" y="149402"/>
                  <a:pt x="2496835" y="158969"/>
                </a:cubicBezTo>
                <a:cubicBezTo>
                  <a:pt x="2499066" y="158514"/>
                  <a:pt x="2501300" y="158288"/>
                  <a:pt x="2502414" y="158288"/>
                </a:cubicBezTo>
                <a:cubicBezTo>
                  <a:pt x="2503977" y="158288"/>
                  <a:pt x="2505315" y="158288"/>
                  <a:pt x="2506879" y="158744"/>
                </a:cubicBezTo>
                <a:cubicBezTo>
                  <a:pt x="2512907" y="160335"/>
                  <a:pt x="2518931" y="161246"/>
                  <a:pt x="2527190" y="161246"/>
                </a:cubicBezTo>
                <a:cubicBezTo>
                  <a:pt x="2539688" y="161246"/>
                  <a:pt x="2562676" y="155098"/>
                  <a:pt x="2562676" y="132538"/>
                </a:cubicBezTo>
                <a:cubicBezTo>
                  <a:pt x="2562676" y="117046"/>
                  <a:pt x="2551741" y="107930"/>
                  <a:pt x="2536562" y="102231"/>
                </a:cubicBezTo>
                <a:cubicBezTo>
                  <a:pt x="2523171" y="96991"/>
                  <a:pt x="2514245" y="93571"/>
                  <a:pt x="2514245" y="81040"/>
                </a:cubicBezTo>
                <a:cubicBezTo>
                  <a:pt x="2514245" y="71695"/>
                  <a:pt x="2522279" y="66455"/>
                  <a:pt x="2529867" y="66455"/>
                </a:cubicBezTo>
                <a:cubicBezTo>
                  <a:pt x="2534777" y="66455"/>
                  <a:pt x="2547722" y="68279"/>
                  <a:pt x="2550624" y="87650"/>
                </a:cubicBezTo>
                <a:cubicBezTo>
                  <a:pt x="2551962" y="89015"/>
                  <a:pt x="2556427" y="88786"/>
                  <a:pt x="2557765" y="87420"/>
                </a:cubicBezTo>
                <a:cubicBezTo>
                  <a:pt x="2558436" y="79215"/>
                  <a:pt x="2558882" y="70785"/>
                  <a:pt x="2559107" y="63268"/>
                </a:cubicBezTo>
                <a:cubicBezTo>
                  <a:pt x="2552187" y="62128"/>
                  <a:pt x="2541473" y="58938"/>
                  <a:pt x="2529867" y="58938"/>
                </a:cubicBezTo>
                <a:cubicBezTo>
                  <a:pt x="2513353" y="58938"/>
                  <a:pt x="2498399" y="69874"/>
                  <a:pt x="2498399" y="84459"/>
                </a:cubicBezTo>
                <a:cubicBezTo>
                  <a:pt x="2498399" y="101091"/>
                  <a:pt x="2505762" y="108156"/>
                  <a:pt x="2522950" y="115451"/>
                </a:cubicBezTo>
                <a:cubicBezTo>
                  <a:pt x="2541473" y="123197"/>
                  <a:pt x="2545713" y="127982"/>
                  <a:pt x="2545713" y="137782"/>
                </a:cubicBezTo>
                <a:cubicBezTo>
                  <a:pt x="2545713" y="148947"/>
                  <a:pt x="2535002" y="153732"/>
                  <a:pt x="2526744" y="153732"/>
                </a:cubicBezTo>
                <a:cubicBezTo>
                  <a:pt x="2518039" y="153732"/>
                  <a:pt x="2513128" y="150768"/>
                  <a:pt x="2510897" y="148263"/>
                </a:cubicBezTo>
                <a:cubicBezTo>
                  <a:pt x="2505986" y="143022"/>
                  <a:pt x="2503531" y="132996"/>
                  <a:pt x="2502192" y="127297"/>
                </a:cubicBezTo>
                <a:cubicBezTo>
                  <a:pt x="2500854" y="125931"/>
                  <a:pt x="2496611" y="126157"/>
                  <a:pt x="2495272" y="127527"/>
                </a:cubicBezTo>
                <a:close/>
                <a:moveTo>
                  <a:pt x="2666460" y="77394"/>
                </a:moveTo>
                <a:cubicBezTo>
                  <a:pt x="2665122" y="78990"/>
                  <a:pt x="2663783" y="79448"/>
                  <a:pt x="2663783" y="77394"/>
                </a:cubicBezTo>
                <a:cubicBezTo>
                  <a:pt x="2663559" y="71240"/>
                  <a:pt x="2663112" y="62358"/>
                  <a:pt x="2661995" y="60078"/>
                </a:cubicBezTo>
                <a:cubicBezTo>
                  <a:pt x="2661549" y="58938"/>
                  <a:pt x="2661103" y="58257"/>
                  <a:pt x="2659319" y="58257"/>
                </a:cubicBezTo>
                <a:cubicBezTo>
                  <a:pt x="2653069" y="60763"/>
                  <a:pt x="2647266" y="62813"/>
                  <a:pt x="2631866" y="64860"/>
                </a:cubicBezTo>
                <a:cubicBezTo>
                  <a:pt x="2631420" y="66229"/>
                  <a:pt x="2631866" y="69871"/>
                  <a:pt x="2632312" y="71240"/>
                </a:cubicBezTo>
                <a:cubicBezTo>
                  <a:pt x="2644364" y="72380"/>
                  <a:pt x="2646820" y="73520"/>
                  <a:pt x="2646820" y="86743"/>
                </a:cubicBezTo>
                <a:lnTo>
                  <a:pt x="2646820" y="131203"/>
                </a:lnTo>
                <a:cubicBezTo>
                  <a:pt x="2646820" y="149899"/>
                  <a:pt x="2644589" y="150813"/>
                  <a:pt x="2631195" y="151953"/>
                </a:cubicBezTo>
                <a:cubicBezTo>
                  <a:pt x="2629857" y="153319"/>
                  <a:pt x="2629857" y="158101"/>
                  <a:pt x="2631195" y="159466"/>
                </a:cubicBezTo>
                <a:cubicBezTo>
                  <a:pt x="2637894" y="159241"/>
                  <a:pt x="2646820" y="159011"/>
                  <a:pt x="2655746" y="159011"/>
                </a:cubicBezTo>
                <a:cubicBezTo>
                  <a:pt x="2664676" y="159011"/>
                  <a:pt x="2671371" y="159241"/>
                  <a:pt x="2678067" y="159466"/>
                </a:cubicBezTo>
                <a:cubicBezTo>
                  <a:pt x="2679405" y="158101"/>
                  <a:pt x="2679405" y="153319"/>
                  <a:pt x="2678067" y="151953"/>
                </a:cubicBezTo>
                <a:cubicBezTo>
                  <a:pt x="2666685" y="150813"/>
                  <a:pt x="2664451" y="149899"/>
                  <a:pt x="2664451" y="131203"/>
                </a:cubicBezTo>
                <a:lnTo>
                  <a:pt x="2664451" y="93811"/>
                </a:lnTo>
                <a:cubicBezTo>
                  <a:pt x="2664451" y="89022"/>
                  <a:pt x="2666460" y="86287"/>
                  <a:pt x="2668245" y="84237"/>
                </a:cubicBezTo>
                <a:cubicBezTo>
                  <a:pt x="2676728" y="75799"/>
                  <a:pt x="2686771" y="70781"/>
                  <a:pt x="2695476" y="70781"/>
                </a:cubicBezTo>
                <a:cubicBezTo>
                  <a:pt x="2699941" y="70781"/>
                  <a:pt x="2704627" y="73746"/>
                  <a:pt x="2707304" y="78990"/>
                </a:cubicBezTo>
                <a:cubicBezTo>
                  <a:pt x="2709538" y="83552"/>
                  <a:pt x="2709984" y="89707"/>
                  <a:pt x="2709984" y="96546"/>
                </a:cubicBezTo>
                <a:lnTo>
                  <a:pt x="2709984" y="131203"/>
                </a:lnTo>
                <a:cubicBezTo>
                  <a:pt x="2709984" y="149899"/>
                  <a:pt x="2707750" y="150813"/>
                  <a:pt x="2696144" y="151953"/>
                </a:cubicBezTo>
                <a:cubicBezTo>
                  <a:pt x="2695030" y="153319"/>
                  <a:pt x="2695030" y="158101"/>
                  <a:pt x="2696144" y="159466"/>
                </a:cubicBezTo>
                <a:cubicBezTo>
                  <a:pt x="2702842" y="159241"/>
                  <a:pt x="2709984" y="159011"/>
                  <a:pt x="2718910" y="159011"/>
                </a:cubicBezTo>
                <a:cubicBezTo>
                  <a:pt x="2727840" y="159011"/>
                  <a:pt x="2735874" y="159241"/>
                  <a:pt x="2742569" y="159466"/>
                </a:cubicBezTo>
                <a:cubicBezTo>
                  <a:pt x="2743686" y="158101"/>
                  <a:pt x="2743686" y="153319"/>
                  <a:pt x="2742569" y="151953"/>
                </a:cubicBezTo>
                <a:cubicBezTo>
                  <a:pt x="2730070" y="150813"/>
                  <a:pt x="2727615" y="149899"/>
                  <a:pt x="2727615" y="131203"/>
                </a:cubicBezTo>
                <a:lnTo>
                  <a:pt x="2727615" y="97230"/>
                </a:lnTo>
                <a:cubicBezTo>
                  <a:pt x="2727615" y="84692"/>
                  <a:pt x="2726723" y="73746"/>
                  <a:pt x="2721590" y="66684"/>
                </a:cubicBezTo>
                <a:cubicBezTo>
                  <a:pt x="2717793" y="61673"/>
                  <a:pt x="2710876" y="58938"/>
                  <a:pt x="2703064" y="58938"/>
                </a:cubicBezTo>
                <a:cubicBezTo>
                  <a:pt x="2692128" y="58938"/>
                  <a:pt x="2679630" y="61899"/>
                  <a:pt x="2666460" y="77394"/>
                </a:cubicBezTo>
                <a:close/>
                <a:moveTo>
                  <a:pt x="2755512" y="112257"/>
                </a:moveTo>
                <a:cubicBezTo>
                  <a:pt x="2755512" y="135502"/>
                  <a:pt x="2770691" y="161246"/>
                  <a:pt x="2802384" y="161246"/>
                </a:cubicBezTo>
                <a:cubicBezTo>
                  <a:pt x="2816667" y="161246"/>
                  <a:pt x="2827606" y="156009"/>
                  <a:pt x="2835193" y="148492"/>
                </a:cubicBezTo>
                <a:cubicBezTo>
                  <a:pt x="2845237" y="138463"/>
                  <a:pt x="2849701" y="124107"/>
                  <a:pt x="2849701" y="110207"/>
                </a:cubicBezTo>
                <a:cubicBezTo>
                  <a:pt x="2849701" y="86506"/>
                  <a:pt x="2836978" y="58938"/>
                  <a:pt x="2802830" y="58938"/>
                </a:cubicBezTo>
                <a:cubicBezTo>
                  <a:pt x="2788100" y="58938"/>
                  <a:pt x="2776048" y="65089"/>
                  <a:pt x="2767789" y="74885"/>
                </a:cubicBezTo>
                <a:cubicBezTo>
                  <a:pt x="2759755" y="84685"/>
                  <a:pt x="2755512" y="97901"/>
                  <a:pt x="2755512" y="112257"/>
                </a:cubicBezTo>
                <a:moveTo>
                  <a:pt x="2799482" y="66910"/>
                </a:moveTo>
                <a:cubicBezTo>
                  <a:pt x="2818676" y="66910"/>
                  <a:pt x="2830507" y="84685"/>
                  <a:pt x="2830507" y="117501"/>
                </a:cubicBezTo>
                <a:cubicBezTo>
                  <a:pt x="2830507" y="146212"/>
                  <a:pt x="2815999" y="153277"/>
                  <a:pt x="2805510" y="153277"/>
                </a:cubicBezTo>
                <a:cubicBezTo>
                  <a:pt x="2782297" y="153277"/>
                  <a:pt x="2774710" y="124562"/>
                  <a:pt x="2774710" y="107016"/>
                </a:cubicBezTo>
                <a:cubicBezTo>
                  <a:pt x="2774710" y="87191"/>
                  <a:pt x="2779396" y="66910"/>
                  <a:pt x="2799482" y="66910"/>
                </a:cubicBezTo>
                <a:close/>
                <a:moveTo>
                  <a:pt x="2868449" y="61385"/>
                </a:moveTo>
                <a:cubicBezTo>
                  <a:pt x="2865323" y="61385"/>
                  <a:pt x="2864431" y="64119"/>
                  <a:pt x="2864431" y="65940"/>
                </a:cubicBezTo>
                <a:lnTo>
                  <a:pt x="2864431" y="68901"/>
                </a:lnTo>
                <a:cubicBezTo>
                  <a:pt x="2864431" y="70041"/>
                  <a:pt x="2864652" y="70267"/>
                  <a:pt x="2865548" y="70267"/>
                </a:cubicBezTo>
                <a:lnTo>
                  <a:pt x="2878714" y="70267"/>
                </a:lnTo>
                <a:lnTo>
                  <a:pt x="2878714" y="138716"/>
                </a:lnTo>
                <a:cubicBezTo>
                  <a:pt x="2878714" y="154869"/>
                  <a:pt x="2885634" y="161246"/>
                  <a:pt x="2895899" y="161246"/>
                </a:cubicBezTo>
                <a:cubicBezTo>
                  <a:pt x="2906167" y="161246"/>
                  <a:pt x="2917327" y="156238"/>
                  <a:pt x="2926032" y="146219"/>
                </a:cubicBezTo>
                <a:cubicBezTo>
                  <a:pt x="2925585" y="143947"/>
                  <a:pt x="2924247" y="142581"/>
                  <a:pt x="2922013" y="142355"/>
                </a:cubicBezTo>
                <a:cubicBezTo>
                  <a:pt x="2916210" y="146904"/>
                  <a:pt x="2909514" y="148721"/>
                  <a:pt x="2903711" y="148721"/>
                </a:cubicBezTo>
                <a:cubicBezTo>
                  <a:pt x="2897687" y="148721"/>
                  <a:pt x="2896348" y="141900"/>
                  <a:pt x="2896348" y="127801"/>
                </a:cubicBezTo>
                <a:lnTo>
                  <a:pt x="2896348" y="70267"/>
                </a:lnTo>
                <a:lnTo>
                  <a:pt x="2919558" y="70267"/>
                </a:lnTo>
                <a:cubicBezTo>
                  <a:pt x="2921792" y="70267"/>
                  <a:pt x="2924915" y="69356"/>
                  <a:pt x="2924915" y="67306"/>
                </a:cubicBezTo>
                <a:lnTo>
                  <a:pt x="2924915" y="62754"/>
                </a:lnTo>
                <a:cubicBezTo>
                  <a:pt x="2924915" y="61843"/>
                  <a:pt x="2924247" y="61385"/>
                  <a:pt x="2923130" y="61385"/>
                </a:cubicBezTo>
                <a:lnTo>
                  <a:pt x="2896348" y="61385"/>
                </a:lnTo>
                <a:lnTo>
                  <a:pt x="2896348" y="52506"/>
                </a:lnTo>
                <a:cubicBezTo>
                  <a:pt x="2896348" y="37702"/>
                  <a:pt x="2897241" y="28590"/>
                  <a:pt x="2897241" y="28590"/>
                </a:cubicBezTo>
                <a:cubicBezTo>
                  <a:pt x="2897241" y="27224"/>
                  <a:pt x="2896570" y="26540"/>
                  <a:pt x="2895453" y="26540"/>
                </a:cubicBezTo>
                <a:cubicBezTo>
                  <a:pt x="2894560" y="26540"/>
                  <a:pt x="2892551" y="27453"/>
                  <a:pt x="2890545" y="28590"/>
                </a:cubicBezTo>
                <a:cubicBezTo>
                  <a:pt x="2888090" y="29959"/>
                  <a:pt x="2885856" y="31095"/>
                  <a:pt x="2882954" y="31780"/>
                </a:cubicBezTo>
                <a:cubicBezTo>
                  <a:pt x="2880277" y="32690"/>
                  <a:pt x="2878046" y="33375"/>
                  <a:pt x="2878046" y="34967"/>
                </a:cubicBezTo>
                <a:cubicBezTo>
                  <a:pt x="2878046" y="37702"/>
                  <a:pt x="2878714" y="36107"/>
                  <a:pt x="2878714" y="61385"/>
                </a:cubicBezTo>
                <a:lnTo>
                  <a:pt x="2868449" y="61385"/>
                </a:lnTo>
                <a:close/>
                <a:moveTo>
                  <a:pt x="2942101" y="149177"/>
                </a:moveTo>
                <a:cubicBezTo>
                  <a:pt x="2942101" y="155783"/>
                  <a:pt x="2947458" y="161246"/>
                  <a:pt x="2953929" y="161246"/>
                </a:cubicBezTo>
                <a:cubicBezTo>
                  <a:pt x="2960403" y="161246"/>
                  <a:pt x="2965760" y="155783"/>
                  <a:pt x="2965760" y="149177"/>
                </a:cubicBezTo>
                <a:cubicBezTo>
                  <a:pt x="2965760" y="142574"/>
                  <a:pt x="2960403" y="137107"/>
                  <a:pt x="2953929" y="137107"/>
                </a:cubicBezTo>
                <a:cubicBezTo>
                  <a:pt x="2947458" y="137107"/>
                  <a:pt x="2942101" y="142574"/>
                  <a:pt x="2942101" y="149177"/>
                </a:cubicBezTo>
                <a:close/>
                <a:moveTo>
                  <a:pt x="3110387" y="131245"/>
                </a:moveTo>
                <a:lnTo>
                  <a:pt x="3110387" y="44325"/>
                </a:lnTo>
                <a:cubicBezTo>
                  <a:pt x="3110387" y="29761"/>
                  <a:pt x="3112621" y="21115"/>
                  <a:pt x="3120655" y="21115"/>
                </a:cubicBezTo>
                <a:lnTo>
                  <a:pt x="3125566" y="21115"/>
                </a:lnTo>
                <a:cubicBezTo>
                  <a:pt x="3142304" y="21115"/>
                  <a:pt x="3152794" y="27033"/>
                  <a:pt x="3156587" y="44551"/>
                </a:cubicBezTo>
                <a:cubicBezTo>
                  <a:pt x="3159043" y="44551"/>
                  <a:pt x="3162169" y="44325"/>
                  <a:pt x="3164175" y="43415"/>
                </a:cubicBezTo>
                <a:cubicBezTo>
                  <a:pt x="3162615" y="32948"/>
                  <a:pt x="3161498" y="21344"/>
                  <a:pt x="3161274" y="11096"/>
                </a:cubicBezTo>
                <a:cubicBezTo>
                  <a:pt x="3161274" y="10867"/>
                  <a:pt x="3160827" y="10411"/>
                  <a:pt x="3160606" y="10411"/>
                </a:cubicBezTo>
                <a:cubicBezTo>
                  <a:pt x="3153018" y="11096"/>
                  <a:pt x="3128242" y="12232"/>
                  <a:pt x="3110612" y="12232"/>
                </a:cubicBezTo>
                <a:lnTo>
                  <a:pt x="3091417" y="12232"/>
                </a:lnTo>
                <a:cubicBezTo>
                  <a:pt x="3074229" y="12232"/>
                  <a:pt x="3047894" y="11096"/>
                  <a:pt x="3039414" y="10411"/>
                </a:cubicBezTo>
                <a:cubicBezTo>
                  <a:pt x="3038967" y="10411"/>
                  <a:pt x="3038521" y="10867"/>
                  <a:pt x="3038521" y="11096"/>
                </a:cubicBezTo>
                <a:cubicBezTo>
                  <a:pt x="3037626" y="21344"/>
                  <a:pt x="3035395" y="33177"/>
                  <a:pt x="3032940" y="44096"/>
                </a:cubicBezTo>
                <a:cubicBezTo>
                  <a:pt x="3035170" y="45006"/>
                  <a:pt x="3037850" y="45236"/>
                  <a:pt x="3040527" y="45236"/>
                </a:cubicBezTo>
                <a:cubicBezTo>
                  <a:pt x="3044992" y="27033"/>
                  <a:pt x="3055260" y="21115"/>
                  <a:pt x="3069989" y="21115"/>
                </a:cubicBezTo>
                <a:lnTo>
                  <a:pt x="3080925" y="21115"/>
                </a:lnTo>
                <a:cubicBezTo>
                  <a:pt x="3089183" y="21115"/>
                  <a:pt x="3091417" y="29761"/>
                  <a:pt x="3091417" y="43641"/>
                </a:cubicBezTo>
                <a:lnTo>
                  <a:pt x="3091417" y="131245"/>
                </a:lnTo>
                <a:cubicBezTo>
                  <a:pt x="3091417" y="150132"/>
                  <a:pt x="3087620" y="151269"/>
                  <a:pt x="3069768" y="151953"/>
                </a:cubicBezTo>
                <a:cubicBezTo>
                  <a:pt x="3068426" y="153319"/>
                  <a:pt x="3068426" y="158101"/>
                  <a:pt x="3069768" y="159466"/>
                </a:cubicBezTo>
                <a:cubicBezTo>
                  <a:pt x="3080703" y="159241"/>
                  <a:pt x="3092085" y="159011"/>
                  <a:pt x="3101014" y="159011"/>
                </a:cubicBezTo>
                <a:cubicBezTo>
                  <a:pt x="3109494" y="159011"/>
                  <a:pt x="3120876" y="159241"/>
                  <a:pt x="3132036" y="159466"/>
                </a:cubicBezTo>
                <a:cubicBezTo>
                  <a:pt x="3133375" y="158101"/>
                  <a:pt x="3133375" y="153319"/>
                  <a:pt x="3132036" y="151953"/>
                </a:cubicBezTo>
                <a:cubicBezTo>
                  <a:pt x="3114181" y="151269"/>
                  <a:pt x="3110387" y="150132"/>
                  <a:pt x="3110387" y="131245"/>
                </a:cubicBezTo>
                <a:close/>
                <a:moveTo>
                  <a:pt x="3202788" y="93811"/>
                </a:moveTo>
                <a:cubicBezTo>
                  <a:pt x="3202788" y="89022"/>
                  <a:pt x="3204797" y="86287"/>
                  <a:pt x="3206582" y="84237"/>
                </a:cubicBezTo>
                <a:cubicBezTo>
                  <a:pt x="3215065" y="75799"/>
                  <a:pt x="3226447" y="70781"/>
                  <a:pt x="3235151" y="70781"/>
                </a:cubicBezTo>
                <a:cubicBezTo>
                  <a:pt x="3239613" y="70781"/>
                  <a:pt x="3244302" y="73746"/>
                  <a:pt x="3246979" y="78990"/>
                </a:cubicBezTo>
                <a:cubicBezTo>
                  <a:pt x="3249213" y="83552"/>
                  <a:pt x="3249659" y="89707"/>
                  <a:pt x="3249659" y="96546"/>
                </a:cubicBezTo>
                <a:lnTo>
                  <a:pt x="3249659" y="131203"/>
                </a:lnTo>
                <a:cubicBezTo>
                  <a:pt x="3249659" y="149899"/>
                  <a:pt x="3247425" y="150813"/>
                  <a:pt x="3235819" y="151953"/>
                </a:cubicBezTo>
                <a:cubicBezTo>
                  <a:pt x="3234705" y="153319"/>
                  <a:pt x="3234705" y="158101"/>
                  <a:pt x="3235819" y="159466"/>
                </a:cubicBezTo>
                <a:cubicBezTo>
                  <a:pt x="3242068" y="159241"/>
                  <a:pt x="3249659" y="159011"/>
                  <a:pt x="3258585" y="159011"/>
                </a:cubicBezTo>
                <a:cubicBezTo>
                  <a:pt x="3267515" y="159011"/>
                  <a:pt x="3274878" y="159241"/>
                  <a:pt x="3282244" y="159466"/>
                </a:cubicBezTo>
                <a:cubicBezTo>
                  <a:pt x="3283361" y="158101"/>
                  <a:pt x="3283361" y="153319"/>
                  <a:pt x="3282244" y="151953"/>
                </a:cubicBezTo>
                <a:cubicBezTo>
                  <a:pt x="3269746" y="150813"/>
                  <a:pt x="3267290" y="149899"/>
                  <a:pt x="3267290" y="131203"/>
                </a:cubicBezTo>
                <a:lnTo>
                  <a:pt x="3267290" y="97230"/>
                </a:lnTo>
                <a:cubicBezTo>
                  <a:pt x="3267290" y="84692"/>
                  <a:pt x="3266398" y="73520"/>
                  <a:pt x="3261266" y="66684"/>
                </a:cubicBezTo>
                <a:cubicBezTo>
                  <a:pt x="3257468" y="61673"/>
                  <a:pt x="3250552" y="58938"/>
                  <a:pt x="3242739" y="58938"/>
                </a:cubicBezTo>
                <a:cubicBezTo>
                  <a:pt x="3231804" y="58938"/>
                  <a:pt x="3218413" y="61899"/>
                  <a:pt x="3204797" y="77394"/>
                </a:cubicBezTo>
                <a:cubicBezTo>
                  <a:pt x="3204126" y="78308"/>
                  <a:pt x="3202563" y="80588"/>
                  <a:pt x="3202563" y="77394"/>
                </a:cubicBezTo>
                <a:lnTo>
                  <a:pt x="3202788" y="26119"/>
                </a:lnTo>
                <a:cubicBezTo>
                  <a:pt x="3202788" y="11308"/>
                  <a:pt x="3203680" y="2248"/>
                  <a:pt x="3203680" y="2248"/>
                </a:cubicBezTo>
                <a:cubicBezTo>
                  <a:pt x="3203680" y="678"/>
                  <a:pt x="3202788" y="0"/>
                  <a:pt x="3200778" y="0"/>
                </a:cubicBezTo>
                <a:cubicBezTo>
                  <a:pt x="3195200" y="2248"/>
                  <a:pt x="3178461" y="5393"/>
                  <a:pt x="3169532" y="6068"/>
                </a:cubicBezTo>
                <a:cubicBezTo>
                  <a:pt x="3169086" y="7892"/>
                  <a:pt x="3169532" y="11534"/>
                  <a:pt x="3170870" y="12900"/>
                </a:cubicBezTo>
                <a:cubicBezTo>
                  <a:pt x="3182477" y="13584"/>
                  <a:pt x="3185157" y="12444"/>
                  <a:pt x="3185157" y="31589"/>
                </a:cubicBezTo>
                <a:lnTo>
                  <a:pt x="3185157" y="131203"/>
                </a:lnTo>
                <a:cubicBezTo>
                  <a:pt x="3185157" y="150129"/>
                  <a:pt x="3182477" y="151039"/>
                  <a:pt x="3169532" y="151953"/>
                </a:cubicBezTo>
                <a:cubicBezTo>
                  <a:pt x="3168193" y="153319"/>
                  <a:pt x="3168193" y="158101"/>
                  <a:pt x="3169532" y="159466"/>
                </a:cubicBezTo>
                <a:cubicBezTo>
                  <a:pt x="3176898" y="159241"/>
                  <a:pt x="3185157" y="159011"/>
                  <a:pt x="3194083" y="159011"/>
                </a:cubicBezTo>
                <a:cubicBezTo>
                  <a:pt x="3202563" y="159011"/>
                  <a:pt x="3209929" y="159241"/>
                  <a:pt x="3216179" y="159466"/>
                </a:cubicBezTo>
                <a:cubicBezTo>
                  <a:pt x="3217517" y="158101"/>
                  <a:pt x="3217517" y="153319"/>
                  <a:pt x="3216179" y="151953"/>
                </a:cubicBezTo>
                <a:cubicBezTo>
                  <a:pt x="3204797" y="151039"/>
                  <a:pt x="3202788" y="150129"/>
                  <a:pt x="3202788" y="131203"/>
                </a:cubicBezTo>
                <a:lnTo>
                  <a:pt x="3202788" y="93811"/>
                </a:lnTo>
                <a:close/>
                <a:moveTo>
                  <a:pt x="3313267" y="94787"/>
                </a:moveTo>
                <a:cubicBezTo>
                  <a:pt x="3317507" y="69162"/>
                  <a:pt x="3333132" y="67122"/>
                  <a:pt x="3338489" y="67122"/>
                </a:cubicBezTo>
                <a:cubicBezTo>
                  <a:pt x="3346969" y="67122"/>
                  <a:pt x="3357012" y="71886"/>
                  <a:pt x="3357012" y="90934"/>
                </a:cubicBezTo>
                <a:cubicBezTo>
                  <a:pt x="3357012" y="92973"/>
                  <a:pt x="3356120" y="94110"/>
                  <a:pt x="3353665" y="94110"/>
                </a:cubicBezTo>
                <a:lnTo>
                  <a:pt x="3313267" y="94787"/>
                </a:lnTo>
                <a:moveTo>
                  <a:pt x="3371742" y="137799"/>
                </a:moveTo>
                <a:cubicBezTo>
                  <a:pt x="3363486" y="146449"/>
                  <a:pt x="3357012" y="150087"/>
                  <a:pt x="3344068" y="150087"/>
                </a:cubicBezTo>
                <a:cubicBezTo>
                  <a:pt x="3336034" y="150087"/>
                  <a:pt x="3326658" y="145309"/>
                  <a:pt x="3319741" y="133705"/>
                </a:cubicBezTo>
                <a:cubicBezTo>
                  <a:pt x="3315276" y="126196"/>
                  <a:pt x="3312596" y="115729"/>
                  <a:pt x="3312596" y="102530"/>
                </a:cubicBezTo>
                <a:lnTo>
                  <a:pt x="3371966" y="102985"/>
                </a:lnTo>
                <a:cubicBezTo>
                  <a:pt x="3374643" y="102985"/>
                  <a:pt x="3376206" y="101620"/>
                  <a:pt x="3376206" y="99114"/>
                </a:cubicBezTo>
                <a:cubicBezTo>
                  <a:pt x="3376206" y="80049"/>
                  <a:pt x="3369511" y="59605"/>
                  <a:pt x="3338489" y="59605"/>
                </a:cubicBezTo>
                <a:cubicBezTo>
                  <a:pt x="3319070" y="59605"/>
                  <a:pt x="3293848" y="78461"/>
                  <a:pt x="3293848" y="112997"/>
                </a:cubicBezTo>
                <a:cubicBezTo>
                  <a:pt x="3293848" y="125740"/>
                  <a:pt x="3296975" y="138028"/>
                  <a:pt x="3304341" y="146674"/>
                </a:cubicBezTo>
                <a:cubicBezTo>
                  <a:pt x="3311929" y="155783"/>
                  <a:pt x="3322418" y="161246"/>
                  <a:pt x="3338489" y="161246"/>
                </a:cubicBezTo>
                <a:cubicBezTo>
                  <a:pt x="3355449" y="161246"/>
                  <a:pt x="3367502" y="153277"/>
                  <a:pt x="3376431" y="141441"/>
                </a:cubicBezTo>
                <a:cubicBezTo>
                  <a:pt x="3375760" y="139165"/>
                  <a:pt x="3374422" y="138028"/>
                  <a:pt x="3371742" y="137799"/>
                </a:cubicBezTo>
                <a:close/>
                <a:moveTo>
                  <a:pt x="3459011" y="22498"/>
                </a:moveTo>
                <a:cubicBezTo>
                  <a:pt x="3459011" y="28420"/>
                  <a:pt x="3464369" y="34341"/>
                  <a:pt x="3469722" y="34341"/>
                </a:cubicBezTo>
                <a:cubicBezTo>
                  <a:pt x="3475971" y="34341"/>
                  <a:pt x="3481329" y="28194"/>
                  <a:pt x="3481329" y="23408"/>
                </a:cubicBezTo>
                <a:cubicBezTo>
                  <a:pt x="3481329" y="17946"/>
                  <a:pt x="3476642" y="11565"/>
                  <a:pt x="3470618" y="11565"/>
                </a:cubicBezTo>
                <a:cubicBezTo>
                  <a:pt x="3465261" y="11565"/>
                  <a:pt x="3459011" y="17032"/>
                  <a:pt x="3459011" y="22498"/>
                </a:cubicBezTo>
                <a:moveTo>
                  <a:pt x="3479323" y="131224"/>
                </a:moveTo>
                <a:lnTo>
                  <a:pt x="3479323" y="85898"/>
                </a:lnTo>
                <a:cubicBezTo>
                  <a:pt x="3479323" y="74510"/>
                  <a:pt x="3480215" y="59883"/>
                  <a:pt x="3480215" y="59883"/>
                </a:cubicBezTo>
                <a:cubicBezTo>
                  <a:pt x="3480215" y="58962"/>
                  <a:pt x="3479098" y="58271"/>
                  <a:pt x="3477313" y="58271"/>
                </a:cubicBezTo>
                <a:cubicBezTo>
                  <a:pt x="3471064" y="60804"/>
                  <a:pt x="3462134" y="62875"/>
                  <a:pt x="3446734" y="64943"/>
                </a:cubicBezTo>
                <a:cubicBezTo>
                  <a:pt x="3446288" y="66312"/>
                  <a:pt x="3446734" y="69954"/>
                  <a:pt x="3447180" y="71323"/>
                </a:cubicBezTo>
                <a:cubicBezTo>
                  <a:pt x="3459458" y="72460"/>
                  <a:pt x="3461688" y="73829"/>
                  <a:pt x="3461688" y="86812"/>
                </a:cubicBezTo>
                <a:lnTo>
                  <a:pt x="3461688" y="131224"/>
                </a:lnTo>
                <a:cubicBezTo>
                  <a:pt x="3461688" y="150129"/>
                  <a:pt x="3459233" y="150813"/>
                  <a:pt x="3445621" y="151953"/>
                </a:cubicBezTo>
                <a:cubicBezTo>
                  <a:pt x="3444279" y="153319"/>
                  <a:pt x="3444279" y="158101"/>
                  <a:pt x="3445621" y="159466"/>
                </a:cubicBezTo>
                <a:cubicBezTo>
                  <a:pt x="3452984" y="159241"/>
                  <a:pt x="3461688" y="159011"/>
                  <a:pt x="3470618" y="159011"/>
                </a:cubicBezTo>
                <a:cubicBezTo>
                  <a:pt x="3479544" y="159011"/>
                  <a:pt x="3488024" y="159241"/>
                  <a:pt x="3495390" y="159466"/>
                </a:cubicBezTo>
                <a:cubicBezTo>
                  <a:pt x="3496729" y="158101"/>
                  <a:pt x="3496729" y="153319"/>
                  <a:pt x="3495390" y="151953"/>
                </a:cubicBezTo>
                <a:cubicBezTo>
                  <a:pt x="3481775" y="151043"/>
                  <a:pt x="3479323" y="150129"/>
                  <a:pt x="3479323" y="131224"/>
                </a:cubicBezTo>
                <a:close/>
                <a:moveTo>
                  <a:pt x="3537352" y="77394"/>
                </a:moveTo>
                <a:cubicBezTo>
                  <a:pt x="3537127" y="70555"/>
                  <a:pt x="3536681" y="62358"/>
                  <a:pt x="3535564" y="60078"/>
                </a:cubicBezTo>
                <a:cubicBezTo>
                  <a:pt x="3535118" y="58938"/>
                  <a:pt x="3534672" y="58257"/>
                  <a:pt x="3532887" y="58257"/>
                </a:cubicBezTo>
                <a:cubicBezTo>
                  <a:pt x="3526638" y="60763"/>
                  <a:pt x="3520835" y="62813"/>
                  <a:pt x="3505434" y="64860"/>
                </a:cubicBezTo>
                <a:cubicBezTo>
                  <a:pt x="3504988" y="66229"/>
                  <a:pt x="3505434" y="69871"/>
                  <a:pt x="3505881" y="71240"/>
                </a:cubicBezTo>
                <a:cubicBezTo>
                  <a:pt x="3517933" y="72380"/>
                  <a:pt x="3520388" y="73520"/>
                  <a:pt x="3520388" y="86743"/>
                </a:cubicBezTo>
                <a:lnTo>
                  <a:pt x="3520388" y="131203"/>
                </a:lnTo>
                <a:cubicBezTo>
                  <a:pt x="3520388" y="149899"/>
                  <a:pt x="3517487" y="151039"/>
                  <a:pt x="3505210" y="151953"/>
                </a:cubicBezTo>
                <a:cubicBezTo>
                  <a:pt x="3503871" y="153319"/>
                  <a:pt x="3503871" y="158101"/>
                  <a:pt x="3505210" y="159466"/>
                </a:cubicBezTo>
                <a:cubicBezTo>
                  <a:pt x="3511908" y="159241"/>
                  <a:pt x="3520388" y="159011"/>
                  <a:pt x="3529315" y="159011"/>
                </a:cubicBezTo>
                <a:cubicBezTo>
                  <a:pt x="3538244" y="159011"/>
                  <a:pt x="3545161" y="159241"/>
                  <a:pt x="3551856" y="159466"/>
                </a:cubicBezTo>
                <a:cubicBezTo>
                  <a:pt x="3553198" y="158101"/>
                  <a:pt x="3553198" y="153319"/>
                  <a:pt x="3551856" y="151953"/>
                </a:cubicBezTo>
                <a:cubicBezTo>
                  <a:pt x="3540475" y="150813"/>
                  <a:pt x="3538019" y="149899"/>
                  <a:pt x="3538019" y="131203"/>
                </a:cubicBezTo>
                <a:lnTo>
                  <a:pt x="3538019" y="93811"/>
                </a:lnTo>
                <a:cubicBezTo>
                  <a:pt x="3538019" y="89022"/>
                  <a:pt x="3540029" y="86287"/>
                  <a:pt x="3541813" y="84237"/>
                </a:cubicBezTo>
                <a:cubicBezTo>
                  <a:pt x="3550743" y="75344"/>
                  <a:pt x="3559001" y="70781"/>
                  <a:pt x="3565918" y="70781"/>
                </a:cubicBezTo>
                <a:cubicBezTo>
                  <a:pt x="3574402" y="70781"/>
                  <a:pt x="3580651" y="76255"/>
                  <a:pt x="3580651" y="91531"/>
                </a:cubicBezTo>
                <a:lnTo>
                  <a:pt x="3580651" y="131203"/>
                </a:lnTo>
                <a:cubicBezTo>
                  <a:pt x="3580651" y="149899"/>
                  <a:pt x="3578863" y="151039"/>
                  <a:pt x="3566810" y="151953"/>
                </a:cubicBezTo>
                <a:cubicBezTo>
                  <a:pt x="3565697" y="153319"/>
                  <a:pt x="3565697" y="158101"/>
                  <a:pt x="3566810" y="159466"/>
                </a:cubicBezTo>
                <a:cubicBezTo>
                  <a:pt x="3572392" y="159241"/>
                  <a:pt x="3580651" y="159011"/>
                  <a:pt x="3589577" y="159011"/>
                </a:cubicBezTo>
                <a:cubicBezTo>
                  <a:pt x="3598507" y="159011"/>
                  <a:pt x="3605870" y="159241"/>
                  <a:pt x="3611451" y="159466"/>
                </a:cubicBezTo>
                <a:cubicBezTo>
                  <a:pt x="3612565" y="158101"/>
                  <a:pt x="3612565" y="153319"/>
                  <a:pt x="3611451" y="151953"/>
                </a:cubicBezTo>
                <a:cubicBezTo>
                  <a:pt x="3600291" y="151039"/>
                  <a:pt x="3598282" y="149899"/>
                  <a:pt x="3598282" y="131203"/>
                </a:cubicBezTo>
                <a:lnTo>
                  <a:pt x="3598282" y="94951"/>
                </a:lnTo>
                <a:cubicBezTo>
                  <a:pt x="3598282" y="91761"/>
                  <a:pt x="3598282" y="88567"/>
                  <a:pt x="3598057" y="85832"/>
                </a:cubicBezTo>
                <a:cubicBezTo>
                  <a:pt x="3608771" y="73746"/>
                  <a:pt x="3618814" y="70781"/>
                  <a:pt x="3627519" y="70781"/>
                </a:cubicBezTo>
                <a:cubicBezTo>
                  <a:pt x="3636002" y="70781"/>
                  <a:pt x="3640910" y="75799"/>
                  <a:pt x="3640910" y="91076"/>
                </a:cubicBezTo>
                <a:lnTo>
                  <a:pt x="3640910" y="131203"/>
                </a:lnTo>
                <a:cubicBezTo>
                  <a:pt x="3640910" y="149899"/>
                  <a:pt x="3638679" y="151039"/>
                  <a:pt x="3627073" y="151953"/>
                </a:cubicBezTo>
                <a:cubicBezTo>
                  <a:pt x="3625956" y="153319"/>
                  <a:pt x="3625956" y="158101"/>
                  <a:pt x="3627073" y="159466"/>
                </a:cubicBezTo>
                <a:cubicBezTo>
                  <a:pt x="3632655" y="159241"/>
                  <a:pt x="3640910" y="159011"/>
                  <a:pt x="3649839" y="159011"/>
                </a:cubicBezTo>
                <a:cubicBezTo>
                  <a:pt x="3658766" y="159011"/>
                  <a:pt x="3666578" y="159241"/>
                  <a:pt x="3672827" y="159466"/>
                </a:cubicBezTo>
                <a:cubicBezTo>
                  <a:pt x="3673944" y="158101"/>
                  <a:pt x="3673944" y="153319"/>
                  <a:pt x="3672827" y="151953"/>
                </a:cubicBezTo>
                <a:cubicBezTo>
                  <a:pt x="3660554" y="151039"/>
                  <a:pt x="3658544" y="149899"/>
                  <a:pt x="3658544" y="131203"/>
                </a:cubicBezTo>
                <a:lnTo>
                  <a:pt x="3658544" y="95180"/>
                </a:lnTo>
                <a:cubicBezTo>
                  <a:pt x="3658544" y="74889"/>
                  <a:pt x="3655197" y="58938"/>
                  <a:pt x="3635556" y="58938"/>
                </a:cubicBezTo>
                <a:cubicBezTo>
                  <a:pt x="3624171" y="58938"/>
                  <a:pt x="3610334" y="63268"/>
                  <a:pt x="3598728" y="75799"/>
                </a:cubicBezTo>
                <a:cubicBezTo>
                  <a:pt x="3598057" y="76484"/>
                  <a:pt x="3596719" y="77624"/>
                  <a:pt x="3596272" y="75570"/>
                </a:cubicBezTo>
                <a:cubicBezTo>
                  <a:pt x="3594263" y="66229"/>
                  <a:pt x="3585558" y="58938"/>
                  <a:pt x="3573955" y="58938"/>
                </a:cubicBezTo>
                <a:cubicBezTo>
                  <a:pt x="3561007" y="58938"/>
                  <a:pt x="3549404" y="66684"/>
                  <a:pt x="3540029" y="77394"/>
                </a:cubicBezTo>
                <a:cubicBezTo>
                  <a:pt x="3538912" y="78534"/>
                  <a:pt x="3537573" y="80133"/>
                  <a:pt x="3537352" y="77394"/>
                </a:cubicBezTo>
                <a:close/>
                <a:moveTo>
                  <a:pt x="3714786" y="83545"/>
                </a:moveTo>
                <a:cubicBezTo>
                  <a:pt x="3720589" y="76251"/>
                  <a:pt x="3730857" y="69416"/>
                  <a:pt x="3737328" y="69416"/>
                </a:cubicBezTo>
                <a:cubicBezTo>
                  <a:pt x="3751614" y="69416"/>
                  <a:pt x="3763888" y="85822"/>
                  <a:pt x="3763888" y="111572"/>
                </a:cubicBezTo>
                <a:cubicBezTo>
                  <a:pt x="3763888" y="130261"/>
                  <a:pt x="3757418" y="153503"/>
                  <a:pt x="3732420" y="153503"/>
                </a:cubicBezTo>
                <a:cubicBezTo>
                  <a:pt x="3728402" y="153503"/>
                  <a:pt x="3720589" y="152363"/>
                  <a:pt x="3716574" y="148718"/>
                </a:cubicBezTo>
                <a:cubicBezTo>
                  <a:pt x="3712109" y="144617"/>
                  <a:pt x="3711217" y="143248"/>
                  <a:pt x="3711217" y="135047"/>
                </a:cubicBezTo>
                <a:lnTo>
                  <a:pt x="3711217" y="93571"/>
                </a:lnTo>
                <a:cubicBezTo>
                  <a:pt x="3711217" y="88786"/>
                  <a:pt x="3712109" y="86736"/>
                  <a:pt x="3714786" y="83545"/>
                </a:cubicBezTo>
                <a:moveTo>
                  <a:pt x="3710546" y="75111"/>
                </a:moveTo>
                <a:cubicBezTo>
                  <a:pt x="3710325" y="68276"/>
                  <a:pt x="3709879" y="62358"/>
                  <a:pt x="3708762" y="60078"/>
                </a:cubicBezTo>
                <a:cubicBezTo>
                  <a:pt x="3708315" y="58938"/>
                  <a:pt x="3707869" y="58257"/>
                  <a:pt x="3706081" y="58257"/>
                </a:cubicBezTo>
                <a:cubicBezTo>
                  <a:pt x="3699832" y="60763"/>
                  <a:pt x="3694029" y="62813"/>
                  <a:pt x="3678629" y="64860"/>
                </a:cubicBezTo>
                <a:cubicBezTo>
                  <a:pt x="3678183" y="66229"/>
                  <a:pt x="3678629" y="69871"/>
                  <a:pt x="3679078" y="71240"/>
                </a:cubicBezTo>
                <a:cubicBezTo>
                  <a:pt x="3691127" y="72380"/>
                  <a:pt x="3693583" y="73516"/>
                  <a:pt x="3693583" y="86736"/>
                </a:cubicBezTo>
                <a:lnTo>
                  <a:pt x="3693583" y="184095"/>
                </a:lnTo>
                <a:cubicBezTo>
                  <a:pt x="3693583" y="203058"/>
                  <a:pt x="3691127" y="204202"/>
                  <a:pt x="3677515" y="204886"/>
                </a:cubicBezTo>
                <a:cubicBezTo>
                  <a:pt x="3676177" y="206252"/>
                  <a:pt x="3676177" y="211034"/>
                  <a:pt x="3677515" y="212399"/>
                </a:cubicBezTo>
                <a:cubicBezTo>
                  <a:pt x="3685328" y="212174"/>
                  <a:pt x="3693583" y="211944"/>
                  <a:pt x="3702512" y="211944"/>
                </a:cubicBezTo>
                <a:cubicBezTo>
                  <a:pt x="3711438" y="211944"/>
                  <a:pt x="3722152" y="212174"/>
                  <a:pt x="3729519" y="212399"/>
                </a:cubicBezTo>
                <a:cubicBezTo>
                  <a:pt x="3730857" y="211034"/>
                  <a:pt x="3730857" y="206252"/>
                  <a:pt x="3729519" y="204886"/>
                </a:cubicBezTo>
                <a:cubicBezTo>
                  <a:pt x="3713672" y="203972"/>
                  <a:pt x="3711217" y="203058"/>
                  <a:pt x="3711217" y="184095"/>
                </a:cubicBezTo>
                <a:lnTo>
                  <a:pt x="3711217" y="159425"/>
                </a:lnTo>
                <a:cubicBezTo>
                  <a:pt x="3711217" y="156464"/>
                  <a:pt x="3712109" y="156693"/>
                  <a:pt x="3714340" y="157830"/>
                </a:cubicBezTo>
                <a:cubicBezTo>
                  <a:pt x="3719922" y="159880"/>
                  <a:pt x="3726617" y="161246"/>
                  <a:pt x="3733759" y="161246"/>
                </a:cubicBezTo>
                <a:cubicBezTo>
                  <a:pt x="3746257" y="161246"/>
                  <a:pt x="3757418" y="157374"/>
                  <a:pt x="3766569" y="148492"/>
                </a:cubicBezTo>
                <a:cubicBezTo>
                  <a:pt x="3777058" y="138008"/>
                  <a:pt x="3783082" y="123878"/>
                  <a:pt x="3783082" y="105421"/>
                </a:cubicBezTo>
                <a:cubicBezTo>
                  <a:pt x="3783082" y="81266"/>
                  <a:pt x="3766344" y="58938"/>
                  <a:pt x="3743577" y="58938"/>
                </a:cubicBezTo>
                <a:cubicBezTo>
                  <a:pt x="3733313" y="58938"/>
                  <a:pt x="3721928" y="66000"/>
                  <a:pt x="3713002" y="76025"/>
                </a:cubicBezTo>
                <a:cubicBezTo>
                  <a:pt x="3711663" y="77391"/>
                  <a:pt x="3710771" y="77391"/>
                  <a:pt x="3710546" y="75111"/>
                </a:cubicBezTo>
                <a:close/>
                <a:moveTo>
                  <a:pt x="3856961" y="105880"/>
                </a:moveTo>
                <a:lnTo>
                  <a:pt x="3856961" y="135957"/>
                </a:lnTo>
                <a:cubicBezTo>
                  <a:pt x="3856961" y="138921"/>
                  <a:pt x="3855620" y="140517"/>
                  <a:pt x="3853835" y="141882"/>
                </a:cubicBezTo>
                <a:cubicBezTo>
                  <a:pt x="3848032" y="146668"/>
                  <a:pt x="3840444" y="151911"/>
                  <a:pt x="3834195" y="151911"/>
                </a:cubicBezTo>
                <a:cubicBezTo>
                  <a:pt x="3823035" y="151911"/>
                  <a:pt x="3818124" y="142796"/>
                  <a:pt x="3818124" y="135731"/>
                </a:cubicBezTo>
                <a:cubicBezTo>
                  <a:pt x="3818124" y="125476"/>
                  <a:pt x="3822813" y="114992"/>
                  <a:pt x="3839327" y="110665"/>
                </a:cubicBezTo>
                <a:lnTo>
                  <a:pt x="3856961" y="105880"/>
                </a:lnTo>
                <a:moveTo>
                  <a:pt x="3856961" y="148037"/>
                </a:moveTo>
                <a:cubicBezTo>
                  <a:pt x="3858300" y="155098"/>
                  <a:pt x="3860755" y="161246"/>
                  <a:pt x="3871915" y="161246"/>
                </a:cubicBezTo>
                <a:cubicBezTo>
                  <a:pt x="3880395" y="161246"/>
                  <a:pt x="3888429" y="157374"/>
                  <a:pt x="3893115" y="152822"/>
                </a:cubicBezTo>
                <a:cubicBezTo>
                  <a:pt x="3892669" y="150087"/>
                  <a:pt x="3891777" y="148037"/>
                  <a:pt x="3889322" y="146671"/>
                </a:cubicBezTo>
                <a:cubicBezTo>
                  <a:pt x="3887762" y="148037"/>
                  <a:pt x="3883965" y="150316"/>
                  <a:pt x="3881063" y="150316"/>
                </a:cubicBezTo>
                <a:cubicBezTo>
                  <a:pt x="3874592" y="150316"/>
                  <a:pt x="3874367" y="141427"/>
                  <a:pt x="3874367" y="130946"/>
                </a:cubicBezTo>
                <a:lnTo>
                  <a:pt x="3874367" y="97446"/>
                </a:lnTo>
                <a:cubicBezTo>
                  <a:pt x="3874367" y="65089"/>
                  <a:pt x="3856961" y="58938"/>
                  <a:pt x="3840665" y="58938"/>
                </a:cubicBezTo>
                <a:cubicBezTo>
                  <a:pt x="3822364" y="58938"/>
                  <a:pt x="3803841" y="71240"/>
                  <a:pt x="3803841" y="84230"/>
                </a:cubicBezTo>
                <a:cubicBezTo>
                  <a:pt x="3803841" y="89700"/>
                  <a:pt x="3806517" y="92435"/>
                  <a:pt x="3811653" y="92435"/>
                </a:cubicBezTo>
                <a:cubicBezTo>
                  <a:pt x="3818124" y="92435"/>
                  <a:pt x="3822142" y="87650"/>
                  <a:pt x="3822142" y="84685"/>
                </a:cubicBezTo>
                <a:cubicBezTo>
                  <a:pt x="3822142" y="83090"/>
                  <a:pt x="3821918" y="81495"/>
                  <a:pt x="3821471" y="80585"/>
                </a:cubicBezTo>
                <a:cubicBezTo>
                  <a:pt x="3821250" y="79900"/>
                  <a:pt x="3821025" y="78534"/>
                  <a:pt x="3821025" y="76025"/>
                </a:cubicBezTo>
                <a:cubicBezTo>
                  <a:pt x="3821025" y="68960"/>
                  <a:pt x="3830401" y="66455"/>
                  <a:pt x="3838881" y="66455"/>
                </a:cubicBezTo>
                <a:cubicBezTo>
                  <a:pt x="3846469" y="66455"/>
                  <a:pt x="3856961" y="70330"/>
                  <a:pt x="3856961" y="96080"/>
                </a:cubicBezTo>
                <a:cubicBezTo>
                  <a:pt x="3856961" y="97675"/>
                  <a:pt x="3856290" y="98586"/>
                  <a:pt x="3855620" y="98815"/>
                </a:cubicBezTo>
                <a:lnTo>
                  <a:pt x="3836425" y="103600"/>
                </a:lnTo>
                <a:cubicBezTo>
                  <a:pt x="3815001" y="109070"/>
                  <a:pt x="3799601" y="121146"/>
                  <a:pt x="3799601" y="136642"/>
                </a:cubicBezTo>
                <a:cubicBezTo>
                  <a:pt x="3799601" y="155328"/>
                  <a:pt x="3812099" y="161246"/>
                  <a:pt x="3827721" y="161246"/>
                </a:cubicBezTo>
                <a:cubicBezTo>
                  <a:pt x="3835533" y="161246"/>
                  <a:pt x="3842229" y="159425"/>
                  <a:pt x="3852050" y="151682"/>
                </a:cubicBezTo>
                <a:lnTo>
                  <a:pt x="3856515" y="148037"/>
                </a:lnTo>
                <a:lnTo>
                  <a:pt x="3856961" y="148037"/>
                </a:lnTo>
                <a:close/>
                <a:moveTo>
                  <a:pt x="3982394" y="138237"/>
                </a:moveTo>
                <a:cubicBezTo>
                  <a:pt x="3981501" y="136187"/>
                  <a:pt x="3979713" y="135276"/>
                  <a:pt x="3977707" y="135047"/>
                </a:cubicBezTo>
                <a:cubicBezTo>
                  <a:pt x="3970116" y="145076"/>
                  <a:pt x="3960519" y="150087"/>
                  <a:pt x="3950922" y="150087"/>
                </a:cubicBezTo>
                <a:cubicBezTo>
                  <a:pt x="3934630" y="150087"/>
                  <a:pt x="3921014" y="133226"/>
                  <a:pt x="3921014" y="106561"/>
                </a:cubicBezTo>
                <a:cubicBezTo>
                  <a:pt x="3921014" y="81495"/>
                  <a:pt x="3931728" y="66455"/>
                  <a:pt x="3946461" y="66455"/>
                </a:cubicBezTo>
                <a:cubicBezTo>
                  <a:pt x="3959627" y="66455"/>
                  <a:pt x="3961412" y="74430"/>
                  <a:pt x="3962307" y="82406"/>
                </a:cubicBezTo>
                <a:cubicBezTo>
                  <a:pt x="3962975" y="88560"/>
                  <a:pt x="3966101" y="90610"/>
                  <a:pt x="3970787" y="90610"/>
                </a:cubicBezTo>
                <a:cubicBezTo>
                  <a:pt x="3975473" y="90610"/>
                  <a:pt x="3981723" y="87650"/>
                  <a:pt x="3981723" y="80585"/>
                </a:cubicBezTo>
                <a:cubicBezTo>
                  <a:pt x="3981723" y="68050"/>
                  <a:pt x="3969003" y="58938"/>
                  <a:pt x="3947575" y="58938"/>
                </a:cubicBezTo>
                <a:cubicBezTo>
                  <a:pt x="3925479" y="58938"/>
                  <a:pt x="3901820" y="79215"/>
                  <a:pt x="3901820" y="111576"/>
                </a:cubicBezTo>
                <a:cubicBezTo>
                  <a:pt x="3901820" y="140972"/>
                  <a:pt x="3917891" y="161246"/>
                  <a:pt x="3946011" y="161246"/>
                </a:cubicBezTo>
                <a:cubicBezTo>
                  <a:pt x="3959406" y="161246"/>
                  <a:pt x="3971233" y="156919"/>
                  <a:pt x="3982394" y="138237"/>
                </a:cubicBezTo>
                <a:close/>
                <a:moveTo>
                  <a:pt x="3998687" y="61385"/>
                </a:moveTo>
                <a:cubicBezTo>
                  <a:pt x="3995561" y="61385"/>
                  <a:pt x="3994669" y="64119"/>
                  <a:pt x="3994669" y="65940"/>
                </a:cubicBezTo>
                <a:lnTo>
                  <a:pt x="3994669" y="68901"/>
                </a:lnTo>
                <a:cubicBezTo>
                  <a:pt x="3994669" y="70041"/>
                  <a:pt x="3994890" y="70267"/>
                  <a:pt x="3995786" y="70267"/>
                </a:cubicBezTo>
                <a:lnTo>
                  <a:pt x="4008952" y="70267"/>
                </a:lnTo>
                <a:lnTo>
                  <a:pt x="4008952" y="138716"/>
                </a:lnTo>
                <a:cubicBezTo>
                  <a:pt x="4008952" y="154869"/>
                  <a:pt x="4015872" y="161246"/>
                  <a:pt x="4026137" y="161246"/>
                </a:cubicBezTo>
                <a:cubicBezTo>
                  <a:pt x="4036404" y="161246"/>
                  <a:pt x="4047565" y="156238"/>
                  <a:pt x="4056269" y="146219"/>
                </a:cubicBezTo>
                <a:cubicBezTo>
                  <a:pt x="4055823" y="143947"/>
                  <a:pt x="4054485" y="142581"/>
                  <a:pt x="4052251" y="142355"/>
                </a:cubicBezTo>
                <a:cubicBezTo>
                  <a:pt x="4046448" y="146904"/>
                  <a:pt x="4039752" y="148721"/>
                  <a:pt x="4033949" y="148721"/>
                </a:cubicBezTo>
                <a:cubicBezTo>
                  <a:pt x="4027924" y="148721"/>
                  <a:pt x="4026586" y="141900"/>
                  <a:pt x="4026586" y="127801"/>
                </a:cubicBezTo>
                <a:lnTo>
                  <a:pt x="4026586" y="70267"/>
                </a:lnTo>
                <a:lnTo>
                  <a:pt x="4049795" y="70267"/>
                </a:lnTo>
                <a:cubicBezTo>
                  <a:pt x="4052029" y="70267"/>
                  <a:pt x="4055152" y="69356"/>
                  <a:pt x="4055152" y="67306"/>
                </a:cubicBezTo>
                <a:lnTo>
                  <a:pt x="4055152" y="62754"/>
                </a:lnTo>
                <a:cubicBezTo>
                  <a:pt x="4055152" y="61843"/>
                  <a:pt x="4054485" y="61385"/>
                  <a:pt x="4053368" y="61385"/>
                </a:cubicBezTo>
                <a:lnTo>
                  <a:pt x="4026586" y="61385"/>
                </a:lnTo>
                <a:lnTo>
                  <a:pt x="4026586" y="52506"/>
                </a:lnTo>
                <a:cubicBezTo>
                  <a:pt x="4026586" y="37702"/>
                  <a:pt x="4027478" y="28590"/>
                  <a:pt x="4027478" y="28590"/>
                </a:cubicBezTo>
                <a:cubicBezTo>
                  <a:pt x="4027478" y="27224"/>
                  <a:pt x="4026807" y="26540"/>
                  <a:pt x="4025690" y="26540"/>
                </a:cubicBezTo>
                <a:cubicBezTo>
                  <a:pt x="4024798" y="26540"/>
                  <a:pt x="4022789" y="27453"/>
                  <a:pt x="4020783" y="28590"/>
                </a:cubicBezTo>
                <a:cubicBezTo>
                  <a:pt x="4018327" y="29959"/>
                  <a:pt x="4016093" y="31095"/>
                  <a:pt x="4013192" y="31780"/>
                </a:cubicBezTo>
                <a:cubicBezTo>
                  <a:pt x="4010515" y="32690"/>
                  <a:pt x="4008284" y="33375"/>
                  <a:pt x="4008284" y="34967"/>
                </a:cubicBezTo>
                <a:cubicBezTo>
                  <a:pt x="4008284" y="37702"/>
                  <a:pt x="4008952" y="36107"/>
                  <a:pt x="4008952" y="61385"/>
                </a:cubicBezTo>
                <a:lnTo>
                  <a:pt x="3998687" y="61385"/>
                </a:lnTo>
                <a:close/>
                <a:moveTo>
                  <a:pt x="4122555" y="112257"/>
                </a:moveTo>
                <a:cubicBezTo>
                  <a:pt x="4122555" y="135502"/>
                  <a:pt x="4137734" y="161246"/>
                  <a:pt x="4169427" y="161246"/>
                </a:cubicBezTo>
                <a:cubicBezTo>
                  <a:pt x="4183710" y="161246"/>
                  <a:pt x="4194649" y="156009"/>
                  <a:pt x="4202237" y="148492"/>
                </a:cubicBezTo>
                <a:cubicBezTo>
                  <a:pt x="4212280" y="138463"/>
                  <a:pt x="4216744" y="124107"/>
                  <a:pt x="4216744" y="110207"/>
                </a:cubicBezTo>
                <a:cubicBezTo>
                  <a:pt x="4216744" y="86506"/>
                  <a:pt x="4204021" y="58938"/>
                  <a:pt x="4169873" y="58938"/>
                </a:cubicBezTo>
                <a:cubicBezTo>
                  <a:pt x="4155144" y="58938"/>
                  <a:pt x="4143091" y="65089"/>
                  <a:pt x="4134832" y="74885"/>
                </a:cubicBezTo>
                <a:cubicBezTo>
                  <a:pt x="4126799" y="84685"/>
                  <a:pt x="4122555" y="97901"/>
                  <a:pt x="4122555" y="112257"/>
                </a:cubicBezTo>
                <a:moveTo>
                  <a:pt x="4166525" y="66910"/>
                </a:moveTo>
                <a:cubicBezTo>
                  <a:pt x="4185719" y="66910"/>
                  <a:pt x="4197550" y="84685"/>
                  <a:pt x="4197550" y="117501"/>
                </a:cubicBezTo>
                <a:cubicBezTo>
                  <a:pt x="4197550" y="146212"/>
                  <a:pt x="4183042" y="153277"/>
                  <a:pt x="4172553" y="153277"/>
                </a:cubicBezTo>
                <a:cubicBezTo>
                  <a:pt x="4149340" y="153277"/>
                  <a:pt x="4141753" y="124562"/>
                  <a:pt x="4141753" y="107016"/>
                </a:cubicBezTo>
                <a:cubicBezTo>
                  <a:pt x="4141753" y="87191"/>
                  <a:pt x="4146439" y="66910"/>
                  <a:pt x="4166525" y="66910"/>
                </a:cubicBezTo>
                <a:close/>
                <a:moveTo>
                  <a:pt x="4264952" y="131248"/>
                </a:moveTo>
                <a:lnTo>
                  <a:pt x="4264952" y="70267"/>
                </a:lnTo>
                <a:lnTo>
                  <a:pt x="4285709" y="70267"/>
                </a:lnTo>
                <a:cubicBezTo>
                  <a:pt x="4287718" y="70267"/>
                  <a:pt x="4290845" y="69356"/>
                  <a:pt x="4290845" y="67306"/>
                </a:cubicBezTo>
                <a:lnTo>
                  <a:pt x="4290845" y="62754"/>
                </a:lnTo>
                <a:cubicBezTo>
                  <a:pt x="4290845" y="61843"/>
                  <a:pt x="4290174" y="61385"/>
                  <a:pt x="4289057" y="61385"/>
                </a:cubicBezTo>
                <a:lnTo>
                  <a:pt x="4264952" y="61385"/>
                </a:lnTo>
                <a:lnTo>
                  <a:pt x="4264952" y="48374"/>
                </a:lnTo>
                <a:cubicBezTo>
                  <a:pt x="4264952" y="13223"/>
                  <a:pt x="4275220" y="7746"/>
                  <a:pt x="4282586" y="7746"/>
                </a:cubicBezTo>
                <a:cubicBezTo>
                  <a:pt x="4289281" y="7746"/>
                  <a:pt x="4292851" y="10484"/>
                  <a:pt x="4295977" y="18474"/>
                </a:cubicBezTo>
                <a:cubicBezTo>
                  <a:pt x="4297761" y="22581"/>
                  <a:pt x="4300217" y="25778"/>
                  <a:pt x="4304903" y="25778"/>
                </a:cubicBezTo>
                <a:cubicBezTo>
                  <a:pt x="4308697" y="25778"/>
                  <a:pt x="4314054" y="20983"/>
                  <a:pt x="4314054" y="16420"/>
                </a:cubicBezTo>
                <a:cubicBezTo>
                  <a:pt x="4314054" y="12538"/>
                  <a:pt x="4311599" y="8431"/>
                  <a:pt x="4306912" y="4785"/>
                </a:cubicBezTo>
                <a:cubicBezTo>
                  <a:pt x="4301109" y="685"/>
                  <a:pt x="4295306" y="0"/>
                  <a:pt x="4286826" y="0"/>
                </a:cubicBezTo>
                <a:cubicBezTo>
                  <a:pt x="4268078" y="0"/>
                  <a:pt x="4247321" y="16646"/>
                  <a:pt x="4247321" y="52255"/>
                </a:cubicBezTo>
                <a:lnTo>
                  <a:pt x="4247321" y="61385"/>
                </a:lnTo>
                <a:lnTo>
                  <a:pt x="4235939" y="61385"/>
                </a:lnTo>
                <a:cubicBezTo>
                  <a:pt x="4231921" y="61385"/>
                  <a:pt x="4230804" y="64119"/>
                  <a:pt x="4230804" y="65940"/>
                </a:cubicBezTo>
                <a:lnTo>
                  <a:pt x="4230804" y="68901"/>
                </a:lnTo>
                <a:cubicBezTo>
                  <a:pt x="4230804" y="70041"/>
                  <a:pt x="4231028" y="70267"/>
                  <a:pt x="4231921" y="70267"/>
                </a:cubicBezTo>
                <a:lnTo>
                  <a:pt x="4247321" y="70267"/>
                </a:lnTo>
                <a:lnTo>
                  <a:pt x="4247321" y="131248"/>
                </a:lnTo>
                <a:cubicBezTo>
                  <a:pt x="4247321" y="150132"/>
                  <a:pt x="4243748" y="151043"/>
                  <a:pt x="4231696" y="151953"/>
                </a:cubicBezTo>
                <a:cubicBezTo>
                  <a:pt x="4230357" y="153319"/>
                  <a:pt x="4230357" y="158101"/>
                  <a:pt x="4231696" y="159466"/>
                </a:cubicBezTo>
                <a:cubicBezTo>
                  <a:pt x="4239508" y="159241"/>
                  <a:pt x="4247321" y="159011"/>
                  <a:pt x="4256247" y="159011"/>
                </a:cubicBezTo>
                <a:cubicBezTo>
                  <a:pt x="4265177" y="159011"/>
                  <a:pt x="4275891" y="159241"/>
                  <a:pt x="4283700" y="159466"/>
                </a:cubicBezTo>
                <a:cubicBezTo>
                  <a:pt x="4285041" y="158101"/>
                  <a:pt x="4285041" y="153319"/>
                  <a:pt x="4283700" y="151953"/>
                </a:cubicBezTo>
                <a:cubicBezTo>
                  <a:pt x="4266294" y="151043"/>
                  <a:pt x="4264952" y="150132"/>
                  <a:pt x="4264952" y="131248"/>
                </a:cubicBezTo>
                <a:close/>
                <a:moveTo>
                  <a:pt x="4437480" y="138237"/>
                </a:moveTo>
                <a:cubicBezTo>
                  <a:pt x="4436587" y="136187"/>
                  <a:pt x="4434799" y="135276"/>
                  <a:pt x="4432794" y="135047"/>
                </a:cubicBezTo>
                <a:cubicBezTo>
                  <a:pt x="4425202" y="145076"/>
                  <a:pt x="4415605" y="150087"/>
                  <a:pt x="4406008" y="150087"/>
                </a:cubicBezTo>
                <a:cubicBezTo>
                  <a:pt x="4389716" y="150087"/>
                  <a:pt x="4376100" y="133226"/>
                  <a:pt x="4376100" y="106561"/>
                </a:cubicBezTo>
                <a:cubicBezTo>
                  <a:pt x="4376100" y="81495"/>
                  <a:pt x="4386814" y="66455"/>
                  <a:pt x="4401547" y="66455"/>
                </a:cubicBezTo>
                <a:cubicBezTo>
                  <a:pt x="4414713" y="66455"/>
                  <a:pt x="4416498" y="74430"/>
                  <a:pt x="4417393" y="82406"/>
                </a:cubicBezTo>
                <a:cubicBezTo>
                  <a:pt x="4418061" y="88560"/>
                  <a:pt x="4421187" y="90610"/>
                  <a:pt x="4425873" y="90610"/>
                </a:cubicBezTo>
                <a:cubicBezTo>
                  <a:pt x="4430559" y="90610"/>
                  <a:pt x="4436809" y="87650"/>
                  <a:pt x="4436809" y="80585"/>
                </a:cubicBezTo>
                <a:cubicBezTo>
                  <a:pt x="4436809" y="68050"/>
                  <a:pt x="4424089" y="58938"/>
                  <a:pt x="4402661" y="58938"/>
                </a:cubicBezTo>
                <a:cubicBezTo>
                  <a:pt x="4380565" y="58938"/>
                  <a:pt x="4356906" y="79215"/>
                  <a:pt x="4356906" y="111576"/>
                </a:cubicBezTo>
                <a:cubicBezTo>
                  <a:pt x="4356906" y="140972"/>
                  <a:pt x="4372977" y="161246"/>
                  <a:pt x="4401097" y="161246"/>
                </a:cubicBezTo>
                <a:cubicBezTo>
                  <a:pt x="4414492" y="161246"/>
                  <a:pt x="4426319" y="156919"/>
                  <a:pt x="4437480" y="138237"/>
                </a:cubicBezTo>
                <a:close/>
                <a:moveTo>
                  <a:pt x="4453324" y="112257"/>
                </a:moveTo>
                <a:cubicBezTo>
                  <a:pt x="4453324" y="135502"/>
                  <a:pt x="4468503" y="161246"/>
                  <a:pt x="4500196" y="161246"/>
                </a:cubicBezTo>
                <a:cubicBezTo>
                  <a:pt x="4514479" y="161246"/>
                  <a:pt x="4525418" y="156009"/>
                  <a:pt x="4533005" y="148492"/>
                </a:cubicBezTo>
                <a:cubicBezTo>
                  <a:pt x="4543048" y="138463"/>
                  <a:pt x="4547513" y="124107"/>
                  <a:pt x="4547513" y="110207"/>
                </a:cubicBezTo>
                <a:cubicBezTo>
                  <a:pt x="4547513" y="86506"/>
                  <a:pt x="4534790" y="58938"/>
                  <a:pt x="4500642" y="58938"/>
                </a:cubicBezTo>
                <a:cubicBezTo>
                  <a:pt x="4485912" y="58938"/>
                  <a:pt x="4473860" y="65089"/>
                  <a:pt x="4465601" y="74885"/>
                </a:cubicBezTo>
                <a:cubicBezTo>
                  <a:pt x="4457567" y="84685"/>
                  <a:pt x="4453324" y="97901"/>
                  <a:pt x="4453324" y="112257"/>
                </a:cubicBezTo>
                <a:moveTo>
                  <a:pt x="4497294" y="66910"/>
                </a:moveTo>
                <a:cubicBezTo>
                  <a:pt x="4516488" y="66910"/>
                  <a:pt x="4528319" y="84685"/>
                  <a:pt x="4528319" y="117501"/>
                </a:cubicBezTo>
                <a:cubicBezTo>
                  <a:pt x="4528319" y="146212"/>
                  <a:pt x="4513811" y="153277"/>
                  <a:pt x="4503322" y="153277"/>
                </a:cubicBezTo>
                <a:cubicBezTo>
                  <a:pt x="4480109" y="153277"/>
                  <a:pt x="4472521" y="124562"/>
                  <a:pt x="4472521" y="107016"/>
                </a:cubicBezTo>
                <a:cubicBezTo>
                  <a:pt x="4472521" y="87191"/>
                  <a:pt x="4477208" y="66910"/>
                  <a:pt x="4497294" y="66910"/>
                </a:cubicBezTo>
                <a:close/>
                <a:moveTo>
                  <a:pt x="4594606" y="77394"/>
                </a:moveTo>
                <a:cubicBezTo>
                  <a:pt x="4594382" y="70555"/>
                  <a:pt x="4593935" y="62358"/>
                  <a:pt x="4592818" y="60078"/>
                </a:cubicBezTo>
                <a:cubicBezTo>
                  <a:pt x="4592372" y="58938"/>
                  <a:pt x="4591926" y="58257"/>
                  <a:pt x="4590142" y="58257"/>
                </a:cubicBezTo>
                <a:cubicBezTo>
                  <a:pt x="4583892" y="60763"/>
                  <a:pt x="4578089" y="62813"/>
                  <a:pt x="4562689" y="64860"/>
                </a:cubicBezTo>
                <a:cubicBezTo>
                  <a:pt x="4562243" y="66229"/>
                  <a:pt x="4562689" y="69871"/>
                  <a:pt x="4563135" y="71240"/>
                </a:cubicBezTo>
                <a:cubicBezTo>
                  <a:pt x="4575187" y="72380"/>
                  <a:pt x="4577643" y="73520"/>
                  <a:pt x="4577643" y="86743"/>
                </a:cubicBezTo>
                <a:lnTo>
                  <a:pt x="4577643" y="131203"/>
                </a:lnTo>
                <a:cubicBezTo>
                  <a:pt x="4577643" y="149899"/>
                  <a:pt x="4574741" y="151039"/>
                  <a:pt x="4562464" y="151953"/>
                </a:cubicBezTo>
                <a:cubicBezTo>
                  <a:pt x="4561126" y="153319"/>
                  <a:pt x="4561126" y="158101"/>
                  <a:pt x="4562464" y="159466"/>
                </a:cubicBezTo>
                <a:cubicBezTo>
                  <a:pt x="4569163" y="159241"/>
                  <a:pt x="4577643" y="159011"/>
                  <a:pt x="4586569" y="159011"/>
                </a:cubicBezTo>
                <a:cubicBezTo>
                  <a:pt x="4595499" y="159011"/>
                  <a:pt x="4602415" y="159241"/>
                  <a:pt x="4609111" y="159466"/>
                </a:cubicBezTo>
                <a:cubicBezTo>
                  <a:pt x="4610453" y="158101"/>
                  <a:pt x="4610453" y="153319"/>
                  <a:pt x="4609111" y="151953"/>
                </a:cubicBezTo>
                <a:cubicBezTo>
                  <a:pt x="4597729" y="150813"/>
                  <a:pt x="4595274" y="149899"/>
                  <a:pt x="4595274" y="131203"/>
                </a:cubicBezTo>
                <a:lnTo>
                  <a:pt x="4595274" y="93811"/>
                </a:lnTo>
                <a:cubicBezTo>
                  <a:pt x="4595274" y="89022"/>
                  <a:pt x="4597283" y="86287"/>
                  <a:pt x="4599068" y="84237"/>
                </a:cubicBezTo>
                <a:cubicBezTo>
                  <a:pt x="4607997" y="75344"/>
                  <a:pt x="4616256" y="70781"/>
                  <a:pt x="4623173" y="70781"/>
                </a:cubicBezTo>
                <a:cubicBezTo>
                  <a:pt x="4631656" y="70781"/>
                  <a:pt x="4637905" y="76255"/>
                  <a:pt x="4637905" y="91531"/>
                </a:cubicBezTo>
                <a:lnTo>
                  <a:pt x="4637905" y="131203"/>
                </a:lnTo>
                <a:cubicBezTo>
                  <a:pt x="4637905" y="149899"/>
                  <a:pt x="4636117" y="151039"/>
                  <a:pt x="4624065" y="151953"/>
                </a:cubicBezTo>
                <a:cubicBezTo>
                  <a:pt x="4622951" y="153319"/>
                  <a:pt x="4622951" y="158101"/>
                  <a:pt x="4624065" y="159466"/>
                </a:cubicBezTo>
                <a:cubicBezTo>
                  <a:pt x="4629647" y="159241"/>
                  <a:pt x="4637905" y="159011"/>
                  <a:pt x="4646831" y="159011"/>
                </a:cubicBezTo>
                <a:cubicBezTo>
                  <a:pt x="4655761" y="159011"/>
                  <a:pt x="4663124" y="159241"/>
                  <a:pt x="4668706" y="159466"/>
                </a:cubicBezTo>
                <a:cubicBezTo>
                  <a:pt x="4669819" y="158101"/>
                  <a:pt x="4669819" y="153319"/>
                  <a:pt x="4668706" y="151953"/>
                </a:cubicBezTo>
                <a:cubicBezTo>
                  <a:pt x="4657546" y="151039"/>
                  <a:pt x="4655536" y="149899"/>
                  <a:pt x="4655536" y="131203"/>
                </a:cubicBezTo>
                <a:lnTo>
                  <a:pt x="4655536" y="94951"/>
                </a:lnTo>
                <a:cubicBezTo>
                  <a:pt x="4655536" y="91761"/>
                  <a:pt x="4655536" y="88567"/>
                  <a:pt x="4655311" y="85832"/>
                </a:cubicBezTo>
                <a:cubicBezTo>
                  <a:pt x="4666026" y="73746"/>
                  <a:pt x="4676069" y="70781"/>
                  <a:pt x="4684773" y="70781"/>
                </a:cubicBezTo>
                <a:cubicBezTo>
                  <a:pt x="4693257" y="70781"/>
                  <a:pt x="4698164" y="75799"/>
                  <a:pt x="4698164" y="91076"/>
                </a:cubicBezTo>
                <a:lnTo>
                  <a:pt x="4698164" y="131203"/>
                </a:lnTo>
                <a:cubicBezTo>
                  <a:pt x="4698164" y="149899"/>
                  <a:pt x="4695934" y="151039"/>
                  <a:pt x="4684327" y="151953"/>
                </a:cubicBezTo>
                <a:cubicBezTo>
                  <a:pt x="4683210" y="153319"/>
                  <a:pt x="4683210" y="158101"/>
                  <a:pt x="4684327" y="159466"/>
                </a:cubicBezTo>
                <a:cubicBezTo>
                  <a:pt x="4689909" y="159241"/>
                  <a:pt x="4698164" y="159011"/>
                  <a:pt x="4707094" y="159011"/>
                </a:cubicBezTo>
                <a:cubicBezTo>
                  <a:pt x="4716020" y="159011"/>
                  <a:pt x="4723833" y="159241"/>
                  <a:pt x="4730082" y="159466"/>
                </a:cubicBezTo>
                <a:cubicBezTo>
                  <a:pt x="4731199" y="158101"/>
                  <a:pt x="4731199" y="153319"/>
                  <a:pt x="4730082" y="151953"/>
                </a:cubicBezTo>
                <a:cubicBezTo>
                  <a:pt x="4717808" y="151039"/>
                  <a:pt x="4715799" y="149899"/>
                  <a:pt x="4715799" y="131203"/>
                </a:cubicBezTo>
                <a:lnTo>
                  <a:pt x="4715799" y="95180"/>
                </a:lnTo>
                <a:cubicBezTo>
                  <a:pt x="4715799" y="74889"/>
                  <a:pt x="4712451" y="58938"/>
                  <a:pt x="4692811" y="58938"/>
                </a:cubicBezTo>
                <a:cubicBezTo>
                  <a:pt x="4681426" y="58938"/>
                  <a:pt x="4667589" y="63268"/>
                  <a:pt x="4655982" y="75799"/>
                </a:cubicBezTo>
                <a:cubicBezTo>
                  <a:pt x="4655311" y="76484"/>
                  <a:pt x="4653973" y="77624"/>
                  <a:pt x="4653527" y="75570"/>
                </a:cubicBezTo>
                <a:cubicBezTo>
                  <a:pt x="4651518" y="66229"/>
                  <a:pt x="4642813" y="58938"/>
                  <a:pt x="4631210" y="58938"/>
                </a:cubicBezTo>
                <a:cubicBezTo>
                  <a:pt x="4618262" y="58938"/>
                  <a:pt x="4606659" y="66684"/>
                  <a:pt x="4597283" y="77394"/>
                </a:cubicBezTo>
                <a:cubicBezTo>
                  <a:pt x="4596166" y="78534"/>
                  <a:pt x="4594828" y="80133"/>
                  <a:pt x="4594606" y="77394"/>
                </a:cubicBezTo>
                <a:close/>
                <a:moveTo>
                  <a:pt x="4772041" y="83545"/>
                </a:moveTo>
                <a:cubicBezTo>
                  <a:pt x="4777844" y="76251"/>
                  <a:pt x="4788112" y="69416"/>
                  <a:pt x="4794583" y="69416"/>
                </a:cubicBezTo>
                <a:cubicBezTo>
                  <a:pt x="4808869" y="69416"/>
                  <a:pt x="4821143" y="85822"/>
                  <a:pt x="4821143" y="111572"/>
                </a:cubicBezTo>
                <a:cubicBezTo>
                  <a:pt x="4821143" y="130261"/>
                  <a:pt x="4814672" y="153503"/>
                  <a:pt x="4789675" y="153503"/>
                </a:cubicBezTo>
                <a:cubicBezTo>
                  <a:pt x="4785656" y="153503"/>
                  <a:pt x="4777844" y="152363"/>
                  <a:pt x="4773829" y="148718"/>
                </a:cubicBezTo>
                <a:cubicBezTo>
                  <a:pt x="4769364" y="144617"/>
                  <a:pt x="4768472" y="143248"/>
                  <a:pt x="4768472" y="135047"/>
                </a:cubicBezTo>
                <a:lnTo>
                  <a:pt x="4768472" y="93571"/>
                </a:lnTo>
                <a:cubicBezTo>
                  <a:pt x="4768472" y="88786"/>
                  <a:pt x="4769364" y="86736"/>
                  <a:pt x="4772041" y="83545"/>
                </a:cubicBezTo>
                <a:moveTo>
                  <a:pt x="4767801" y="75111"/>
                </a:moveTo>
                <a:cubicBezTo>
                  <a:pt x="4767579" y="68276"/>
                  <a:pt x="4767133" y="62358"/>
                  <a:pt x="4766016" y="60078"/>
                </a:cubicBezTo>
                <a:cubicBezTo>
                  <a:pt x="4765570" y="58938"/>
                  <a:pt x="4765124" y="58257"/>
                  <a:pt x="4763336" y="58257"/>
                </a:cubicBezTo>
                <a:cubicBezTo>
                  <a:pt x="4757087" y="60763"/>
                  <a:pt x="4751284" y="62813"/>
                  <a:pt x="4735883" y="64860"/>
                </a:cubicBezTo>
                <a:cubicBezTo>
                  <a:pt x="4735437" y="66229"/>
                  <a:pt x="4735883" y="69871"/>
                  <a:pt x="4736333" y="71240"/>
                </a:cubicBezTo>
                <a:cubicBezTo>
                  <a:pt x="4748382" y="72380"/>
                  <a:pt x="4750837" y="73516"/>
                  <a:pt x="4750837" y="86736"/>
                </a:cubicBezTo>
                <a:lnTo>
                  <a:pt x="4750837" y="184095"/>
                </a:lnTo>
                <a:cubicBezTo>
                  <a:pt x="4750837" y="203058"/>
                  <a:pt x="4748382" y="204202"/>
                  <a:pt x="4734770" y="204886"/>
                </a:cubicBezTo>
                <a:cubicBezTo>
                  <a:pt x="4733431" y="206252"/>
                  <a:pt x="4733431" y="211034"/>
                  <a:pt x="4734770" y="212399"/>
                </a:cubicBezTo>
                <a:cubicBezTo>
                  <a:pt x="4742582" y="212174"/>
                  <a:pt x="4750837" y="211944"/>
                  <a:pt x="4759767" y="211944"/>
                </a:cubicBezTo>
                <a:cubicBezTo>
                  <a:pt x="4768693" y="211944"/>
                  <a:pt x="4779407" y="212174"/>
                  <a:pt x="4786774" y="212399"/>
                </a:cubicBezTo>
                <a:cubicBezTo>
                  <a:pt x="4788112" y="211034"/>
                  <a:pt x="4788112" y="206252"/>
                  <a:pt x="4786774" y="204886"/>
                </a:cubicBezTo>
                <a:cubicBezTo>
                  <a:pt x="4770927" y="203972"/>
                  <a:pt x="4768472" y="203058"/>
                  <a:pt x="4768472" y="184095"/>
                </a:cubicBezTo>
                <a:lnTo>
                  <a:pt x="4768472" y="159425"/>
                </a:lnTo>
                <a:cubicBezTo>
                  <a:pt x="4768472" y="156464"/>
                  <a:pt x="4769364" y="156693"/>
                  <a:pt x="4771595" y="157830"/>
                </a:cubicBezTo>
                <a:cubicBezTo>
                  <a:pt x="4777177" y="159880"/>
                  <a:pt x="4783872" y="161246"/>
                  <a:pt x="4791014" y="161246"/>
                </a:cubicBezTo>
                <a:cubicBezTo>
                  <a:pt x="4803512" y="161246"/>
                  <a:pt x="4814672" y="157374"/>
                  <a:pt x="4823823" y="148492"/>
                </a:cubicBezTo>
                <a:cubicBezTo>
                  <a:pt x="4834313" y="138008"/>
                  <a:pt x="4840337" y="123878"/>
                  <a:pt x="4840337" y="105421"/>
                </a:cubicBezTo>
                <a:cubicBezTo>
                  <a:pt x="4840337" y="81266"/>
                  <a:pt x="4823599" y="58938"/>
                  <a:pt x="4800832" y="58938"/>
                </a:cubicBezTo>
                <a:cubicBezTo>
                  <a:pt x="4790567" y="58938"/>
                  <a:pt x="4779182" y="66000"/>
                  <a:pt x="4770256" y="76025"/>
                </a:cubicBezTo>
                <a:cubicBezTo>
                  <a:pt x="4768918" y="77391"/>
                  <a:pt x="4768026" y="77391"/>
                  <a:pt x="4767801" y="75111"/>
                </a:cubicBezTo>
                <a:close/>
                <a:moveTo>
                  <a:pt x="4888102" y="77391"/>
                </a:moveTo>
                <a:cubicBezTo>
                  <a:pt x="4887655" y="68276"/>
                  <a:pt x="4887431" y="62358"/>
                  <a:pt x="4886317" y="60078"/>
                </a:cubicBezTo>
                <a:cubicBezTo>
                  <a:pt x="4885867" y="58938"/>
                  <a:pt x="4885421" y="58257"/>
                  <a:pt x="4883637" y="58257"/>
                </a:cubicBezTo>
                <a:cubicBezTo>
                  <a:pt x="4877387" y="60763"/>
                  <a:pt x="4871584" y="62813"/>
                  <a:pt x="4856184" y="64860"/>
                </a:cubicBezTo>
                <a:cubicBezTo>
                  <a:pt x="4855738" y="66229"/>
                  <a:pt x="4856184" y="69871"/>
                  <a:pt x="4856630" y="71237"/>
                </a:cubicBezTo>
                <a:cubicBezTo>
                  <a:pt x="4868683" y="72376"/>
                  <a:pt x="4871138" y="73516"/>
                  <a:pt x="4871138" y="86739"/>
                </a:cubicBezTo>
                <a:lnTo>
                  <a:pt x="4871138" y="131203"/>
                </a:lnTo>
                <a:cubicBezTo>
                  <a:pt x="4871138" y="150129"/>
                  <a:pt x="4868461" y="151039"/>
                  <a:pt x="4854621" y="151953"/>
                </a:cubicBezTo>
                <a:cubicBezTo>
                  <a:pt x="4853282" y="153319"/>
                  <a:pt x="4853282" y="158101"/>
                  <a:pt x="4854621" y="159466"/>
                </a:cubicBezTo>
                <a:cubicBezTo>
                  <a:pt x="4862433" y="159241"/>
                  <a:pt x="4871138" y="159011"/>
                  <a:pt x="4880068" y="159011"/>
                </a:cubicBezTo>
                <a:cubicBezTo>
                  <a:pt x="4888994" y="159011"/>
                  <a:pt x="4899262" y="159241"/>
                  <a:pt x="4907071" y="159466"/>
                </a:cubicBezTo>
                <a:cubicBezTo>
                  <a:pt x="4908413" y="158101"/>
                  <a:pt x="4908413" y="153319"/>
                  <a:pt x="4907071" y="151953"/>
                </a:cubicBezTo>
                <a:cubicBezTo>
                  <a:pt x="4891449" y="150813"/>
                  <a:pt x="4888769" y="150129"/>
                  <a:pt x="4888769" y="131203"/>
                </a:cubicBezTo>
                <a:lnTo>
                  <a:pt x="4888769" y="99510"/>
                </a:lnTo>
                <a:cubicBezTo>
                  <a:pt x="4888769" y="93582"/>
                  <a:pt x="4891449" y="88338"/>
                  <a:pt x="4894126" y="84233"/>
                </a:cubicBezTo>
                <a:cubicBezTo>
                  <a:pt x="4896581" y="80585"/>
                  <a:pt x="4901717" y="73061"/>
                  <a:pt x="4904394" y="73061"/>
                </a:cubicBezTo>
                <a:cubicBezTo>
                  <a:pt x="4906403" y="73061"/>
                  <a:pt x="4908413" y="73516"/>
                  <a:pt x="4910197" y="76025"/>
                </a:cubicBezTo>
                <a:cubicBezTo>
                  <a:pt x="4911760" y="78305"/>
                  <a:pt x="4914437" y="81269"/>
                  <a:pt x="4918231" y="81269"/>
                </a:cubicBezTo>
                <a:cubicBezTo>
                  <a:pt x="4923588" y="81269"/>
                  <a:pt x="4928720" y="75567"/>
                  <a:pt x="4928720" y="69871"/>
                </a:cubicBezTo>
                <a:cubicBezTo>
                  <a:pt x="4928720" y="65544"/>
                  <a:pt x="4924705" y="58938"/>
                  <a:pt x="4915329" y="58938"/>
                </a:cubicBezTo>
                <a:cubicBezTo>
                  <a:pt x="4904840" y="58938"/>
                  <a:pt x="4895689" y="68960"/>
                  <a:pt x="4890557" y="77846"/>
                </a:cubicBezTo>
                <a:cubicBezTo>
                  <a:pt x="4889219" y="80355"/>
                  <a:pt x="4888102" y="78531"/>
                  <a:pt x="4888102" y="77391"/>
                </a:cubicBezTo>
                <a:close/>
                <a:moveTo>
                  <a:pt x="4939210" y="112257"/>
                </a:moveTo>
                <a:cubicBezTo>
                  <a:pt x="4939210" y="135502"/>
                  <a:pt x="4954389" y="161246"/>
                  <a:pt x="4986082" y="161246"/>
                </a:cubicBezTo>
                <a:cubicBezTo>
                  <a:pt x="5000365" y="161246"/>
                  <a:pt x="5011304" y="156009"/>
                  <a:pt x="5018891" y="148492"/>
                </a:cubicBezTo>
                <a:cubicBezTo>
                  <a:pt x="5028935" y="138463"/>
                  <a:pt x="5033399" y="124107"/>
                  <a:pt x="5033399" y="110207"/>
                </a:cubicBezTo>
                <a:cubicBezTo>
                  <a:pt x="5033399" y="86506"/>
                  <a:pt x="5020676" y="58938"/>
                  <a:pt x="4986528" y="58938"/>
                </a:cubicBezTo>
                <a:cubicBezTo>
                  <a:pt x="4971799" y="58938"/>
                  <a:pt x="4959746" y="65089"/>
                  <a:pt x="4951487" y="74885"/>
                </a:cubicBezTo>
                <a:cubicBezTo>
                  <a:pt x="4943454" y="84685"/>
                  <a:pt x="4939210" y="97901"/>
                  <a:pt x="4939210" y="112257"/>
                </a:cubicBezTo>
                <a:moveTo>
                  <a:pt x="4983180" y="66910"/>
                </a:moveTo>
                <a:cubicBezTo>
                  <a:pt x="5002374" y="66910"/>
                  <a:pt x="5014205" y="84685"/>
                  <a:pt x="5014205" y="117501"/>
                </a:cubicBezTo>
                <a:cubicBezTo>
                  <a:pt x="5014205" y="146212"/>
                  <a:pt x="4999697" y="153277"/>
                  <a:pt x="4989208" y="153277"/>
                </a:cubicBezTo>
                <a:cubicBezTo>
                  <a:pt x="4965995" y="153277"/>
                  <a:pt x="4958408" y="124562"/>
                  <a:pt x="4958408" y="107016"/>
                </a:cubicBezTo>
                <a:cubicBezTo>
                  <a:pt x="4958408" y="87191"/>
                  <a:pt x="4963094" y="66910"/>
                  <a:pt x="4983180" y="66910"/>
                </a:cubicBezTo>
                <a:close/>
                <a:moveTo>
                  <a:pt x="5080493" y="77394"/>
                </a:moveTo>
                <a:cubicBezTo>
                  <a:pt x="5080268" y="70555"/>
                  <a:pt x="5079822" y="62358"/>
                  <a:pt x="5078705" y="60078"/>
                </a:cubicBezTo>
                <a:cubicBezTo>
                  <a:pt x="5078259" y="58938"/>
                  <a:pt x="5077813" y="58257"/>
                  <a:pt x="5076028" y="58257"/>
                </a:cubicBezTo>
                <a:cubicBezTo>
                  <a:pt x="5069779" y="60763"/>
                  <a:pt x="5063976" y="62813"/>
                  <a:pt x="5048576" y="64860"/>
                </a:cubicBezTo>
                <a:cubicBezTo>
                  <a:pt x="5048129" y="66229"/>
                  <a:pt x="5048576" y="69871"/>
                  <a:pt x="5049022" y="71240"/>
                </a:cubicBezTo>
                <a:cubicBezTo>
                  <a:pt x="5061074" y="72380"/>
                  <a:pt x="5063530" y="73520"/>
                  <a:pt x="5063530" y="86743"/>
                </a:cubicBezTo>
                <a:lnTo>
                  <a:pt x="5063530" y="131203"/>
                </a:lnTo>
                <a:cubicBezTo>
                  <a:pt x="5063530" y="149899"/>
                  <a:pt x="5060628" y="151039"/>
                  <a:pt x="5048351" y="151953"/>
                </a:cubicBezTo>
                <a:cubicBezTo>
                  <a:pt x="5047012" y="153319"/>
                  <a:pt x="5047012" y="158101"/>
                  <a:pt x="5048351" y="159466"/>
                </a:cubicBezTo>
                <a:cubicBezTo>
                  <a:pt x="5055050" y="159241"/>
                  <a:pt x="5063530" y="159011"/>
                  <a:pt x="5072456" y="159011"/>
                </a:cubicBezTo>
                <a:cubicBezTo>
                  <a:pt x="5081385" y="159011"/>
                  <a:pt x="5088302" y="159241"/>
                  <a:pt x="5094998" y="159466"/>
                </a:cubicBezTo>
                <a:cubicBezTo>
                  <a:pt x="5096339" y="158101"/>
                  <a:pt x="5096339" y="153319"/>
                  <a:pt x="5094998" y="151953"/>
                </a:cubicBezTo>
                <a:cubicBezTo>
                  <a:pt x="5083616" y="150813"/>
                  <a:pt x="5081161" y="149899"/>
                  <a:pt x="5081161" y="131203"/>
                </a:cubicBezTo>
                <a:lnTo>
                  <a:pt x="5081161" y="93811"/>
                </a:lnTo>
                <a:cubicBezTo>
                  <a:pt x="5081161" y="89022"/>
                  <a:pt x="5083170" y="86287"/>
                  <a:pt x="5084954" y="84237"/>
                </a:cubicBezTo>
                <a:cubicBezTo>
                  <a:pt x="5093884" y="75344"/>
                  <a:pt x="5102143" y="70781"/>
                  <a:pt x="5109059" y="70781"/>
                </a:cubicBezTo>
                <a:cubicBezTo>
                  <a:pt x="5117543" y="70781"/>
                  <a:pt x="5123792" y="76255"/>
                  <a:pt x="5123792" y="91531"/>
                </a:cubicBezTo>
                <a:lnTo>
                  <a:pt x="5123792" y="131203"/>
                </a:lnTo>
                <a:cubicBezTo>
                  <a:pt x="5123792" y="149899"/>
                  <a:pt x="5122004" y="151039"/>
                  <a:pt x="5109952" y="151953"/>
                </a:cubicBezTo>
                <a:cubicBezTo>
                  <a:pt x="5108838" y="153319"/>
                  <a:pt x="5108838" y="158101"/>
                  <a:pt x="5109952" y="159466"/>
                </a:cubicBezTo>
                <a:cubicBezTo>
                  <a:pt x="5115533" y="159241"/>
                  <a:pt x="5123792" y="159011"/>
                  <a:pt x="5132718" y="159011"/>
                </a:cubicBezTo>
                <a:cubicBezTo>
                  <a:pt x="5141648" y="159011"/>
                  <a:pt x="5149011" y="159241"/>
                  <a:pt x="5154592" y="159466"/>
                </a:cubicBezTo>
                <a:cubicBezTo>
                  <a:pt x="5155706" y="158101"/>
                  <a:pt x="5155706" y="153319"/>
                  <a:pt x="5154592" y="151953"/>
                </a:cubicBezTo>
                <a:cubicBezTo>
                  <a:pt x="5143432" y="151039"/>
                  <a:pt x="5141423" y="149899"/>
                  <a:pt x="5141423" y="131203"/>
                </a:cubicBezTo>
                <a:lnTo>
                  <a:pt x="5141423" y="94951"/>
                </a:lnTo>
                <a:cubicBezTo>
                  <a:pt x="5141423" y="91761"/>
                  <a:pt x="5141423" y="88567"/>
                  <a:pt x="5141198" y="85832"/>
                </a:cubicBezTo>
                <a:cubicBezTo>
                  <a:pt x="5151912" y="73746"/>
                  <a:pt x="5161955" y="70781"/>
                  <a:pt x="5170660" y="70781"/>
                </a:cubicBezTo>
                <a:cubicBezTo>
                  <a:pt x="5179144" y="70781"/>
                  <a:pt x="5184051" y="75799"/>
                  <a:pt x="5184051" y="91076"/>
                </a:cubicBezTo>
                <a:lnTo>
                  <a:pt x="5184051" y="131203"/>
                </a:lnTo>
                <a:cubicBezTo>
                  <a:pt x="5184051" y="149899"/>
                  <a:pt x="5181820" y="151039"/>
                  <a:pt x="5170214" y="151953"/>
                </a:cubicBezTo>
                <a:cubicBezTo>
                  <a:pt x="5169097" y="153319"/>
                  <a:pt x="5169097" y="158101"/>
                  <a:pt x="5170214" y="159466"/>
                </a:cubicBezTo>
                <a:cubicBezTo>
                  <a:pt x="5175796" y="159241"/>
                  <a:pt x="5184051" y="159011"/>
                  <a:pt x="5192981" y="159011"/>
                </a:cubicBezTo>
                <a:cubicBezTo>
                  <a:pt x="5201907" y="159011"/>
                  <a:pt x="5209719" y="159241"/>
                  <a:pt x="5215969" y="159466"/>
                </a:cubicBezTo>
                <a:cubicBezTo>
                  <a:pt x="5217086" y="158101"/>
                  <a:pt x="5217086" y="153319"/>
                  <a:pt x="5215969" y="151953"/>
                </a:cubicBezTo>
                <a:cubicBezTo>
                  <a:pt x="5203695" y="151039"/>
                  <a:pt x="5201685" y="149899"/>
                  <a:pt x="5201685" y="131203"/>
                </a:cubicBezTo>
                <a:lnTo>
                  <a:pt x="5201685" y="95180"/>
                </a:lnTo>
                <a:cubicBezTo>
                  <a:pt x="5201685" y="74889"/>
                  <a:pt x="5198338" y="58938"/>
                  <a:pt x="5178697" y="58938"/>
                </a:cubicBezTo>
                <a:cubicBezTo>
                  <a:pt x="5167312" y="58938"/>
                  <a:pt x="5153475" y="63268"/>
                  <a:pt x="5141869" y="75799"/>
                </a:cubicBezTo>
                <a:cubicBezTo>
                  <a:pt x="5141198" y="76484"/>
                  <a:pt x="5139860" y="77624"/>
                  <a:pt x="5139414" y="75570"/>
                </a:cubicBezTo>
                <a:cubicBezTo>
                  <a:pt x="5137404" y="66229"/>
                  <a:pt x="5128700" y="58938"/>
                  <a:pt x="5117097" y="58938"/>
                </a:cubicBezTo>
                <a:cubicBezTo>
                  <a:pt x="5104148" y="58938"/>
                  <a:pt x="5092546" y="66684"/>
                  <a:pt x="5083170" y="77394"/>
                </a:cubicBezTo>
                <a:cubicBezTo>
                  <a:pt x="5082053" y="78534"/>
                  <a:pt x="5080714" y="80133"/>
                  <a:pt x="5080493" y="77394"/>
                </a:cubicBezTo>
                <a:close/>
                <a:moveTo>
                  <a:pt x="5238958" y="22498"/>
                </a:moveTo>
                <a:cubicBezTo>
                  <a:pt x="5238958" y="28420"/>
                  <a:pt x="5244315" y="34341"/>
                  <a:pt x="5249669" y="34341"/>
                </a:cubicBezTo>
                <a:cubicBezTo>
                  <a:pt x="5255918" y="34341"/>
                  <a:pt x="5261275" y="28194"/>
                  <a:pt x="5261275" y="23408"/>
                </a:cubicBezTo>
                <a:cubicBezTo>
                  <a:pt x="5261275" y="17946"/>
                  <a:pt x="5256589" y="11565"/>
                  <a:pt x="5250564" y="11565"/>
                </a:cubicBezTo>
                <a:cubicBezTo>
                  <a:pt x="5245207" y="11565"/>
                  <a:pt x="5238958" y="17032"/>
                  <a:pt x="5238958" y="22498"/>
                </a:cubicBezTo>
                <a:moveTo>
                  <a:pt x="5259269" y="131224"/>
                </a:moveTo>
                <a:lnTo>
                  <a:pt x="5259269" y="85898"/>
                </a:lnTo>
                <a:cubicBezTo>
                  <a:pt x="5259269" y="74510"/>
                  <a:pt x="5260161" y="59883"/>
                  <a:pt x="5260161" y="59883"/>
                </a:cubicBezTo>
                <a:cubicBezTo>
                  <a:pt x="5260161" y="58962"/>
                  <a:pt x="5259044" y="58271"/>
                  <a:pt x="5257260" y="58271"/>
                </a:cubicBezTo>
                <a:cubicBezTo>
                  <a:pt x="5251010" y="60804"/>
                  <a:pt x="5242081" y="62875"/>
                  <a:pt x="5226681" y="64943"/>
                </a:cubicBezTo>
                <a:cubicBezTo>
                  <a:pt x="5226235" y="66312"/>
                  <a:pt x="5226681" y="69954"/>
                  <a:pt x="5227127" y="71323"/>
                </a:cubicBezTo>
                <a:cubicBezTo>
                  <a:pt x="5239404" y="72460"/>
                  <a:pt x="5241635" y="73829"/>
                  <a:pt x="5241635" y="86812"/>
                </a:cubicBezTo>
                <a:lnTo>
                  <a:pt x="5241635" y="131224"/>
                </a:lnTo>
                <a:cubicBezTo>
                  <a:pt x="5241635" y="150129"/>
                  <a:pt x="5239179" y="150813"/>
                  <a:pt x="5225567" y="151953"/>
                </a:cubicBezTo>
                <a:cubicBezTo>
                  <a:pt x="5224225" y="153319"/>
                  <a:pt x="5224225" y="158101"/>
                  <a:pt x="5225567" y="159466"/>
                </a:cubicBezTo>
                <a:cubicBezTo>
                  <a:pt x="5232930" y="159241"/>
                  <a:pt x="5241635" y="159011"/>
                  <a:pt x="5250564" y="159011"/>
                </a:cubicBezTo>
                <a:cubicBezTo>
                  <a:pt x="5259490" y="159011"/>
                  <a:pt x="5267970" y="159241"/>
                  <a:pt x="5275337" y="159466"/>
                </a:cubicBezTo>
                <a:cubicBezTo>
                  <a:pt x="5276675" y="158101"/>
                  <a:pt x="5276675" y="153319"/>
                  <a:pt x="5275337" y="151953"/>
                </a:cubicBezTo>
                <a:cubicBezTo>
                  <a:pt x="5261721" y="151043"/>
                  <a:pt x="5259269" y="150129"/>
                  <a:pt x="5259269" y="131224"/>
                </a:cubicBezTo>
                <a:close/>
                <a:moveTo>
                  <a:pt x="5290067" y="127527"/>
                </a:moveTo>
                <a:cubicBezTo>
                  <a:pt x="5290959" y="138692"/>
                  <a:pt x="5291630" y="149402"/>
                  <a:pt x="5291630" y="158969"/>
                </a:cubicBezTo>
                <a:cubicBezTo>
                  <a:pt x="5293861" y="158514"/>
                  <a:pt x="5296095" y="158288"/>
                  <a:pt x="5297209" y="158288"/>
                </a:cubicBezTo>
                <a:cubicBezTo>
                  <a:pt x="5298772" y="158288"/>
                  <a:pt x="5300110" y="158288"/>
                  <a:pt x="5301673" y="158744"/>
                </a:cubicBezTo>
                <a:cubicBezTo>
                  <a:pt x="5307701" y="160335"/>
                  <a:pt x="5313726" y="161246"/>
                  <a:pt x="5321984" y="161246"/>
                </a:cubicBezTo>
                <a:cubicBezTo>
                  <a:pt x="5334483" y="161246"/>
                  <a:pt x="5357471" y="155098"/>
                  <a:pt x="5357471" y="132538"/>
                </a:cubicBezTo>
                <a:cubicBezTo>
                  <a:pt x="5357471" y="117046"/>
                  <a:pt x="5346536" y="107930"/>
                  <a:pt x="5331357" y="102231"/>
                </a:cubicBezTo>
                <a:cubicBezTo>
                  <a:pt x="5317966" y="96991"/>
                  <a:pt x="5309040" y="93571"/>
                  <a:pt x="5309040" y="81040"/>
                </a:cubicBezTo>
                <a:cubicBezTo>
                  <a:pt x="5309040" y="71695"/>
                  <a:pt x="5317074" y="66455"/>
                  <a:pt x="5324661" y="66455"/>
                </a:cubicBezTo>
                <a:cubicBezTo>
                  <a:pt x="5329572" y="66455"/>
                  <a:pt x="5342517" y="68279"/>
                  <a:pt x="5345419" y="87650"/>
                </a:cubicBezTo>
                <a:cubicBezTo>
                  <a:pt x="5346757" y="89015"/>
                  <a:pt x="5351222" y="88786"/>
                  <a:pt x="5352560" y="87420"/>
                </a:cubicBezTo>
                <a:cubicBezTo>
                  <a:pt x="5353231" y="79215"/>
                  <a:pt x="5353677" y="70785"/>
                  <a:pt x="5353902" y="63268"/>
                </a:cubicBezTo>
                <a:cubicBezTo>
                  <a:pt x="5346982" y="62128"/>
                  <a:pt x="5336268" y="58938"/>
                  <a:pt x="5324661" y="58938"/>
                </a:cubicBezTo>
                <a:cubicBezTo>
                  <a:pt x="5308147" y="58938"/>
                  <a:pt x="5293193" y="69874"/>
                  <a:pt x="5293193" y="84459"/>
                </a:cubicBezTo>
                <a:cubicBezTo>
                  <a:pt x="5293193" y="101091"/>
                  <a:pt x="5300556" y="108156"/>
                  <a:pt x="5317744" y="115451"/>
                </a:cubicBezTo>
                <a:cubicBezTo>
                  <a:pt x="5336268" y="123197"/>
                  <a:pt x="5340508" y="127982"/>
                  <a:pt x="5340508" y="137782"/>
                </a:cubicBezTo>
                <a:cubicBezTo>
                  <a:pt x="5340508" y="148947"/>
                  <a:pt x="5329797" y="153732"/>
                  <a:pt x="5321538" y="153732"/>
                </a:cubicBezTo>
                <a:cubicBezTo>
                  <a:pt x="5312834" y="153732"/>
                  <a:pt x="5307923" y="150768"/>
                  <a:pt x="5305692" y="148263"/>
                </a:cubicBezTo>
                <a:cubicBezTo>
                  <a:pt x="5300781" y="143022"/>
                  <a:pt x="5298326" y="132996"/>
                  <a:pt x="5296987" y="127297"/>
                </a:cubicBezTo>
                <a:cubicBezTo>
                  <a:pt x="5295649" y="125931"/>
                  <a:pt x="5291405" y="126157"/>
                  <a:pt x="5290067" y="127527"/>
                </a:cubicBezTo>
                <a:close/>
                <a:moveTo>
                  <a:pt x="5426884" y="108191"/>
                </a:moveTo>
                <a:cubicBezTo>
                  <a:pt x="5429786" y="108191"/>
                  <a:pt x="5432909" y="101814"/>
                  <a:pt x="5432909" y="99079"/>
                </a:cubicBezTo>
                <a:cubicBezTo>
                  <a:pt x="5432909" y="96803"/>
                  <a:pt x="5432017" y="94523"/>
                  <a:pt x="5429786" y="94523"/>
                </a:cubicBezTo>
                <a:lnTo>
                  <a:pt x="5380905" y="94523"/>
                </a:lnTo>
                <a:cubicBezTo>
                  <a:pt x="5378228" y="94523"/>
                  <a:pt x="5375327" y="99764"/>
                  <a:pt x="5375327" y="103861"/>
                </a:cubicBezTo>
                <a:cubicBezTo>
                  <a:pt x="5375327" y="106141"/>
                  <a:pt x="5376665" y="108191"/>
                  <a:pt x="5378674" y="108191"/>
                </a:cubicBezTo>
                <a:lnTo>
                  <a:pt x="5426884" y="108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ingpackageBisthesumofdownloadsofallreachablepack-">
            <a:extLst xmlns:a="http://schemas.openxmlformats.org/drawingml/2006/main">
              <a:ext uri="{FF2B5EF4-FFF2-40B4-BE49-F238E27FC236}">
                <a16:creationId xmlns:a16="http://schemas.microsoft.com/office/drawing/2014/main" id="{680453B2-D156-4D6B-A56D-C22D2FCE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89" y="4183778"/>
            <a:ext cx="5432908" cy="213289"/>
          </a:xfrm>
          <a:custGeom xmlns:a="http://schemas.openxmlformats.org/drawingml/2006/main">
            <a:pathLst>
              <a:path w="5432908" h="213289">
                <a:moveTo>
                  <a:pt x="14733" y="22498"/>
                </a:moveTo>
                <a:cubicBezTo>
                  <a:pt x="14733" y="28420"/>
                  <a:pt x="20090" y="34341"/>
                  <a:pt x="25443" y="34341"/>
                </a:cubicBezTo>
                <a:cubicBezTo>
                  <a:pt x="31693" y="34341"/>
                  <a:pt x="37050" y="28194"/>
                  <a:pt x="37050" y="23408"/>
                </a:cubicBezTo>
                <a:cubicBezTo>
                  <a:pt x="37050" y="17946"/>
                  <a:pt x="32364" y="11565"/>
                  <a:pt x="26339" y="11565"/>
                </a:cubicBezTo>
                <a:cubicBezTo>
                  <a:pt x="20982" y="11565"/>
                  <a:pt x="14733" y="17032"/>
                  <a:pt x="14733" y="22498"/>
                </a:cubicBezTo>
                <a:moveTo>
                  <a:pt x="35044" y="131224"/>
                </a:moveTo>
                <a:lnTo>
                  <a:pt x="35044" y="85898"/>
                </a:lnTo>
                <a:cubicBezTo>
                  <a:pt x="35044" y="74510"/>
                  <a:pt x="35936" y="59883"/>
                  <a:pt x="35936" y="59883"/>
                </a:cubicBezTo>
                <a:cubicBezTo>
                  <a:pt x="35936" y="58962"/>
                  <a:pt x="34819" y="58271"/>
                  <a:pt x="33035" y="58271"/>
                </a:cubicBezTo>
                <a:cubicBezTo>
                  <a:pt x="26785" y="60804"/>
                  <a:pt x="17856" y="62875"/>
                  <a:pt x="2455" y="64943"/>
                </a:cubicBezTo>
                <a:cubicBezTo>
                  <a:pt x="2009" y="66312"/>
                  <a:pt x="2455" y="69954"/>
                  <a:pt x="2902" y="71323"/>
                </a:cubicBezTo>
                <a:cubicBezTo>
                  <a:pt x="15179" y="72460"/>
                  <a:pt x="17410" y="73829"/>
                  <a:pt x="17410" y="86812"/>
                </a:cubicBezTo>
                <a:lnTo>
                  <a:pt x="17410" y="131224"/>
                </a:lnTo>
                <a:cubicBezTo>
                  <a:pt x="17410" y="150129"/>
                  <a:pt x="14954" y="150813"/>
                  <a:pt x="1342" y="151953"/>
                </a:cubicBezTo>
                <a:cubicBezTo>
                  <a:pt x="0" y="153319"/>
                  <a:pt x="0" y="158101"/>
                  <a:pt x="1342" y="159466"/>
                </a:cubicBezTo>
                <a:cubicBezTo>
                  <a:pt x="8705" y="159241"/>
                  <a:pt x="17410" y="159011"/>
                  <a:pt x="26339" y="159011"/>
                </a:cubicBezTo>
                <a:cubicBezTo>
                  <a:pt x="35265" y="159011"/>
                  <a:pt x="43745" y="159241"/>
                  <a:pt x="51112" y="159466"/>
                </a:cubicBezTo>
                <a:cubicBezTo>
                  <a:pt x="52450" y="158101"/>
                  <a:pt x="52450" y="153319"/>
                  <a:pt x="51112" y="151953"/>
                </a:cubicBezTo>
                <a:cubicBezTo>
                  <a:pt x="37496" y="151043"/>
                  <a:pt x="35044" y="150129"/>
                  <a:pt x="35044" y="131224"/>
                </a:cubicBezTo>
                <a:close/>
                <a:moveTo>
                  <a:pt x="96196" y="77394"/>
                </a:moveTo>
                <a:cubicBezTo>
                  <a:pt x="94858" y="78990"/>
                  <a:pt x="93519" y="79448"/>
                  <a:pt x="93519" y="77394"/>
                </a:cubicBezTo>
                <a:cubicBezTo>
                  <a:pt x="93294" y="71240"/>
                  <a:pt x="92848" y="62358"/>
                  <a:pt x="91731" y="60078"/>
                </a:cubicBezTo>
                <a:cubicBezTo>
                  <a:pt x="91285" y="58938"/>
                  <a:pt x="90839" y="58257"/>
                  <a:pt x="89054" y="58257"/>
                </a:cubicBezTo>
                <a:cubicBezTo>
                  <a:pt x="82805" y="60763"/>
                  <a:pt x="77002" y="62813"/>
                  <a:pt x="61602" y="64860"/>
                </a:cubicBezTo>
                <a:cubicBezTo>
                  <a:pt x="61156" y="66229"/>
                  <a:pt x="61602" y="69871"/>
                  <a:pt x="62048" y="71240"/>
                </a:cubicBezTo>
                <a:cubicBezTo>
                  <a:pt x="74100" y="72380"/>
                  <a:pt x="76556" y="73520"/>
                  <a:pt x="76556" y="86743"/>
                </a:cubicBezTo>
                <a:lnTo>
                  <a:pt x="76556" y="131203"/>
                </a:lnTo>
                <a:cubicBezTo>
                  <a:pt x="76556" y="149899"/>
                  <a:pt x="74325" y="150813"/>
                  <a:pt x="60931" y="151953"/>
                </a:cubicBezTo>
                <a:cubicBezTo>
                  <a:pt x="59592" y="153319"/>
                  <a:pt x="59592" y="158101"/>
                  <a:pt x="60931" y="159466"/>
                </a:cubicBezTo>
                <a:cubicBezTo>
                  <a:pt x="67630" y="159241"/>
                  <a:pt x="76556" y="159011"/>
                  <a:pt x="85482" y="159011"/>
                </a:cubicBezTo>
                <a:cubicBezTo>
                  <a:pt x="94411" y="159011"/>
                  <a:pt x="101107" y="159241"/>
                  <a:pt x="107802" y="159466"/>
                </a:cubicBezTo>
                <a:cubicBezTo>
                  <a:pt x="109141" y="158101"/>
                  <a:pt x="109141" y="153319"/>
                  <a:pt x="107802" y="151953"/>
                </a:cubicBezTo>
                <a:cubicBezTo>
                  <a:pt x="96421" y="150813"/>
                  <a:pt x="94187" y="149899"/>
                  <a:pt x="94187" y="131203"/>
                </a:cubicBezTo>
                <a:lnTo>
                  <a:pt x="94187" y="93811"/>
                </a:lnTo>
                <a:cubicBezTo>
                  <a:pt x="94187" y="89022"/>
                  <a:pt x="96196" y="86287"/>
                  <a:pt x="97981" y="84237"/>
                </a:cubicBezTo>
                <a:cubicBezTo>
                  <a:pt x="106464" y="75799"/>
                  <a:pt x="116507" y="70781"/>
                  <a:pt x="125212" y="70781"/>
                </a:cubicBezTo>
                <a:cubicBezTo>
                  <a:pt x="129677" y="70781"/>
                  <a:pt x="134363" y="73746"/>
                  <a:pt x="137040" y="78990"/>
                </a:cubicBezTo>
                <a:cubicBezTo>
                  <a:pt x="139274" y="83552"/>
                  <a:pt x="139720" y="89707"/>
                  <a:pt x="139720" y="96546"/>
                </a:cubicBezTo>
                <a:lnTo>
                  <a:pt x="139720" y="131203"/>
                </a:lnTo>
                <a:cubicBezTo>
                  <a:pt x="139720" y="149899"/>
                  <a:pt x="137486" y="150813"/>
                  <a:pt x="125879" y="151953"/>
                </a:cubicBezTo>
                <a:cubicBezTo>
                  <a:pt x="124766" y="153319"/>
                  <a:pt x="124766" y="158101"/>
                  <a:pt x="125879" y="159466"/>
                </a:cubicBezTo>
                <a:cubicBezTo>
                  <a:pt x="132578" y="159241"/>
                  <a:pt x="139720" y="159011"/>
                  <a:pt x="148646" y="159011"/>
                </a:cubicBezTo>
                <a:cubicBezTo>
                  <a:pt x="157575" y="159011"/>
                  <a:pt x="165609" y="159241"/>
                  <a:pt x="172305" y="159466"/>
                </a:cubicBezTo>
                <a:cubicBezTo>
                  <a:pt x="173422" y="158101"/>
                  <a:pt x="173422" y="153319"/>
                  <a:pt x="172305" y="151953"/>
                </a:cubicBezTo>
                <a:cubicBezTo>
                  <a:pt x="159806" y="150813"/>
                  <a:pt x="157351" y="149899"/>
                  <a:pt x="157351" y="131203"/>
                </a:cubicBezTo>
                <a:lnTo>
                  <a:pt x="157351" y="97230"/>
                </a:lnTo>
                <a:cubicBezTo>
                  <a:pt x="157351" y="84692"/>
                  <a:pt x="156458" y="73746"/>
                  <a:pt x="151326" y="66684"/>
                </a:cubicBezTo>
                <a:cubicBezTo>
                  <a:pt x="147529" y="61673"/>
                  <a:pt x="140612" y="58938"/>
                  <a:pt x="132800" y="58938"/>
                </a:cubicBezTo>
                <a:cubicBezTo>
                  <a:pt x="121864" y="58938"/>
                  <a:pt x="109366" y="61899"/>
                  <a:pt x="96196" y="77394"/>
                </a:cubicBezTo>
                <a:close/>
                <a:moveTo>
                  <a:pt x="247298" y="95434"/>
                </a:moveTo>
                <a:cubicBezTo>
                  <a:pt x="247298" y="116656"/>
                  <a:pt x="236806" y="120990"/>
                  <a:pt x="228547" y="120990"/>
                </a:cubicBezTo>
                <a:cubicBezTo>
                  <a:pt x="209799" y="120990"/>
                  <a:pt x="207793" y="104792"/>
                  <a:pt x="207793" y="90186"/>
                </a:cubicBezTo>
                <a:cubicBezTo>
                  <a:pt x="207793" y="74215"/>
                  <a:pt x="213372" y="66000"/>
                  <a:pt x="225649" y="66000"/>
                </a:cubicBezTo>
                <a:cubicBezTo>
                  <a:pt x="239707" y="66000"/>
                  <a:pt x="247298" y="76498"/>
                  <a:pt x="247298" y="95434"/>
                </a:cubicBezTo>
                <a:moveTo>
                  <a:pt x="205559" y="161235"/>
                </a:moveTo>
                <a:cubicBezTo>
                  <a:pt x="208014" y="161920"/>
                  <a:pt x="211587" y="162379"/>
                  <a:pt x="214489" y="162379"/>
                </a:cubicBezTo>
                <a:cubicBezTo>
                  <a:pt x="221405" y="162379"/>
                  <a:pt x="227655" y="161690"/>
                  <a:pt x="230781" y="161690"/>
                </a:cubicBezTo>
                <a:cubicBezTo>
                  <a:pt x="241941" y="161690"/>
                  <a:pt x="251314" y="161920"/>
                  <a:pt x="257788" y="165576"/>
                </a:cubicBezTo>
                <a:cubicBezTo>
                  <a:pt x="266492" y="170601"/>
                  <a:pt x="269169" y="173798"/>
                  <a:pt x="269169" y="179737"/>
                </a:cubicBezTo>
                <a:cubicBezTo>
                  <a:pt x="269169" y="196185"/>
                  <a:pt x="245510" y="204865"/>
                  <a:pt x="225424" y="204865"/>
                </a:cubicBezTo>
                <a:cubicBezTo>
                  <a:pt x="217390" y="204865"/>
                  <a:pt x="198642" y="198238"/>
                  <a:pt x="198642" y="182708"/>
                </a:cubicBezTo>
                <a:cubicBezTo>
                  <a:pt x="198642" y="174941"/>
                  <a:pt x="199088" y="169232"/>
                  <a:pt x="205559" y="161235"/>
                </a:cubicBezTo>
                <a:moveTo>
                  <a:pt x="275197" y="70792"/>
                </a:moveTo>
                <a:cubicBezTo>
                  <a:pt x="279437" y="70792"/>
                  <a:pt x="283452" y="66684"/>
                  <a:pt x="283452" y="62128"/>
                </a:cubicBezTo>
                <a:cubicBezTo>
                  <a:pt x="283452" y="57346"/>
                  <a:pt x="279212" y="53701"/>
                  <a:pt x="273188" y="53701"/>
                </a:cubicBezTo>
                <a:cubicBezTo>
                  <a:pt x="267385" y="53701"/>
                  <a:pt x="256671" y="57572"/>
                  <a:pt x="250867" y="65318"/>
                </a:cubicBezTo>
                <a:cubicBezTo>
                  <a:pt x="248191" y="63494"/>
                  <a:pt x="240824" y="58938"/>
                  <a:pt x="227655" y="58938"/>
                </a:cubicBezTo>
                <a:cubicBezTo>
                  <a:pt x="207793" y="58938"/>
                  <a:pt x="189491" y="72616"/>
                  <a:pt x="189491" y="93609"/>
                </a:cubicBezTo>
                <a:cubicBezTo>
                  <a:pt x="189491" y="105932"/>
                  <a:pt x="194848" y="113004"/>
                  <a:pt x="201098" y="119165"/>
                </a:cubicBezTo>
                <a:cubicBezTo>
                  <a:pt x="194848" y="124635"/>
                  <a:pt x="191276" y="134407"/>
                  <a:pt x="191276" y="142126"/>
                </a:cubicBezTo>
                <a:cubicBezTo>
                  <a:pt x="191276" y="150306"/>
                  <a:pt x="195741" y="156683"/>
                  <a:pt x="201544" y="159644"/>
                </a:cubicBezTo>
                <a:cubicBezTo>
                  <a:pt x="189491" y="166945"/>
                  <a:pt x="183242" y="177454"/>
                  <a:pt x="183242" y="187274"/>
                </a:cubicBezTo>
                <a:cubicBezTo>
                  <a:pt x="183242" y="207142"/>
                  <a:pt x="201544" y="213289"/>
                  <a:pt x="218729" y="213289"/>
                </a:cubicBezTo>
                <a:cubicBezTo>
                  <a:pt x="248858" y="213289"/>
                  <a:pt x="281446" y="198468"/>
                  <a:pt x="281446" y="173798"/>
                </a:cubicBezTo>
                <a:cubicBezTo>
                  <a:pt x="281446" y="166490"/>
                  <a:pt x="278099" y="160780"/>
                  <a:pt x="271625" y="155314"/>
                </a:cubicBezTo>
                <a:cubicBezTo>
                  <a:pt x="262920" y="148026"/>
                  <a:pt x="247298" y="147800"/>
                  <a:pt x="239040" y="147800"/>
                </a:cubicBezTo>
                <a:cubicBezTo>
                  <a:pt x="235021" y="147800"/>
                  <a:pt x="229443" y="148256"/>
                  <a:pt x="224086" y="148937"/>
                </a:cubicBezTo>
                <a:cubicBezTo>
                  <a:pt x="220738" y="149166"/>
                  <a:pt x="218504" y="149396"/>
                  <a:pt x="217390" y="149396"/>
                </a:cubicBezTo>
                <a:cubicBezTo>
                  <a:pt x="210916" y="149396"/>
                  <a:pt x="203104" y="146212"/>
                  <a:pt x="203104" y="136451"/>
                </a:cubicBezTo>
                <a:cubicBezTo>
                  <a:pt x="203104" y="131912"/>
                  <a:pt x="204445" y="127141"/>
                  <a:pt x="207122" y="123270"/>
                </a:cubicBezTo>
                <a:cubicBezTo>
                  <a:pt x="212479" y="126456"/>
                  <a:pt x="218729" y="128051"/>
                  <a:pt x="227433" y="128051"/>
                </a:cubicBezTo>
                <a:cubicBezTo>
                  <a:pt x="247074" y="128051"/>
                  <a:pt x="265151" y="115517"/>
                  <a:pt x="265151" y="93154"/>
                </a:cubicBezTo>
                <a:cubicBezTo>
                  <a:pt x="265151" y="82430"/>
                  <a:pt x="262028" y="76269"/>
                  <a:pt x="255554" y="69423"/>
                </a:cubicBezTo>
                <a:cubicBezTo>
                  <a:pt x="257117" y="67139"/>
                  <a:pt x="261581" y="63949"/>
                  <a:pt x="264483" y="63949"/>
                </a:cubicBezTo>
                <a:cubicBezTo>
                  <a:pt x="266046" y="63949"/>
                  <a:pt x="267606" y="64634"/>
                  <a:pt x="268948" y="66684"/>
                </a:cubicBezTo>
                <a:cubicBezTo>
                  <a:pt x="269840" y="68509"/>
                  <a:pt x="272742" y="70792"/>
                  <a:pt x="275197" y="70792"/>
                </a:cubicBezTo>
                <a:close/>
                <a:moveTo>
                  <a:pt x="374291" y="83545"/>
                </a:moveTo>
                <a:cubicBezTo>
                  <a:pt x="380094" y="76251"/>
                  <a:pt x="390362" y="69416"/>
                  <a:pt x="396833" y="69416"/>
                </a:cubicBezTo>
                <a:cubicBezTo>
                  <a:pt x="411119" y="69416"/>
                  <a:pt x="423393" y="85822"/>
                  <a:pt x="423393" y="111572"/>
                </a:cubicBezTo>
                <a:cubicBezTo>
                  <a:pt x="423393" y="130261"/>
                  <a:pt x="416923" y="153503"/>
                  <a:pt x="391925" y="153503"/>
                </a:cubicBezTo>
                <a:cubicBezTo>
                  <a:pt x="387907" y="153503"/>
                  <a:pt x="380094" y="152363"/>
                  <a:pt x="376079" y="148718"/>
                </a:cubicBezTo>
                <a:cubicBezTo>
                  <a:pt x="371614" y="144617"/>
                  <a:pt x="370722" y="143248"/>
                  <a:pt x="370722" y="135047"/>
                </a:cubicBezTo>
                <a:lnTo>
                  <a:pt x="370722" y="93571"/>
                </a:lnTo>
                <a:cubicBezTo>
                  <a:pt x="370722" y="88786"/>
                  <a:pt x="371614" y="86736"/>
                  <a:pt x="374291" y="83545"/>
                </a:cubicBezTo>
                <a:moveTo>
                  <a:pt x="370051" y="75111"/>
                </a:moveTo>
                <a:cubicBezTo>
                  <a:pt x="369830" y="68276"/>
                  <a:pt x="369384" y="62358"/>
                  <a:pt x="368266" y="60078"/>
                </a:cubicBezTo>
                <a:cubicBezTo>
                  <a:pt x="367820" y="58938"/>
                  <a:pt x="367374" y="58257"/>
                  <a:pt x="365586" y="58257"/>
                </a:cubicBezTo>
                <a:cubicBezTo>
                  <a:pt x="359337" y="60763"/>
                  <a:pt x="353534" y="62813"/>
                  <a:pt x="338134" y="64860"/>
                </a:cubicBezTo>
                <a:cubicBezTo>
                  <a:pt x="337687" y="66229"/>
                  <a:pt x="338134" y="69871"/>
                  <a:pt x="338583" y="71240"/>
                </a:cubicBezTo>
                <a:cubicBezTo>
                  <a:pt x="350632" y="72380"/>
                  <a:pt x="353088" y="73516"/>
                  <a:pt x="353088" y="86736"/>
                </a:cubicBezTo>
                <a:lnTo>
                  <a:pt x="353088" y="184095"/>
                </a:lnTo>
                <a:cubicBezTo>
                  <a:pt x="353088" y="203058"/>
                  <a:pt x="350632" y="204202"/>
                  <a:pt x="337020" y="204886"/>
                </a:cubicBezTo>
                <a:cubicBezTo>
                  <a:pt x="335681" y="206252"/>
                  <a:pt x="335681" y="211034"/>
                  <a:pt x="337020" y="212399"/>
                </a:cubicBezTo>
                <a:cubicBezTo>
                  <a:pt x="344832" y="212174"/>
                  <a:pt x="353088" y="211944"/>
                  <a:pt x="362017" y="211944"/>
                </a:cubicBezTo>
                <a:cubicBezTo>
                  <a:pt x="370943" y="211944"/>
                  <a:pt x="381657" y="212174"/>
                  <a:pt x="389024" y="212399"/>
                </a:cubicBezTo>
                <a:cubicBezTo>
                  <a:pt x="390362" y="211034"/>
                  <a:pt x="390362" y="206252"/>
                  <a:pt x="389024" y="204886"/>
                </a:cubicBezTo>
                <a:cubicBezTo>
                  <a:pt x="373177" y="203972"/>
                  <a:pt x="370722" y="203058"/>
                  <a:pt x="370722" y="184095"/>
                </a:cubicBezTo>
                <a:lnTo>
                  <a:pt x="370722" y="159425"/>
                </a:lnTo>
                <a:cubicBezTo>
                  <a:pt x="370722" y="156464"/>
                  <a:pt x="371614" y="156693"/>
                  <a:pt x="373845" y="157830"/>
                </a:cubicBezTo>
                <a:cubicBezTo>
                  <a:pt x="379427" y="159880"/>
                  <a:pt x="386122" y="161246"/>
                  <a:pt x="393264" y="161246"/>
                </a:cubicBezTo>
                <a:cubicBezTo>
                  <a:pt x="405762" y="161246"/>
                  <a:pt x="416923" y="157374"/>
                  <a:pt x="426073" y="148492"/>
                </a:cubicBezTo>
                <a:cubicBezTo>
                  <a:pt x="436563" y="138008"/>
                  <a:pt x="442587" y="123878"/>
                  <a:pt x="442587" y="105421"/>
                </a:cubicBezTo>
                <a:cubicBezTo>
                  <a:pt x="442587" y="81266"/>
                  <a:pt x="425849" y="58938"/>
                  <a:pt x="403082" y="58938"/>
                </a:cubicBezTo>
                <a:cubicBezTo>
                  <a:pt x="392818" y="58938"/>
                  <a:pt x="381433" y="66000"/>
                  <a:pt x="372506" y="76025"/>
                </a:cubicBezTo>
                <a:cubicBezTo>
                  <a:pt x="371168" y="77391"/>
                  <a:pt x="370276" y="77391"/>
                  <a:pt x="370051" y="75111"/>
                </a:cubicBezTo>
                <a:close/>
                <a:moveTo>
                  <a:pt x="516466" y="105880"/>
                </a:moveTo>
                <a:lnTo>
                  <a:pt x="516466" y="135957"/>
                </a:lnTo>
                <a:cubicBezTo>
                  <a:pt x="516466" y="138921"/>
                  <a:pt x="515124" y="140517"/>
                  <a:pt x="513340" y="141882"/>
                </a:cubicBezTo>
                <a:cubicBezTo>
                  <a:pt x="507537" y="146668"/>
                  <a:pt x="499949" y="151911"/>
                  <a:pt x="493699" y="151911"/>
                </a:cubicBezTo>
                <a:cubicBezTo>
                  <a:pt x="482539" y="151911"/>
                  <a:pt x="477628" y="142796"/>
                  <a:pt x="477628" y="135731"/>
                </a:cubicBezTo>
                <a:cubicBezTo>
                  <a:pt x="477628" y="125476"/>
                  <a:pt x="482318" y="114992"/>
                  <a:pt x="498832" y="110665"/>
                </a:cubicBezTo>
                <a:lnTo>
                  <a:pt x="516466" y="105880"/>
                </a:lnTo>
                <a:moveTo>
                  <a:pt x="516466" y="148037"/>
                </a:moveTo>
                <a:cubicBezTo>
                  <a:pt x="517804" y="155098"/>
                  <a:pt x="520260" y="161246"/>
                  <a:pt x="531420" y="161246"/>
                </a:cubicBezTo>
                <a:cubicBezTo>
                  <a:pt x="539900" y="161246"/>
                  <a:pt x="547934" y="157374"/>
                  <a:pt x="552620" y="152822"/>
                </a:cubicBezTo>
                <a:cubicBezTo>
                  <a:pt x="552174" y="150087"/>
                  <a:pt x="551282" y="148037"/>
                  <a:pt x="548826" y="146671"/>
                </a:cubicBezTo>
                <a:cubicBezTo>
                  <a:pt x="547266" y="148037"/>
                  <a:pt x="543469" y="150316"/>
                  <a:pt x="540568" y="150316"/>
                </a:cubicBezTo>
                <a:cubicBezTo>
                  <a:pt x="534097" y="150316"/>
                  <a:pt x="533872" y="141427"/>
                  <a:pt x="533872" y="130946"/>
                </a:cubicBezTo>
                <a:lnTo>
                  <a:pt x="533872" y="97446"/>
                </a:lnTo>
                <a:cubicBezTo>
                  <a:pt x="533872" y="65089"/>
                  <a:pt x="516466" y="58938"/>
                  <a:pt x="500170" y="58938"/>
                </a:cubicBezTo>
                <a:cubicBezTo>
                  <a:pt x="481868" y="58938"/>
                  <a:pt x="463345" y="71240"/>
                  <a:pt x="463345" y="84230"/>
                </a:cubicBezTo>
                <a:cubicBezTo>
                  <a:pt x="463345" y="89700"/>
                  <a:pt x="466022" y="92435"/>
                  <a:pt x="471158" y="92435"/>
                </a:cubicBezTo>
                <a:cubicBezTo>
                  <a:pt x="477628" y="92435"/>
                  <a:pt x="481647" y="87650"/>
                  <a:pt x="481647" y="84685"/>
                </a:cubicBezTo>
                <a:cubicBezTo>
                  <a:pt x="481647" y="83090"/>
                  <a:pt x="481422" y="81495"/>
                  <a:pt x="480976" y="80585"/>
                </a:cubicBezTo>
                <a:cubicBezTo>
                  <a:pt x="480755" y="79900"/>
                  <a:pt x="480530" y="78534"/>
                  <a:pt x="480530" y="76025"/>
                </a:cubicBezTo>
                <a:cubicBezTo>
                  <a:pt x="480530" y="68960"/>
                  <a:pt x="489906" y="66455"/>
                  <a:pt x="498386" y="66455"/>
                </a:cubicBezTo>
                <a:cubicBezTo>
                  <a:pt x="505973" y="66455"/>
                  <a:pt x="516466" y="70330"/>
                  <a:pt x="516466" y="96080"/>
                </a:cubicBezTo>
                <a:cubicBezTo>
                  <a:pt x="516466" y="97675"/>
                  <a:pt x="515795" y="98586"/>
                  <a:pt x="515124" y="98815"/>
                </a:cubicBezTo>
                <a:lnTo>
                  <a:pt x="495930" y="103600"/>
                </a:lnTo>
                <a:cubicBezTo>
                  <a:pt x="474505" y="109070"/>
                  <a:pt x="459105" y="121146"/>
                  <a:pt x="459105" y="136642"/>
                </a:cubicBezTo>
                <a:cubicBezTo>
                  <a:pt x="459105" y="155328"/>
                  <a:pt x="471604" y="161246"/>
                  <a:pt x="487225" y="161246"/>
                </a:cubicBezTo>
                <a:cubicBezTo>
                  <a:pt x="495038" y="161246"/>
                  <a:pt x="501733" y="159425"/>
                  <a:pt x="511555" y="151682"/>
                </a:cubicBezTo>
                <a:lnTo>
                  <a:pt x="516020" y="148037"/>
                </a:lnTo>
                <a:lnTo>
                  <a:pt x="516466" y="148037"/>
                </a:lnTo>
                <a:close/>
                <a:moveTo>
                  <a:pt x="641898" y="138237"/>
                </a:moveTo>
                <a:cubicBezTo>
                  <a:pt x="641006" y="136187"/>
                  <a:pt x="639218" y="135276"/>
                  <a:pt x="637212" y="135047"/>
                </a:cubicBezTo>
                <a:cubicBezTo>
                  <a:pt x="629621" y="145076"/>
                  <a:pt x="620024" y="150087"/>
                  <a:pt x="610427" y="150087"/>
                </a:cubicBezTo>
                <a:cubicBezTo>
                  <a:pt x="594135" y="150087"/>
                  <a:pt x="580519" y="133226"/>
                  <a:pt x="580519" y="106561"/>
                </a:cubicBezTo>
                <a:cubicBezTo>
                  <a:pt x="580519" y="81495"/>
                  <a:pt x="591233" y="66455"/>
                  <a:pt x="605966" y="66455"/>
                </a:cubicBezTo>
                <a:cubicBezTo>
                  <a:pt x="619132" y="66455"/>
                  <a:pt x="620916" y="74430"/>
                  <a:pt x="621812" y="82406"/>
                </a:cubicBezTo>
                <a:cubicBezTo>
                  <a:pt x="622480" y="88560"/>
                  <a:pt x="625606" y="90610"/>
                  <a:pt x="630292" y="90610"/>
                </a:cubicBezTo>
                <a:cubicBezTo>
                  <a:pt x="634978" y="90610"/>
                  <a:pt x="641227" y="87650"/>
                  <a:pt x="641227" y="80585"/>
                </a:cubicBezTo>
                <a:cubicBezTo>
                  <a:pt x="641227" y="68050"/>
                  <a:pt x="628507" y="58938"/>
                  <a:pt x="607079" y="58938"/>
                </a:cubicBezTo>
                <a:cubicBezTo>
                  <a:pt x="584984" y="58938"/>
                  <a:pt x="561325" y="79215"/>
                  <a:pt x="561325" y="111576"/>
                </a:cubicBezTo>
                <a:cubicBezTo>
                  <a:pt x="561325" y="140972"/>
                  <a:pt x="577396" y="161246"/>
                  <a:pt x="605516" y="161246"/>
                </a:cubicBezTo>
                <a:cubicBezTo>
                  <a:pt x="618910" y="161246"/>
                  <a:pt x="630738" y="156919"/>
                  <a:pt x="641898" y="138237"/>
                </a:cubicBezTo>
                <a:close/>
                <a:moveTo>
                  <a:pt x="667789" y="131235"/>
                </a:moveTo>
                <a:cubicBezTo>
                  <a:pt x="667789" y="150132"/>
                  <a:pt x="665334" y="151043"/>
                  <a:pt x="652835" y="151953"/>
                </a:cubicBezTo>
                <a:cubicBezTo>
                  <a:pt x="651493" y="153319"/>
                  <a:pt x="651493" y="158101"/>
                  <a:pt x="652835" y="159466"/>
                </a:cubicBezTo>
                <a:cubicBezTo>
                  <a:pt x="660198" y="159241"/>
                  <a:pt x="667789" y="159011"/>
                  <a:pt x="676715" y="159011"/>
                </a:cubicBezTo>
                <a:cubicBezTo>
                  <a:pt x="684528" y="159011"/>
                  <a:pt x="691894" y="159241"/>
                  <a:pt x="697027" y="159466"/>
                </a:cubicBezTo>
                <a:cubicBezTo>
                  <a:pt x="698365" y="158101"/>
                  <a:pt x="698365" y="153319"/>
                  <a:pt x="697027" y="151953"/>
                </a:cubicBezTo>
                <a:cubicBezTo>
                  <a:pt x="687876" y="151043"/>
                  <a:pt x="685420" y="150132"/>
                  <a:pt x="685420" y="131235"/>
                </a:cubicBezTo>
                <a:lnTo>
                  <a:pt x="685420" y="111426"/>
                </a:lnTo>
                <a:cubicBezTo>
                  <a:pt x="689660" y="111656"/>
                  <a:pt x="692787" y="111885"/>
                  <a:pt x="695017" y="112566"/>
                </a:cubicBezTo>
                <a:cubicBezTo>
                  <a:pt x="697473" y="114387"/>
                  <a:pt x="699482" y="116437"/>
                  <a:pt x="702159" y="120079"/>
                </a:cubicBezTo>
                <a:lnTo>
                  <a:pt x="718451" y="142390"/>
                </a:lnTo>
                <a:cubicBezTo>
                  <a:pt x="724925" y="151269"/>
                  <a:pt x="727602" y="155595"/>
                  <a:pt x="727827" y="158330"/>
                </a:cubicBezTo>
                <a:cubicBezTo>
                  <a:pt x="727827" y="159011"/>
                  <a:pt x="728048" y="159466"/>
                  <a:pt x="728719" y="159466"/>
                </a:cubicBezTo>
                <a:cubicBezTo>
                  <a:pt x="733184" y="159241"/>
                  <a:pt x="738092" y="159011"/>
                  <a:pt x="742556" y="159011"/>
                </a:cubicBezTo>
                <a:cubicBezTo>
                  <a:pt x="749477" y="159011"/>
                  <a:pt x="756393" y="159241"/>
                  <a:pt x="760858" y="159466"/>
                </a:cubicBezTo>
                <a:cubicBezTo>
                  <a:pt x="762196" y="158101"/>
                  <a:pt x="762196" y="153319"/>
                  <a:pt x="760858" y="151953"/>
                </a:cubicBezTo>
                <a:cubicBezTo>
                  <a:pt x="753270" y="151043"/>
                  <a:pt x="747692" y="150132"/>
                  <a:pt x="741664" y="142390"/>
                </a:cubicBezTo>
                <a:lnTo>
                  <a:pt x="712202" y="104598"/>
                </a:lnTo>
                <a:cubicBezTo>
                  <a:pt x="711310" y="103461"/>
                  <a:pt x="710642" y="102551"/>
                  <a:pt x="710642" y="101414"/>
                </a:cubicBezTo>
                <a:cubicBezTo>
                  <a:pt x="710642" y="100507"/>
                  <a:pt x="710642" y="100052"/>
                  <a:pt x="711534" y="99142"/>
                </a:cubicBezTo>
                <a:lnTo>
                  <a:pt x="731175" y="78458"/>
                </a:lnTo>
                <a:cubicBezTo>
                  <a:pt x="737870" y="71184"/>
                  <a:pt x="745683" y="69367"/>
                  <a:pt x="754609" y="68456"/>
                </a:cubicBezTo>
                <a:cubicBezTo>
                  <a:pt x="755947" y="67091"/>
                  <a:pt x="755947" y="62309"/>
                  <a:pt x="754609" y="60940"/>
                </a:cubicBezTo>
                <a:cubicBezTo>
                  <a:pt x="749477" y="61169"/>
                  <a:pt x="743227" y="61398"/>
                  <a:pt x="735193" y="61398"/>
                </a:cubicBezTo>
                <a:cubicBezTo>
                  <a:pt x="726710" y="61398"/>
                  <a:pt x="718451" y="61169"/>
                  <a:pt x="713319" y="60940"/>
                </a:cubicBezTo>
                <a:cubicBezTo>
                  <a:pt x="711981" y="62309"/>
                  <a:pt x="711981" y="67091"/>
                  <a:pt x="713319" y="68456"/>
                </a:cubicBezTo>
                <a:cubicBezTo>
                  <a:pt x="725818" y="69367"/>
                  <a:pt x="720461" y="77321"/>
                  <a:pt x="718451" y="80049"/>
                </a:cubicBezTo>
                <a:cubicBezTo>
                  <a:pt x="713319" y="86642"/>
                  <a:pt x="706399" y="94370"/>
                  <a:pt x="700596" y="98687"/>
                </a:cubicBezTo>
                <a:cubicBezTo>
                  <a:pt x="695688" y="102325"/>
                  <a:pt x="689660" y="105053"/>
                  <a:pt x="685420" y="105734"/>
                </a:cubicBezTo>
                <a:lnTo>
                  <a:pt x="685420" y="26286"/>
                </a:lnTo>
                <a:cubicBezTo>
                  <a:pt x="685420" y="11468"/>
                  <a:pt x="686312" y="2307"/>
                  <a:pt x="686312" y="2307"/>
                </a:cubicBezTo>
                <a:cubicBezTo>
                  <a:pt x="686312" y="695"/>
                  <a:pt x="685420" y="0"/>
                  <a:pt x="683411" y="0"/>
                </a:cubicBezTo>
                <a:cubicBezTo>
                  <a:pt x="677832" y="2307"/>
                  <a:pt x="661094" y="5536"/>
                  <a:pt x="652164" y="6227"/>
                </a:cubicBezTo>
                <a:cubicBezTo>
                  <a:pt x="651718" y="8052"/>
                  <a:pt x="652164" y="11694"/>
                  <a:pt x="653503" y="13063"/>
                </a:cubicBezTo>
                <a:cubicBezTo>
                  <a:pt x="665109" y="13744"/>
                  <a:pt x="667789" y="12608"/>
                  <a:pt x="667789" y="31756"/>
                </a:cubicBezTo>
                <a:lnTo>
                  <a:pt x="667789" y="131235"/>
                </a:lnTo>
                <a:close/>
                <a:moveTo>
                  <a:pt x="828264" y="105880"/>
                </a:moveTo>
                <a:lnTo>
                  <a:pt x="828264" y="135957"/>
                </a:lnTo>
                <a:cubicBezTo>
                  <a:pt x="828264" y="138921"/>
                  <a:pt x="826922" y="140517"/>
                  <a:pt x="825137" y="141882"/>
                </a:cubicBezTo>
                <a:cubicBezTo>
                  <a:pt x="819334" y="146668"/>
                  <a:pt x="811746" y="151911"/>
                  <a:pt x="805497" y="151911"/>
                </a:cubicBezTo>
                <a:cubicBezTo>
                  <a:pt x="794337" y="151911"/>
                  <a:pt x="789426" y="142796"/>
                  <a:pt x="789426" y="135731"/>
                </a:cubicBezTo>
                <a:cubicBezTo>
                  <a:pt x="789426" y="125476"/>
                  <a:pt x="794115" y="114992"/>
                  <a:pt x="810629" y="110665"/>
                </a:cubicBezTo>
                <a:lnTo>
                  <a:pt x="828264" y="105880"/>
                </a:lnTo>
                <a:moveTo>
                  <a:pt x="828264" y="148037"/>
                </a:moveTo>
                <a:cubicBezTo>
                  <a:pt x="829602" y="155098"/>
                  <a:pt x="832057" y="161246"/>
                  <a:pt x="843218" y="161246"/>
                </a:cubicBezTo>
                <a:cubicBezTo>
                  <a:pt x="851698" y="161246"/>
                  <a:pt x="859732" y="157374"/>
                  <a:pt x="864418" y="152822"/>
                </a:cubicBezTo>
                <a:cubicBezTo>
                  <a:pt x="863971" y="150087"/>
                  <a:pt x="863079" y="148037"/>
                  <a:pt x="860624" y="146671"/>
                </a:cubicBezTo>
                <a:cubicBezTo>
                  <a:pt x="859064" y="148037"/>
                  <a:pt x="855267" y="150316"/>
                  <a:pt x="852365" y="150316"/>
                </a:cubicBezTo>
                <a:cubicBezTo>
                  <a:pt x="845894" y="150316"/>
                  <a:pt x="845670" y="141427"/>
                  <a:pt x="845670" y="130946"/>
                </a:cubicBezTo>
                <a:lnTo>
                  <a:pt x="845670" y="97446"/>
                </a:lnTo>
                <a:cubicBezTo>
                  <a:pt x="845670" y="65089"/>
                  <a:pt x="828264" y="58938"/>
                  <a:pt x="811968" y="58938"/>
                </a:cubicBezTo>
                <a:cubicBezTo>
                  <a:pt x="793666" y="58938"/>
                  <a:pt x="775143" y="71240"/>
                  <a:pt x="775143" y="84230"/>
                </a:cubicBezTo>
                <a:cubicBezTo>
                  <a:pt x="775143" y="89700"/>
                  <a:pt x="777820" y="92435"/>
                  <a:pt x="782955" y="92435"/>
                </a:cubicBezTo>
                <a:cubicBezTo>
                  <a:pt x="789426" y="92435"/>
                  <a:pt x="793445" y="87650"/>
                  <a:pt x="793445" y="84685"/>
                </a:cubicBezTo>
                <a:cubicBezTo>
                  <a:pt x="793445" y="83090"/>
                  <a:pt x="793220" y="81495"/>
                  <a:pt x="792774" y="80585"/>
                </a:cubicBezTo>
                <a:cubicBezTo>
                  <a:pt x="792552" y="79900"/>
                  <a:pt x="792327" y="78534"/>
                  <a:pt x="792327" y="76025"/>
                </a:cubicBezTo>
                <a:cubicBezTo>
                  <a:pt x="792327" y="68960"/>
                  <a:pt x="801703" y="66455"/>
                  <a:pt x="810183" y="66455"/>
                </a:cubicBezTo>
                <a:cubicBezTo>
                  <a:pt x="817771" y="66455"/>
                  <a:pt x="828264" y="70330"/>
                  <a:pt x="828264" y="96080"/>
                </a:cubicBezTo>
                <a:cubicBezTo>
                  <a:pt x="828264" y="97675"/>
                  <a:pt x="827593" y="98586"/>
                  <a:pt x="826922" y="98815"/>
                </a:cubicBezTo>
                <a:lnTo>
                  <a:pt x="807728" y="103600"/>
                </a:lnTo>
                <a:cubicBezTo>
                  <a:pt x="786303" y="109070"/>
                  <a:pt x="770903" y="121146"/>
                  <a:pt x="770903" y="136642"/>
                </a:cubicBezTo>
                <a:cubicBezTo>
                  <a:pt x="770903" y="155328"/>
                  <a:pt x="783401" y="161246"/>
                  <a:pt x="799023" y="161246"/>
                </a:cubicBezTo>
                <a:cubicBezTo>
                  <a:pt x="806835" y="161246"/>
                  <a:pt x="813531" y="159425"/>
                  <a:pt x="823353" y="151682"/>
                </a:cubicBezTo>
                <a:lnTo>
                  <a:pt x="827817" y="148037"/>
                </a:lnTo>
                <a:lnTo>
                  <a:pt x="828264" y="148037"/>
                </a:lnTo>
                <a:close/>
                <a:moveTo>
                  <a:pt x="936065" y="95434"/>
                </a:moveTo>
                <a:cubicBezTo>
                  <a:pt x="936065" y="116656"/>
                  <a:pt x="925572" y="120990"/>
                  <a:pt x="917314" y="120990"/>
                </a:cubicBezTo>
                <a:cubicBezTo>
                  <a:pt x="898566" y="120990"/>
                  <a:pt x="896560" y="104792"/>
                  <a:pt x="896560" y="90186"/>
                </a:cubicBezTo>
                <a:cubicBezTo>
                  <a:pt x="896560" y="74215"/>
                  <a:pt x="902138" y="66000"/>
                  <a:pt x="914415" y="66000"/>
                </a:cubicBezTo>
                <a:cubicBezTo>
                  <a:pt x="928474" y="66000"/>
                  <a:pt x="936065" y="76498"/>
                  <a:pt x="936065" y="95434"/>
                </a:cubicBezTo>
                <a:moveTo>
                  <a:pt x="894326" y="161235"/>
                </a:moveTo>
                <a:cubicBezTo>
                  <a:pt x="896781" y="161920"/>
                  <a:pt x="900354" y="162379"/>
                  <a:pt x="903255" y="162379"/>
                </a:cubicBezTo>
                <a:cubicBezTo>
                  <a:pt x="910172" y="162379"/>
                  <a:pt x="916421" y="161690"/>
                  <a:pt x="919548" y="161690"/>
                </a:cubicBezTo>
                <a:cubicBezTo>
                  <a:pt x="930708" y="161690"/>
                  <a:pt x="940080" y="161920"/>
                  <a:pt x="946554" y="165576"/>
                </a:cubicBezTo>
                <a:cubicBezTo>
                  <a:pt x="955259" y="170601"/>
                  <a:pt x="957936" y="173798"/>
                  <a:pt x="957936" y="179737"/>
                </a:cubicBezTo>
                <a:cubicBezTo>
                  <a:pt x="957936" y="196185"/>
                  <a:pt x="934277" y="204865"/>
                  <a:pt x="914191" y="204865"/>
                </a:cubicBezTo>
                <a:cubicBezTo>
                  <a:pt x="906157" y="204865"/>
                  <a:pt x="887409" y="198238"/>
                  <a:pt x="887409" y="182708"/>
                </a:cubicBezTo>
                <a:cubicBezTo>
                  <a:pt x="887409" y="174941"/>
                  <a:pt x="887855" y="169232"/>
                  <a:pt x="894326" y="161235"/>
                </a:cubicBezTo>
                <a:moveTo>
                  <a:pt x="963964" y="70792"/>
                </a:moveTo>
                <a:cubicBezTo>
                  <a:pt x="968204" y="70792"/>
                  <a:pt x="972219" y="66684"/>
                  <a:pt x="972219" y="62128"/>
                </a:cubicBezTo>
                <a:cubicBezTo>
                  <a:pt x="972219" y="57346"/>
                  <a:pt x="967979" y="53701"/>
                  <a:pt x="961954" y="53701"/>
                </a:cubicBezTo>
                <a:cubicBezTo>
                  <a:pt x="956151" y="53701"/>
                  <a:pt x="945437" y="57572"/>
                  <a:pt x="939634" y="65318"/>
                </a:cubicBezTo>
                <a:cubicBezTo>
                  <a:pt x="936957" y="63494"/>
                  <a:pt x="929591" y="58938"/>
                  <a:pt x="916421" y="58938"/>
                </a:cubicBezTo>
                <a:cubicBezTo>
                  <a:pt x="896560" y="58938"/>
                  <a:pt x="878258" y="72616"/>
                  <a:pt x="878258" y="93609"/>
                </a:cubicBezTo>
                <a:cubicBezTo>
                  <a:pt x="878258" y="105932"/>
                  <a:pt x="883615" y="113004"/>
                  <a:pt x="889864" y="119165"/>
                </a:cubicBezTo>
                <a:cubicBezTo>
                  <a:pt x="883615" y="124635"/>
                  <a:pt x="880042" y="134407"/>
                  <a:pt x="880042" y="142126"/>
                </a:cubicBezTo>
                <a:cubicBezTo>
                  <a:pt x="880042" y="150306"/>
                  <a:pt x="884507" y="156683"/>
                  <a:pt x="890310" y="159644"/>
                </a:cubicBezTo>
                <a:cubicBezTo>
                  <a:pt x="878258" y="166945"/>
                  <a:pt x="872009" y="177454"/>
                  <a:pt x="872009" y="187274"/>
                </a:cubicBezTo>
                <a:cubicBezTo>
                  <a:pt x="872009" y="207142"/>
                  <a:pt x="890310" y="213289"/>
                  <a:pt x="907495" y="213289"/>
                </a:cubicBezTo>
                <a:cubicBezTo>
                  <a:pt x="937625" y="213289"/>
                  <a:pt x="970213" y="198468"/>
                  <a:pt x="970213" y="173798"/>
                </a:cubicBezTo>
                <a:cubicBezTo>
                  <a:pt x="970213" y="166490"/>
                  <a:pt x="966865" y="160780"/>
                  <a:pt x="960391" y="155314"/>
                </a:cubicBezTo>
                <a:cubicBezTo>
                  <a:pt x="951686" y="148026"/>
                  <a:pt x="936065" y="147800"/>
                  <a:pt x="927806" y="147800"/>
                </a:cubicBezTo>
                <a:cubicBezTo>
                  <a:pt x="923788" y="147800"/>
                  <a:pt x="918209" y="148256"/>
                  <a:pt x="912852" y="148937"/>
                </a:cubicBezTo>
                <a:cubicBezTo>
                  <a:pt x="909504" y="149166"/>
                  <a:pt x="907270" y="149396"/>
                  <a:pt x="906157" y="149396"/>
                </a:cubicBezTo>
                <a:cubicBezTo>
                  <a:pt x="899683" y="149396"/>
                  <a:pt x="891870" y="146212"/>
                  <a:pt x="891870" y="136451"/>
                </a:cubicBezTo>
                <a:cubicBezTo>
                  <a:pt x="891870" y="131912"/>
                  <a:pt x="893212" y="127141"/>
                  <a:pt x="895889" y="123270"/>
                </a:cubicBezTo>
                <a:cubicBezTo>
                  <a:pt x="901246" y="126456"/>
                  <a:pt x="907495" y="128051"/>
                  <a:pt x="916200" y="128051"/>
                </a:cubicBezTo>
                <a:cubicBezTo>
                  <a:pt x="935840" y="128051"/>
                  <a:pt x="953917" y="115517"/>
                  <a:pt x="953917" y="93154"/>
                </a:cubicBezTo>
                <a:cubicBezTo>
                  <a:pt x="953917" y="82430"/>
                  <a:pt x="950794" y="76269"/>
                  <a:pt x="944320" y="69423"/>
                </a:cubicBezTo>
                <a:cubicBezTo>
                  <a:pt x="945883" y="67139"/>
                  <a:pt x="950348" y="63949"/>
                  <a:pt x="953250" y="63949"/>
                </a:cubicBezTo>
                <a:cubicBezTo>
                  <a:pt x="954813" y="63949"/>
                  <a:pt x="956373" y="64634"/>
                  <a:pt x="957714" y="66684"/>
                </a:cubicBezTo>
                <a:cubicBezTo>
                  <a:pt x="958607" y="68509"/>
                  <a:pt x="961508" y="70792"/>
                  <a:pt x="963964" y="70792"/>
                </a:cubicBezTo>
                <a:close/>
                <a:moveTo>
                  <a:pt x="1004136" y="94787"/>
                </a:moveTo>
                <a:cubicBezTo>
                  <a:pt x="1008376" y="69162"/>
                  <a:pt x="1024001" y="67122"/>
                  <a:pt x="1029358" y="67122"/>
                </a:cubicBezTo>
                <a:cubicBezTo>
                  <a:pt x="1037838" y="67122"/>
                  <a:pt x="1047882" y="71886"/>
                  <a:pt x="1047882" y="90934"/>
                </a:cubicBezTo>
                <a:cubicBezTo>
                  <a:pt x="1047882" y="92973"/>
                  <a:pt x="1046989" y="94110"/>
                  <a:pt x="1044534" y="94110"/>
                </a:cubicBezTo>
                <a:lnTo>
                  <a:pt x="1004136" y="94787"/>
                </a:lnTo>
                <a:moveTo>
                  <a:pt x="1062611" y="137799"/>
                </a:moveTo>
                <a:cubicBezTo>
                  <a:pt x="1054356" y="146449"/>
                  <a:pt x="1047882" y="150087"/>
                  <a:pt x="1034937" y="150087"/>
                </a:cubicBezTo>
                <a:cubicBezTo>
                  <a:pt x="1026903" y="150087"/>
                  <a:pt x="1017527" y="145309"/>
                  <a:pt x="1010611" y="133705"/>
                </a:cubicBezTo>
                <a:cubicBezTo>
                  <a:pt x="1006146" y="126196"/>
                  <a:pt x="1003466" y="115729"/>
                  <a:pt x="1003466" y="102530"/>
                </a:cubicBezTo>
                <a:lnTo>
                  <a:pt x="1062836" y="102985"/>
                </a:lnTo>
                <a:cubicBezTo>
                  <a:pt x="1065513" y="102985"/>
                  <a:pt x="1067076" y="101620"/>
                  <a:pt x="1067076" y="99114"/>
                </a:cubicBezTo>
                <a:cubicBezTo>
                  <a:pt x="1067076" y="80049"/>
                  <a:pt x="1060380" y="59605"/>
                  <a:pt x="1029358" y="59605"/>
                </a:cubicBezTo>
                <a:cubicBezTo>
                  <a:pt x="1009940" y="59605"/>
                  <a:pt x="984718" y="78461"/>
                  <a:pt x="984718" y="112997"/>
                </a:cubicBezTo>
                <a:cubicBezTo>
                  <a:pt x="984718" y="125740"/>
                  <a:pt x="987844" y="138028"/>
                  <a:pt x="995210" y="146674"/>
                </a:cubicBezTo>
                <a:cubicBezTo>
                  <a:pt x="1002798" y="155783"/>
                  <a:pt x="1013287" y="161246"/>
                  <a:pt x="1029358" y="161246"/>
                </a:cubicBezTo>
                <a:cubicBezTo>
                  <a:pt x="1046318" y="161246"/>
                  <a:pt x="1058371" y="153277"/>
                  <a:pt x="1067300" y="141441"/>
                </a:cubicBezTo>
                <a:cubicBezTo>
                  <a:pt x="1066630" y="139165"/>
                  <a:pt x="1065291" y="138028"/>
                  <a:pt x="1062611" y="137799"/>
                </a:cubicBezTo>
                <a:close/>
                <a:moveTo>
                  <a:pt x="1166173" y="33674"/>
                </a:moveTo>
                <a:cubicBezTo>
                  <a:pt x="1166173" y="21591"/>
                  <a:pt x="1166173" y="19311"/>
                  <a:pt x="1185592" y="19311"/>
                </a:cubicBezTo>
                <a:cubicBezTo>
                  <a:pt x="1198091" y="19311"/>
                  <a:pt x="1214383" y="26150"/>
                  <a:pt x="1214383" y="49402"/>
                </a:cubicBezTo>
                <a:cubicBezTo>
                  <a:pt x="1214383" y="68780"/>
                  <a:pt x="1201213" y="75619"/>
                  <a:pt x="1182690" y="75619"/>
                </a:cubicBezTo>
                <a:lnTo>
                  <a:pt x="1166173" y="75619"/>
                </a:lnTo>
                <a:lnTo>
                  <a:pt x="1166173" y="33674"/>
                </a:lnTo>
                <a:moveTo>
                  <a:pt x="1166173" y="83365"/>
                </a:moveTo>
                <a:lnTo>
                  <a:pt x="1181573" y="83365"/>
                </a:lnTo>
                <a:cubicBezTo>
                  <a:pt x="1212149" y="83365"/>
                  <a:pt x="1224872" y="100911"/>
                  <a:pt x="1224872" y="121417"/>
                </a:cubicBezTo>
                <a:cubicBezTo>
                  <a:pt x="1224872" y="138053"/>
                  <a:pt x="1218623" y="151953"/>
                  <a:pt x="1184696" y="151953"/>
                </a:cubicBezTo>
                <a:cubicBezTo>
                  <a:pt x="1169075" y="151953"/>
                  <a:pt x="1166173" y="146028"/>
                  <a:pt x="1166173" y="132128"/>
                </a:cubicBezTo>
                <a:lnTo>
                  <a:pt x="1166173" y="83365"/>
                </a:lnTo>
                <a:moveTo>
                  <a:pt x="1127785" y="11565"/>
                </a:moveTo>
                <a:cubicBezTo>
                  <a:pt x="1126443" y="12934"/>
                  <a:pt x="1126443" y="17716"/>
                  <a:pt x="1127785" y="19082"/>
                </a:cubicBezTo>
                <a:cubicBezTo>
                  <a:pt x="1143406" y="19766"/>
                  <a:pt x="1147200" y="20906"/>
                  <a:pt x="1147200" y="39828"/>
                </a:cubicBezTo>
                <a:lnTo>
                  <a:pt x="1147200" y="131217"/>
                </a:lnTo>
                <a:cubicBezTo>
                  <a:pt x="1147200" y="150129"/>
                  <a:pt x="1143406" y="151269"/>
                  <a:pt x="1127785" y="151953"/>
                </a:cubicBezTo>
                <a:cubicBezTo>
                  <a:pt x="1126443" y="153319"/>
                  <a:pt x="1126443" y="158101"/>
                  <a:pt x="1127785" y="159466"/>
                </a:cubicBezTo>
                <a:cubicBezTo>
                  <a:pt x="1136490" y="159241"/>
                  <a:pt x="1148542" y="159011"/>
                  <a:pt x="1156797" y="159011"/>
                </a:cubicBezTo>
                <a:cubicBezTo>
                  <a:pt x="1164835" y="159011"/>
                  <a:pt x="1170638" y="159466"/>
                  <a:pt x="1189386" y="159466"/>
                </a:cubicBezTo>
                <a:cubicBezTo>
                  <a:pt x="1233798" y="159466"/>
                  <a:pt x="1245630" y="136687"/>
                  <a:pt x="1245630" y="117087"/>
                </a:cubicBezTo>
                <a:cubicBezTo>
                  <a:pt x="1245630" y="95215"/>
                  <a:pt x="1230675" y="82680"/>
                  <a:pt x="1211257" y="76988"/>
                </a:cubicBezTo>
                <a:lnTo>
                  <a:pt x="1211257" y="76533"/>
                </a:lnTo>
                <a:cubicBezTo>
                  <a:pt x="1222417" y="70833"/>
                  <a:pt x="1232460" y="58980"/>
                  <a:pt x="1232460" y="46667"/>
                </a:cubicBezTo>
                <a:cubicBezTo>
                  <a:pt x="1232460" y="31394"/>
                  <a:pt x="1225989" y="11565"/>
                  <a:pt x="1184475" y="11565"/>
                </a:cubicBezTo>
                <a:cubicBezTo>
                  <a:pt x="1176662" y="11565"/>
                  <a:pt x="1164610" y="12024"/>
                  <a:pt x="1156576" y="12024"/>
                </a:cubicBezTo>
                <a:cubicBezTo>
                  <a:pt x="1148542" y="12024"/>
                  <a:pt x="1136490" y="11795"/>
                  <a:pt x="1127785" y="11565"/>
                </a:cubicBezTo>
                <a:close/>
                <a:moveTo>
                  <a:pt x="1322407" y="22498"/>
                </a:moveTo>
                <a:cubicBezTo>
                  <a:pt x="1322407" y="28420"/>
                  <a:pt x="1327764" y="34341"/>
                  <a:pt x="1333118" y="34341"/>
                </a:cubicBezTo>
                <a:cubicBezTo>
                  <a:pt x="1339367" y="34341"/>
                  <a:pt x="1344724" y="28194"/>
                  <a:pt x="1344724" y="23408"/>
                </a:cubicBezTo>
                <a:cubicBezTo>
                  <a:pt x="1344724" y="17946"/>
                  <a:pt x="1340038" y="11565"/>
                  <a:pt x="1334013" y="11565"/>
                </a:cubicBezTo>
                <a:cubicBezTo>
                  <a:pt x="1328656" y="11565"/>
                  <a:pt x="1322407" y="17032"/>
                  <a:pt x="1322407" y="22498"/>
                </a:cubicBezTo>
                <a:moveTo>
                  <a:pt x="1342718" y="131224"/>
                </a:moveTo>
                <a:lnTo>
                  <a:pt x="1342718" y="85898"/>
                </a:lnTo>
                <a:cubicBezTo>
                  <a:pt x="1342718" y="74510"/>
                  <a:pt x="1343610" y="59883"/>
                  <a:pt x="1343610" y="59883"/>
                </a:cubicBezTo>
                <a:cubicBezTo>
                  <a:pt x="1343610" y="58962"/>
                  <a:pt x="1342493" y="58271"/>
                  <a:pt x="1340709" y="58271"/>
                </a:cubicBezTo>
                <a:cubicBezTo>
                  <a:pt x="1334460" y="60804"/>
                  <a:pt x="1325530" y="62875"/>
                  <a:pt x="1310130" y="64943"/>
                </a:cubicBezTo>
                <a:cubicBezTo>
                  <a:pt x="1309684" y="66312"/>
                  <a:pt x="1310130" y="69954"/>
                  <a:pt x="1310576" y="71323"/>
                </a:cubicBezTo>
                <a:cubicBezTo>
                  <a:pt x="1322853" y="72460"/>
                  <a:pt x="1325084" y="73829"/>
                  <a:pt x="1325084" y="86812"/>
                </a:cubicBezTo>
                <a:lnTo>
                  <a:pt x="1325084" y="131224"/>
                </a:lnTo>
                <a:cubicBezTo>
                  <a:pt x="1325084" y="150129"/>
                  <a:pt x="1322628" y="150813"/>
                  <a:pt x="1309016" y="151953"/>
                </a:cubicBezTo>
                <a:cubicBezTo>
                  <a:pt x="1307674" y="153319"/>
                  <a:pt x="1307674" y="158101"/>
                  <a:pt x="1309016" y="159466"/>
                </a:cubicBezTo>
                <a:cubicBezTo>
                  <a:pt x="1316379" y="159241"/>
                  <a:pt x="1325084" y="159011"/>
                  <a:pt x="1334013" y="159011"/>
                </a:cubicBezTo>
                <a:cubicBezTo>
                  <a:pt x="1342940" y="159011"/>
                  <a:pt x="1351420" y="159241"/>
                  <a:pt x="1358786" y="159466"/>
                </a:cubicBezTo>
                <a:cubicBezTo>
                  <a:pt x="1360124" y="158101"/>
                  <a:pt x="1360124" y="153319"/>
                  <a:pt x="1358786" y="151953"/>
                </a:cubicBezTo>
                <a:cubicBezTo>
                  <a:pt x="1345170" y="151043"/>
                  <a:pt x="1342718" y="150129"/>
                  <a:pt x="1342718" y="131224"/>
                </a:cubicBezTo>
                <a:close/>
                <a:moveTo>
                  <a:pt x="1373516" y="127527"/>
                </a:moveTo>
                <a:cubicBezTo>
                  <a:pt x="1374408" y="138692"/>
                  <a:pt x="1375079" y="149402"/>
                  <a:pt x="1375079" y="158969"/>
                </a:cubicBezTo>
                <a:cubicBezTo>
                  <a:pt x="1377310" y="158514"/>
                  <a:pt x="1379544" y="158288"/>
                  <a:pt x="1380658" y="158288"/>
                </a:cubicBezTo>
                <a:cubicBezTo>
                  <a:pt x="1382221" y="158288"/>
                  <a:pt x="1383559" y="158288"/>
                  <a:pt x="1385122" y="158744"/>
                </a:cubicBezTo>
                <a:cubicBezTo>
                  <a:pt x="1391150" y="160335"/>
                  <a:pt x="1397175" y="161246"/>
                  <a:pt x="1405434" y="161246"/>
                </a:cubicBezTo>
                <a:cubicBezTo>
                  <a:pt x="1417932" y="161246"/>
                  <a:pt x="1440920" y="155098"/>
                  <a:pt x="1440920" y="132538"/>
                </a:cubicBezTo>
                <a:cubicBezTo>
                  <a:pt x="1440920" y="117046"/>
                  <a:pt x="1429985" y="107930"/>
                  <a:pt x="1414806" y="102231"/>
                </a:cubicBezTo>
                <a:cubicBezTo>
                  <a:pt x="1401415" y="96991"/>
                  <a:pt x="1392489" y="93571"/>
                  <a:pt x="1392489" y="81040"/>
                </a:cubicBezTo>
                <a:cubicBezTo>
                  <a:pt x="1392489" y="71695"/>
                  <a:pt x="1400523" y="66455"/>
                  <a:pt x="1408110" y="66455"/>
                </a:cubicBezTo>
                <a:cubicBezTo>
                  <a:pt x="1413021" y="66455"/>
                  <a:pt x="1425966" y="68279"/>
                  <a:pt x="1428868" y="87650"/>
                </a:cubicBezTo>
                <a:cubicBezTo>
                  <a:pt x="1430206" y="89015"/>
                  <a:pt x="1434671" y="88786"/>
                  <a:pt x="1436009" y="87420"/>
                </a:cubicBezTo>
                <a:cubicBezTo>
                  <a:pt x="1436680" y="79215"/>
                  <a:pt x="1437126" y="70785"/>
                  <a:pt x="1437351" y="63268"/>
                </a:cubicBezTo>
                <a:cubicBezTo>
                  <a:pt x="1430431" y="62128"/>
                  <a:pt x="1419717" y="58938"/>
                  <a:pt x="1408110" y="58938"/>
                </a:cubicBezTo>
                <a:cubicBezTo>
                  <a:pt x="1391596" y="58938"/>
                  <a:pt x="1376642" y="69874"/>
                  <a:pt x="1376642" y="84459"/>
                </a:cubicBezTo>
                <a:cubicBezTo>
                  <a:pt x="1376642" y="101091"/>
                  <a:pt x="1384005" y="108156"/>
                  <a:pt x="1401194" y="115451"/>
                </a:cubicBezTo>
                <a:cubicBezTo>
                  <a:pt x="1419717" y="123197"/>
                  <a:pt x="1423957" y="127982"/>
                  <a:pt x="1423957" y="137782"/>
                </a:cubicBezTo>
                <a:cubicBezTo>
                  <a:pt x="1423957" y="148947"/>
                  <a:pt x="1413246" y="153732"/>
                  <a:pt x="1404987" y="153732"/>
                </a:cubicBezTo>
                <a:cubicBezTo>
                  <a:pt x="1396283" y="153732"/>
                  <a:pt x="1391372" y="150768"/>
                  <a:pt x="1389141" y="148263"/>
                </a:cubicBezTo>
                <a:cubicBezTo>
                  <a:pt x="1384230" y="143022"/>
                  <a:pt x="1381775" y="132996"/>
                  <a:pt x="1380436" y="127297"/>
                </a:cubicBezTo>
                <a:cubicBezTo>
                  <a:pt x="1379098" y="125931"/>
                  <a:pt x="1374854" y="126157"/>
                  <a:pt x="1373516" y="127527"/>
                </a:cubicBezTo>
                <a:close/>
                <a:moveTo>
                  <a:pt x="1506763" y="61385"/>
                </a:moveTo>
                <a:cubicBezTo>
                  <a:pt x="1503637" y="61385"/>
                  <a:pt x="1502745" y="64119"/>
                  <a:pt x="1502745" y="65940"/>
                </a:cubicBezTo>
                <a:lnTo>
                  <a:pt x="1502745" y="68901"/>
                </a:lnTo>
                <a:cubicBezTo>
                  <a:pt x="1502745" y="70041"/>
                  <a:pt x="1502966" y="70267"/>
                  <a:pt x="1503862" y="70267"/>
                </a:cubicBezTo>
                <a:lnTo>
                  <a:pt x="1517028" y="70267"/>
                </a:lnTo>
                <a:lnTo>
                  <a:pt x="1517028" y="138716"/>
                </a:lnTo>
                <a:cubicBezTo>
                  <a:pt x="1517028" y="154869"/>
                  <a:pt x="1523948" y="161246"/>
                  <a:pt x="1534213" y="161246"/>
                </a:cubicBezTo>
                <a:cubicBezTo>
                  <a:pt x="1544481" y="161246"/>
                  <a:pt x="1555641" y="156238"/>
                  <a:pt x="1564346" y="146219"/>
                </a:cubicBezTo>
                <a:cubicBezTo>
                  <a:pt x="1563899" y="143947"/>
                  <a:pt x="1562561" y="142581"/>
                  <a:pt x="1560327" y="142355"/>
                </a:cubicBezTo>
                <a:cubicBezTo>
                  <a:pt x="1554524" y="146904"/>
                  <a:pt x="1547828" y="148721"/>
                  <a:pt x="1542025" y="148721"/>
                </a:cubicBezTo>
                <a:cubicBezTo>
                  <a:pt x="1536001" y="148721"/>
                  <a:pt x="1534662" y="141900"/>
                  <a:pt x="1534662" y="127801"/>
                </a:cubicBezTo>
                <a:lnTo>
                  <a:pt x="1534662" y="70267"/>
                </a:lnTo>
                <a:lnTo>
                  <a:pt x="1557871" y="70267"/>
                </a:lnTo>
                <a:cubicBezTo>
                  <a:pt x="1560106" y="70267"/>
                  <a:pt x="1563229" y="69356"/>
                  <a:pt x="1563229" y="67306"/>
                </a:cubicBezTo>
                <a:lnTo>
                  <a:pt x="1563229" y="62754"/>
                </a:lnTo>
                <a:cubicBezTo>
                  <a:pt x="1563229" y="61843"/>
                  <a:pt x="1562561" y="61385"/>
                  <a:pt x="1561444" y="61385"/>
                </a:cubicBezTo>
                <a:lnTo>
                  <a:pt x="1534662" y="61385"/>
                </a:lnTo>
                <a:lnTo>
                  <a:pt x="1534662" y="52506"/>
                </a:lnTo>
                <a:cubicBezTo>
                  <a:pt x="1534662" y="37702"/>
                  <a:pt x="1535554" y="28590"/>
                  <a:pt x="1535554" y="28590"/>
                </a:cubicBezTo>
                <a:cubicBezTo>
                  <a:pt x="1535554" y="27224"/>
                  <a:pt x="1534884" y="26540"/>
                  <a:pt x="1533766" y="26540"/>
                </a:cubicBezTo>
                <a:cubicBezTo>
                  <a:pt x="1532874" y="26540"/>
                  <a:pt x="1530865" y="27453"/>
                  <a:pt x="1528859" y="28590"/>
                </a:cubicBezTo>
                <a:cubicBezTo>
                  <a:pt x="1526404" y="29959"/>
                  <a:pt x="1524169" y="31095"/>
                  <a:pt x="1521268" y="31780"/>
                </a:cubicBezTo>
                <a:cubicBezTo>
                  <a:pt x="1518591" y="32690"/>
                  <a:pt x="1516360" y="33375"/>
                  <a:pt x="1516360" y="34967"/>
                </a:cubicBezTo>
                <a:cubicBezTo>
                  <a:pt x="1516360" y="37702"/>
                  <a:pt x="1517028" y="36107"/>
                  <a:pt x="1517028" y="61385"/>
                </a:cubicBezTo>
                <a:lnTo>
                  <a:pt x="1506763" y="61385"/>
                </a:lnTo>
                <a:close/>
                <a:moveTo>
                  <a:pt x="1604966" y="93811"/>
                </a:moveTo>
                <a:cubicBezTo>
                  <a:pt x="1604966" y="89022"/>
                  <a:pt x="1606975" y="86287"/>
                  <a:pt x="1608759" y="84237"/>
                </a:cubicBezTo>
                <a:cubicBezTo>
                  <a:pt x="1617243" y="75799"/>
                  <a:pt x="1628624" y="70781"/>
                  <a:pt x="1637329" y="70781"/>
                </a:cubicBezTo>
                <a:cubicBezTo>
                  <a:pt x="1641790" y="70781"/>
                  <a:pt x="1646480" y="73746"/>
                  <a:pt x="1649157" y="78990"/>
                </a:cubicBezTo>
                <a:cubicBezTo>
                  <a:pt x="1651391" y="83552"/>
                  <a:pt x="1651837" y="89707"/>
                  <a:pt x="1651837" y="96546"/>
                </a:cubicBezTo>
                <a:lnTo>
                  <a:pt x="1651837" y="131203"/>
                </a:lnTo>
                <a:cubicBezTo>
                  <a:pt x="1651837" y="149899"/>
                  <a:pt x="1649603" y="150813"/>
                  <a:pt x="1637997" y="151953"/>
                </a:cubicBezTo>
                <a:cubicBezTo>
                  <a:pt x="1636883" y="153319"/>
                  <a:pt x="1636883" y="158101"/>
                  <a:pt x="1637997" y="159466"/>
                </a:cubicBezTo>
                <a:cubicBezTo>
                  <a:pt x="1644246" y="159241"/>
                  <a:pt x="1651837" y="159011"/>
                  <a:pt x="1660763" y="159011"/>
                </a:cubicBezTo>
                <a:cubicBezTo>
                  <a:pt x="1669693" y="159011"/>
                  <a:pt x="1677056" y="159241"/>
                  <a:pt x="1684422" y="159466"/>
                </a:cubicBezTo>
                <a:cubicBezTo>
                  <a:pt x="1685539" y="158101"/>
                  <a:pt x="1685539" y="153319"/>
                  <a:pt x="1684422" y="151953"/>
                </a:cubicBezTo>
                <a:cubicBezTo>
                  <a:pt x="1671923" y="150813"/>
                  <a:pt x="1669468" y="149899"/>
                  <a:pt x="1669468" y="131203"/>
                </a:cubicBezTo>
                <a:lnTo>
                  <a:pt x="1669468" y="97230"/>
                </a:lnTo>
                <a:cubicBezTo>
                  <a:pt x="1669468" y="84692"/>
                  <a:pt x="1668576" y="73520"/>
                  <a:pt x="1663443" y="66684"/>
                </a:cubicBezTo>
                <a:cubicBezTo>
                  <a:pt x="1659646" y="61673"/>
                  <a:pt x="1652729" y="58938"/>
                  <a:pt x="1644917" y="58938"/>
                </a:cubicBezTo>
                <a:cubicBezTo>
                  <a:pt x="1633981" y="58938"/>
                  <a:pt x="1620591" y="61899"/>
                  <a:pt x="1606975" y="77394"/>
                </a:cubicBezTo>
                <a:cubicBezTo>
                  <a:pt x="1606304" y="78308"/>
                  <a:pt x="1604741" y="80588"/>
                  <a:pt x="1604741" y="77394"/>
                </a:cubicBezTo>
                <a:lnTo>
                  <a:pt x="1604966" y="26119"/>
                </a:lnTo>
                <a:cubicBezTo>
                  <a:pt x="1604966" y="11308"/>
                  <a:pt x="1605858" y="2248"/>
                  <a:pt x="1605858" y="2248"/>
                </a:cubicBezTo>
                <a:cubicBezTo>
                  <a:pt x="1605858" y="678"/>
                  <a:pt x="1604966" y="0"/>
                  <a:pt x="1602956" y="0"/>
                </a:cubicBezTo>
                <a:cubicBezTo>
                  <a:pt x="1597378" y="2248"/>
                  <a:pt x="1580639" y="5393"/>
                  <a:pt x="1571710" y="6068"/>
                </a:cubicBezTo>
                <a:cubicBezTo>
                  <a:pt x="1571264" y="7892"/>
                  <a:pt x="1571710" y="11534"/>
                  <a:pt x="1573048" y="12900"/>
                </a:cubicBezTo>
                <a:cubicBezTo>
                  <a:pt x="1584654" y="13584"/>
                  <a:pt x="1587335" y="12444"/>
                  <a:pt x="1587335" y="31589"/>
                </a:cubicBezTo>
                <a:lnTo>
                  <a:pt x="1587335" y="131203"/>
                </a:lnTo>
                <a:cubicBezTo>
                  <a:pt x="1587335" y="150129"/>
                  <a:pt x="1584654" y="151039"/>
                  <a:pt x="1571710" y="151953"/>
                </a:cubicBezTo>
                <a:cubicBezTo>
                  <a:pt x="1570371" y="153319"/>
                  <a:pt x="1570371" y="158101"/>
                  <a:pt x="1571710" y="159466"/>
                </a:cubicBezTo>
                <a:cubicBezTo>
                  <a:pt x="1579076" y="159241"/>
                  <a:pt x="1587335" y="159011"/>
                  <a:pt x="1596261" y="159011"/>
                </a:cubicBezTo>
                <a:cubicBezTo>
                  <a:pt x="1604741" y="159011"/>
                  <a:pt x="1612107" y="159241"/>
                  <a:pt x="1618356" y="159466"/>
                </a:cubicBezTo>
                <a:cubicBezTo>
                  <a:pt x="1619695" y="158101"/>
                  <a:pt x="1619695" y="153319"/>
                  <a:pt x="1618356" y="151953"/>
                </a:cubicBezTo>
                <a:cubicBezTo>
                  <a:pt x="1606975" y="151039"/>
                  <a:pt x="1604966" y="150129"/>
                  <a:pt x="1604966" y="131203"/>
                </a:cubicBezTo>
                <a:lnTo>
                  <a:pt x="1604966" y="93811"/>
                </a:lnTo>
                <a:close/>
                <a:moveTo>
                  <a:pt x="1715445" y="94787"/>
                </a:moveTo>
                <a:cubicBezTo>
                  <a:pt x="1719685" y="69162"/>
                  <a:pt x="1735310" y="67122"/>
                  <a:pt x="1740667" y="67122"/>
                </a:cubicBezTo>
                <a:cubicBezTo>
                  <a:pt x="1749147" y="67122"/>
                  <a:pt x="1759190" y="71886"/>
                  <a:pt x="1759190" y="90934"/>
                </a:cubicBezTo>
                <a:cubicBezTo>
                  <a:pt x="1759190" y="92973"/>
                  <a:pt x="1758298" y="94110"/>
                  <a:pt x="1755843" y="94110"/>
                </a:cubicBezTo>
                <a:lnTo>
                  <a:pt x="1715445" y="94787"/>
                </a:lnTo>
                <a:moveTo>
                  <a:pt x="1773920" y="137799"/>
                </a:moveTo>
                <a:cubicBezTo>
                  <a:pt x="1765664" y="146449"/>
                  <a:pt x="1759190" y="150087"/>
                  <a:pt x="1746246" y="150087"/>
                </a:cubicBezTo>
                <a:cubicBezTo>
                  <a:pt x="1738212" y="150087"/>
                  <a:pt x="1728836" y="145309"/>
                  <a:pt x="1721919" y="133705"/>
                </a:cubicBezTo>
                <a:cubicBezTo>
                  <a:pt x="1717454" y="126196"/>
                  <a:pt x="1714774" y="115729"/>
                  <a:pt x="1714774" y="102530"/>
                </a:cubicBezTo>
                <a:lnTo>
                  <a:pt x="1774144" y="102985"/>
                </a:lnTo>
                <a:cubicBezTo>
                  <a:pt x="1776821" y="102985"/>
                  <a:pt x="1778384" y="101620"/>
                  <a:pt x="1778384" y="99114"/>
                </a:cubicBezTo>
                <a:cubicBezTo>
                  <a:pt x="1778384" y="80049"/>
                  <a:pt x="1771689" y="59605"/>
                  <a:pt x="1740667" y="59605"/>
                </a:cubicBezTo>
                <a:cubicBezTo>
                  <a:pt x="1721248" y="59605"/>
                  <a:pt x="1696026" y="78461"/>
                  <a:pt x="1696026" y="112997"/>
                </a:cubicBezTo>
                <a:cubicBezTo>
                  <a:pt x="1696026" y="125740"/>
                  <a:pt x="1699153" y="138028"/>
                  <a:pt x="1706519" y="146674"/>
                </a:cubicBezTo>
                <a:cubicBezTo>
                  <a:pt x="1714107" y="155783"/>
                  <a:pt x="1724596" y="161246"/>
                  <a:pt x="1740667" y="161246"/>
                </a:cubicBezTo>
                <a:cubicBezTo>
                  <a:pt x="1757627" y="161246"/>
                  <a:pt x="1769680" y="153277"/>
                  <a:pt x="1778609" y="141441"/>
                </a:cubicBezTo>
                <a:cubicBezTo>
                  <a:pt x="1777938" y="139165"/>
                  <a:pt x="1776600" y="138028"/>
                  <a:pt x="1773920" y="137799"/>
                </a:cubicBezTo>
                <a:close/>
                <a:moveTo>
                  <a:pt x="1845788" y="127527"/>
                </a:moveTo>
                <a:cubicBezTo>
                  <a:pt x="1846680" y="138692"/>
                  <a:pt x="1847351" y="149402"/>
                  <a:pt x="1847351" y="158969"/>
                </a:cubicBezTo>
                <a:cubicBezTo>
                  <a:pt x="1849581" y="158514"/>
                  <a:pt x="1851816" y="158288"/>
                  <a:pt x="1852929" y="158288"/>
                </a:cubicBezTo>
                <a:cubicBezTo>
                  <a:pt x="1854492" y="158288"/>
                  <a:pt x="1855831" y="158288"/>
                  <a:pt x="1857394" y="158744"/>
                </a:cubicBezTo>
                <a:cubicBezTo>
                  <a:pt x="1863422" y="160335"/>
                  <a:pt x="1869446" y="161246"/>
                  <a:pt x="1877705" y="161246"/>
                </a:cubicBezTo>
                <a:cubicBezTo>
                  <a:pt x="1890204" y="161246"/>
                  <a:pt x="1913192" y="155098"/>
                  <a:pt x="1913192" y="132538"/>
                </a:cubicBezTo>
                <a:cubicBezTo>
                  <a:pt x="1913192" y="117046"/>
                  <a:pt x="1902256" y="107930"/>
                  <a:pt x="1887077" y="102231"/>
                </a:cubicBezTo>
                <a:cubicBezTo>
                  <a:pt x="1873686" y="96991"/>
                  <a:pt x="1864760" y="93571"/>
                  <a:pt x="1864760" y="81040"/>
                </a:cubicBezTo>
                <a:cubicBezTo>
                  <a:pt x="1864760" y="71695"/>
                  <a:pt x="1872794" y="66455"/>
                  <a:pt x="1880382" y="66455"/>
                </a:cubicBezTo>
                <a:cubicBezTo>
                  <a:pt x="1885293" y="66455"/>
                  <a:pt x="1898238" y="68279"/>
                  <a:pt x="1901139" y="87650"/>
                </a:cubicBezTo>
                <a:cubicBezTo>
                  <a:pt x="1902478" y="89015"/>
                  <a:pt x="1906942" y="88786"/>
                  <a:pt x="1908281" y="87420"/>
                </a:cubicBezTo>
                <a:cubicBezTo>
                  <a:pt x="1908952" y="79215"/>
                  <a:pt x="1909398" y="70785"/>
                  <a:pt x="1909623" y="63268"/>
                </a:cubicBezTo>
                <a:cubicBezTo>
                  <a:pt x="1902702" y="62128"/>
                  <a:pt x="1891988" y="58938"/>
                  <a:pt x="1880382" y="58938"/>
                </a:cubicBezTo>
                <a:cubicBezTo>
                  <a:pt x="1863868" y="58938"/>
                  <a:pt x="1848914" y="69874"/>
                  <a:pt x="1848914" y="84459"/>
                </a:cubicBezTo>
                <a:cubicBezTo>
                  <a:pt x="1848914" y="101091"/>
                  <a:pt x="1856277" y="108156"/>
                  <a:pt x="1873465" y="115451"/>
                </a:cubicBezTo>
                <a:cubicBezTo>
                  <a:pt x="1891988" y="123197"/>
                  <a:pt x="1896228" y="127982"/>
                  <a:pt x="1896228" y="137782"/>
                </a:cubicBezTo>
                <a:cubicBezTo>
                  <a:pt x="1896228" y="148947"/>
                  <a:pt x="1885518" y="153732"/>
                  <a:pt x="1877259" y="153732"/>
                </a:cubicBezTo>
                <a:cubicBezTo>
                  <a:pt x="1868554" y="153732"/>
                  <a:pt x="1863643" y="150768"/>
                  <a:pt x="1861413" y="148263"/>
                </a:cubicBezTo>
                <a:cubicBezTo>
                  <a:pt x="1856502" y="143022"/>
                  <a:pt x="1854046" y="132996"/>
                  <a:pt x="1852708" y="127297"/>
                </a:cubicBezTo>
                <a:cubicBezTo>
                  <a:pt x="1851369" y="125931"/>
                  <a:pt x="1847126" y="126157"/>
                  <a:pt x="1845788" y="127527"/>
                </a:cubicBezTo>
                <a:close/>
                <a:moveTo>
                  <a:pt x="1970553" y="161246"/>
                </a:moveTo>
                <a:cubicBezTo>
                  <a:pt x="1979257" y="161246"/>
                  <a:pt x="1989747" y="156693"/>
                  <a:pt x="2000682" y="147588"/>
                </a:cubicBezTo>
                <a:cubicBezTo>
                  <a:pt x="2001799" y="146678"/>
                  <a:pt x="2003808" y="146223"/>
                  <a:pt x="2004030" y="147814"/>
                </a:cubicBezTo>
                <a:cubicBezTo>
                  <a:pt x="2004701" y="153503"/>
                  <a:pt x="2006485" y="161246"/>
                  <a:pt x="2006485" y="161246"/>
                </a:cubicBezTo>
                <a:cubicBezTo>
                  <a:pt x="2008270" y="161930"/>
                  <a:pt x="2009387" y="161704"/>
                  <a:pt x="2010725" y="161246"/>
                </a:cubicBezTo>
                <a:cubicBezTo>
                  <a:pt x="2015636" y="157149"/>
                  <a:pt x="2023449" y="153732"/>
                  <a:pt x="2037064" y="152137"/>
                </a:cubicBezTo>
                <a:cubicBezTo>
                  <a:pt x="2038403" y="150772"/>
                  <a:pt x="2038403" y="147359"/>
                  <a:pt x="2037064" y="145997"/>
                </a:cubicBezTo>
                <a:cubicBezTo>
                  <a:pt x="2022778" y="144857"/>
                  <a:pt x="2020768" y="140537"/>
                  <a:pt x="2020768" y="129396"/>
                </a:cubicBezTo>
                <a:lnTo>
                  <a:pt x="2020768" y="85738"/>
                </a:lnTo>
                <a:cubicBezTo>
                  <a:pt x="2020768" y="78917"/>
                  <a:pt x="2021664" y="62309"/>
                  <a:pt x="2021664" y="62309"/>
                </a:cubicBezTo>
                <a:cubicBezTo>
                  <a:pt x="2021664" y="61624"/>
                  <a:pt x="2020993" y="60940"/>
                  <a:pt x="2019876" y="60940"/>
                </a:cubicBezTo>
                <a:cubicBezTo>
                  <a:pt x="2018763" y="61169"/>
                  <a:pt x="2015415" y="61398"/>
                  <a:pt x="2012067" y="61398"/>
                </a:cubicBezTo>
                <a:cubicBezTo>
                  <a:pt x="2004922" y="61398"/>
                  <a:pt x="1996888" y="61169"/>
                  <a:pt x="1989301" y="60940"/>
                </a:cubicBezTo>
                <a:cubicBezTo>
                  <a:pt x="1987962" y="62309"/>
                  <a:pt x="1987962" y="67091"/>
                  <a:pt x="1989301" y="68456"/>
                </a:cubicBezTo>
                <a:cubicBezTo>
                  <a:pt x="2000236" y="69138"/>
                  <a:pt x="2003138" y="71869"/>
                  <a:pt x="2003138" y="86875"/>
                </a:cubicBezTo>
                <a:lnTo>
                  <a:pt x="2003138" y="130762"/>
                </a:lnTo>
                <a:cubicBezTo>
                  <a:pt x="2003138" y="135081"/>
                  <a:pt x="2002691" y="136899"/>
                  <a:pt x="1999568" y="139630"/>
                </a:cubicBezTo>
                <a:cubicBezTo>
                  <a:pt x="1991310" y="146904"/>
                  <a:pt x="1982826" y="150542"/>
                  <a:pt x="1977248" y="150542"/>
                </a:cubicBezTo>
                <a:cubicBezTo>
                  <a:pt x="1970553" y="150542"/>
                  <a:pt x="1959392" y="147359"/>
                  <a:pt x="1959392" y="127123"/>
                </a:cubicBezTo>
                <a:lnTo>
                  <a:pt x="1959392" y="85738"/>
                </a:lnTo>
                <a:cubicBezTo>
                  <a:pt x="1959392" y="78917"/>
                  <a:pt x="1960285" y="62309"/>
                  <a:pt x="1960285" y="62309"/>
                </a:cubicBezTo>
                <a:cubicBezTo>
                  <a:pt x="1960285" y="61624"/>
                  <a:pt x="1959617" y="60940"/>
                  <a:pt x="1958500" y="60940"/>
                </a:cubicBezTo>
                <a:cubicBezTo>
                  <a:pt x="1957383" y="61169"/>
                  <a:pt x="1954035" y="61398"/>
                  <a:pt x="1950688" y="61398"/>
                </a:cubicBezTo>
                <a:cubicBezTo>
                  <a:pt x="1943546" y="61398"/>
                  <a:pt x="1935512" y="61169"/>
                  <a:pt x="1927921" y="60940"/>
                </a:cubicBezTo>
                <a:cubicBezTo>
                  <a:pt x="1926583" y="62309"/>
                  <a:pt x="1926583" y="67091"/>
                  <a:pt x="1927921" y="68456"/>
                </a:cubicBezTo>
                <a:cubicBezTo>
                  <a:pt x="1938635" y="69367"/>
                  <a:pt x="1941762" y="71869"/>
                  <a:pt x="1941762" y="86649"/>
                </a:cubicBezTo>
                <a:lnTo>
                  <a:pt x="1941762" y="130307"/>
                </a:lnTo>
                <a:cubicBezTo>
                  <a:pt x="1941762" y="145997"/>
                  <a:pt x="1948457" y="161246"/>
                  <a:pt x="1970553" y="161246"/>
                </a:cubicBezTo>
                <a:close/>
                <a:moveTo>
                  <a:pt x="2078578" y="77394"/>
                </a:moveTo>
                <a:cubicBezTo>
                  <a:pt x="2078353" y="70555"/>
                  <a:pt x="2077907" y="62358"/>
                  <a:pt x="2076790" y="60078"/>
                </a:cubicBezTo>
                <a:cubicBezTo>
                  <a:pt x="2076343" y="58938"/>
                  <a:pt x="2075897" y="58257"/>
                  <a:pt x="2074113" y="58257"/>
                </a:cubicBezTo>
                <a:cubicBezTo>
                  <a:pt x="2067863" y="60763"/>
                  <a:pt x="2062060" y="62813"/>
                  <a:pt x="2046660" y="64860"/>
                </a:cubicBezTo>
                <a:cubicBezTo>
                  <a:pt x="2046214" y="66229"/>
                  <a:pt x="2046660" y="69871"/>
                  <a:pt x="2047106" y="71240"/>
                </a:cubicBezTo>
                <a:cubicBezTo>
                  <a:pt x="2059159" y="72380"/>
                  <a:pt x="2061614" y="73520"/>
                  <a:pt x="2061614" y="86743"/>
                </a:cubicBezTo>
                <a:lnTo>
                  <a:pt x="2061614" y="131203"/>
                </a:lnTo>
                <a:cubicBezTo>
                  <a:pt x="2061614" y="149899"/>
                  <a:pt x="2058713" y="151039"/>
                  <a:pt x="2046435" y="151953"/>
                </a:cubicBezTo>
                <a:cubicBezTo>
                  <a:pt x="2045097" y="153319"/>
                  <a:pt x="2045097" y="158101"/>
                  <a:pt x="2046435" y="159466"/>
                </a:cubicBezTo>
                <a:cubicBezTo>
                  <a:pt x="2053134" y="159241"/>
                  <a:pt x="2061614" y="159011"/>
                  <a:pt x="2070540" y="159011"/>
                </a:cubicBezTo>
                <a:cubicBezTo>
                  <a:pt x="2079470" y="159011"/>
                  <a:pt x="2086387" y="159241"/>
                  <a:pt x="2093082" y="159466"/>
                </a:cubicBezTo>
                <a:cubicBezTo>
                  <a:pt x="2094424" y="158101"/>
                  <a:pt x="2094424" y="153319"/>
                  <a:pt x="2093082" y="151953"/>
                </a:cubicBezTo>
                <a:cubicBezTo>
                  <a:pt x="2081700" y="150813"/>
                  <a:pt x="2079245" y="149899"/>
                  <a:pt x="2079245" y="131203"/>
                </a:cubicBezTo>
                <a:lnTo>
                  <a:pt x="2079245" y="93811"/>
                </a:lnTo>
                <a:cubicBezTo>
                  <a:pt x="2079245" y="89022"/>
                  <a:pt x="2081254" y="86287"/>
                  <a:pt x="2083039" y="84237"/>
                </a:cubicBezTo>
                <a:cubicBezTo>
                  <a:pt x="2091968" y="75344"/>
                  <a:pt x="2100227" y="70781"/>
                  <a:pt x="2107144" y="70781"/>
                </a:cubicBezTo>
                <a:cubicBezTo>
                  <a:pt x="2115627" y="70781"/>
                  <a:pt x="2121877" y="76255"/>
                  <a:pt x="2121877" y="91531"/>
                </a:cubicBezTo>
                <a:lnTo>
                  <a:pt x="2121877" y="131203"/>
                </a:lnTo>
                <a:cubicBezTo>
                  <a:pt x="2121877" y="149899"/>
                  <a:pt x="2120089" y="151039"/>
                  <a:pt x="2108036" y="151953"/>
                </a:cubicBezTo>
                <a:cubicBezTo>
                  <a:pt x="2106923" y="153319"/>
                  <a:pt x="2106923" y="158101"/>
                  <a:pt x="2108036" y="159466"/>
                </a:cubicBezTo>
                <a:cubicBezTo>
                  <a:pt x="2113618" y="159241"/>
                  <a:pt x="2121877" y="159011"/>
                  <a:pt x="2130803" y="159011"/>
                </a:cubicBezTo>
                <a:cubicBezTo>
                  <a:pt x="2139732" y="159011"/>
                  <a:pt x="2147095" y="159241"/>
                  <a:pt x="2152677" y="159466"/>
                </a:cubicBezTo>
                <a:cubicBezTo>
                  <a:pt x="2153791" y="158101"/>
                  <a:pt x="2153791" y="153319"/>
                  <a:pt x="2152677" y="151953"/>
                </a:cubicBezTo>
                <a:cubicBezTo>
                  <a:pt x="2141517" y="151039"/>
                  <a:pt x="2139507" y="149899"/>
                  <a:pt x="2139507" y="131203"/>
                </a:cubicBezTo>
                <a:lnTo>
                  <a:pt x="2139507" y="94951"/>
                </a:lnTo>
                <a:cubicBezTo>
                  <a:pt x="2139507" y="91761"/>
                  <a:pt x="2139507" y="88567"/>
                  <a:pt x="2139283" y="85832"/>
                </a:cubicBezTo>
                <a:cubicBezTo>
                  <a:pt x="2149997" y="73746"/>
                  <a:pt x="2160040" y="70781"/>
                  <a:pt x="2168745" y="70781"/>
                </a:cubicBezTo>
                <a:cubicBezTo>
                  <a:pt x="2177228" y="70781"/>
                  <a:pt x="2182136" y="75799"/>
                  <a:pt x="2182136" y="91076"/>
                </a:cubicBezTo>
                <a:lnTo>
                  <a:pt x="2182136" y="131203"/>
                </a:lnTo>
                <a:cubicBezTo>
                  <a:pt x="2182136" y="149899"/>
                  <a:pt x="2179905" y="151039"/>
                  <a:pt x="2168299" y="151953"/>
                </a:cubicBezTo>
                <a:cubicBezTo>
                  <a:pt x="2167182" y="153319"/>
                  <a:pt x="2167182" y="158101"/>
                  <a:pt x="2168299" y="159466"/>
                </a:cubicBezTo>
                <a:cubicBezTo>
                  <a:pt x="2173880" y="159241"/>
                  <a:pt x="2182136" y="159011"/>
                  <a:pt x="2191065" y="159011"/>
                </a:cubicBezTo>
                <a:cubicBezTo>
                  <a:pt x="2199991" y="159011"/>
                  <a:pt x="2207804" y="159241"/>
                  <a:pt x="2214053" y="159466"/>
                </a:cubicBezTo>
                <a:cubicBezTo>
                  <a:pt x="2215170" y="158101"/>
                  <a:pt x="2215170" y="153319"/>
                  <a:pt x="2214053" y="151953"/>
                </a:cubicBezTo>
                <a:cubicBezTo>
                  <a:pt x="2201779" y="151039"/>
                  <a:pt x="2199770" y="149899"/>
                  <a:pt x="2199770" y="131203"/>
                </a:cubicBezTo>
                <a:lnTo>
                  <a:pt x="2199770" y="95180"/>
                </a:lnTo>
                <a:cubicBezTo>
                  <a:pt x="2199770" y="74889"/>
                  <a:pt x="2196422" y="58938"/>
                  <a:pt x="2176782" y="58938"/>
                </a:cubicBezTo>
                <a:cubicBezTo>
                  <a:pt x="2165397" y="58938"/>
                  <a:pt x="2151560" y="63268"/>
                  <a:pt x="2139954" y="75799"/>
                </a:cubicBezTo>
                <a:cubicBezTo>
                  <a:pt x="2139283" y="76484"/>
                  <a:pt x="2137944" y="77624"/>
                  <a:pt x="2137498" y="75570"/>
                </a:cubicBezTo>
                <a:cubicBezTo>
                  <a:pt x="2135489" y="66229"/>
                  <a:pt x="2126784" y="58938"/>
                  <a:pt x="2115181" y="58938"/>
                </a:cubicBezTo>
                <a:cubicBezTo>
                  <a:pt x="2102233" y="58938"/>
                  <a:pt x="2090630" y="66684"/>
                  <a:pt x="2081254" y="77394"/>
                </a:cubicBezTo>
                <a:cubicBezTo>
                  <a:pt x="2080137" y="78534"/>
                  <a:pt x="2078799" y="80133"/>
                  <a:pt x="2078578" y="77394"/>
                </a:cubicBezTo>
                <a:close/>
                <a:moveTo>
                  <a:pt x="2273420" y="112257"/>
                </a:moveTo>
                <a:cubicBezTo>
                  <a:pt x="2273420" y="135502"/>
                  <a:pt x="2288599" y="161246"/>
                  <a:pt x="2320292" y="161246"/>
                </a:cubicBezTo>
                <a:cubicBezTo>
                  <a:pt x="2334575" y="161246"/>
                  <a:pt x="2345514" y="156009"/>
                  <a:pt x="2353101" y="148492"/>
                </a:cubicBezTo>
                <a:cubicBezTo>
                  <a:pt x="2363145" y="138463"/>
                  <a:pt x="2367609" y="124107"/>
                  <a:pt x="2367609" y="110207"/>
                </a:cubicBezTo>
                <a:cubicBezTo>
                  <a:pt x="2367609" y="86506"/>
                  <a:pt x="2354886" y="58938"/>
                  <a:pt x="2320738" y="58938"/>
                </a:cubicBezTo>
                <a:cubicBezTo>
                  <a:pt x="2306009" y="58938"/>
                  <a:pt x="2293956" y="65089"/>
                  <a:pt x="2285697" y="74885"/>
                </a:cubicBezTo>
                <a:cubicBezTo>
                  <a:pt x="2277664" y="84685"/>
                  <a:pt x="2273420" y="97901"/>
                  <a:pt x="2273420" y="112257"/>
                </a:cubicBezTo>
                <a:moveTo>
                  <a:pt x="2317390" y="66910"/>
                </a:moveTo>
                <a:cubicBezTo>
                  <a:pt x="2336584" y="66910"/>
                  <a:pt x="2348415" y="84685"/>
                  <a:pt x="2348415" y="117501"/>
                </a:cubicBezTo>
                <a:cubicBezTo>
                  <a:pt x="2348415" y="146212"/>
                  <a:pt x="2333907" y="153277"/>
                  <a:pt x="2323418" y="153277"/>
                </a:cubicBezTo>
                <a:cubicBezTo>
                  <a:pt x="2300205" y="153277"/>
                  <a:pt x="2292618" y="124562"/>
                  <a:pt x="2292618" y="107016"/>
                </a:cubicBezTo>
                <a:cubicBezTo>
                  <a:pt x="2292618" y="87191"/>
                  <a:pt x="2297304" y="66910"/>
                  <a:pt x="2317390" y="66910"/>
                </a:cubicBezTo>
                <a:close/>
                <a:moveTo>
                  <a:pt x="2415817" y="131248"/>
                </a:moveTo>
                <a:lnTo>
                  <a:pt x="2415817" y="70267"/>
                </a:lnTo>
                <a:lnTo>
                  <a:pt x="2436574" y="70267"/>
                </a:lnTo>
                <a:cubicBezTo>
                  <a:pt x="2438583" y="70267"/>
                  <a:pt x="2441710" y="69356"/>
                  <a:pt x="2441710" y="67306"/>
                </a:cubicBezTo>
                <a:lnTo>
                  <a:pt x="2441710" y="62754"/>
                </a:lnTo>
                <a:cubicBezTo>
                  <a:pt x="2441710" y="61843"/>
                  <a:pt x="2441039" y="61385"/>
                  <a:pt x="2439922" y="61385"/>
                </a:cubicBezTo>
                <a:lnTo>
                  <a:pt x="2415817" y="61385"/>
                </a:lnTo>
                <a:lnTo>
                  <a:pt x="2415817" y="48374"/>
                </a:lnTo>
                <a:cubicBezTo>
                  <a:pt x="2415817" y="13223"/>
                  <a:pt x="2426085" y="7746"/>
                  <a:pt x="2433451" y="7746"/>
                </a:cubicBezTo>
                <a:cubicBezTo>
                  <a:pt x="2440146" y="7746"/>
                  <a:pt x="2443715" y="10484"/>
                  <a:pt x="2446842" y="18474"/>
                </a:cubicBezTo>
                <a:cubicBezTo>
                  <a:pt x="2448626" y="22581"/>
                  <a:pt x="2451082" y="25778"/>
                  <a:pt x="2455768" y="25778"/>
                </a:cubicBezTo>
                <a:cubicBezTo>
                  <a:pt x="2459562" y="25778"/>
                  <a:pt x="2464919" y="20983"/>
                  <a:pt x="2464919" y="16420"/>
                </a:cubicBezTo>
                <a:cubicBezTo>
                  <a:pt x="2464919" y="12538"/>
                  <a:pt x="2462463" y="8431"/>
                  <a:pt x="2457777" y="4785"/>
                </a:cubicBezTo>
                <a:cubicBezTo>
                  <a:pt x="2451974" y="685"/>
                  <a:pt x="2446171" y="0"/>
                  <a:pt x="2437691" y="0"/>
                </a:cubicBezTo>
                <a:cubicBezTo>
                  <a:pt x="2418943" y="0"/>
                  <a:pt x="2398186" y="16646"/>
                  <a:pt x="2398186" y="52255"/>
                </a:cubicBezTo>
                <a:lnTo>
                  <a:pt x="2398186" y="61385"/>
                </a:lnTo>
                <a:lnTo>
                  <a:pt x="2386804" y="61385"/>
                </a:lnTo>
                <a:cubicBezTo>
                  <a:pt x="2382786" y="61385"/>
                  <a:pt x="2381668" y="64119"/>
                  <a:pt x="2381668" y="65940"/>
                </a:cubicBezTo>
                <a:lnTo>
                  <a:pt x="2381668" y="68901"/>
                </a:lnTo>
                <a:cubicBezTo>
                  <a:pt x="2381668" y="70041"/>
                  <a:pt x="2381893" y="70267"/>
                  <a:pt x="2382786" y="70267"/>
                </a:cubicBezTo>
                <a:lnTo>
                  <a:pt x="2398186" y="70267"/>
                </a:lnTo>
                <a:lnTo>
                  <a:pt x="2398186" y="131248"/>
                </a:lnTo>
                <a:cubicBezTo>
                  <a:pt x="2398186" y="150132"/>
                  <a:pt x="2394613" y="151043"/>
                  <a:pt x="2382561" y="151953"/>
                </a:cubicBezTo>
                <a:cubicBezTo>
                  <a:pt x="2381222" y="153319"/>
                  <a:pt x="2381222" y="158101"/>
                  <a:pt x="2382561" y="159466"/>
                </a:cubicBezTo>
                <a:cubicBezTo>
                  <a:pt x="2390373" y="159241"/>
                  <a:pt x="2398186" y="159011"/>
                  <a:pt x="2407112" y="159011"/>
                </a:cubicBezTo>
                <a:cubicBezTo>
                  <a:pt x="2416041" y="159011"/>
                  <a:pt x="2426755" y="159241"/>
                  <a:pt x="2434565" y="159466"/>
                </a:cubicBezTo>
                <a:cubicBezTo>
                  <a:pt x="2435906" y="158101"/>
                  <a:pt x="2435906" y="153319"/>
                  <a:pt x="2434565" y="151953"/>
                </a:cubicBezTo>
                <a:cubicBezTo>
                  <a:pt x="2417158" y="151043"/>
                  <a:pt x="2415817" y="150132"/>
                  <a:pt x="2415817" y="131248"/>
                </a:cubicBezTo>
                <a:close/>
                <a:moveTo>
                  <a:pt x="2570487" y="130717"/>
                </a:moveTo>
                <a:cubicBezTo>
                  <a:pt x="2570487" y="135047"/>
                  <a:pt x="2570041" y="136871"/>
                  <a:pt x="2566918" y="139606"/>
                </a:cubicBezTo>
                <a:cubicBezTo>
                  <a:pt x="2558660" y="146897"/>
                  <a:pt x="2551518" y="150542"/>
                  <a:pt x="2545936" y="150542"/>
                </a:cubicBezTo>
                <a:cubicBezTo>
                  <a:pt x="2533887" y="150542"/>
                  <a:pt x="2521388" y="137097"/>
                  <a:pt x="2521388" y="108611"/>
                </a:cubicBezTo>
                <a:cubicBezTo>
                  <a:pt x="2521388" y="92205"/>
                  <a:pt x="2524511" y="83090"/>
                  <a:pt x="2527859" y="78305"/>
                </a:cubicBezTo>
                <a:cubicBezTo>
                  <a:pt x="2534779" y="67595"/>
                  <a:pt x="2544152" y="66910"/>
                  <a:pt x="2548616" y="66910"/>
                </a:cubicBezTo>
                <a:cubicBezTo>
                  <a:pt x="2556650" y="66910"/>
                  <a:pt x="2562232" y="69874"/>
                  <a:pt x="2566693" y="75115"/>
                </a:cubicBezTo>
                <a:cubicBezTo>
                  <a:pt x="2569820" y="78760"/>
                  <a:pt x="2570487" y="80355"/>
                  <a:pt x="2570487" y="87420"/>
                </a:cubicBezTo>
                <a:lnTo>
                  <a:pt x="2570487" y="130717"/>
                </a:lnTo>
                <a:moveTo>
                  <a:pt x="2568035" y="147581"/>
                </a:moveTo>
                <a:cubicBezTo>
                  <a:pt x="2569149" y="146671"/>
                  <a:pt x="2571158" y="146212"/>
                  <a:pt x="2571383" y="147807"/>
                </a:cubicBezTo>
                <a:cubicBezTo>
                  <a:pt x="2572050" y="153277"/>
                  <a:pt x="2573838" y="161246"/>
                  <a:pt x="2573838" y="161246"/>
                </a:cubicBezTo>
                <a:cubicBezTo>
                  <a:pt x="2575623" y="161930"/>
                  <a:pt x="2576737" y="161704"/>
                  <a:pt x="2578078" y="161246"/>
                </a:cubicBezTo>
                <a:cubicBezTo>
                  <a:pt x="2582986" y="157138"/>
                  <a:pt x="2590798" y="153722"/>
                  <a:pt x="2604414" y="152127"/>
                </a:cubicBezTo>
                <a:cubicBezTo>
                  <a:pt x="2605752" y="150761"/>
                  <a:pt x="2605752" y="147345"/>
                  <a:pt x="2604414" y="145979"/>
                </a:cubicBezTo>
                <a:cubicBezTo>
                  <a:pt x="2590131" y="144840"/>
                  <a:pt x="2588122" y="140510"/>
                  <a:pt x="2588122" y="129344"/>
                </a:cubicBezTo>
                <a:lnTo>
                  <a:pt x="2588122" y="26119"/>
                </a:lnTo>
                <a:cubicBezTo>
                  <a:pt x="2588122" y="11308"/>
                  <a:pt x="2589014" y="2248"/>
                  <a:pt x="2589014" y="2248"/>
                </a:cubicBezTo>
                <a:cubicBezTo>
                  <a:pt x="2589014" y="678"/>
                  <a:pt x="2588122" y="0"/>
                  <a:pt x="2586112" y="0"/>
                </a:cubicBezTo>
                <a:cubicBezTo>
                  <a:pt x="2580534" y="2248"/>
                  <a:pt x="2563792" y="5393"/>
                  <a:pt x="2554866" y="6068"/>
                </a:cubicBezTo>
                <a:cubicBezTo>
                  <a:pt x="2554420" y="7892"/>
                  <a:pt x="2554866" y="11534"/>
                  <a:pt x="2556204" y="12900"/>
                </a:cubicBezTo>
                <a:cubicBezTo>
                  <a:pt x="2567810" y="13584"/>
                  <a:pt x="2570487" y="12444"/>
                  <a:pt x="2570487" y="31589"/>
                </a:cubicBezTo>
                <a:lnTo>
                  <a:pt x="2570487" y="60763"/>
                </a:lnTo>
                <a:cubicBezTo>
                  <a:pt x="2570487" y="62358"/>
                  <a:pt x="2570041" y="62813"/>
                  <a:pt x="2568481" y="62813"/>
                </a:cubicBezTo>
                <a:cubicBezTo>
                  <a:pt x="2567586" y="62813"/>
                  <a:pt x="2558438" y="58938"/>
                  <a:pt x="2551072" y="58938"/>
                </a:cubicBezTo>
                <a:cubicBezTo>
                  <a:pt x="2536339" y="58938"/>
                  <a:pt x="2526521" y="63949"/>
                  <a:pt x="2517591" y="72606"/>
                </a:cubicBezTo>
                <a:cubicBezTo>
                  <a:pt x="2507994" y="82406"/>
                  <a:pt x="2502191" y="95851"/>
                  <a:pt x="2502191" y="112712"/>
                </a:cubicBezTo>
                <a:cubicBezTo>
                  <a:pt x="2502191" y="140746"/>
                  <a:pt x="2516031" y="161246"/>
                  <a:pt x="2540136" y="161246"/>
                </a:cubicBezTo>
                <a:cubicBezTo>
                  <a:pt x="2548838" y="161246"/>
                  <a:pt x="2557096" y="156693"/>
                  <a:pt x="2568035" y="147581"/>
                </a:cubicBezTo>
                <a:close/>
                <a:moveTo>
                  <a:pt x="2615571" y="112257"/>
                </a:moveTo>
                <a:cubicBezTo>
                  <a:pt x="2615571" y="135502"/>
                  <a:pt x="2630750" y="161246"/>
                  <a:pt x="2662443" y="161246"/>
                </a:cubicBezTo>
                <a:cubicBezTo>
                  <a:pt x="2676726" y="161246"/>
                  <a:pt x="2687665" y="156009"/>
                  <a:pt x="2695253" y="148492"/>
                </a:cubicBezTo>
                <a:cubicBezTo>
                  <a:pt x="2705296" y="138463"/>
                  <a:pt x="2709761" y="124107"/>
                  <a:pt x="2709761" y="110207"/>
                </a:cubicBezTo>
                <a:cubicBezTo>
                  <a:pt x="2709761" y="86506"/>
                  <a:pt x="2697037" y="58938"/>
                  <a:pt x="2662889" y="58938"/>
                </a:cubicBezTo>
                <a:cubicBezTo>
                  <a:pt x="2648160" y="58938"/>
                  <a:pt x="2636107" y="65089"/>
                  <a:pt x="2627849" y="74885"/>
                </a:cubicBezTo>
                <a:cubicBezTo>
                  <a:pt x="2619815" y="84685"/>
                  <a:pt x="2615571" y="97901"/>
                  <a:pt x="2615571" y="112257"/>
                </a:cubicBezTo>
                <a:moveTo>
                  <a:pt x="2659541" y="66910"/>
                </a:moveTo>
                <a:cubicBezTo>
                  <a:pt x="2678735" y="66910"/>
                  <a:pt x="2690567" y="84685"/>
                  <a:pt x="2690567" y="117501"/>
                </a:cubicBezTo>
                <a:cubicBezTo>
                  <a:pt x="2690567" y="146212"/>
                  <a:pt x="2676059" y="153277"/>
                  <a:pt x="2665569" y="153277"/>
                </a:cubicBezTo>
                <a:cubicBezTo>
                  <a:pt x="2642357" y="153277"/>
                  <a:pt x="2634769" y="124562"/>
                  <a:pt x="2634769" y="107016"/>
                </a:cubicBezTo>
                <a:cubicBezTo>
                  <a:pt x="2634769" y="87191"/>
                  <a:pt x="2639455" y="66910"/>
                  <a:pt x="2659541" y="66910"/>
                </a:cubicBezTo>
                <a:close/>
                <a:moveTo>
                  <a:pt x="2762431" y="68456"/>
                </a:moveTo>
                <a:cubicBezTo>
                  <a:pt x="2763773" y="67091"/>
                  <a:pt x="2763773" y="62309"/>
                  <a:pt x="2762431" y="60940"/>
                </a:cubicBezTo>
                <a:cubicBezTo>
                  <a:pt x="2755736" y="61169"/>
                  <a:pt x="2747923" y="61398"/>
                  <a:pt x="2739890" y="61398"/>
                </a:cubicBezTo>
                <a:cubicBezTo>
                  <a:pt x="2731410" y="61398"/>
                  <a:pt x="2725382" y="61169"/>
                  <a:pt x="2719578" y="60940"/>
                </a:cubicBezTo>
                <a:cubicBezTo>
                  <a:pt x="2718240" y="62309"/>
                  <a:pt x="2718240" y="67091"/>
                  <a:pt x="2719578" y="68456"/>
                </a:cubicBezTo>
                <a:cubicBezTo>
                  <a:pt x="2730071" y="69593"/>
                  <a:pt x="2732523" y="71869"/>
                  <a:pt x="2737213" y="83691"/>
                </a:cubicBezTo>
                <a:lnTo>
                  <a:pt x="2766450" y="157145"/>
                </a:lnTo>
                <a:cubicBezTo>
                  <a:pt x="2767788" y="160328"/>
                  <a:pt x="2769573" y="161690"/>
                  <a:pt x="2771807" y="161690"/>
                </a:cubicBezTo>
                <a:cubicBezTo>
                  <a:pt x="2773816" y="161690"/>
                  <a:pt x="2775601" y="160328"/>
                  <a:pt x="2777164" y="156690"/>
                </a:cubicBezTo>
                <a:lnTo>
                  <a:pt x="2799706" y="100747"/>
                </a:lnTo>
                <a:lnTo>
                  <a:pt x="2822694" y="157145"/>
                </a:lnTo>
                <a:cubicBezTo>
                  <a:pt x="2824032" y="160328"/>
                  <a:pt x="2825820" y="161690"/>
                  <a:pt x="2828051" y="161690"/>
                </a:cubicBezTo>
                <a:cubicBezTo>
                  <a:pt x="2830060" y="161690"/>
                  <a:pt x="2831845" y="160328"/>
                  <a:pt x="2833183" y="156916"/>
                </a:cubicBezTo>
                <a:lnTo>
                  <a:pt x="2862424" y="84831"/>
                </a:lnTo>
                <a:cubicBezTo>
                  <a:pt x="2865993" y="75507"/>
                  <a:pt x="2869787" y="69138"/>
                  <a:pt x="2881172" y="68456"/>
                </a:cubicBezTo>
                <a:cubicBezTo>
                  <a:pt x="2882510" y="67091"/>
                  <a:pt x="2882510" y="62309"/>
                  <a:pt x="2881172" y="60940"/>
                </a:cubicBezTo>
                <a:cubicBezTo>
                  <a:pt x="2876707" y="61169"/>
                  <a:pt x="2871796" y="61398"/>
                  <a:pt x="2865101" y="61398"/>
                </a:cubicBezTo>
                <a:cubicBezTo>
                  <a:pt x="2858405" y="61398"/>
                  <a:pt x="2849029" y="61169"/>
                  <a:pt x="2842334" y="60940"/>
                </a:cubicBezTo>
                <a:cubicBezTo>
                  <a:pt x="2840996" y="62309"/>
                  <a:pt x="2840996" y="67091"/>
                  <a:pt x="2842334" y="68456"/>
                </a:cubicBezTo>
                <a:cubicBezTo>
                  <a:pt x="2859073" y="69367"/>
                  <a:pt x="2856842" y="75963"/>
                  <a:pt x="2853719" y="83921"/>
                </a:cubicBezTo>
                <a:lnTo>
                  <a:pt x="2834971" y="131221"/>
                </a:lnTo>
                <a:cubicBezTo>
                  <a:pt x="2832737" y="136906"/>
                  <a:pt x="2831845" y="136906"/>
                  <a:pt x="2830060" y="132131"/>
                </a:cubicBezTo>
                <a:lnTo>
                  <a:pt x="2810866" y="82329"/>
                </a:lnTo>
                <a:cubicBezTo>
                  <a:pt x="2806623" y="71640"/>
                  <a:pt x="2807072" y="69367"/>
                  <a:pt x="2818900" y="68456"/>
                </a:cubicBezTo>
                <a:cubicBezTo>
                  <a:pt x="2820238" y="67091"/>
                  <a:pt x="2820238" y="62309"/>
                  <a:pt x="2818900" y="60940"/>
                </a:cubicBezTo>
                <a:cubicBezTo>
                  <a:pt x="2812204" y="61169"/>
                  <a:pt x="2803275" y="61398"/>
                  <a:pt x="2796579" y="61398"/>
                </a:cubicBezTo>
                <a:cubicBezTo>
                  <a:pt x="2791001" y="61398"/>
                  <a:pt x="2783635" y="61169"/>
                  <a:pt x="2776939" y="60940"/>
                </a:cubicBezTo>
                <a:cubicBezTo>
                  <a:pt x="2775601" y="62309"/>
                  <a:pt x="2775601" y="67091"/>
                  <a:pt x="2776939" y="68456"/>
                </a:cubicBezTo>
                <a:cubicBezTo>
                  <a:pt x="2787429" y="69367"/>
                  <a:pt x="2790109" y="75963"/>
                  <a:pt x="2794124" y="86193"/>
                </a:cubicBezTo>
                <a:lnTo>
                  <a:pt x="2795466" y="89832"/>
                </a:lnTo>
                <a:lnTo>
                  <a:pt x="2779841" y="130084"/>
                </a:lnTo>
                <a:cubicBezTo>
                  <a:pt x="2776939" y="137587"/>
                  <a:pt x="2776493" y="137816"/>
                  <a:pt x="2773592" y="130539"/>
                </a:cubicBezTo>
                <a:lnTo>
                  <a:pt x="2755736" y="83691"/>
                </a:lnTo>
                <a:cubicBezTo>
                  <a:pt x="2751496" y="72776"/>
                  <a:pt x="2751721" y="69138"/>
                  <a:pt x="2762431" y="68456"/>
                </a:cubicBezTo>
                <a:close/>
                <a:moveTo>
                  <a:pt x="2924915" y="77394"/>
                </a:moveTo>
                <a:cubicBezTo>
                  <a:pt x="2923577" y="78990"/>
                  <a:pt x="2922238" y="79448"/>
                  <a:pt x="2922238" y="77394"/>
                </a:cubicBezTo>
                <a:cubicBezTo>
                  <a:pt x="2922013" y="71240"/>
                  <a:pt x="2921567" y="62358"/>
                  <a:pt x="2920450" y="60078"/>
                </a:cubicBezTo>
                <a:cubicBezTo>
                  <a:pt x="2920004" y="58938"/>
                  <a:pt x="2919558" y="58257"/>
                  <a:pt x="2917773" y="58257"/>
                </a:cubicBezTo>
                <a:cubicBezTo>
                  <a:pt x="2911524" y="60763"/>
                  <a:pt x="2905721" y="62813"/>
                  <a:pt x="2890321" y="64860"/>
                </a:cubicBezTo>
                <a:cubicBezTo>
                  <a:pt x="2889875" y="66229"/>
                  <a:pt x="2890321" y="69871"/>
                  <a:pt x="2890767" y="71240"/>
                </a:cubicBezTo>
                <a:cubicBezTo>
                  <a:pt x="2902819" y="72380"/>
                  <a:pt x="2905275" y="73520"/>
                  <a:pt x="2905275" y="86743"/>
                </a:cubicBezTo>
                <a:lnTo>
                  <a:pt x="2905275" y="131203"/>
                </a:lnTo>
                <a:cubicBezTo>
                  <a:pt x="2905275" y="149899"/>
                  <a:pt x="2903044" y="150813"/>
                  <a:pt x="2889650" y="151953"/>
                </a:cubicBezTo>
                <a:cubicBezTo>
                  <a:pt x="2888311" y="153319"/>
                  <a:pt x="2888311" y="158101"/>
                  <a:pt x="2889650" y="159466"/>
                </a:cubicBezTo>
                <a:cubicBezTo>
                  <a:pt x="2896349" y="159241"/>
                  <a:pt x="2905275" y="159011"/>
                  <a:pt x="2914201" y="159011"/>
                </a:cubicBezTo>
                <a:cubicBezTo>
                  <a:pt x="2923130" y="159011"/>
                  <a:pt x="2929826" y="159241"/>
                  <a:pt x="2936521" y="159466"/>
                </a:cubicBezTo>
                <a:cubicBezTo>
                  <a:pt x="2937860" y="158101"/>
                  <a:pt x="2937860" y="153319"/>
                  <a:pt x="2936521" y="151953"/>
                </a:cubicBezTo>
                <a:cubicBezTo>
                  <a:pt x="2925140" y="150813"/>
                  <a:pt x="2922906" y="149899"/>
                  <a:pt x="2922906" y="131203"/>
                </a:cubicBezTo>
                <a:lnTo>
                  <a:pt x="2922906" y="93811"/>
                </a:lnTo>
                <a:cubicBezTo>
                  <a:pt x="2922906" y="89022"/>
                  <a:pt x="2924915" y="86287"/>
                  <a:pt x="2926700" y="84237"/>
                </a:cubicBezTo>
                <a:cubicBezTo>
                  <a:pt x="2935183" y="75799"/>
                  <a:pt x="2945226" y="70781"/>
                  <a:pt x="2953931" y="70781"/>
                </a:cubicBezTo>
                <a:cubicBezTo>
                  <a:pt x="2958396" y="70781"/>
                  <a:pt x="2963082" y="73746"/>
                  <a:pt x="2965759" y="78990"/>
                </a:cubicBezTo>
                <a:cubicBezTo>
                  <a:pt x="2967993" y="83552"/>
                  <a:pt x="2968439" y="89707"/>
                  <a:pt x="2968439" y="96546"/>
                </a:cubicBezTo>
                <a:lnTo>
                  <a:pt x="2968439" y="131203"/>
                </a:lnTo>
                <a:cubicBezTo>
                  <a:pt x="2968439" y="149899"/>
                  <a:pt x="2966205" y="150813"/>
                  <a:pt x="2954598" y="151953"/>
                </a:cubicBezTo>
                <a:cubicBezTo>
                  <a:pt x="2953485" y="153319"/>
                  <a:pt x="2953485" y="158101"/>
                  <a:pt x="2954598" y="159466"/>
                </a:cubicBezTo>
                <a:cubicBezTo>
                  <a:pt x="2961297" y="159241"/>
                  <a:pt x="2968439" y="159011"/>
                  <a:pt x="2977365" y="159011"/>
                </a:cubicBezTo>
                <a:cubicBezTo>
                  <a:pt x="2986294" y="159011"/>
                  <a:pt x="2994328" y="159241"/>
                  <a:pt x="3001024" y="159466"/>
                </a:cubicBezTo>
                <a:cubicBezTo>
                  <a:pt x="3002141" y="158101"/>
                  <a:pt x="3002141" y="153319"/>
                  <a:pt x="3001024" y="151953"/>
                </a:cubicBezTo>
                <a:cubicBezTo>
                  <a:pt x="2988525" y="150813"/>
                  <a:pt x="2986070" y="149899"/>
                  <a:pt x="2986070" y="131203"/>
                </a:cubicBezTo>
                <a:lnTo>
                  <a:pt x="2986070" y="97230"/>
                </a:lnTo>
                <a:cubicBezTo>
                  <a:pt x="2986070" y="84692"/>
                  <a:pt x="2985177" y="73746"/>
                  <a:pt x="2980045" y="66684"/>
                </a:cubicBezTo>
                <a:cubicBezTo>
                  <a:pt x="2976248" y="61673"/>
                  <a:pt x="2969331" y="58938"/>
                  <a:pt x="2961519" y="58938"/>
                </a:cubicBezTo>
                <a:cubicBezTo>
                  <a:pt x="2950583" y="58938"/>
                  <a:pt x="2938085" y="61899"/>
                  <a:pt x="2924915" y="77394"/>
                </a:cubicBezTo>
                <a:close/>
                <a:moveTo>
                  <a:pt x="3026019" y="131231"/>
                </a:moveTo>
                <a:cubicBezTo>
                  <a:pt x="3026019" y="150132"/>
                  <a:pt x="3023567" y="151269"/>
                  <a:pt x="3009951" y="151953"/>
                </a:cubicBezTo>
                <a:cubicBezTo>
                  <a:pt x="3008613" y="153319"/>
                  <a:pt x="3008613" y="158101"/>
                  <a:pt x="3009951" y="159466"/>
                </a:cubicBezTo>
                <a:cubicBezTo>
                  <a:pt x="3017764" y="159241"/>
                  <a:pt x="3026019" y="159011"/>
                  <a:pt x="3034949" y="159011"/>
                </a:cubicBezTo>
                <a:cubicBezTo>
                  <a:pt x="3043875" y="159011"/>
                  <a:pt x="3052358" y="159241"/>
                  <a:pt x="3059721" y="159466"/>
                </a:cubicBezTo>
                <a:cubicBezTo>
                  <a:pt x="3061063" y="158101"/>
                  <a:pt x="3061063" y="153319"/>
                  <a:pt x="3059721" y="151953"/>
                </a:cubicBezTo>
                <a:cubicBezTo>
                  <a:pt x="3046109" y="151269"/>
                  <a:pt x="3043653" y="150132"/>
                  <a:pt x="3043653" y="131231"/>
                </a:cubicBezTo>
                <a:lnTo>
                  <a:pt x="3043653" y="26265"/>
                </a:lnTo>
                <a:cubicBezTo>
                  <a:pt x="3043653" y="11468"/>
                  <a:pt x="3044546" y="2307"/>
                  <a:pt x="3044546" y="2307"/>
                </a:cubicBezTo>
                <a:cubicBezTo>
                  <a:pt x="3044546" y="695"/>
                  <a:pt x="3043653" y="0"/>
                  <a:pt x="3041644" y="0"/>
                </a:cubicBezTo>
                <a:cubicBezTo>
                  <a:pt x="3036066" y="2307"/>
                  <a:pt x="3019324" y="5536"/>
                  <a:pt x="3010398" y="6227"/>
                </a:cubicBezTo>
                <a:cubicBezTo>
                  <a:pt x="3009951" y="8052"/>
                  <a:pt x="3010398" y="11694"/>
                  <a:pt x="3011736" y="13063"/>
                </a:cubicBezTo>
                <a:cubicBezTo>
                  <a:pt x="3024681" y="13970"/>
                  <a:pt x="3026019" y="14655"/>
                  <a:pt x="3026019" y="31731"/>
                </a:cubicBezTo>
                <a:lnTo>
                  <a:pt x="3026019" y="131231"/>
                </a:lnTo>
                <a:close/>
                <a:moveTo>
                  <a:pt x="3072889" y="112257"/>
                </a:moveTo>
                <a:cubicBezTo>
                  <a:pt x="3072889" y="135502"/>
                  <a:pt x="3088068" y="161246"/>
                  <a:pt x="3119761" y="161246"/>
                </a:cubicBezTo>
                <a:cubicBezTo>
                  <a:pt x="3134044" y="161246"/>
                  <a:pt x="3144983" y="156009"/>
                  <a:pt x="3152570" y="148492"/>
                </a:cubicBezTo>
                <a:cubicBezTo>
                  <a:pt x="3162614" y="138463"/>
                  <a:pt x="3167078" y="124107"/>
                  <a:pt x="3167078" y="110207"/>
                </a:cubicBezTo>
                <a:cubicBezTo>
                  <a:pt x="3167078" y="86506"/>
                  <a:pt x="3154355" y="58938"/>
                  <a:pt x="3120207" y="58938"/>
                </a:cubicBezTo>
                <a:cubicBezTo>
                  <a:pt x="3105478" y="58938"/>
                  <a:pt x="3093425" y="65089"/>
                  <a:pt x="3085166" y="74885"/>
                </a:cubicBezTo>
                <a:cubicBezTo>
                  <a:pt x="3077133" y="84685"/>
                  <a:pt x="3072889" y="97901"/>
                  <a:pt x="3072889" y="112257"/>
                </a:cubicBezTo>
                <a:moveTo>
                  <a:pt x="3116859" y="66910"/>
                </a:moveTo>
                <a:cubicBezTo>
                  <a:pt x="3136053" y="66910"/>
                  <a:pt x="3147884" y="84685"/>
                  <a:pt x="3147884" y="117501"/>
                </a:cubicBezTo>
                <a:cubicBezTo>
                  <a:pt x="3147884" y="146212"/>
                  <a:pt x="3133376" y="153277"/>
                  <a:pt x="3122887" y="153277"/>
                </a:cubicBezTo>
                <a:cubicBezTo>
                  <a:pt x="3099674" y="153277"/>
                  <a:pt x="3092087" y="124562"/>
                  <a:pt x="3092087" y="107016"/>
                </a:cubicBezTo>
                <a:cubicBezTo>
                  <a:pt x="3092087" y="87191"/>
                  <a:pt x="3096773" y="66910"/>
                  <a:pt x="3116859" y="66910"/>
                </a:cubicBezTo>
                <a:close/>
                <a:moveTo>
                  <a:pt x="3241624" y="105880"/>
                </a:moveTo>
                <a:lnTo>
                  <a:pt x="3241624" y="135957"/>
                </a:lnTo>
                <a:cubicBezTo>
                  <a:pt x="3241624" y="138921"/>
                  <a:pt x="3240283" y="140517"/>
                  <a:pt x="3238498" y="141882"/>
                </a:cubicBezTo>
                <a:cubicBezTo>
                  <a:pt x="3232695" y="146668"/>
                  <a:pt x="3225107" y="151911"/>
                  <a:pt x="3218858" y="151911"/>
                </a:cubicBezTo>
                <a:cubicBezTo>
                  <a:pt x="3207698" y="151911"/>
                  <a:pt x="3202787" y="142796"/>
                  <a:pt x="3202787" y="135731"/>
                </a:cubicBezTo>
                <a:cubicBezTo>
                  <a:pt x="3202787" y="125476"/>
                  <a:pt x="3207476" y="114992"/>
                  <a:pt x="3223990" y="110665"/>
                </a:cubicBezTo>
                <a:lnTo>
                  <a:pt x="3241624" y="105880"/>
                </a:lnTo>
                <a:moveTo>
                  <a:pt x="3241624" y="148037"/>
                </a:moveTo>
                <a:cubicBezTo>
                  <a:pt x="3242963" y="155098"/>
                  <a:pt x="3245418" y="161246"/>
                  <a:pt x="3256578" y="161246"/>
                </a:cubicBezTo>
                <a:cubicBezTo>
                  <a:pt x="3265058" y="161246"/>
                  <a:pt x="3273092" y="157374"/>
                  <a:pt x="3277778" y="152822"/>
                </a:cubicBezTo>
                <a:cubicBezTo>
                  <a:pt x="3277332" y="150087"/>
                  <a:pt x="3276440" y="148037"/>
                  <a:pt x="3273985" y="146671"/>
                </a:cubicBezTo>
                <a:cubicBezTo>
                  <a:pt x="3272425" y="148037"/>
                  <a:pt x="3268628" y="150316"/>
                  <a:pt x="3265726" y="150316"/>
                </a:cubicBezTo>
                <a:cubicBezTo>
                  <a:pt x="3259255" y="150316"/>
                  <a:pt x="3259031" y="141427"/>
                  <a:pt x="3259031" y="130946"/>
                </a:cubicBezTo>
                <a:lnTo>
                  <a:pt x="3259031" y="97446"/>
                </a:lnTo>
                <a:cubicBezTo>
                  <a:pt x="3259031" y="65089"/>
                  <a:pt x="3241624" y="58938"/>
                  <a:pt x="3225329" y="58938"/>
                </a:cubicBezTo>
                <a:cubicBezTo>
                  <a:pt x="3207027" y="58938"/>
                  <a:pt x="3188504" y="71240"/>
                  <a:pt x="3188504" y="84230"/>
                </a:cubicBezTo>
                <a:cubicBezTo>
                  <a:pt x="3188504" y="89700"/>
                  <a:pt x="3191180" y="92435"/>
                  <a:pt x="3196316" y="92435"/>
                </a:cubicBezTo>
                <a:cubicBezTo>
                  <a:pt x="3202787" y="92435"/>
                  <a:pt x="3206805" y="87650"/>
                  <a:pt x="3206805" y="84685"/>
                </a:cubicBezTo>
                <a:cubicBezTo>
                  <a:pt x="3206805" y="83090"/>
                  <a:pt x="3206581" y="81495"/>
                  <a:pt x="3206134" y="80585"/>
                </a:cubicBezTo>
                <a:cubicBezTo>
                  <a:pt x="3205913" y="79900"/>
                  <a:pt x="3205688" y="78534"/>
                  <a:pt x="3205688" y="76025"/>
                </a:cubicBezTo>
                <a:cubicBezTo>
                  <a:pt x="3205688" y="68960"/>
                  <a:pt x="3215064" y="66455"/>
                  <a:pt x="3223544" y="66455"/>
                </a:cubicBezTo>
                <a:cubicBezTo>
                  <a:pt x="3231132" y="66455"/>
                  <a:pt x="3241624" y="70330"/>
                  <a:pt x="3241624" y="96080"/>
                </a:cubicBezTo>
                <a:cubicBezTo>
                  <a:pt x="3241624" y="97675"/>
                  <a:pt x="3240954" y="98586"/>
                  <a:pt x="3240283" y="98815"/>
                </a:cubicBezTo>
                <a:lnTo>
                  <a:pt x="3221089" y="103600"/>
                </a:lnTo>
                <a:cubicBezTo>
                  <a:pt x="3199664" y="109070"/>
                  <a:pt x="3184264" y="121146"/>
                  <a:pt x="3184264" y="136642"/>
                </a:cubicBezTo>
                <a:cubicBezTo>
                  <a:pt x="3184264" y="155328"/>
                  <a:pt x="3196762" y="161246"/>
                  <a:pt x="3212384" y="161246"/>
                </a:cubicBezTo>
                <a:cubicBezTo>
                  <a:pt x="3220196" y="161246"/>
                  <a:pt x="3226892" y="159425"/>
                  <a:pt x="3236714" y="151682"/>
                </a:cubicBezTo>
                <a:lnTo>
                  <a:pt x="3241178" y="148037"/>
                </a:lnTo>
                <a:lnTo>
                  <a:pt x="3241624" y="148037"/>
                </a:lnTo>
                <a:close/>
                <a:moveTo>
                  <a:pt x="3355225" y="130717"/>
                </a:moveTo>
                <a:cubicBezTo>
                  <a:pt x="3355225" y="135047"/>
                  <a:pt x="3354779" y="136871"/>
                  <a:pt x="3351656" y="139606"/>
                </a:cubicBezTo>
                <a:cubicBezTo>
                  <a:pt x="3343398" y="146897"/>
                  <a:pt x="3336256" y="150542"/>
                  <a:pt x="3330674" y="150542"/>
                </a:cubicBezTo>
                <a:cubicBezTo>
                  <a:pt x="3318625" y="150542"/>
                  <a:pt x="3306126" y="137097"/>
                  <a:pt x="3306126" y="108611"/>
                </a:cubicBezTo>
                <a:cubicBezTo>
                  <a:pt x="3306126" y="92205"/>
                  <a:pt x="3309249" y="83090"/>
                  <a:pt x="3312597" y="78305"/>
                </a:cubicBezTo>
                <a:cubicBezTo>
                  <a:pt x="3319517" y="67595"/>
                  <a:pt x="3328890" y="66910"/>
                  <a:pt x="3333354" y="66910"/>
                </a:cubicBezTo>
                <a:cubicBezTo>
                  <a:pt x="3341388" y="66910"/>
                  <a:pt x="3346970" y="69874"/>
                  <a:pt x="3351431" y="75115"/>
                </a:cubicBezTo>
                <a:cubicBezTo>
                  <a:pt x="3354558" y="78760"/>
                  <a:pt x="3355225" y="80355"/>
                  <a:pt x="3355225" y="87420"/>
                </a:cubicBezTo>
                <a:lnTo>
                  <a:pt x="3355225" y="130717"/>
                </a:lnTo>
                <a:moveTo>
                  <a:pt x="3352773" y="147581"/>
                </a:moveTo>
                <a:cubicBezTo>
                  <a:pt x="3353887" y="146671"/>
                  <a:pt x="3355896" y="146212"/>
                  <a:pt x="3356121" y="147807"/>
                </a:cubicBezTo>
                <a:cubicBezTo>
                  <a:pt x="3356788" y="153277"/>
                  <a:pt x="3358576" y="161246"/>
                  <a:pt x="3358576" y="161246"/>
                </a:cubicBezTo>
                <a:cubicBezTo>
                  <a:pt x="3360361" y="161930"/>
                  <a:pt x="3361475" y="161704"/>
                  <a:pt x="3362816" y="161246"/>
                </a:cubicBezTo>
                <a:cubicBezTo>
                  <a:pt x="3367724" y="157138"/>
                  <a:pt x="3375536" y="153722"/>
                  <a:pt x="3389152" y="152127"/>
                </a:cubicBezTo>
                <a:cubicBezTo>
                  <a:pt x="3390490" y="150761"/>
                  <a:pt x="3390490" y="147345"/>
                  <a:pt x="3389152" y="145979"/>
                </a:cubicBezTo>
                <a:cubicBezTo>
                  <a:pt x="3374869" y="144840"/>
                  <a:pt x="3372860" y="140510"/>
                  <a:pt x="3372860" y="129344"/>
                </a:cubicBezTo>
                <a:lnTo>
                  <a:pt x="3372860" y="26119"/>
                </a:lnTo>
                <a:cubicBezTo>
                  <a:pt x="3372860" y="11308"/>
                  <a:pt x="3373752" y="2248"/>
                  <a:pt x="3373752" y="2248"/>
                </a:cubicBezTo>
                <a:cubicBezTo>
                  <a:pt x="3373752" y="678"/>
                  <a:pt x="3372860" y="0"/>
                  <a:pt x="3370850" y="0"/>
                </a:cubicBezTo>
                <a:cubicBezTo>
                  <a:pt x="3365272" y="2248"/>
                  <a:pt x="3348530" y="5393"/>
                  <a:pt x="3339604" y="6068"/>
                </a:cubicBezTo>
                <a:cubicBezTo>
                  <a:pt x="3339158" y="7892"/>
                  <a:pt x="3339604" y="11534"/>
                  <a:pt x="3340942" y="12900"/>
                </a:cubicBezTo>
                <a:cubicBezTo>
                  <a:pt x="3352548" y="13584"/>
                  <a:pt x="3355225" y="12444"/>
                  <a:pt x="3355225" y="31589"/>
                </a:cubicBezTo>
                <a:lnTo>
                  <a:pt x="3355225" y="60763"/>
                </a:lnTo>
                <a:cubicBezTo>
                  <a:pt x="3355225" y="62358"/>
                  <a:pt x="3354779" y="62813"/>
                  <a:pt x="3353219" y="62813"/>
                </a:cubicBezTo>
                <a:cubicBezTo>
                  <a:pt x="3352324" y="62813"/>
                  <a:pt x="3343176" y="58938"/>
                  <a:pt x="3335810" y="58938"/>
                </a:cubicBezTo>
                <a:cubicBezTo>
                  <a:pt x="3321077" y="58938"/>
                  <a:pt x="3311259" y="63949"/>
                  <a:pt x="3302329" y="72606"/>
                </a:cubicBezTo>
                <a:cubicBezTo>
                  <a:pt x="3292732" y="82406"/>
                  <a:pt x="3286929" y="95851"/>
                  <a:pt x="3286929" y="112712"/>
                </a:cubicBezTo>
                <a:cubicBezTo>
                  <a:pt x="3286929" y="140746"/>
                  <a:pt x="3300769" y="161246"/>
                  <a:pt x="3324874" y="161246"/>
                </a:cubicBezTo>
                <a:cubicBezTo>
                  <a:pt x="3333576" y="161246"/>
                  <a:pt x="3341834" y="156693"/>
                  <a:pt x="3352773" y="147581"/>
                </a:cubicBezTo>
                <a:close/>
                <a:moveTo>
                  <a:pt x="3401873" y="127527"/>
                </a:moveTo>
                <a:cubicBezTo>
                  <a:pt x="3402765" y="138692"/>
                  <a:pt x="3403436" y="149402"/>
                  <a:pt x="3403436" y="158969"/>
                </a:cubicBezTo>
                <a:cubicBezTo>
                  <a:pt x="3405667" y="158514"/>
                  <a:pt x="3407901" y="158288"/>
                  <a:pt x="3409014" y="158288"/>
                </a:cubicBezTo>
                <a:cubicBezTo>
                  <a:pt x="3410577" y="158288"/>
                  <a:pt x="3411916" y="158288"/>
                  <a:pt x="3413479" y="158744"/>
                </a:cubicBezTo>
                <a:cubicBezTo>
                  <a:pt x="3419507" y="160335"/>
                  <a:pt x="3425532" y="161246"/>
                  <a:pt x="3433790" y="161246"/>
                </a:cubicBezTo>
                <a:cubicBezTo>
                  <a:pt x="3446289" y="161246"/>
                  <a:pt x="3469277" y="155098"/>
                  <a:pt x="3469277" y="132538"/>
                </a:cubicBezTo>
                <a:cubicBezTo>
                  <a:pt x="3469277" y="117046"/>
                  <a:pt x="3458341" y="107930"/>
                  <a:pt x="3443162" y="102231"/>
                </a:cubicBezTo>
                <a:cubicBezTo>
                  <a:pt x="3429772" y="96991"/>
                  <a:pt x="3420845" y="93571"/>
                  <a:pt x="3420845" y="81040"/>
                </a:cubicBezTo>
                <a:cubicBezTo>
                  <a:pt x="3420845" y="71695"/>
                  <a:pt x="3428879" y="66455"/>
                  <a:pt x="3436467" y="66455"/>
                </a:cubicBezTo>
                <a:cubicBezTo>
                  <a:pt x="3441378" y="66455"/>
                  <a:pt x="3454323" y="68279"/>
                  <a:pt x="3457224" y="87650"/>
                </a:cubicBezTo>
                <a:cubicBezTo>
                  <a:pt x="3458563" y="89015"/>
                  <a:pt x="3463027" y="88786"/>
                  <a:pt x="3464366" y="87420"/>
                </a:cubicBezTo>
                <a:cubicBezTo>
                  <a:pt x="3465037" y="79215"/>
                  <a:pt x="3465483" y="70785"/>
                  <a:pt x="3465708" y="63268"/>
                </a:cubicBezTo>
                <a:cubicBezTo>
                  <a:pt x="3458787" y="62128"/>
                  <a:pt x="3448073" y="58938"/>
                  <a:pt x="3436467" y="58938"/>
                </a:cubicBezTo>
                <a:cubicBezTo>
                  <a:pt x="3419953" y="58938"/>
                  <a:pt x="3404999" y="69874"/>
                  <a:pt x="3404999" y="84459"/>
                </a:cubicBezTo>
                <a:cubicBezTo>
                  <a:pt x="3404999" y="101091"/>
                  <a:pt x="3412362" y="108156"/>
                  <a:pt x="3429550" y="115451"/>
                </a:cubicBezTo>
                <a:cubicBezTo>
                  <a:pt x="3448073" y="123197"/>
                  <a:pt x="3452313" y="127982"/>
                  <a:pt x="3452313" y="137782"/>
                </a:cubicBezTo>
                <a:cubicBezTo>
                  <a:pt x="3452313" y="148947"/>
                  <a:pt x="3441603" y="153732"/>
                  <a:pt x="3433344" y="153732"/>
                </a:cubicBezTo>
                <a:cubicBezTo>
                  <a:pt x="3424639" y="153732"/>
                  <a:pt x="3419728" y="150768"/>
                  <a:pt x="3417498" y="148263"/>
                </a:cubicBezTo>
                <a:cubicBezTo>
                  <a:pt x="3412587" y="143022"/>
                  <a:pt x="3410131" y="132996"/>
                  <a:pt x="3408793" y="127297"/>
                </a:cubicBezTo>
                <a:cubicBezTo>
                  <a:pt x="3407455" y="125931"/>
                  <a:pt x="3403211" y="126157"/>
                  <a:pt x="3401873" y="127527"/>
                </a:cubicBezTo>
                <a:close/>
                <a:moveTo>
                  <a:pt x="3534894" y="112257"/>
                </a:moveTo>
                <a:cubicBezTo>
                  <a:pt x="3534894" y="135502"/>
                  <a:pt x="3550073" y="161246"/>
                  <a:pt x="3581765" y="161246"/>
                </a:cubicBezTo>
                <a:cubicBezTo>
                  <a:pt x="3596049" y="161246"/>
                  <a:pt x="3606987" y="156009"/>
                  <a:pt x="3614575" y="148492"/>
                </a:cubicBezTo>
                <a:cubicBezTo>
                  <a:pt x="3624618" y="138463"/>
                  <a:pt x="3629083" y="124107"/>
                  <a:pt x="3629083" y="110207"/>
                </a:cubicBezTo>
                <a:cubicBezTo>
                  <a:pt x="3629083" y="86506"/>
                  <a:pt x="3616360" y="58938"/>
                  <a:pt x="3582211" y="58938"/>
                </a:cubicBezTo>
                <a:cubicBezTo>
                  <a:pt x="3567482" y="58938"/>
                  <a:pt x="3555430" y="65089"/>
                  <a:pt x="3547171" y="74885"/>
                </a:cubicBezTo>
                <a:cubicBezTo>
                  <a:pt x="3539137" y="84685"/>
                  <a:pt x="3534894" y="97901"/>
                  <a:pt x="3534894" y="112257"/>
                </a:cubicBezTo>
                <a:moveTo>
                  <a:pt x="3578864" y="66910"/>
                </a:moveTo>
                <a:cubicBezTo>
                  <a:pt x="3598058" y="66910"/>
                  <a:pt x="3609889" y="84685"/>
                  <a:pt x="3609889" y="117501"/>
                </a:cubicBezTo>
                <a:cubicBezTo>
                  <a:pt x="3609889" y="146212"/>
                  <a:pt x="3595381" y="153277"/>
                  <a:pt x="3584892" y="153277"/>
                </a:cubicBezTo>
                <a:cubicBezTo>
                  <a:pt x="3561679" y="153277"/>
                  <a:pt x="3554091" y="124562"/>
                  <a:pt x="3554091" y="107016"/>
                </a:cubicBezTo>
                <a:cubicBezTo>
                  <a:pt x="3554091" y="87191"/>
                  <a:pt x="3558777" y="66910"/>
                  <a:pt x="3578864" y="66910"/>
                </a:cubicBezTo>
                <a:close/>
                <a:moveTo>
                  <a:pt x="3677290" y="131248"/>
                </a:moveTo>
                <a:lnTo>
                  <a:pt x="3677290" y="70267"/>
                </a:lnTo>
                <a:lnTo>
                  <a:pt x="3698048" y="70267"/>
                </a:lnTo>
                <a:cubicBezTo>
                  <a:pt x="3700057" y="70267"/>
                  <a:pt x="3703183" y="69356"/>
                  <a:pt x="3703183" y="67306"/>
                </a:cubicBezTo>
                <a:lnTo>
                  <a:pt x="3703183" y="62754"/>
                </a:lnTo>
                <a:cubicBezTo>
                  <a:pt x="3703183" y="61843"/>
                  <a:pt x="3702512" y="61385"/>
                  <a:pt x="3701395" y="61385"/>
                </a:cubicBezTo>
                <a:lnTo>
                  <a:pt x="3677290" y="61385"/>
                </a:lnTo>
                <a:lnTo>
                  <a:pt x="3677290" y="48374"/>
                </a:lnTo>
                <a:cubicBezTo>
                  <a:pt x="3677290" y="13223"/>
                  <a:pt x="3687558" y="7746"/>
                  <a:pt x="3694925" y="7746"/>
                </a:cubicBezTo>
                <a:cubicBezTo>
                  <a:pt x="3701620" y="7746"/>
                  <a:pt x="3705189" y="10484"/>
                  <a:pt x="3708315" y="18474"/>
                </a:cubicBezTo>
                <a:cubicBezTo>
                  <a:pt x="3710100" y="22581"/>
                  <a:pt x="3712555" y="25778"/>
                  <a:pt x="3717242" y="25778"/>
                </a:cubicBezTo>
                <a:cubicBezTo>
                  <a:pt x="3721035" y="25778"/>
                  <a:pt x="3726393" y="20983"/>
                  <a:pt x="3726393" y="16420"/>
                </a:cubicBezTo>
                <a:cubicBezTo>
                  <a:pt x="3726393" y="12538"/>
                  <a:pt x="3723937" y="8431"/>
                  <a:pt x="3719251" y="4785"/>
                </a:cubicBezTo>
                <a:cubicBezTo>
                  <a:pt x="3713448" y="685"/>
                  <a:pt x="3707645" y="0"/>
                  <a:pt x="3699165" y="0"/>
                </a:cubicBezTo>
                <a:cubicBezTo>
                  <a:pt x="3680417" y="0"/>
                  <a:pt x="3659659" y="16646"/>
                  <a:pt x="3659659" y="52255"/>
                </a:cubicBezTo>
                <a:lnTo>
                  <a:pt x="3659659" y="61385"/>
                </a:lnTo>
                <a:lnTo>
                  <a:pt x="3648278" y="61385"/>
                </a:lnTo>
                <a:cubicBezTo>
                  <a:pt x="3644259" y="61385"/>
                  <a:pt x="3643142" y="64119"/>
                  <a:pt x="3643142" y="65940"/>
                </a:cubicBezTo>
                <a:lnTo>
                  <a:pt x="3643142" y="68901"/>
                </a:lnTo>
                <a:cubicBezTo>
                  <a:pt x="3643142" y="70041"/>
                  <a:pt x="3643367" y="70267"/>
                  <a:pt x="3644259" y="70267"/>
                </a:cubicBezTo>
                <a:lnTo>
                  <a:pt x="3659659" y="70267"/>
                </a:lnTo>
                <a:lnTo>
                  <a:pt x="3659659" y="131248"/>
                </a:lnTo>
                <a:cubicBezTo>
                  <a:pt x="3659659" y="150132"/>
                  <a:pt x="3656087" y="151043"/>
                  <a:pt x="3644034" y="151953"/>
                </a:cubicBezTo>
                <a:cubicBezTo>
                  <a:pt x="3642696" y="153319"/>
                  <a:pt x="3642696" y="158101"/>
                  <a:pt x="3644034" y="159466"/>
                </a:cubicBezTo>
                <a:cubicBezTo>
                  <a:pt x="3651847" y="159241"/>
                  <a:pt x="3659659" y="159011"/>
                  <a:pt x="3668586" y="159011"/>
                </a:cubicBezTo>
                <a:cubicBezTo>
                  <a:pt x="3677515" y="159011"/>
                  <a:pt x="3688229" y="159241"/>
                  <a:pt x="3696038" y="159466"/>
                </a:cubicBezTo>
                <a:cubicBezTo>
                  <a:pt x="3697380" y="158101"/>
                  <a:pt x="3697380" y="153319"/>
                  <a:pt x="3696038" y="151953"/>
                </a:cubicBezTo>
                <a:cubicBezTo>
                  <a:pt x="3678632" y="151043"/>
                  <a:pt x="3677290" y="150132"/>
                  <a:pt x="3677290" y="131248"/>
                </a:cubicBezTo>
                <a:close/>
                <a:moveTo>
                  <a:pt x="3820135" y="105880"/>
                </a:moveTo>
                <a:lnTo>
                  <a:pt x="3820135" y="135957"/>
                </a:lnTo>
                <a:cubicBezTo>
                  <a:pt x="3820135" y="138921"/>
                  <a:pt x="3818793" y="140517"/>
                  <a:pt x="3817008" y="141882"/>
                </a:cubicBezTo>
                <a:cubicBezTo>
                  <a:pt x="3811205" y="146668"/>
                  <a:pt x="3803618" y="151911"/>
                  <a:pt x="3797368" y="151911"/>
                </a:cubicBezTo>
                <a:cubicBezTo>
                  <a:pt x="3786208" y="151911"/>
                  <a:pt x="3781297" y="142796"/>
                  <a:pt x="3781297" y="135731"/>
                </a:cubicBezTo>
                <a:cubicBezTo>
                  <a:pt x="3781297" y="125476"/>
                  <a:pt x="3785987" y="114992"/>
                  <a:pt x="3802500" y="110665"/>
                </a:cubicBezTo>
                <a:lnTo>
                  <a:pt x="3820135" y="105880"/>
                </a:lnTo>
                <a:moveTo>
                  <a:pt x="3820135" y="148037"/>
                </a:moveTo>
                <a:cubicBezTo>
                  <a:pt x="3821473" y="155098"/>
                  <a:pt x="3823929" y="161246"/>
                  <a:pt x="3835089" y="161246"/>
                </a:cubicBezTo>
                <a:cubicBezTo>
                  <a:pt x="3843569" y="161246"/>
                  <a:pt x="3851603" y="157374"/>
                  <a:pt x="3856289" y="152822"/>
                </a:cubicBezTo>
                <a:cubicBezTo>
                  <a:pt x="3855843" y="150087"/>
                  <a:pt x="3854950" y="148037"/>
                  <a:pt x="3852495" y="146671"/>
                </a:cubicBezTo>
                <a:cubicBezTo>
                  <a:pt x="3850935" y="148037"/>
                  <a:pt x="3847138" y="150316"/>
                  <a:pt x="3844236" y="150316"/>
                </a:cubicBezTo>
                <a:cubicBezTo>
                  <a:pt x="3837766" y="150316"/>
                  <a:pt x="3837541" y="141427"/>
                  <a:pt x="3837541" y="130946"/>
                </a:cubicBezTo>
                <a:lnTo>
                  <a:pt x="3837541" y="97446"/>
                </a:lnTo>
                <a:cubicBezTo>
                  <a:pt x="3837541" y="65089"/>
                  <a:pt x="3820135" y="58938"/>
                  <a:pt x="3803839" y="58938"/>
                </a:cubicBezTo>
                <a:cubicBezTo>
                  <a:pt x="3785537" y="58938"/>
                  <a:pt x="3767014" y="71240"/>
                  <a:pt x="3767014" y="84230"/>
                </a:cubicBezTo>
                <a:cubicBezTo>
                  <a:pt x="3767014" y="89700"/>
                  <a:pt x="3769691" y="92435"/>
                  <a:pt x="3774826" y="92435"/>
                </a:cubicBezTo>
                <a:cubicBezTo>
                  <a:pt x="3781297" y="92435"/>
                  <a:pt x="3785316" y="87650"/>
                  <a:pt x="3785316" y="84685"/>
                </a:cubicBezTo>
                <a:cubicBezTo>
                  <a:pt x="3785316" y="83090"/>
                  <a:pt x="3785091" y="81495"/>
                  <a:pt x="3784645" y="80585"/>
                </a:cubicBezTo>
                <a:cubicBezTo>
                  <a:pt x="3784423" y="79900"/>
                  <a:pt x="3784199" y="78534"/>
                  <a:pt x="3784199" y="76025"/>
                </a:cubicBezTo>
                <a:cubicBezTo>
                  <a:pt x="3784199" y="68960"/>
                  <a:pt x="3793574" y="66455"/>
                  <a:pt x="3802054" y="66455"/>
                </a:cubicBezTo>
                <a:cubicBezTo>
                  <a:pt x="3809642" y="66455"/>
                  <a:pt x="3820135" y="70330"/>
                  <a:pt x="3820135" y="96080"/>
                </a:cubicBezTo>
                <a:cubicBezTo>
                  <a:pt x="3820135" y="97675"/>
                  <a:pt x="3819464" y="98586"/>
                  <a:pt x="3818793" y="98815"/>
                </a:cubicBezTo>
                <a:lnTo>
                  <a:pt x="3799599" y="103600"/>
                </a:lnTo>
                <a:cubicBezTo>
                  <a:pt x="3778174" y="109070"/>
                  <a:pt x="3762774" y="121146"/>
                  <a:pt x="3762774" y="136642"/>
                </a:cubicBezTo>
                <a:cubicBezTo>
                  <a:pt x="3762774" y="155328"/>
                  <a:pt x="3775273" y="161246"/>
                  <a:pt x="3790894" y="161246"/>
                </a:cubicBezTo>
                <a:cubicBezTo>
                  <a:pt x="3798707" y="161246"/>
                  <a:pt x="3805402" y="159425"/>
                  <a:pt x="3815224" y="151682"/>
                </a:cubicBezTo>
                <a:lnTo>
                  <a:pt x="3819689" y="148037"/>
                </a:lnTo>
                <a:lnTo>
                  <a:pt x="3820135" y="148037"/>
                </a:lnTo>
                <a:close/>
                <a:moveTo>
                  <a:pt x="3877938" y="131231"/>
                </a:moveTo>
                <a:cubicBezTo>
                  <a:pt x="3877938" y="150132"/>
                  <a:pt x="3875486" y="151269"/>
                  <a:pt x="3861871" y="151953"/>
                </a:cubicBezTo>
                <a:cubicBezTo>
                  <a:pt x="3860532" y="153319"/>
                  <a:pt x="3860532" y="158101"/>
                  <a:pt x="3861871" y="159466"/>
                </a:cubicBezTo>
                <a:cubicBezTo>
                  <a:pt x="3869683" y="159241"/>
                  <a:pt x="3877938" y="159011"/>
                  <a:pt x="3886868" y="159011"/>
                </a:cubicBezTo>
                <a:cubicBezTo>
                  <a:pt x="3895794" y="159011"/>
                  <a:pt x="3904277" y="159241"/>
                  <a:pt x="3911640" y="159466"/>
                </a:cubicBezTo>
                <a:cubicBezTo>
                  <a:pt x="3912982" y="158101"/>
                  <a:pt x="3912982" y="153319"/>
                  <a:pt x="3911640" y="151953"/>
                </a:cubicBezTo>
                <a:cubicBezTo>
                  <a:pt x="3898028" y="151269"/>
                  <a:pt x="3895573" y="150132"/>
                  <a:pt x="3895573" y="131231"/>
                </a:cubicBezTo>
                <a:lnTo>
                  <a:pt x="3895573" y="26265"/>
                </a:lnTo>
                <a:cubicBezTo>
                  <a:pt x="3895573" y="11468"/>
                  <a:pt x="3896465" y="2307"/>
                  <a:pt x="3896465" y="2307"/>
                </a:cubicBezTo>
                <a:cubicBezTo>
                  <a:pt x="3896465" y="695"/>
                  <a:pt x="3895573" y="0"/>
                  <a:pt x="3893563" y="0"/>
                </a:cubicBezTo>
                <a:cubicBezTo>
                  <a:pt x="3887985" y="2307"/>
                  <a:pt x="3871243" y="5536"/>
                  <a:pt x="3862317" y="6227"/>
                </a:cubicBezTo>
                <a:cubicBezTo>
                  <a:pt x="3861871" y="8052"/>
                  <a:pt x="3862317" y="11694"/>
                  <a:pt x="3863655" y="13063"/>
                </a:cubicBezTo>
                <a:cubicBezTo>
                  <a:pt x="3876600" y="13970"/>
                  <a:pt x="3877938" y="14655"/>
                  <a:pt x="3877938" y="31731"/>
                </a:cubicBezTo>
                <a:lnTo>
                  <a:pt x="3877938" y="131231"/>
                </a:lnTo>
                <a:close/>
                <a:moveTo>
                  <a:pt x="3936860" y="131231"/>
                </a:moveTo>
                <a:cubicBezTo>
                  <a:pt x="3936860" y="150132"/>
                  <a:pt x="3934408" y="151269"/>
                  <a:pt x="3920793" y="151953"/>
                </a:cubicBezTo>
                <a:cubicBezTo>
                  <a:pt x="3919454" y="153319"/>
                  <a:pt x="3919454" y="158101"/>
                  <a:pt x="3920793" y="159466"/>
                </a:cubicBezTo>
                <a:cubicBezTo>
                  <a:pt x="3928605" y="159241"/>
                  <a:pt x="3936860" y="159011"/>
                  <a:pt x="3945790" y="159011"/>
                </a:cubicBezTo>
                <a:cubicBezTo>
                  <a:pt x="3954716" y="159011"/>
                  <a:pt x="3963200" y="159241"/>
                  <a:pt x="3970562" y="159466"/>
                </a:cubicBezTo>
                <a:cubicBezTo>
                  <a:pt x="3971904" y="158101"/>
                  <a:pt x="3971904" y="153319"/>
                  <a:pt x="3970562" y="151953"/>
                </a:cubicBezTo>
                <a:cubicBezTo>
                  <a:pt x="3956950" y="151269"/>
                  <a:pt x="3954495" y="150132"/>
                  <a:pt x="3954495" y="131231"/>
                </a:cubicBezTo>
                <a:lnTo>
                  <a:pt x="3954495" y="26265"/>
                </a:lnTo>
                <a:cubicBezTo>
                  <a:pt x="3954495" y="11468"/>
                  <a:pt x="3955387" y="2307"/>
                  <a:pt x="3955387" y="2307"/>
                </a:cubicBezTo>
                <a:cubicBezTo>
                  <a:pt x="3955387" y="695"/>
                  <a:pt x="3954495" y="0"/>
                  <a:pt x="3952485" y="0"/>
                </a:cubicBezTo>
                <a:cubicBezTo>
                  <a:pt x="3946907" y="2307"/>
                  <a:pt x="3930165" y="5536"/>
                  <a:pt x="3921239" y="6227"/>
                </a:cubicBezTo>
                <a:cubicBezTo>
                  <a:pt x="3920793" y="8052"/>
                  <a:pt x="3921239" y="11694"/>
                  <a:pt x="3922577" y="13063"/>
                </a:cubicBezTo>
                <a:cubicBezTo>
                  <a:pt x="3935522" y="13970"/>
                  <a:pt x="3936860" y="14655"/>
                  <a:pt x="3936860" y="31731"/>
                </a:cubicBezTo>
                <a:lnTo>
                  <a:pt x="3936860" y="131231"/>
                </a:lnTo>
                <a:close/>
                <a:moveTo>
                  <a:pt x="4061403" y="77391"/>
                </a:moveTo>
                <a:cubicBezTo>
                  <a:pt x="4060957" y="68276"/>
                  <a:pt x="4060732" y="62358"/>
                  <a:pt x="4059618" y="60078"/>
                </a:cubicBezTo>
                <a:cubicBezTo>
                  <a:pt x="4059169" y="58938"/>
                  <a:pt x="4058723" y="58257"/>
                  <a:pt x="4056938" y="58257"/>
                </a:cubicBezTo>
                <a:cubicBezTo>
                  <a:pt x="4050689" y="60763"/>
                  <a:pt x="4044886" y="62813"/>
                  <a:pt x="4029486" y="64860"/>
                </a:cubicBezTo>
                <a:cubicBezTo>
                  <a:pt x="4029039" y="66229"/>
                  <a:pt x="4029486" y="69871"/>
                  <a:pt x="4029932" y="71237"/>
                </a:cubicBezTo>
                <a:cubicBezTo>
                  <a:pt x="4041984" y="72376"/>
                  <a:pt x="4044440" y="73516"/>
                  <a:pt x="4044440" y="86739"/>
                </a:cubicBezTo>
                <a:lnTo>
                  <a:pt x="4044440" y="131203"/>
                </a:lnTo>
                <a:cubicBezTo>
                  <a:pt x="4044440" y="150129"/>
                  <a:pt x="4041763" y="151039"/>
                  <a:pt x="4027922" y="151953"/>
                </a:cubicBezTo>
                <a:cubicBezTo>
                  <a:pt x="4026584" y="153319"/>
                  <a:pt x="4026584" y="158101"/>
                  <a:pt x="4027922" y="159466"/>
                </a:cubicBezTo>
                <a:cubicBezTo>
                  <a:pt x="4035735" y="159241"/>
                  <a:pt x="4044440" y="159011"/>
                  <a:pt x="4053369" y="159011"/>
                </a:cubicBezTo>
                <a:cubicBezTo>
                  <a:pt x="4062295" y="159011"/>
                  <a:pt x="4072563" y="159241"/>
                  <a:pt x="4080372" y="159466"/>
                </a:cubicBezTo>
                <a:cubicBezTo>
                  <a:pt x="4081714" y="158101"/>
                  <a:pt x="4081714" y="153319"/>
                  <a:pt x="4080372" y="151953"/>
                </a:cubicBezTo>
                <a:cubicBezTo>
                  <a:pt x="4064751" y="150813"/>
                  <a:pt x="4062071" y="150129"/>
                  <a:pt x="4062071" y="131203"/>
                </a:cubicBezTo>
                <a:lnTo>
                  <a:pt x="4062071" y="99510"/>
                </a:lnTo>
                <a:cubicBezTo>
                  <a:pt x="4062071" y="93582"/>
                  <a:pt x="4064751" y="88338"/>
                  <a:pt x="4067428" y="84233"/>
                </a:cubicBezTo>
                <a:cubicBezTo>
                  <a:pt x="4069883" y="80585"/>
                  <a:pt x="4075019" y="73061"/>
                  <a:pt x="4077696" y="73061"/>
                </a:cubicBezTo>
                <a:cubicBezTo>
                  <a:pt x="4079705" y="73061"/>
                  <a:pt x="4081714" y="73516"/>
                  <a:pt x="4083499" y="76025"/>
                </a:cubicBezTo>
                <a:cubicBezTo>
                  <a:pt x="4085062" y="78305"/>
                  <a:pt x="4087739" y="81269"/>
                  <a:pt x="4091533" y="81269"/>
                </a:cubicBezTo>
                <a:cubicBezTo>
                  <a:pt x="4096890" y="81269"/>
                  <a:pt x="4102022" y="75567"/>
                  <a:pt x="4102022" y="69871"/>
                </a:cubicBezTo>
                <a:cubicBezTo>
                  <a:pt x="4102022" y="65544"/>
                  <a:pt x="4098007" y="58938"/>
                  <a:pt x="4088631" y="58938"/>
                </a:cubicBezTo>
                <a:cubicBezTo>
                  <a:pt x="4078142" y="58938"/>
                  <a:pt x="4068991" y="68960"/>
                  <a:pt x="4063858" y="77846"/>
                </a:cubicBezTo>
                <a:cubicBezTo>
                  <a:pt x="4062520" y="80355"/>
                  <a:pt x="4061403" y="78531"/>
                  <a:pt x="4061403" y="77391"/>
                </a:cubicBezTo>
                <a:close/>
                <a:moveTo>
                  <a:pt x="4131038" y="94787"/>
                </a:moveTo>
                <a:cubicBezTo>
                  <a:pt x="4135278" y="69162"/>
                  <a:pt x="4150903" y="67122"/>
                  <a:pt x="4156260" y="67122"/>
                </a:cubicBezTo>
                <a:cubicBezTo>
                  <a:pt x="4164740" y="67122"/>
                  <a:pt x="4174783" y="71886"/>
                  <a:pt x="4174783" y="90934"/>
                </a:cubicBezTo>
                <a:cubicBezTo>
                  <a:pt x="4174783" y="92973"/>
                  <a:pt x="4173891" y="94110"/>
                  <a:pt x="4171436" y="94110"/>
                </a:cubicBezTo>
                <a:lnTo>
                  <a:pt x="4131038" y="94787"/>
                </a:lnTo>
                <a:moveTo>
                  <a:pt x="4189513" y="137799"/>
                </a:moveTo>
                <a:cubicBezTo>
                  <a:pt x="4181258" y="146449"/>
                  <a:pt x="4174783" y="150087"/>
                  <a:pt x="4161839" y="150087"/>
                </a:cubicBezTo>
                <a:cubicBezTo>
                  <a:pt x="4153805" y="150087"/>
                  <a:pt x="4144429" y="145309"/>
                  <a:pt x="4137512" y="133705"/>
                </a:cubicBezTo>
                <a:cubicBezTo>
                  <a:pt x="4133048" y="126196"/>
                  <a:pt x="4130367" y="115729"/>
                  <a:pt x="4130367" y="102530"/>
                </a:cubicBezTo>
                <a:lnTo>
                  <a:pt x="4189738" y="102985"/>
                </a:lnTo>
                <a:cubicBezTo>
                  <a:pt x="4192414" y="102985"/>
                  <a:pt x="4193978" y="101620"/>
                  <a:pt x="4193978" y="99114"/>
                </a:cubicBezTo>
                <a:cubicBezTo>
                  <a:pt x="4193978" y="80049"/>
                  <a:pt x="4187282" y="59605"/>
                  <a:pt x="4156260" y="59605"/>
                </a:cubicBezTo>
                <a:cubicBezTo>
                  <a:pt x="4136841" y="59605"/>
                  <a:pt x="4111619" y="78461"/>
                  <a:pt x="4111619" y="112997"/>
                </a:cubicBezTo>
                <a:cubicBezTo>
                  <a:pt x="4111619" y="125740"/>
                  <a:pt x="4114746" y="138028"/>
                  <a:pt x="4122112" y="146674"/>
                </a:cubicBezTo>
                <a:cubicBezTo>
                  <a:pt x="4129700" y="155783"/>
                  <a:pt x="4140189" y="161246"/>
                  <a:pt x="4156260" y="161246"/>
                </a:cubicBezTo>
                <a:cubicBezTo>
                  <a:pt x="4173220" y="161246"/>
                  <a:pt x="4185273" y="153277"/>
                  <a:pt x="4194202" y="141441"/>
                </a:cubicBezTo>
                <a:cubicBezTo>
                  <a:pt x="4193531" y="139165"/>
                  <a:pt x="4192193" y="138028"/>
                  <a:pt x="4189513" y="137799"/>
                </a:cubicBezTo>
                <a:close/>
                <a:moveTo>
                  <a:pt x="4268525" y="105880"/>
                </a:moveTo>
                <a:lnTo>
                  <a:pt x="4268525" y="135957"/>
                </a:lnTo>
                <a:cubicBezTo>
                  <a:pt x="4268525" y="138921"/>
                  <a:pt x="4267183" y="140517"/>
                  <a:pt x="4265398" y="141882"/>
                </a:cubicBezTo>
                <a:cubicBezTo>
                  <a:pt x="4259595" y="146668"/>
                  <a:pt x="4252008" y="151911"/>
                  <a:pt x="4245758" y="151911"/>
                </a:cubicBezTo>
                <a:cubicBezTo>
                  <a:pt x="4234598" y="151911"/>
                  <a:pt x="4229687" y="142796"/>
                  <a:pt x="4229687" y="135731"/>
                </a:cubicBezTo>
                <a:cubicBezTo>
                  <a:pt x="4229687" y="125476"/>
                  <a:pt x="4234377" y="114992"/>
                  <a:pt x="4250891" y="110665"/>
                </a:cubicBezTo>
                <a:lnTo>
                  <a:pt x="4268525" y="105880"/>
                </a:lnTo>
                <a:moveTo>
                  <a:pt x="4268525" y="148037"/>
                </a:moveTo>
                <a:cubicBezTo>
                  <a:pt x="4269863" y="155098"/>
                  <a:pt x="4272319" y="161246"/>
                  <a:pt x="4283479" y="161246"/>
                </a:cubicBezTo>
                <a:cubicBezTo>
                  <a:pt x="4291959" y="161246"/>
                  <a:pt x="4299993" y="157374"/>
                  <a:pt x="4304679" y="152822"/>
                </a:cubicBezTo>
                <a:cubicBezTo>
                  <a:pt x="4304233" y="150087"/>
                  <a:pt x="4303340" y="148037"/>
                  <a:pt x="4300885" y="146671"/>
                </a:cubicBezTo>
                <a:cubicBezTo>
                  <a:pt x="4299325" y="148037"/>
                  <a:pt x="4295528" y="150316"/>
                  <a:pt x="4292626" y="150316"/>
                </a:cubicBezTo>
                <a:cubicBezTo>
                  <a:pt x="4286156" y="150316"/>
                  <a:pt x="4285931" y="141427"/>
                  <a:pt x="4285931" y="130946"/>
                </a:cubicBezTo>
                <a:lnTo>
                  <a:pt x="4285931" y="97446"/>
                </a:lnTo>
                <a:cubicBezTo>
                  <a:pt x="4285931" y="65089"/>
                  <a:pt x="4268525" y="58938"/>
                  <a:pt x="4252229" y="58938"/>
                </a:cubicBezTo>
                <a:cubicBezTo>
                  <a:pt x="4233927" y="58938"/>
                  <a:pt x="4215404" y="71240"/>
                  <a:pt x="4215404" y="84230"/>
                </a:cubicBezTo>
                <a:cubicBezTo>
                  <a:pt x="4215404" y="89700"/>
                  <a:pt x="4218081" y="92435"/>
                  <a:pt x="4223216" y="92435"/>
                </a:cubicBezTo>
                <a:cubicBezTo>
                  <a:pt x="4229687" y="92435"/>
                  <a:pt x="4233706" y="87650"/>
                  <a:pt x="4233706" y="84685"/>
                </a:cubicBezTo>
                <a:cubicBezTo>
                  <a:pt x="4233706" y="83090"/>
                  <a:pt x="4233481" y="81495"/>
                  <a:pt x="4233035" y="80585"/>
                </a:cubicBezTo>
                <a:cubicBezTo>
                  <a:pt x="4232813" y="79900"/>
                  <a:pt x="4232589" y="78534"/>
                  <a:pt x="4232589" y="76025"/>
                </a:cubicBezTo>
                <a:cubicBezTo>
                  <a:pt x="4232589" y="68960"/>
                  <a:pt x="4241964" y="66455"/>
                  <a:pt x="4250444" y="66455"/>
                </a:cubicBezTo>
                <a:cubicBezTo>
                  <a:pt x="4258032" y="66455"/>
                  <a:pt x="4268525" y="70330"/>
                  <a:pt x="4268525" y="96080"/>
                </a:cubicBezTo>
                <a:cubicBezTo>
                  <a:pt x="4268525" y="97675"/>
                  <a:pt x="4267854" y="98586"/>
                  <a:pt x="4267183" y="98815"/>
                </a:cubicBezTo>
                <a:lnTo>
                  <a:pt x="4247989" y="103600"/>
                </a:lnTo>
                <a:cubicBezTo>
                  <a:pt x="4226564" y="109070"/>
                  <a:pt x="4211164" y="121146"/>
                  <a:pt x="4211164" y="136642"/>
                </a:cubicBezTo>
                <a:cubicBezTo>
                  <a:pt x="4211164" y="155328"/>
                  <a:pt x="4223663" y="161246"/>
                  <a:pt x="4239284" y="161246"/>
                </a:cubicBezTo>
                <a:cubicBezTo>
                  <a:pt x="4247097" y="161246"/>
                  <a:pt x="4253792" y="159425"/>
                  <a:pt x="4263614" y="151682"/>
                </a:cubicBezTo>
                <a:lnTo>
                  <a:pt x="4268079" y="148037"/>
                </a:lnTo>
                <a:lnTo>
                  <a:pt x="4268525" y="148037"/>
                </a:lnTo>
                <a:close/>
                <a:moveTo>
                  <a:pt x="4393957" y="138237"/>
                </a:moveTo>
                <a:cubicBezTo>
                  <a:pt x="4393065" y="136187"/>
                  <a:pt x="4391277" y="135276"/>
                  <a:pt x="4389271" y="135047"/>
                </a:cubicBezTo>
                <a:cubicBezTo>
                  <a:pt x="4381680" y="145076"/>
                  <a:pt x="4372083" y="150087"/>
                  <a:pt x="4362486" y="150087"/>
                </a:cubicBezTo>
                <a:cubicBezTo>
                  <a:pt x="4346193" y="150087"/>
                  <a:pt x="4332578" y="133226"/>
                  <a:pt x="4332578" y="106561"/>
                </a:cubicBezTo>
                <a:cubicBezTo>
                  <a:pt x="4332578" y="81495"/>
                  <a:pt x="4343292" y="66455"/>
                  <a:pt x="4358024" y="66455"/>
                </a:cubicBezTo>
                <a:cubicBezTo>
                  <a:pt x="4371190" y="66455"/>
                  <a:pt x="4372975" y="74430"/>
                  <a:pt x="4373871" y="82406"/>
                </a:cubicBezTo>
                <a:cubicBezTo>
                  <a:pt x="4374538" y="88560"/>
                  <a:pt x="4377665" y="90610"/>
                  <a:pt x="4382351" y="90610"/>
                </a:cubicBezTo>
                <a:cubicBezTo>
                  <a:pt x="4387037" y="90610"/>
                  <a:pt x="4393286" y="87650"/>
                  <a:pt x="4393286" y="80585"/>
                </a:cubicBezTo>
                <a:cubicBezTo>
                  <a:pt x="4393286" y="68050"/>
                  <a:pt x="4380566" y="58938"/>
                  <a:pt x="4359138" y="58938"/>
                </a:cubicBezTo>
                <a:cubicBezTo>
                  <a:pt x="4337042" y="58938"/>
                  <a:pt x="4313383" y="79215"/>
                  <a:pt x="4313383" y="111576"/>
                </a:cubicBezTo>
                <a:cubicBezTo>
                  <a:pt x="4313383" y="140972"/>
                  <a:pt x="4329455" y="161246"/>
                  <a:pt x="4357575" y="161246"/>
                </a:cubicBezTo>
                <a:cubicBezTo>
                  <a:pt x="4370969" y="161246"/>
                  <a:pt x="4382797" y="156919"/>
                  <a:pt x="4393957" y="138237"/>
                </a:cubicBezTo>
                <a:close/>
                <a:moveTo>
                  <a:pt x="4437925" y="93811"/>
                </a:moveTo>
                <a:cubicBezTo>
                  <a:pt x="4437925" y="89022"/>
                  <a:pt x="4439934" y="86287"/>
                  <a:pt x="4441719" y="84237"/>
                </a:cubicBezTo>
                <a:cubicBezTo>
                  <a:pt x="4450202" y="75799"/>
                  <a:pt x="4461584" y="70781"/>
                  <a:pt x="4470288" y="70781"/>
                </a:cubicBezTo>
                <a:cubicBezTo>
                  <a:pt x="4474750" y="70781"/>
                  <a:pt x="4479439" y="73746"/>
                  <a:pt x="4482116" y="78990"/>
                </a:cubicBezTo>
                <a:cubicBezTo>
                  <a:pt x="4484350" y="83552"/>
                  <a:pt x="4484796" y="89707"/>
                  <a:pt x="4484796" y="96546"/>
                </a:cubicBezTo>
                <a:lnTo>
                  <a:pt x="4484796" y="131203"/>
                </a:lnTo>
                <a:cubicBezTo>
                  <a:pt x="4484796" y="149899"/>
                  <a:pt x="4482562" y="150813"/>
                  <a:pt x="4470956" y="151953"/>
                </a:cubicBezTo>
                <a:cubicBezTo>
                  <a:pt x="4469842" y="153319"/>
                  <a:pt x="4469842" y="158101"/>
                  <a:pt x="4470956" y="159466"/>
                </a:cubicBezTo>
                <a:cubicBezTo>
                  <a:pt x="4477205" y="159241"/>
                  <a:pt x="4484796" y="159011"/>
                  <a:pt x="4493722" y="159011"/>
                </a:cubicBezTo>
                <a:cubicBezTo>
                  <a:pt x="4502652" y="159011"/>
                  <a:pt x="4510015" y="159241"/>
                  <a:pt x="4517381" y="159466"/>
                </a:cubicBezTo>
                <a:cubicBezTo>
                  <a:pt x="4518498" y="158101"/>
                  <a:pt x="4518498" y="153319"/>
                  <a:pt x="4517381" y="151953"/>
                </a:cubicBezTo>
                <a:cubicBezTo>
                  <a:pt x="4504883" y="150813"/>
                  <a:pt x="4502427" y="149899"/>
                  <a:pt x="4502427" y="131203"/>
                </a:cubicBezTo>
                <a:lnTo>
                  <a:pt x="4502427" y="97230"/>
                </a:lnTo>
                <a:cubicBezTo>
                  <a:pt x="4502427" y="84692"/>
                  <a:pt x="4501535" y="73520"/>
                  <a:pt x="4496403" y="66684"/>
                </a:cubicBezTo>
                <a:cubicBezTo>
                  <a:pt x="4492605" y="61673"/>
                  <a:pt x="4485689" y="58938"/>
                  <a:pt x="4477876" y="58938"/>
                </a:cubicBezTo>
                <a:cubicBezTo>
                  <a:pt x="4466941" y="58938"/>
                  <a:pt x="4453550" y="61899"/>
                  <a:pt x="4439934" y="77394"/>
                </a:cubicBezTo>
                <a:cubicBezTo>
                  <a:pt x="4439263" y="78308"/>
                  <a:pt x="4437700" y="80588"/>
                  <a:pt x="4437700" y="77394"/>
                </a:cubicBezTo>
                <a:lnTo>
                  <a:pt x="4437925" y="26119"/>
                </a:lnTo>
                <a:cubicBezTo>
                  <a:pt x="4437925" y="11308"/>
                  <a:pt x="4438817" y="2248"/>
                  <a:pt x="4438817" y="2248"/>
                </a:cubicBezTo>
                <a:cubicBezTo>
                  <a:pt x="4438817" y="678"/>
                  <a:pt x="4437925" y="0"/>
                  <a:pt x="4435915" y="0"/>
                </a:cubicBezTo>
                <a:cubicBezTo>
                  <a:pt x="4430337" y="2248"/>
                  <a:pt x="4413598" y="5393"/>
                  <a:pt x="4404669" y="6068"/>
                </a:cubicBezTo>
                <a:cubicBezTo>
                  <a:pt x="4404223" y="7892"/>
                  <a:pt x="4404669" y="11534"/>
                  <a:pt x="4406007" y="12900"/>
                </a:cubicBezTo>
                <a:cubicBezTo>
                  <a:pt x="4417614" y="13584"/>
                  <a:pt x="4420294" y="12444"/>
                  <a:pt x="4420294" y="31589"/>
                </a:cubicBezTo>
                <a:lnTo>
                  <a:pt x="4420294" y="131203"/>
                </a:lnTo>
                <a:cubicBezTo>
                  <a:pt x="4420294" y="150129"/>
                  <a:pt x="4417614" y="151039"/>
                  <a:pt x="4404669" y="151953"/>
                </a:cubicBezTo>
                <a:cubicBezTo>
                  <a:pt x="4403330" y="153319"/>
                  <a:pt x="4403330" y="158101"/>
                  <a:pt x="4404669" y="159466"/>
                </a:cubicBezTo>
                <a:cubicBezTo>
                  <a:pt x="4412035" y="159241"/>
                  <a:pt x="4420294" y="159011"/>
                  <a:pt x="4429220" y="159011"/>
                </a:cubicBezTo>
                <a:cubicBezTo>
                  <a:pt x="4437700" y="159011"/>
                  <a:pt x="4445066" y="159241"/>
                  <a:pt x="4451316" y="159466"/>
                </a:cubicBezTo>
                <a:cubicBezTo>
                  <a:pt x="4452654" y="158101"/>
                  <a:pt x="4452654" y="153319"/>
                  <a:pt x="4451316" y="151953"/>
                </a:cubicBezTo>
                <a:cubicBezTo>
                  <a:pt x="4439934" y="151039"/>
                  <a:pt x="4437925" y="150129"/>
                  <a:pt x="4437925" y="131203"/>
                </a:cubicBezTo>
                <a:lnTo>
                  <a:pt x="4437925" y="93811"/>
                </a:lnTo>
                <a:close/>
                <a:moveTo>
                  <a:pt x="4586125" y="105880"/>
                </a:moveTo>
                <a:lnTo>
                  <a:pt x="4586125" y="135957"/>
                </a:lnTo>
                <a:cubicBezTo>
                  <a:pt x="4586125" y="138921"/>
                  <a:pt x="4584783" y="140517"/>
                  <a:pt x="4582998" y="141882"/>
                </a:cubicBezTo>
                <a:cubicBezTo>
                  <a:pt x="4577195" y="146668"/>
                  <a:pt x="4569608" y="151911"/>
                  <a:pt x="4563358" y="151911"/>
                </a:cubicBezTo>
                <a:cubicBezTo>
                  <a:pt x="4552198" y="151911"/>
                  <a:pt x="4547287" y="142796"/>
                  <a:pt x="4547287" y="135731"/>
                </a:cubicBezTo>
                <a:cubicBezTo>
                  <a:pt x="4547287" y="125476"/>
                  <a:pt x="4551977" y="114992"/>
                  <a:pt x="4568490" y="110665"/>
                </a:cubicBezTo>
                <a:lnTo>
                  <a:pt x="4586125" y="105880"/>
                </a:lnTo>
                <a:moveTo>
                  <a:pt x="4586125" y="148037"/>
                </a:moveTo>
                <a:cubicBezTo>
                  <a:pt x="4587463" y="155098"/>
                  <a:pt x="4589919" y="161246"/>
                  <a:pt x="4601079" y="161246"/>
                </a:cubicBezTo>
                <a:cubicBezTo>
                  <a:pt x="4609559" y="161246"/>
                  <a:pt x="4617593" y="157374"/>
                  <a:pt x="4622279" y="152822"/>
                </a:cubicBezTo>
                <a:cubicBezTo>
                  <a:pt x="4621833" y="150087"/>
                  <a:pt x="4620940" y="148037"/>
                  <a:pt x="4618485" y="146671"/>
                </a:cubicBezTo>
                <a:cubicBezTo>
                  <a:pt x="4616925" y="148037"/>
                  <a:pt x="4613128" y="150316"/>
                  <a:pt x="4610226" y="150316"/>
                </a:cubicBezTo>
                <a:cubicBezTo>
                  <a:pt x="4603756" y="150316"/>
                  <a:pt x="4603531" y="141427"/>
                  <a:pt x="4603531" y="130946"/>
                </a:cubicBezTo>
                <a:lnTo>
                  <a:pt x="4603531" y="97446"/>
                </a:lnTo>
                <a:cubicBezTo>
                  <a:pt x="4603531" y="65089"/>
                  <a:pt x="4586125" y="58938"/>
                  <a:pt x="4569829" y="58938"/>
                </a:cubicBezTo>
                <a:cubicBezTo>
                  <a:pt x="4551527" y="58938"/>
                  <a:pt x="4533004" y="71240"/>
                  <a:pt x="4533004" y="84230"/>
                </a:cubicBezTo>
                <a:cubicBezTo>
                  <a:pt x="4533004" y="89700"/>
                  <a:pt x="4535681" y="92435"/>
                  <a:pt x="4540816" y="92435"/>
                </a:cubicBezTo>
                <a:cubicBezTo>
                  <a:pt x="4547287" y="92435"/>
                  <a:pt x="4551306" y="87650"/>
                  <a:pt x="4551306" y="84685"/>
                </a:cubicBezTo>
                <a:cubicBezTo>
                  <a:pt x="4551306" y="83090"/>
                  <a:pt x="4551081" y="81495"/>
                  <a:pt x="4550635" y="80585"/>
                </a:cubicBezTo>
                <a:cubicBezTo>
                  <a:pt x="4550413" y="79900"/>
                  <a:pt x="4550189" y="78534"/>
                  <a:pt x="4550189" y="76025"/>
                </a:cubicBezTo>
                <a:cubicBezTo>
                  <a:pt x="4550189" y="68960"/>
                  <a:pt x="4559564" y="66455"/>
                  <a:pt x="4568044" y="66455"/>
                </a:cubicBezTo>
                <a:cubicBezTo>
                  <a:pt x="4575632" y="66455"/>
                  <a:pt x="4586125" y="70330"/>
                  <a:pt x="4586125" y="96080"/>
                </a:cubicBezTo>
                <a:cubicBezTo>
                  <a:pt x="4586125" y="97675"/>
                  <a:pt x="4585454" y="98586"/>
                  <a:pt x="4584783" y="98815"/>
                </a:cubicBezTo>
                <a:lnTo>
                  <a:pt x="4565589" y="103600"/>
                </a:lnTo>
                <a:cubicBezTo>
                  <a:pt x="4544164" y="109070"/>
                  <a:pt x="4528764" y="121146"/>
                  <a:pt x="4528764" y="136642"/>
                </a:cubicBezTo>
                <a:cubicBezTo>
                  <a:pt x="4528764" y="155328"/>
                  <a:pt x="4541263" y="161246"/>
                  <a:pt x="4556884" y="161246"/>
                </a:cubicBezTo>
                <a:cubicBezTo>
                  <a:pt x="4564697" y="161246"/>
                  <a:pt x="4571392" y="159425"/>
                  <a:pt x="4581214" y="151682"/>
                </a:cubicBezTo>
                <a:lnTo>
                  <a:pt x="4585679" y="148037"/>
                </a:lnTo>
                <a:lnTo>
                  <a:pt x="4586125" y="148037"/>
                </a:lnTo>
                <a:close/>
                <a:moveTo>
                  <a:pt x="4661563" y="76255"/>
                </a:moveTo>
                <a:cubicBezTo>
                  <a:pt x="4667366" y="71011"/>
                  <a:pt x="4674061" y="68960"/>
                  <a:pt x="4680532" y="68960"/>
                </a:cubicBezTo>
                <a:cubicBezTo>
                  <a:pt x="4694148" y="68960"/>
                  <a:pt x="4705308" y="85825"/>
                  <a:pt x="4705308" y="107927"/>
                </a:cubicBezTo>
                <a:cubicBezTo>
                  <a:pt x="4705308" y="133907"/>
                  <a:pt x="4695040" y="153503"/>
                  <a:pt x="4673836" y="153503"/>
                </a:cubicBezTo>
                <a:cubicBezTo>
                  <a:pt x="4666920" y="153503"/>
                  <a:pt x="4662230" y="148492"/>
                  <a:pt x="4657769" y="142793"/>
                </a:cubicBezTo>
                <a:lnTo>
                  <a:pt x="4657769" y="85825"/>
                </a:lnTo>
                <a:cubicBezTo>
                  <a:pt x="4657769" y="81040"/>
                  <a:pt x="4658661" y="78760"/>
                  <a:pt x="4661563" y="76255"/>
                </a:cubicBezTo>
                <a:moveTo>
                  <a:pt x="4659999" y="69190"/>
                </a:moveTo>
                <a:cubicBezTo>
                  <a:pt x="4658661" y="70555"/>
                  <a:pt x="4657769" y="70100"/>
                  <a:pt x="4657769" y="68050"/>
                </a:cubicBezTo>
                <a:lnTo>
                  <a:pt x="4657769" y="26119"/>
                </a:lnTo>
                <a:cubicBezTo>
                  <a:pt x="4657769" y="11308"/>
                  <a:pt x="4658661" y="2248"/>
                  <a:pt x="4658661" y="2248"/>
                </a:cubicBezTo>
                <a:cubicBezTo>
                  <a:pt x="4658661" y="678"/>
                  <a:pt x="4657769" y="0"/>
                  <a:pt x="4655759" y="0"/>
                </a:cubicBezTo>
                <a:cubicBezTo>
                  <a:pt x="4650178" y="2248"/>
                  <a:pt x="4633439" y="5393"/>
                  <a:pt x="4624513" y="6068"/>
                </a:cubicBezTo>
                <a:cubicBezTo>
                  <a:pt x="4624067" y="7892"/>
                  <a:pt x="4624513" y="11534"/>
                  <a:pt x="4625851" y="12900"/>
                </a:cubicBezTo>
                <a:cubicBezTo>
                  <a:pt x="4637458" y="13584"/>
                  <a:pt x="4640134" y="12444"/>
                  <a:pt x="4640134" y="31589"/>
                </a:cubicBezTo>
                <a:lnTo>
                  <a:pt x="4640134" y="142793"/>
                </a:lnTo>
                <a:cubicBezTo>
                  <a:pt x="4640134" y="151682"/>
                  <a:pt x="4639913" y="155783"/>
                  <a:pt x="4639242" y="158969"/>
                </a:cubicBezTo>
                <a:cubicBezTo>
                  <a:pt x="4640359" y="160790"/>
                  <a:pt x="4641476" y="161704"/>
                  <a:pt x="4644153" y="161704"/>
                </a:cubicBezTo>
                <a:cubicBezTo>
                  <a:pt x="4645491" y="160335"/>
                  <a:pt x="4647726" y="158288"/>
                  <a:pt x="4649510" y="156238"/>
                </a:cubicBezTo>
                <a:cubicBezTo>
                  <a:pt x="4651741" y="153503"/>
                  <a:pt x="4653079" y="153503"/>
                  <a:pt x="4655535" y="155553"/>
                </a:cubicBezTo>
                <a:cubicBezTo>
                  <a:pt x="4660670" y="159880"/>
                  <a:pt x="4667366" y="161246"/>
                  <a:pt x="4675175" y="161246"/>
                </a:cubicBezTo>
                <a:cubicBezTo>
                  <a:pt x="4697941" y="161246"/>
                  <a:pt x="4724502" y="140058"/>
                  <a:pt x="4724502" y="103826"/>
                </a:cubicBezTo>
                <a:cubicBezTo>
                  <a:pt x="4724502" y="76025"/>
                  <a:pt x="4704415" y="58938"/>
                  <a:pt x="4684997" y="58938"/>
                </a:cubicBezTo>
                <a:cubicBezTo>
                  <a:pt x="4675400" y="58938"/>
                  <a:pt x="4666920" y="62813"/>
                  <a:pt x="4659999" y="69190"/>
                </a:cubicBezTo>
                <a:close/>
                <a:moveTo>
                  <a:pt x="4753961" y="131231"/>
                </a:moveTo>
                <a:cubicBezTo>
                  <a:pt x="4753961" y="150132"/>
                  <a:pt x="4751509" y="151269"/>
                  <a:pt x="4737894" y="151953"/>
                </a:cubicBezTo>
                <a:cubicBezTo>
                  <a:pt x="4736555" y="153319"/>
                  <a:pt x="4736555" y="158101"/>
                  <a:pt x="4737894" y="159466"/>
                </a:cubicBezTo>
                <a:cubicBezTo>
                  <a:pt x="4745706" y="159241"/>
                  <a:pt x="4753961" y="159011"/>
                  <a:pt x="4762891" y="159011"/>
                </a:cubicBezTo>
                <a:cubicBezTo>
                  <a:pt x="4771817" y="159011"/>
                  <a:pt x="4780300" y="159241"/>
                  <a:pt x="4787663" y="159466"/>
                </a:cubicBezTo>
                <a:cubicBezTo>
                  <a:pt x="4789005" y="158101"/>
                  <a:pt x="4789005" y="153319"/>
                  <a:pt x="4787663" y="151953"/>
                </a:cubicBezTo>
                <a:cubicBezTo>
                  <a:pt x="4774051" y="151269"/>
                  <a:pt x="4771596" y="150132"/>
                  <a:pt x="4771596" y="131231"/>
                </a:cubicBezTo>
                <a:lnTo>
                  <a:pt x="4771596" y="26265"/>
                </a:lnTo>
                <a:cubicBezTo>
                  <a:pt x="4771596" y="11468"/>
                  <a:pt x="4772488" y="2307"/>
                  <a:pt x="4772488" y="2307"/>
                </a:cubicBezTo>
                <a:cubicBezTo>
                  <a:pt x="4772488" y="695"/>
                  <a:pt x="4771596" y="0"/>
                  <a:pt x="4769586" y="0"/>
                </a:cubicBezTo>
                <a:cubicBezTo>
                  <a:pt x="4764008" y="2307"/>
                  <a:pt x="4747266" y="5536"/>
                  <a:pt x="4738340" y="6227"/>
                </a:cubicBezTo>
                <a:cubicBezTo>
                  <a:pt x="4737894" y="8052"/>
                  <a:pt x="4738340" y="11694"/>
                  <a:pt x="4739678" y="13063"/>
                </a:cubicBezTo>
                <a:cubicBezTo>
                  <a:pt x="4752623" y="13970"/>
                  <a:pt x="4753961" y="14655"/>
                  <a:pt x="4753961" y="31731"/>
                </a:cubicBezTo>
                <a:lnTo>
                  <a:pt x="4753961" y="131231"/>
                </a:lnTo>
                <a:close/>
                <a:moveTo>
                  <a:pt x="4819358" y="94787"/>
                </a:moveTo>
                <a:cubicBezTo>
                  <a:pt x="4823598" y="69162"/>
                  <a:pt x="4839223" y="67122"/>
                  <a:pt x="4844580" y="67122"/>
                </a:cubicBezTo>
                <a:cubicBezTo>
                  <a:pt x="4853060" y="67122"/>
                  <a:pt x="4863103" y="71886"/>
                  <a:pt x="4863103" y="90934"/>
                </a:cubicBezTo>
                <a:cubicBezTo>
                  <a:pt x="4863103" y="92973"/>
                  <a:pt x="4862211" y="94110"/>
                  <a:pt x="4859755" y="94110"/>
                </a:cubicBezTo>
                <a:lnTo>
                  <a:pt x="4819358" y="94787"/>
                </a:lnTo>
                <a:moveTo>
                  <a:pt x="4877833" y="137799"/>
                </a:moveTo>
                <a:cubicBezTo>
                  <a:pt x="4869577" y="146449"/>
                  <a:pt x="4863103" y="150087"/>
                  <a:pt x="4850158" y="150087"/>
                </a:cubicBezTo>
                <a:cubicBezTo>
                  <a:pt x="4842125" y="150087"/>
                  <a:pt x="4832749" y="145309"/>
                  <a:pt x="4825832" y="133705"/>
                </a:cubicBezTo>
                <a:cubicBezTo>
                  <a:pt x="4821367" y="126196"/>
                  <a:pt x="4818687" y="115729"/>
                  <a:pt x="4818687" y="102530"/>
                </a:cubicBezTo>
                <a:lnTo>
                  <a:pt x="4878057" y="102985"/>
                </a:lnTo>
                <a:cubicBezTo>
                  <a:pt x="4880734" y="102985"/>
                  <a:pt x="4882297" y="101620"/>
                  <a:pt x="4882297" y="99114"/>
                </a:cubicBezTo>
                <a:cubicBezTo>
                  <a:pt x="4882297" y="80049"/>
                  <a:pt x="4875602" y="59605"/>
                  <a:pt x="4844580" y="59605"/>
                </a:cubicBezTo>
                <a:cubicBezTo>
                  <a:pt x="4825161" y="59605"/>
                  <a:pt x="4799939" y="78461"/>
                  <a:pt x="4799939" y="112997"/>
                </a:cubicBezTo>
                <a:cubicBezTo>
                  <a:pt x="4799939" y="125740"/>
                  <a:pt x="4803066" y="138028"/>
                  <a:pt x="4810432" y="146674"/>
                </a:cubicBezTo>
                <a:cubicBezTo>
                  <a:pt x="4818020" y="155783"/>
                  <a:pt x="4828509" y="161246"/>
                  <a:pt x="4844580" y="161246"/>
                </a:cubicBezTo>
                <a:cubicBezTo>
                  <a:pt x="4861540" y="161246"/>
                  <a:pt x="4873593" y="153277"/>
                  <a:pt x="4882522" y="141441"/>
                </a:cubicBezTo>
                <a:cubicBezTo>
                  <a:pt x="4881851" y="139165"/>
                  <a:pt x="4880513" y="138028"/>
                  <a:pt x="4877833" y="137799"/>
                </a:cubicBezTo>
                <a:close/>
                <a:moveTo>
                  <a:pt x="4977822" y="83545"/>
                </a:moveTo>
                <a:cubicBezTo>
                  <a:pt x="4983625" y="76251"/>
                  <a:pt x="4993893" y="69416"/>
                  <a:pt x="5000364" y="69416"/>
                </a:cubicBezTo>
                <a:cubicBezTo>
                  <a:pt x="5014650" y="69416"/>
                  <a:pt x="5026924" y="85822"/>
                  <a:pt x="5026924" y="111572"/>
                </a:cubicBezTo>
                <a:cubicBezTo>
                  <a:pt x="5026924" y="130261"/>
                  <a:pt x="5020454" y="153503"/>
                  <a:pt x="4995456" y="153503"/>
                </a:cubicBezTo>
                <a:cubicBezTo>
                  <a:pt x="4991438" y="153503"/>
                  <a:pt x="4983625" y="152363"/>
                  <a:pt x="4979610" y="148718"/>
                </a:cubicBezTo>
                <a:cubicBezTo>
                  <a:pt x="4975145" y="144617"/>
                  <a:pt x="4974253" y="143248"/>
                  <a:pt x="4974253" y="135047"/>
                </a:cubicBezTo>
                <a:lnTo>
                  <a:pt x="4974253" y="93571"/>
                </a:lnTo>
                <a:cubicBezTo>
                  <a:pt x="4974253" y="88786"/>
                  <a:pt x="4975145" y="86736"/>
                  <a:pt x="4977822" y="83545"/>
                </a:cubicBezTo>
                <a:moveTo>
                  <a:pt x="4973582" y="75111"/>
                </a:moveTo>
                <a:cubicBezTo>
                  <a:pt x="4973361" y="68276"/>
                  <a:pt x="4972914" y="62358"/>
                  <a:pt x="4971797" y="60078"/>
                </a:cubicBezTo>
                <a:cubicBezTo>
                  <a:pt x="4971351" y="58938"/>
                  <a:pt x="4970905" y="58257"/>
                  <a:pt x="4969117" y="58257"/>
                </a:cubicBezTo>
                <a:cubicBezTo>
                  <a:pt x="4962868" y="60763"/>
                  <a:pt x="4957065" y="62813"/>
                  <a:pt x="4941665" y="64860"/>
                </a:cubicBezTo>
                <a:cubicBezTo>
                  <a:pt x="4941218" y="66229"/>
                  <a:pt x="4941665" y="69871"/>
                  <a:pt x="4942114" y="71240"/>
                </a:cubicBezTo>
                <a:cubicBezTo>
                  <a:pt x="4954163" y="72380"/>
                  <a:pt x="4956619" y="73516"/>
                  <a:pt x="4956619" y="86736"/>
                </a:cubicBezTo>
                <a:lnTo>
                  <a:pt x="4956619" y="184095"/>
                </a:lnTo>
                <a:cubicBezTo>
                  <a:pt x="4956619" y="203058"/>
                  <a:pt x="4954163" y="204202"/>
                  <a:pt x="4940551" y="204886"/>
                </a:cubicBezTo>
                <a:cubicBezTo>
                  <a:pt x="4939212" y="206252"/>
                  <a:pt x="4939212" y="211034"/>
                  <a:pt x="4940551" y="212399"/>
                </a:cubicBezTo>
                <a:cubicBezTo>
                  <a:pt x="4948363" y="212174"/>
                  <a:pt x="4956619" y="211944"/>
                  <a:pt x="4965548" y="211944"/>
                </a:cubicBezTo>
                <a:cubicBezTo>
                  <a:pt x="4974474" y="211944"/>
                  <a:pt x="4985188" y="212174"/>
                  <a:pt x="4992555" y="212399"/>
                </a:cubicBezTo>
                <a:cubicBezTo>
                  <a:pt x="4993893" y="211034"/>
                  <a:pt x="4993893" y="206252"/>
                  <a:pt x="4992555" y="204886"/>
                </a:cubicBezTo>
                <a:cubicBezTo>
                  <a:pt x="4976708" y="203972"/>
                  <a:pt x="4974253" y="203058"/>
                  <a:pt x="4974253" y="184095"/>
                </a:cubicBezTo>
                <a:lnTo>
                  <a:pt x="4974253" y="159425"/>
                </a:lnTo>
                <a:cubicBezTo>
                  <a:pt x="4974253" y="156464"/>
                  <a:pt x="4975145" y="156693"/>
                  <a:pt x="4977376" y="157830"/>
                </a:cubicBezTo>
                <a:cubicBezTo>
                  <a:pt x="4982958" y="159880"/>
                  <a:pt x="4989653" y="161246"/>
                  <a:pt x="4996795" y="161246"/>
                </a:cubicBezTo>
                <a:cubicBezTo>
                  <a:pt x="5009293" y="161246"/>
                  <a:pt x="5020454" y="157374"/>
                  <a:pt x="5029604" y="148492"/>
                </a:cubicBezTo>
                <a:cubicBezTo>
                  <a:pt x="5040094" y="138008"/>
                  <a:pt x="5046118" y="123878"/>
                  <a:pt x="5046118" y="105421"/>
                </a:cubicBezTo>
                <a:cubicBezTo>
                  <a:pt x="5046118" y="81266"/>
                  <a:pt x="5029380" y="58938"/>
                  <a:pt x="5006613" y="58938"/>
                </a:cubicBezTo>
                <a:cubicBezTo>
                  <a:pt x="4996349" y="58938"/>
                  <a:pt x="4984964" y="66000"/>
                  <a:pt x="4976037" y="76025"/>
                </a:cubicBezTo>
                <a:cubicBezTo>
                  <a:pt x="4974699" y="77391"/>
                  <a:pt x="4973807" y="77391"/>
                  <a:pt x="4973582" y="75111"/>
                </a:cubicBezTo>
                <a:close/>
                <a:moveTo>
                  <a:pt x="5119997" y="105880"/>
                </a:moveTo>
                <a:lnTo>
                  <a:pt x="5119997" y="135957"/>
                </a:lnTo>
                <a:cubicBezTo>
                  <a:pt x="5119997" y="138921"/>
                  <a:pt x="5118655" y="140517"/>
                  <a:pt x="5116871" y="141882"/>
                </a:cubicBezTo>
                <a:cubicBezTo>
                  <a:pt x="5111068" y="146668"/>
                  <a:pt x="5103480" y="151911"/>
                  <a:pt x="5097231" y="151911"/>
                </a:cubicBezTo>
                <a:cubicBezTo>
                  <a:pt x="5086070" y="151911"/>
                  <a:pt x="5081160" y="142796"/>
                  <a:pt x="5081160" y="135731"/>
                </a:cubicBezTo>
                <a:cubicBezTo>
                  <a:pt x="5081160" y="125476"/>
                  <a:pt x="5085849" y="114992"/>
                  <a:pt x="5102363" y="110665"/>
                </a:cubicBezTo>
                <a:lnTo>
                  <a:pt x="5119997" y="105880"/>
                </a:lnTo>
                <a:moveTo>
                  <a:pt x="5119997" y="148037"/>
                </a:moveTo>
                <a:cubicBezTo>
                  <a:pt x="5121336" y="155098"/>
                  <a:pt x="5123791" y="161246"/>
                  <a:pt x="5134951" y="161246"/>
                </a:cubicBezTo>
                <a:cubicBezTo>
                  <a:pt x="5143431" y="161246"/>
                  <a:pt x="5151465" y="157374"/>
                  <a:pt x="5156151" y="152822"/>
                </a:cubicBezTo>
                <a:cubicBezTo>
                  <a:pt x="5155705" y="150087"/>
                  <a:pt x="5154813" y="148037"/>
                  <a:pt x="5152357" y="146671"/>
                </a:cubicBezTo>
                <a:cubicBezTo>
                  <a:pt x="5150798" y="148037"/>
                  <a:pt x="5147000" y="150316"/>
                  <a:pt x="5144099" y="150316"/>
                </a:cubicBezTo>
                <a:cubicBezTo>
                  <a:pt x="5137628" y="150316"/>
                  <a:pt x="5137403" y="141427"/>
                  <a:pt x="5137403" y="130946"/>
                </a:cubicBezTo>
                <a:lnTo>
                  <a:pt x="5137403" y="97446"/>
                </a:lnTo>
                <a:cubicBezTo>
                  <a:pt x="5137403" y="65089"/>
                  <a:pt x="5119997" y="58938"/>
                  <a:pt x="5103701" y="58938"/>
                </a:cubicBezTo>
                <a:cubicBezTo>
                  <a:pt x="5085400" y="58938"/>
                  <a:pt x="5066876" y="71240"/>
                  <a:pt x="5066876" y="84230"/>
                </a:cubicBezTo>
                <a:cubicBezTo>
                  <a:pt x="5066876" y="89700"/>
                  <a:pt x="5069553" y="92435"/>
                  <a:pt x="5074689" y="92435"/>
                </a:cubicBezTo>
                <a:cubicBezTo>
                  <a:pt x="5081160" y="92435"/>
                  <a:pt x="5085178" y="87650"/>
                  <a:pt x="5085178" y="84685"/>
                </a:cubicBezTo>
                <a:cubicBezTo>
                  <a:pt x="5085178" y="83090"/>
                  <a:pt x="5084953" y="81495"/>
                  <a:pt x="5084507" y="80585"/>
                </a:cubicBezTo>
                <a:cubicBezTo>
                  <a:pt x="5084286" y="79900"/>
                  <a:pt x="5084061" y="78534"/>
                  <a:pt x="5084061" y="76025"/>
                </a:cubicBezTo>
                <a:cubicBezTo>
                  <a:pt x="5084061" y="68960"/>
                  <a:pt x="5093437" y="66455"/>
                  <a:pt x="5101917" y="66455"/>
                </a:cubicBezTo>
                <a:cubicBezTo>
                  <a:pt x="5109505" y="66455"/>
                  <a:pt x="5119997" y="70330"/>
                  <a:pt x="5119997" y="96080"/>
                </a:cubicBezTo>
                <a:cubicBezTo>
                  <a:pt x="5119997" y="97675"/>
                  <a:pt x="5119326" y="98586"/>
                  <a:pt x="5118655" y="98815"/>
                </a:cubicBezTo>
                <a:lnTo>
                  <a:pt x="5099461" y="103600"/>
                </a:lnTo>
                <a:cubicBezTo>
                  <a:pt x="5078037" y="109070"/>
                  <a:pt x="5062636" y="121146"/>
                  <a:pt x="5062636" y="136642"/>
                </a:cubicBezTo>
                <a:cubicBezTo>
                  <a:pt x="5062636" y="155328"/>
                  <a:pt x="5075135" y="161246"/>
                  <a:pt x="5090757" y="161246"/>
                </a:cubicBezTo>
                <a:cubicBezTo>
                  <a:pt x="5098569" y="161246"/>
                  <a:pt x="5105265" y="159425"/>
                  <a:pt x="5115086" y="151682"/>
                </a:cubicBezTo>
                <a:lnTo>
                  <a:pt x="5119551" y="148037"/>
                </a:lnTo>
                <a:lnTo>
                  <a:pt x="5119997" y="148037"/>
                </a:lnTo>
                <a:close/>
                <a:moveTo>
                  <a:pt x="5245429" y="138237"/>
                </a:moveTo>
                <a:cubicBezTo>
                  <a:pt x="5244537" y="136187"/>
                  <a:pt x="5242749" y="135276"/>
                  <a:pt x="5240743" y="135047"/>
                </a:cubicBezTo>
                <a:cubicBezTo>
                  <a:pt x="5233152" y="145076"/>
                  <a:pt x="5223555" y="150087"/>
                  <a:pt x="5213958" y="150087"/>
                </a:cubicBezTo>
                <a:cubicBezTo>
                  <a:pt x="5197666" y="150087"/>
                  <a:pt x="5184050" y="133226"/>
                  <a:pt x="5184050" y="106561"/>
                </a:cubicBezTo>
                <a:cubicBezTo>
                  <a:pt x="5184050" y="81495"/>
                  <a:pt x="5194764" y="66455"/>
                  <a:pt x="5209497" y="66455"/>
                </a:cubicBezTo>
                <a:cubicBezTo>
                  <a:pt x="5222663" y="66455"/>
                  <a:pt x="5224447" y="74430"/>
                  <a:pt x="5225343" y="82406"/>
                </a:cubicBezTo>
                <a:cubicBezTo>
                  <a:pt x="5226011" y="88560"/>
                  <a:pt x="5229137" y="90610"/>
                  <a:pt x="5233823" y="90610"/>
                </a:cubicBezTo>
                <a:cubicBezTo>
                  <a:pt x="5238509" y="90610"/>
                  <a:pt x="5244759" y="87650"/>
                  <a:pt x="5244759" y="80585"/>
                </a:cubicBezTo>
                <a:cubicBezTo>
                  <a:pt x="5244759" y="68050"/>
                  <a:pt x="5232039" y="58938"/>
                  <a:pt x="5210610" y="58938"/>
                </a:cubicBezTo>
                <a:cubicBezTo>
                  <a:pt x="5188515" y="58938"/>
                  <a:pt x="5164856" y="79215"/>
                  <a:pt x="5164856" y="111576"/>
                </a:cubicBezTo>
                <a:cubicBezTo>
                  <a:pt x="5164856" y="140972"/>
                  <a:pt x="5180927" y="161246"/>
                  <a:pt x="5209047" y="161246"/>
                </a:cubicBezTo>
                <a:cubicBezTo>
                  <a:pt x="5222442" y="161246"/>
                  <a:pt x="5234269" y="156919"/>
                  <a:pt x="5245429" y="138237"/>
                </a:cubicBezTo>
                <a:close/>
                <a:moveTo>
                  <a:pt x="5271320" y="131235"/>
                </a:moveTo>
                <a:cubicBezTo>
                  <a:pt x="5271320" y="150132"/>
                  <a:pt x="5268865" y="151043"/>
                  <a:pt x="5256366" y="151953"/>
                </a:cubicBezTo>
                <a:cubicBezTo>
                  <a:pt x="5255024" y="153319"/>
                  <a:pt x="5255024" y="158101"/>
                  <a:pt x="5256366" y="159466"/>
                </a:cubicBezTo>
                <a:cubicBezTo>
                  <a:pt x="5263729" y="159241"/>
                  <a:pt x="5271320" y="159011"/>
                  <a:pt x="5280246" y="159011"/>
                </a:cubicBezTo>
                <a:cubicBezTo>
                  <a:pt x="5288059" y="159011"/>
                  <a:pt x="5295425" y="159241"/>
                  <a:pt x="5300557" y="159466"/>
                </a:cubicBezTo>
                <a:cubicBezTo>
                  <a:pt x="5301896" y="158101"/>
                  <a:pt x="5301896" y="153319"/>
                  <a:pt x="5300557" y="151953"/>
                </a:cubicBezTo>
                <a:cubicBezTo>
                  <a:pt x="5291406" y="151043"/>
                  <a:pt x="5288951" y="150132"/>
                  <a:pt x="5288951" y="131235"/>
                </a:cubicBezTo>
                <a:lnTo>
                  <a:pt x="5288951" y="111426"/>
                </a:lnTo>
                <a:cubicBezTo>
                  <a:pt x="5293191" y="111656"/>
                  <a:pt x="5296317" y="111885"/>
                  <a:pt x="5298548" y="112566"/>
                </a:cubicBezTo>
                <a:cubicBezTo>
                  <a:pt x="5301004" y="114387"/>
                  <a:pt x="5303013" y="116437"/>
                  <a:pt x="5305690" y="120079"/>
                </a:cubicBezTo>
                <a:lnTo>
                  <a:pt x="5321982" y="142390"/>
                </a:lnTo>
                <a:cubicBezTo>
                  <a:pt x="5328456" y="151269"/>
                  <a:pt x="5331133" y="155595"/>
                  <a:pt x="5331358" y="158330"/>
                </a:cubicBezTo>
                <a:cubicBezTo>
                  <a:pt x="5331358" y="159011"/>
                  <a:pt x="5331579" y="159466"/>
                  <a:pt x="5332250" y="159466"/>
                </a:cubicBezTo>
                <a:cubicBezTo>
                  <a:pt x="5336715" y="159241"/>
                  <a:pt x="5341622" y="159011"/>
                  <a:pt x="5346087" y="159011"/>
                </a:cubicBezTo>
                <a:cubicBezTo>
                  <a:pt x="5353007" y="159011"/>
                  <a:pt x="5359924" y="159241"/>
                  <a:pt x="5364389" y="159466"/>
                </a:cubicBezTo>
                <a:cubicBezTo>
                  <a:pt x="5365727" y="158101"/>
                  <a:pt x="5365727" y="153319"/>
                  <a:pt x="5364389" y="151953"/>
                </a:cubicBezTo>
                <a:cubicBezTo>
                  <a:pt x="5356801" y="151043"/>
                  <a:pt x="5351223" y="150132"/>
                  <a:pt x="5345195" y="142390"/>
                </a:cubicBezTo>
                <a:lnTo>
                  <a:pt x="5315733" y="104598"/>
                </a:lnTo>
                <a:cubicBezTo>
                  <a:pt x="5314841" y="103461"/>
                  <a:pt x="5314173" y="102551"/>
                  <a:pt x="5314173" y="101414"/>
                </a:cubicBezTo>
                <a:cubicBezTo>
                  <a:pt x="5314173" y="100507"/>
                  <a:pt x="5314173" y="100052"/>
                  <a:pt x="5315065" y="99142"/>
                </a:cubicBezTo>
                <a:lnTo>
                  <a:pt x="5334706" y="78458"/>
                </a:lnTo>
                <a:cubicBezTo>
                  <a:pt x="5341401" y="71184"/>
                  <a:pt x="5349213" y="69367"/>
                  <a:pt x="5358140" y="68456"/>
                </a:cubicBezTo>
                <a:cubicBezTo>
                  <a:pt x="5359478" y="67091"/>
                  <a:pt x="5359478" y="62309"/>
                  <a:pt x="5358140" y="60940"/>
                </a:cubicBezTo>
                <a:cubicBezTo>
                  <a:pt x="5353007" y="61169"/>
                  <a:pt x="5346758" y="61398"/>
                  <a:pt x="5338724" y="61398"/>
                </a:cubicBezTo>
                <a:cubicBezTo>
                  <a:pt x="5330241" y="61398"/>
                  <a:pt x="5321982" y="61169"/>
                  <a:pt x="5316850" y="60940"/>
                </a:cubicBezTo>
                <a:cubicBezTo>
                  <a:pt x="5315511" y="62309"/>
                  <a:pt x="5315511" y="67091"/>
                  <a:pt x="5316850" y="68456"/>
                </a:cubicBezTo>
                <a:cubicBezTo>
                  <a:pt x="5329348" y="69367"/>
                  <a:pt x="5323991" y="77321"/>
                  <a:pt x="5321982" y="80049"/>
                </a:cubicBezTo>
                <a:cubicBezTo>
                  <a:pt x="5316850" y="86642"/>
                  <a:pt x="5309930" y="94370"/>
                  <a:pt x="5304126" y="98687"/>
                </a:cubicBezTo>
                <a:cubicBezTo>
                  <a:pt x="5299219" y="102325"/>
                  <a:pt x="5293191" y="105053"/>
                  <a:pt x="5288951" y="105734"/>
                </a:cubicBezTo>
                <a:lnTo>
                  <a:pt x="5288951" y="26286"/>
                </a:lnTo>
                <a:cubicBezTo>
                  <a:pt x="5288951" y="11468"/>
                  <a:pt x="5289843" y="2307"/>
                  <a:pt x="5289843" y="2307"/>
                </a:cubicBezTo>
                <a:cubicBezTo>
                  <a:pt x="5289843" y="695"/>
                  <a:pt x="5288951" y="0"/>
                  <a:pt x="5286942" y="0"/>
                </a:cubicBezTo>
                <a:cubicBezTo>
                  <a:pt x="5281363" y="2307"/>
                  <a:pt x="5264625" y="5536"/>
                  <a:pt x="5255695" y="6227"/>
                </a:cubicBezTo>
                <a:cubicBezTo>
                  <a:pt x="5255249" y="8052"/>
                  <a:pt x="5255695" y="11694"/>
                  <a:pt x="5257034" y="13063"/>
                </a:cubicBezTo>
                <a:cubicBezTo>
                  <a:pt x="5268640" y="13744"/>
                  <a:pt x="5271320" y="12608"/>
                  <a:pt x="5271320" y="31756"/>
                </a:cubicBezTo>
                <a:lnTo>
                  <a:pt x="5271320" y="131235"/>
                </a:lnTo>
                <a:close/>
                <a:moveTo>
                  <a:pt x="5426884" y="108191"/>
                </a:moveTo>
                <a:cubicBezTo>
                  <a:pt x="5429785" y="108191"/>
                  <a:pt x="5432908" y="101814"/>
                  <a:pt x="5432908" y="99079"/>
                </a:cubicBezTo>
                <a:cubicBezTo>
                  <a:pt x="5432908" y="96803"/>
                  <a:pt x="5432016" y="94523"/>
                  <a:pt x="5429785" y="94523"/>
                </a:cubicBezTo>
                <a:lnTo>
                  <a:pt x="5380904" y="94523"/>
                </a:lnTo>
                <a:cubicBezTo>
                  <a:pt x="5378227" y="94523"/>
                  <a:pt x="5375326" y="99764"/>
                  <a:pt x="5375326" y="103861"/>
                </a:cubicBezTo>
                <a:cubicBezTo>
                  <a:pt x="5375326" y="106141"/>
                  <a:pt x="5376664" y="108191"/>
                  <a:pt x="5378674" y="108191"/>
                </a:cubicBezTo>
                <a:lnTo>
                  <a:pt x="5426884" y="1081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Text ages(C–H)dividedbythetotalnumberofdownloadsacross">
            <a:extLst xmlns:a="http://schemas.openxmlformats.org/drawingml/2006/main">
              <a:ext uri="{FF2B5EF4-FFF2-40B4-BE49-F238E27FC236}">
                <a16:creationId xmlns:a16="http://schemas.microsoft.com/office/drawing/2014/main" id="{FC000E63-4906-47D3-8E3E-39272272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" y="4466222"/>
            <a:ext cx="5391840" cy="215510"/>
          </a:xfrm>
          <a:custGeom xmlns:a="http://schemas.openxmlformats.org/drawingml/2006/main">
            <a:pathLst>
              <a:path w="5391840" h="215510">
                <a:moveTo>
                  <a:pt x="57361" y="108101"/>
                </a:moveTo>
                <a:lnTo>
                  <a:pt x="57361" y="138178"/>
                </a:lnTo>
                <a:cubicBezTo>
                  <a:pt x="57361" y="141142"/>
                  <a:pt x="56019" y="142737"/>
                  <a:pt x="54234" y="144103"/>
                </a:cubicBezTo>
                <a:cubicBezTo>
                  <a:pt x="48431" y="148888"/>
                  <a:pt x="40844" y="154132"/>
                  <a:pt x="34594" y="154132"/>
                </a:cubicBezTo>
                <a:cubicBezTo>
                  <a:pt x="23434" y="154132"/>
                  <a:pt x="18523" y="145017"/>
                  <a:pt x="18523" y="137952"/>
                </a:cubicBezTo>
                <a:cubicBezTo>
                  <a:pt x="18523" y="127697"/>
                  <a:pt x="23213" y="117212"/>
                  <a:pt x="39727" y="112886"/>
                </a:cubicBezTo>
                <a:lnTo>
                  <a:pt x="57361" y="108101"/>
                </a:lnTo>
                <a:moveTo>
                  <a:pt x="57361" y="150257"/>
                </a:moveTo>
                <a:cubicBezTo>
                  <a:pt x="58699" y="157319"/>
                  <a:pt x="61155" y="163466"/>
                  <a:pt x="72315" y="163466"/>
                </a:cubicBezTo>
                <a:cubicBezTo>
                  <a:pt x="80795" y="163466"/>
                  <a:pt x="88829" y="159595"/>
                  <a:pt x="93515" y="155043"/>
                </a:cubicBezTo>
                <a:cubicBezTo>
                  <a:pt x="93069" y="152308"/>
                  <a:pt x="92177" y="150257"/>
                  <a:pt x="89721" y="148892"/>
                </a:cubicBezTo>
                <a:cubicBezTo>
                  <a:pt x="88161" y="150257"/>
                  <a:pt x="84364" y="152537"/>
                  <a:pt x="81462" y="152537"/>
                </a:cubicBezTo>
                <a:cubicBezTo>
                  <a:pt x="74992" y="152537"/>
                  <a:pt x="74767" y="143648"/>
                  <a:pt x="74767" y="133167"/>
                </a:cubicBezTo>
                <a:lnTo>
                  <a:pt x="74767" y="99667"/>
                </a:lnTo>
                <a:cubicBezTo>
                  <a:pt x="74767" y="67310"/>
                  <a:pt x="57361" y="61159"/>
                  <a:pt x="41065" y="61159"/>
                </a:cubicBezTo>
                <a:cubicBezTo>
                  <a:pt x="22763" y="61159"/>
                  <a:pt x="4240" y="73461"/>
                  <a:pt x="4240" y="86451"/>
                </a:cubicBezTo>
                <a:cubicBezTo>
                  <a:pt x="4240" y="91920"/>
                  <a:pt x="6917" y="94655"/>
                  <a:pt x="12052" y="94655"/>
                </a:cubicBezTo>
                <a:cubicBezTo>
                  <a:pt x="18523" y="94655"/>
                  <a:pt x="22542" y="89870"/>
                  <a:pt x="22542" y="86906"/>
                </a:cubicBezTo>
                <a:cubicBezTo>
                  <a:pt x="22542" y="85311"/>
                  <a:pt x="22317" y="83716"/>
                  <a:pt x="21871" y="82805"/>
                </a:cubicBezTo>
                <a:cubicBezTo>
                  <a:pt x="21650" y="82121"/>
                  <a:pt x="21425" y="80755"/>
                  <a:pt x="21425" y="78246"/>
                </a:cubicBezTo>
                <a:cubicBezTo>
                  <a:pt x="21425" y="71181"/>
                  <a:pt x="30800" y="68675"/>
                  <a:pt x="39280" y="68675"/>
                </a:cubicBezTo>
                <a:cubicBezTo>
                  <a:pt x="46868" y="68675"/>
                  <a:pt x="57361" y="72550"/>
                  <a:pt x="57361" y="98301"/>
                </a:cubicBezTo>
                <a:cubicBezTo>
                  <a:pt x="57361" y="99896"/>
                  <a:pt x="56690" y="100806"/>
                  <a:pt x="56019" y="101036"/>
                </a:cubicBezTo>
                <a:lnTo>
                  <a:pt x="36825" y="105821"/>
                </a:lnTo>
                <a:cubicBezTo>
                  <a:pt x="15400" y="111291"/>
                  <a:pt x="0" y="123367"/>
                  <a:pt x="0" y="138862"/>
                </a:cubicBezTo>
                <a:cubicBezTo>
                  <a:pt x="0" y="157548"/>
                  <a:pt x="12499" y="163466"/>
                  <a:pt x="28120" y="163466"/>
                </a:cubicBezTo>
                <a:cubicBezTo>
                  <a:pt x="35933" y="163466"/>
                  <a:pt x="42628" y="161645"/>
                  <a:pt x="52450" y="153903"/>
                </a:cubicBezTo>
                <a:lnTo>
                  <a:pt x="56915" y="150257"/>
                </a:lnTo>
                <a:lnTo>
                  <a:pt x="57361" y="150257"/>
                </a:lnTo>
                <a:close/>
                <a:moveTo>
                  <a:pt x="165162" y="97654"/>
                </a:moveTo>
                <a:cubicBezTo>
                  <a:pt x="165162" y="118877"/>
                  <a:pt x="154669" y="123210"/>
                  <a:pt x="146411" y="123210"/>
                </a:cubicBezTo>
                <a:cubicBezTo>
                  <a:pt x="127663" y="123210"/>
                  <a:pt x="125657" y="107013"/>
                  <a:pt x="125657" y="92407"/>
                </a:cubicBezTo>
                <a:cubicBezTo>
                  <a:pt x="125657" y="76435"/>
                  <a:pt x="131235" y="68220"/>
                  <a:pt x="143513" y="68220"/>
                </a:cubicBezTo>
                <a:cubicBezTo>
                  <a:pt x="157571" y="68220"/>
                  <a:pt x="165162" y="78718"/>
                  <a:pt x="165162" y="97654"/>
                </a:cubicBezTo>
                <a:moveTo>
                  <a:pt x="123423" y="163456"/>
                </a:moveTo>
                <a:cubicBezTo>
                  <a:pt x="125878" y="164140"/>
                  <a:pt x="129451" y="164599"/>
                  <a:pt x="132352" y="164599"/>
                </a:cubicBezTo>
                <a:cubicBezTo>
                  <a:pt x="139269" y="164599"/>
                  <a:pt x="145519" y="163911"/>
                  <a:pt x="148645" y="163911"/>
                </a:cubicBezTo>
                <a:cubicBezTo>
                  <a:pt x="159805" y="163911"/>
                  <a:pt x="169177" y="164140"/>
                  <a:pt x="175651" y="167796"/>
                </a:cubicBezTo>
                <a:cubicBezTo>
                  <a:pt x="184356" y="172821"/>
                  <a:pt x="187033" y="176018"/>
                  <a:pt x="187033" y="181957"/>
                </a:cubicBezTo>
                <a:cubicBezTo>
                  <a:pt x="187033" y="198405"/>
                  <a:pt x="163374" y="207086"/>
                  <a:pt x="143288" y="207086"/>
                </a:cubicBezTo>
                <a:cubicBezTo>
                  <a:pt x="135254" y="207086"/>
                  <a:pt x="116506" y="200459"/>
                  <a:pt x="116506" y="184929"/>
                </a:cubicBezTo>
                <a:cubicBezTo>
                  <a:pt x="116506" y="177162"/>
                  <a:pt x="116952" y="171452"/>
                  <a:pt x="123423" y="163456"/>
                </a:cubicBezTo>
                <a:moveTo>
                  <a:pt x="193061" y="73012"/>
                </a:moveTo>
                <a:cubicBezTo>
                  <a:pt x="197301" y="73012"/>
                  <a:pt x="201316" y="68905"/>
                  <a:pt x="201316" y="64349"/>
                </a:cubicBezTo>
                <a:cubicBezTo>
                  <a:pt x="201316" y="59567"/>
                  <a:pt x="197076" y="55922"/>
                  <a:pt x="191052" y="55922"/>
                </a:cubicBezTo>
                <a:cubicBezTo>
                  <a:pt x="185249" y="55922"/>
                  <a:pt x="174534" y="59793"/>
                  <a:pt x="168731" y="67539"/>
                </a:cubicBezTo>
                <a:cubicBezTo>
                  <a:pt x="166054" y="65715"/>
                  <a:pt x="158688" y="61159"/>
                  <a:pt x="145519" y="61159"/>
                </a:cubicBezTo>
                <a:cubicBezTo>
                  <a:pt x="125657" y="61159"/>
                  <a:pt x="107355" y="74837"/>
                  <a:pt x="107355" y="95830"/>
                </a:cubicBezTo>
                <a:cubicBezTo>
                  <a:pt x="107355" y="108153"/>
                  <a:pt x="112712" y="115225"/>
                  <a:pt x="118962" y="121386"/>
                </a:cubicBezTo>
                <a:cubicBezTo>
                  <a:pt x="112712" y="126856"/>
                  <a:pt x="109140" y="136628"/>
                  <a:pt x="109140" y="144346"/>
                </a:cubicBezTo>
                <a:cubicBezTo>
                  <a:pt x="109140" y="152527"/>
                  <a:pt x="113604" y="158903"/>
                  <a:pt x="119408" y="161864"/>
                </a:cubicBezTo>
                <a:cubicBezTo>
                  <a:pt x="107355" y="169165"/>
                  <a:pt x="101106" y="179674"/>
                  <a:pt x="101106" y="189495"/>
                </a:cubicBezTo>
                <a:cubicBezTo>
                  <a:pt x="101106" y="209362"/>
                  <a:pt x="119408" y="215510"/>
                  <a:pt x="136592" y="215510"/>
                </a:cubicBezTo>
                <a:cubicBezTo>
                  <a:pt x="166722" y="215510"/>
                  <a:pt x="199310" y="200688"/>
                  <a:pt x="199310" y="176018"/>
                </a:cubicBezTo>
                <a:cubicBezTo>
                  <a:pt x="199310" y="168710"/>
                  <a:pt x="195963" y="163001"/>
                  <a:pt x="189489" y="157534"/>
                </a:cubicBezTo>
                <a:cubicBezTo>
                  <a:pt x="180784" y="150247"/>
                  <a:pt x="165162" y="150021"/>
                  <a:pt x="156904" y="150021"/>
                </a:cubicBezTo>
                <a:cubicBezTo>
                  <a:pt x="152885" y="150021"/>
                  <a:pt x="147307" y="150476"/>
                  <a:pt x="141949" y="151157"/>
                </a:cubicBezTo>
                <a:cubicBezTo>
                  <a:pt x="138602" y="151387"/>
                  <a:pt x="136368" y="151616"/>
                  <a:pt x="135254" y="151616"/>
                </a:cubicBezTo>
                <a:cubicBezTo>
                  <a:pt x="128780" y="151616"/>
                  <a:pt x="120967" y="148433"/>
                  <a:pt x="120967" y="138671"/>
                </a:cubicBezTo>
                <a:cubicBezTo>
                  <a:pt x="120967" y="134133"/>
                  <a:pt x="122309" y="129361"/>
                  <a:pt x="124986" y="125490"/>
                </a:cubicBezTo>
                <a:cubicBezTo>
                  <a:pt x="130343" y="128677"/>
                  <a:pt x="136592" y="130272"/>
                  <a:pt x="145297" y="130272"/>
                </a:cubicBezTo>
                <a:cubicBezTo>
                  <a:pt x="164937" y="130272"/>
                  <a:pt x="183014" y="117737"/>
                  <a:pt x="183014" y="95375"/>
                </a:cubicBezTo>
                <a:cubicBezTo>
                  <a:pt x="183014" y="84651"/>
                  <a:pt x="179891" y="78489"/>
                  <a:pt x="173417" y="71643"/>
                </a:cubicBezTo>
                <a:cubicBezTo>
                  <a:pt x="174981" y="69360"/>
                  <a:pt x="179445" y="66170"/>
                  <a:pt x="182347" y="66170"/>
                </a:cubicBezTo>
                <a:cubicBezTo>
                  <a:pt x="183910" y="66170"/>
                  <a:pt x="185470" y="66854"/>
                  <a:pt x="186812" y="68905"/>
                </a:cubicBezTo>
                <a:cubicBezTo>
                  <a:pt x="187704" y="70729"/>
                  <a:pt x="190606" y="73012"/>
                  <a:pt x="193061" y="73012"/>
                </a:cubicBezTo>
                <a:close/>
                <a:moveTo>
                  <a:pt x="233234" y="97008"/>
                </a:moveTo>
                <a:cubicBezTo>
                  <a:pt x="237474" y="71382"/>
                  <a:pt x="253099" y="69343"/>
                  <a:pt x="258456" y="69343"/>
                </a:cubicBezTo>
                <a:cubicBezTo>
                  <a:pt x="266936" y="69343"/>
                  <a:pt x="276979" y="74107"/>
                  <a:pt x="276979" y="93154"/>
                </a:cubicBezTo>
                <a:cubicBezTo>
                  <a:pt x="276979" y="95194"/>
                  <a:pt x="276087" y="96330"/>
                  <a:pt x="273631" y="96330"/>
                </a:cubicBezTo>
                <a:lnTo>
                  <a:pt x="233234" y="97008"/>
                </a:lnTo>
                <a:moveTo>
                  <a:pt x="291708" y="140020"/>
                </a:moveTo>
                <a:cubicBezTo>
                  <a:pt x="283453" y="148669"/>
                  <a:pt x="276979" y="152308"/>
                  <a:pt x="264034" y="152308"/>
                </a:cubicBezTo>
                <a:cubicBezTo>
                  <a:pt x="256000" y="152308"/>
                  <a:pt x="246625" y="147529"/>
                  <a:pt x="239708" y="135926"/>
                </a:cubicBezTo>
                <a:cubicBezTo>
                  <a:pt x="235243" y="128416"/>
                  <a:pt x="232563" y="117949"/>
                  <a:pt x="232563" y="104751"/>
                </a:cubicBezTo>
                <a:lnTo>
                  <a:pt x="291933" y="105206"/>
                </a:lnTo>
                <a:cubicBezTo>
                  <a:pt x="294610" y="105206"/>
                  <a:pt x="296173" y="103840"/>
                  <a:pt x="296173" y="101335"/>
                </a:cubicBezTo>
                <a:cubicBezTo>
                  <a:pt x="296173" y="82270"/>
                  <a:pt x="289478" y="61826"/>
                  <a:pt x="258456" y="61826"/>
                </a:cubicBezTo>
                <a:cubicBezTo>
                  <a:pt x="239037" y="61826"/>
                  <a:pt x="213815" y="80682"/>
                  <a:pt x="213815" y="115218"/>
                </a:cubicBezTo>
                <a:cubicBezTo>
                  <a:pt x="213815" y="127961"/>
                  <a:pt x="216941" y="140249"/>
                  <a:pt x="224308" y="148895"/>
                </a:cubicBezTo>
                <a:cubicBezTo>
                  <a:pt x="231895" y="158003"/>
                  <a:pt x="242385" y="163466"/>
                  <a:pt x="258456" y="163466"/>
                </a:cubicBezTo>
                <a:cubicBezTo>
                  <a:pt x="275416" y="163466"/>
                  <a:pt x="287468" y="155498"/>
                  <a:pt x="296398" y="143662"/>
                </a:cubicBezTo>
                <a:cubicBezTo>
                  <a:pt x="295727" y="141385"/>
                  <a:pt x="294388" y="140249"/>
                  <a:pt x="291708" y="140020"/>
                </a:cubicBezTo>
                <a:close/>
                <a:moveTo>
                  <a:pt x="316037" y="129747"/>
                </a:moveTo>
                <a:cubicBezTo>
                  <a:pt x="316929" y="140913"/>
                  <a:pt x="317600" y="151623"/>
                  <a:pt x="317600" y="161190"/>
                </a:cubicBezTo>
                <a:cubicBezTo>
                  <a:pt x="319830" y="160735"/>
                  <a:pt x="322065" y="160509"/>
                  <a:pt x="323178" y="160509"/>
                </a:cubicBezTo>
                <a:cubicBezTo>
                  <a:pt x="324741" y="160509"/>
                  <a:pt x="326080" y="160509"/>
                  <a:pt x="327643" y="160964"/>
                </a:cubicBezTo>
                <a:cubicBezTo>
                  <a:pt x="333671" y="162556"/>
                  <a:pt x="339695" y="163466"/>
                  <a:pt x="347954" y="163466"/>
                </a:cubicBezTo>
                <a:cubicBezTo>
                  <a:pt x="360453" y="163466"/>
                  <a:pt x="383441" y="157319"/>
                  <a:pt x="383441" y="134758"/>
                </a:cubicBezTo>
                <a:cubicBezTo>
                  <a:pt x="383441" y="119266"/>
                  <a:pt x="372505" y="110151"/>
                  <a:pt x="357326" y="104452"/>
                </a:cubicBezTo>
                <a:cubicBezTo>
                  <a:pt x="343935" y="99211"/>
                  <a:pt x="335009" y="95792"/>
                  <a:pt x="335009" y="83260"/>
                </a:cubicBezTo>
                <a:cubicBezTo>
                  <a:pt x="335009" y="73916"/>
                  <a:pt x="343043" y="68675"/>
                  <a:pt x="350631" y="68675"/>
                </a:cubicBezTo>
                <a:cubicBezTo>
                  <a:pt x="355542" y="68675"/>
                  <a:pt x="368487" y="70500"/>
                  <a:pt x="371388" y="89870"/>
                </a:cubicBezTo>
                <a:cubicBezTo>
                  <a:pt x="372727" y="91236"/>
                  <a:pt x="377191" y="91007"/>
                  <a:pt x="378530" y="89641"/>
                </a:cubicBezTo>
                <a:cubicBezTo>
                  <a:pt x="379201" y="81436"/>
                  <a:pt x="379647" y="73005"/>
                  <a:pt x="379872" y="65489"/>
                </a:cubicBezTo>
                <a:cubicBezTo>
                  <a:pt x="372951" y="64349"/>
                  <a:pt x="362237" y="61159"/>
                  <a:pt x="350631" y="61159"/>
                </a:cubicBezTo>
                <a:cubicBezTo>
                  <a:pt x="334117" y="61159"/>
                  <a:pt x="319163" y="72095"/>
                  <a:pt x="319163" y="86680"/>
                </a:cubicBezTo>
                <a:cubicBezTo>
                  <a:pt x="319163" y="103312"/>
                  <a:pt x="326526" y="110377"/>
                  <a:pt x="343714" y="117671"/>
                </a:cubicBezTo>
                <a:cubicBezTo>
                  <a:pt x="362237" y="125417"/>
                  <a:pt x="366477" y="130202"/>
                  <a:pt x="366477" y="140002"/>
                </a:cubicBezTo>
                <a:cubicBezTo>
                  <a:pt x="366477" y="151168"/>
                  <a:pt x="355767" y="155953"/>
                  <a:pt x="347508" y="155953"/>
                </a:cubicBezTo>
                <a:cubicBezTo>
                  <a:pt x="338803" y="155953"/>
                  <a:pt x="333892" y="152989"/>
                  <a:pt x="331662" y="150483"/>
                </a:cubicBezTo>
                <a:cubicBezTo>
                  <a:pt x="326751" y="145243"/>
                  <a:pt x="324295" y="135217"/>
                  <a:pt x="322957" y="129518"/>
                </a:cubicBezTo>
                <a:cubicBezTo>
                  <a:pt x="321618" y="128152"/>
                  <a:pt x="317375" y="128378"/>
                  <a:pt x="316037" y="129747"/>
                </a:cubicBezTo>
                <a:close/>
                <a:moveTo>
                  <a:pt x="447050" y="103851"/>
                </a:moveTo>
                <a:cubicBezTo>
                  <a:pt x="447050" y="114102"/>
                  <a:pt x="447942" y="166709"/>
                  <a:pt x="494368" y="207705"/>
                </a:cubicBezTo>
                <a:cubicBezTo>
                  <a:pt x="496598" y="207249"/>
                  <a:pt x="498383" y="205654"/>
                  <a:pt x="499054" y="203833"/>
                </a:cubicBezTo>
                <a:cubicBezTo>
                  <a:pt x="491688" y="195177"/>
                  <a:pt x="465577" y="163748"/>
                  <a:pt x="465577" y="103851"/>
                </a:cubicBezTo>
                <a:cubicBezTo>
                  <a:pt x="465577" y="43953"/>
                  <a:pt x="491912" y="12524"/>
                  <a:pt x="499054" y="4327"/>
                </a:cubicBezTo>
                <a:cubicBezTo>
                  <a:pt x="498383" y="2050"/>
                  <a:pt x="496823" y="455"/>
                  <a:pt x="494368" y="226"/>
                </a:cubicBezTo>
                <a:cubicBezTo>
                  <a:pt x="467807" y="23457"/>
                  <a:pt x="447050" y="61492"/>
                  <a:pt x="447050" y="103851"/>
                </a:cubicBezTo>
                <a:close/>
                <a:moveTo>
                  <a:pt x="581188" y="163466"/>
                </a:moveTo>
                <a:cubicBezTo>
                  <a:pt x="602838" y="163466"/>
                  <a:pt x="622703" y="152992"/>
                  <a:pt x="637878" y="132722"/>
                </a:cubicBezTo>
                <a:cubicBezTo>
                  <a:pt x="636761" y="130675"/>
                  <a:pt x="635202" y="129309"/>
                  <a:pt x="632746" y="129309"/>
                </a:cubicBezTo>
                <a:cubicBezTo>
                  <a:pt x="616900" y="147071"/>
                  <a:pt x="601721" y="154132"/>
                  <a:pt x="580964" y="154132"/>
                </a:cubicBezTo>
                <a:cubicBezTo>
                  <a:pt x="550834" y="154132"/>
                  <a:pt x="530077" y="119516"/>
                  <a:pt x="530077" y="86266"/>
                </a:cubicBezTo>
                <a:cubicBezTo>
                  <a:pt x="530077" y="66681"/>
                  <a:pt x="535209" y="50285"/>
                  <a:pt x="543246" y="40037"/>
                </a:cubicBezTo>
                <a:cubicBezTo>
                  <a:pt x="554407" y="26143"/>
                  <a:pt x="567351" y="19766"/>
                  <a:pt x="578958" y="19766"/>
                </a:cubicBezTo>
                <a:cubicBezTo>
                  <a:pt x="609758" y="19766"/>
                  <a:pt x="622032" y="38442"/>
                  <a:pt x="627835" y="58028"/>
                </a:cubicBezTo>
                <a:cubicBezTo>
                  <a:pt x="630512" y="58938"/>
                  <a:pt x="632746" y="58253"/>
                  <a:pt x="635202" y="56888"/>
                </a:cubicBezTo>
                <a:cubicBezTo>
                  <a:pt x="634085" y="45048"/>
                  <a:pt x="632521" y="34115"/>
                  <a:pt x="630291" y="21591"/>
                </a:cubicBezTo>
                <a:cubicBezTo>
                  <a:pt x="618909" y="20451"/>
                  <a:pt x="608863" y="11339"/>
                  <a:pt x="581410" y="11339"/>
                </a:cubicBezTo>
                <a:cubicBezTo>
                  <a:pt x="562441" y="11339"/>
                  <a:pt x="546594" y="18401"/>
                  <a:pt x="533425" y="30699"/>
                </a:cubicBezTo>
                <a:cubicBezTo>
                  <a:pt x="518695" y="44593"/>
                  <a:pt x="509766" y="66910"/>
                  <a:pt x="509766" y="90593"/>
                </a:cubicBezTo>
                <a:cubicBezTo>
                  <a:pt x="509766" y="130220"/>
                  <a:pt x="533203" y="163466"/>
                  <a:pt x="581188" y="163466"/>
                </a:cubicBezTo>
                <a:close/>
                <a:moveTo>
                  <a:pt x="660421" y="107016"/>
                </a:moveTo>
                <a:lnTo>
                  <a:pt x="750588" y="107016"/>
                </a:lnTo>
                <a:cubicBezTo>
                  <a:pt x="753490" y="107016"/>
                  <a:pt x="756391" y="102461"/>
                  <a:pt x="756391" y="99729"/>
                </a:cubicBezTo>
                <a:cubicBezTo>
                  <a:pt x="756391" y="97679"/>
                  <a:pt x="755724" y="95854"/>
                  <a:pt x="753268" y="95854"/>
                </a:cubicBezTo>
                <a:lnTo>
                  <a:pt x="663098" y="95854"/>
                </a:lnTo>
                <a:cubicBezTo>
                  <a:pt x="660421" y="95854"/>
                  <a:pt x="657295" y="100410"/>
                  <a:pt x="657295" y="103145"/>
                </a:cubicBezTo>
                <a:cubicBezTo>
                  <a:pt x="657295" y="104966"/>
                  <a:pt x="657966" y="107016"/>
                  <a:pt x="660421" y="107016"/>
                </a:cubicBezTo>
                <a:close/>
                <a:moveTo>
                  <a:pt x="905931" y="133431"/>
                </a:moveTo>
                <a:lnTo>
                  <a:pt x="905931" y="42042"/>
                </a:lnTo>
                <a:cubicBezTo>
                  <a:pt x="905931" y="23127"/>
                  <a:pt x="909725" y="21987"/>
                  <a:pt x="925347" y="21302"/>
                </a:cubicBezTo>
                <a:cubicBezTo>
                  <a:pt x="926689" y="19937"/>
                  <a:pt x="926689" y="15155"/>
                  <a:pt x="925347" y="13786"/>
                </a:cubicBezTo>
                <a:cubicBezTo>
                  <a:pt x="916196" y="14015"/>
                  <a:pt x="904814" y="14245"/>
                  <a:pt x="896334" y="14245"/>
                </a:cubicBezTo>
                <a:cubicBezTo>
                  <a:pt x="888076" y="14245"/>
                  <a:pt x="877362" y="14015"/>
                  <a:pt x="867543" y="13786"/>
                </a:cubicBezTo>
                <a:cubicBezTo>
                  <a:pt x="866201" y="15155"/>
                  <a:pt x="866201" y="19937"/>
                  <a:pt x="867543" y="21302"/>
                </a:cubicBezTo>
                <a:cubicBezTo>
                  <a:pt x="883165" y="21987"/>
                  <a:pt x="886959" y="23127"/>
                  <a:pt x="886959" y="42042"/>
                </a:cubicBezTo>
                <a:lnTo>
                  <a:pt x="886959" y="78506"/>
                </a:lnTo>
                <a:lnTo>
                  <a:pt x="810629" y="78506"/>
                </a:lnTo>
                <a:lnTo>
                  <a:pt x="810629" y="42042"/>
                </a:lnTo>
                <a:cubicBezTo>
                  <a:pt x="810629" y="23127"/>
                  <a:pt x="814422" y="21987"/>
                  <a:pt x="830047" y="21302"/>
                </a:cubicBezTo>
                <a:cubicBezTo>
                  <a:pt x="831386" y="19937"/>
                  <a:pt x="831386" y="15155"/>
                  <a:pt x="830047" y="13786"/>
                </a:cubicBezTo>
                <a:cubicBezTo>
                  <a:pt x="821564" y="14015"/>
                  <a:pt x="812413" y="14245"/>
                  <a:pt x="801031" y="14245"/>
                </a:cubicBezTo>
                <a:cubicBezTo>
                  <a:pt x="789871" y="14245"/>
                  <a:pt x="780720" y="14015"/>
                  <a:pt x="772240" y="13786"/>
                </a:cubicBezTo>
                <a:cubicBezTo>
                  <a:pt x="770899" y="15155"/>
                  <a:pt x="770899" y="19937"/>
                  <a:pt x="772240" y="21302"/>
                </a:cubicBezTo>
                <a:cubicBezTo>
                  <a:pt x="787862" y="21987"/>
                  <a:pt x="791656" y="23127"/>
                  <a:pt x="791656" y="42042"/>
                </a:cubicBezTo>
                <a:lnTo>
                  <a:pt x="791656" y="133431"/>
                </a:lnTo>
                <a:cubicBezTo>
                  <a:pt x="791656" y="152349"/>
                  <a:pt x="787862" y="153489"/>
                  <a:pt x="772240" y="154174"/>
                </a:cubicBezTo>
                <a:cubicBezTo>
                  <a:pt x="770899" y="155540"/>
                  <a:pt x="770899" y="160321"/>
                  <a:pt x="772240" y="161687"/>
                </a:cubicBezTo>
                <a:cubicBezTo>
                  <a:pt x="782059" y="161461"/>
                  <a:pt x="792773" y="161232"/>
                  <a:pt x="801253" y="161232"/>
                </a:cubicBezTo>
                <a:cubicBezTo>
                  <a:pt x="809290" y="161232"/>
                  <a:pt x="820226" y="161461"/>
                  <a:pt x="830047" y="161687"/>
                </a:cubicBezTo>
                <a:cubicBezTo>
                  <a:pt x="831386" y="160321"/>
                  <a:pt x="831386" y="155540"/>
                  <a:pt x="830047" y="154174"/>
                </a:cubicBezTo>
                <a:cubicBezTo>
                  <a:pt x="814422" y="153489"/>
                  <a:pt x="810629" y="152349"/>
                  <a:pt x="810629" y="133431"/>
                </a:cubicBezTo>
                <a:lnTo>
                  <a:pt x="810629" y="88074"/>
                </a:lnTo>
                <a:lnTo>
                  <a:pt x="886959" y="88074"/>
                </a:lnTo>
                <a:lnTo>
                  <a:pt x="886959" y="133431"/>
                </a:lnTo>
                <a:cubicBezTo>
                  <a:pt x="886959" y="152349"/>
                  <a:pt x="883165" y="153489"/>
                  <a:pt x="867543" y="154174"/>
                </a:cubicBezTo>
                <a:cubicBezTo>
                  <a:pt x="866201" y="155540"/>
                  <a:pt x="866201" y="160321"/>
                  <a:pt x="867543" y="161687"/>
                </a:cubicBezTo>
                <a:cubicBezTo>
                  <a:pt x="877586" y="161461"/>
                  <a:pt x="888297" y="161232"/>
                  <a:pt x="896556" y="161232"/>
                </a:cubicBezTo>
                <a:cubicBezTo>
                  <a:pt x="904814" y="161232"/>
                  <a:pt x="915528" y="161461"/>
                  <a:pt x="925347" y="161687"/>
                </a:cubicBezTo>
                <a:cubicBezTo>
                  <a:pt x="926689" y="160321"/>
                  <a:pt x="926689" y="155540"/>
                  <a:pt x="925347" y="154174"/>
                </a:cubicBezTo>
                <a:cubicBezTo>
                  <a:pt x="909725" y="153489"/>
                  <a:pt x="905931" y="152349"/>
                  <a:pt x="905931" y="133431"/>
                </a:cubicBezTo>
                <a:close/>
                <a:moveTo>
                  <a:pt x="987620" y="103851"/>
                </a:moveTo>
                <a:cubicBezTo>
                  <a:pt x="987620" y="93602"/>
                  <a:pt x="986727" y="40993"/>
                  <a:pt x="940302" y="0"/>
                </a:cubicBezTo>
                <a:cubicBezTo>
                  <a:pt x="938071" y="455"/>
                  <a:pt x="936283" y="2050"/>
                  <a:pt x="935616" y="3871"/>
                </a:cubicBezTo>
                <a:cubicBezTo>
                  <a:pt x="942979" y="12524"/>
                  <a:pt x="969093" y="43953"/>
                  <a:pt x="969093" y="103851"/>
                </a:cubicBezTo>
                <a:cubicBezTo>
                  <a:pt x="969093" y="163748"/>
                  <a:pt x="942757" y="195177"/>
                  <a:pt x="935616" y="203378"/>
                </a:cubicBezTo>
                <a:cubicBezTo>
                  <a:pt x="936283" y="205654"/>
                  <a:pt x="937847" y="207249"/>
                  <a:pt x="940302" y="207475"/>
                </a:cubicBezTo>
                <a:cubicBezTo>
                  <a:pt x="966862" y="184248"/>
                  <a:pt x="987620" y="146212"/>
                  <a:pt x="987620" y="103851"/>
                </a:cubicBezTo>
                <a:close/>
                <a:moveTo>
                  <a:pt x="1119300" y="132937"/>
                </a:moveTo>
                <a:cubicBezTo>
                  <a:pt x="1119300" y="137267"/>
                  <a:pt x="1118854" y="139092"/>
                  <a:pt x="1115731" y="141827"/>
                </a:cubicBezTo>
                <a:cubicBezTo>
                  <a:pt x="1107472" y="149117"/>
                  <a:pt x="1100330" y="152763"/>
                  <a:pt x="1094749" y="152763"/>
                </a:cubicBezTo>
                <a:cubicBezTo>
                  <a:pt x="1082699" y="152763"/>
                  <a:pt x="1070201" y="139318"/>
                  <a:pt x="1070201" y="110832"/>
                </a:cubicBezTo>
                <a:cubicBezTo>
                  <a:pt x="1070201" y="94426"/>
                  <a:pt x="1073324" y="85311"/>
                  <a:pt x="1076672" y="80526"/>
                </a:cubicBezTo>
                <a:cubicBezTo>
                  <a:pt x="1083592" y="69815"/>
                  <a:pt x="1092964" y="69131"/>
                  <a:pt x="1097429" y="69131"/>
                </a:cubicBezTo>
                <a:cubicBezTo>
                  <a:pt x="1105463" y="69131"/>
                  <a:pt x="1111044" y="72095"/>
                  <a:pt x="1115506" y="77335"/>
                </a:cubicBezTo>
                <a:cubicBezTo>
                  <a:pt x="1118632" y="80981"/>
                  <a:pt x="1119300" y="82576"/>
                  <a:pt x="1119300" y="89641"/>
                </a:cubicBezTo>
                <a:lnTo>
                  <a:pt x="1119300" y="132937"/>
                </a:lnTo>
                <a:moveTo>
                  <a:pt x="1116848" y="149802"/>
                </a:moveTo>
                <a:cubicBezTo>
                  <a:pt x="1117961" y="148892"/>
                  <a:pt x="1119971" y="148433"/>
                  <a:pt x="1120195" y="150028"/>
                </a:cubicBezTo>
                <a:cubicBezTo>
                  <a:pt x="1120863" y="155498"/>
                  <a:pt x="1122651" y="163466"/>
                  <a:pt x="1122651" y="163466"/>
                </a:cubicBezTo>
                <a:cubicBezTo>
                  <a:pt x="1124435" y="164151"/>
                  <a:pt x="1125549" y="163925"/>
                  <a:pt x="1126891" y="163466"/>
                </a:cubicBezTo>
                <a:cubicBezTo>
                  <a:pt x="1131798" y="159359"/>
                  <a:pt x="1139611" y="155943"/>
                  <a:pt x="1153226" y="154348"/>
                </a:cubicBezTo>
                <a:cubicBezTo>
                  <a:pt x="1154565" y="152982"/>
                  <a:pt x="1154565" y="149566"/>
                  <a:pt x="1153226" y="148200"/>
                </a:cubicBezTo>
                <a:cubicBezTo>
                  <a:pt x="1138943" y="147060"/>
                  <a:pt x="1136934" y="142730"/>
                  <a:pt x="1136934" y="131565"/>
                </a:cubicBezTo>
                <a:lnTo>
                  <a:pt x="1136934" y="28340"/>
                </a:lnTo>
                <a:cubicBezTo>
                  <a:pt x="1136934" y="13529"/>
                  <a:pt x="1137826" y="4469"/>
                  <a:pt x="1137826" y="4469"/>
                </a:cubicBezTo>
                <a:cubicBezTo>
                  <a:pt x="1137826" y="2898"/>
                  <a:pt x="1136934" y="2221"/>
                  <a:pt x="1134925" y="2221"/>
                </a:cubicBezTo>
                <a:cubicBezTo>
                  <a:pt x="1129346" y="4469"/>
                  <a:pt x="1112604" y="7614"/>
                  <a:pt x="1103678" y="8288"/>
                </a:cubicBezTo>
                <a:cubicBezTo>
                  <a:pt x="1103232" y="10113"/>
                  <a:pt x="1103678" y="13755"/>
                  <a:pt x="1105017" y="15120"/>
                </a:cubicBezTo>
                <a:cubicBezTo>
                  <a:pt x="1116623" y="15805"/>
                  <a:pt x="1119300" y="14665"/>
                  <a:pt x="1119300" y="33809"/>
                </a:cubicBezTo>
                <a:lnTo>
                  <a:pt x="1119300" y="62983"/>
                </a:lnTo>
                <a:cubicBezTo>
                  <a:pt x="1119300" y="64578"/>
                  <a:pt x="1118854" y="65033"/>
                  <a:pt x="1117294" y="65033"/>
                </a:cubicBezTo>
                <a:cubicBezTo>
                  <a:pt x="1116398" y="65033"/>
                  <a:pt x="1107251" y="61159"/>
                  <a:pt x="1099884" y="61159"/>
                </a:cubicBezTo>
                <a:cubicBezTo>
                  <a:pt x="1085152" y="61159"/>
                  <a:pt x="1075333" y="66170"/>
                  <a:pt x="1066404" y="74826"/>
                </a:cubicBezTo>
                <a:cubicBezTo>
                  <a:pt x="1056807" y="84626"/>
                  <a:pt x="1051003" y="98071"/>
                  <a:pt x="1051003" y="114933"/>
                </a:cubicBezTo>
                <a:cubicBezTo>
                  <a:pt x="1051003" y="142967"/>
                  <a:pt x="1064844" y="163466"/>
                  <a:pt x="1088949" y="163466"/>
                </a:cubicBezTo>
                <a:cubicBezTo>
                  <a:pt x="1097650" y="163466"/>
                  <a:pt x="1105909" y="158914"/>
                  <a:pt x="1116848" y="149802"/>
                </a:cubicBezTo>
                <a:close/>
                <a:moveTo>
                  <a:pt x="1175323" y="24719"/>
                </a:moveTo>
                <a:cubicBezTo>
                  <a:pt x="1175323" y="30640"/>
                  <a:pt x="1180680" y="36562"/>
                  <a:pt x="1186034" y="36562"/>
                </a:cubicBezTo>
                <a:cubicBezTo>
                  <a:pt x="1192283" y="36562"/>
                  <a:pt x="1197640" y="30414"/>
                  <a:pt x="1197640" y="25629"/>
                </a:cubicBezTo>
                <a:cubicBezTo>
                  <a:pt x="1197640" y="20166"/>
                  <a:pt x="1192954" y="13786"/>
                  <a:pt x="1186929" y="13786"/>
                </a:cubicBezTo>
                <a:cubicBezTo>
                  <a:pt x="1181572" y="13786"/>
                  <a:pt x="1175323" y="19252"/>
                  <a:pt x="1175323" y="24719"/>
                </a:cubicBezTo>
                <a:moveTo>
                  <a:pt x="1195634" y="133445"/>
                </a:moveTo>
                <a:lnTo>
                  <a:pt x="1195634" y="88119"/>
                </a:lnTo>
                <a:cubicBezTo>
                  <a:pt x="1195634" y="76731"/>
                  <a:pt x="1196526" y="62104"/>
                  <a:pt x="1196526" y="62104"/>
                </a:cubicBezTo>
                <a:cubicBezTo>
                  <a:pt x="1196526" y="61183"/>
                  <a:pt x="1195409" y="60491"/>
                  <a:pt x="1193625" y="60491"/>
                </a:cubicBezTo>
                <a:cubicBezTo>
                  <a:pt x="1187375" y="63025"/>
                  <a:pt x="1178446" y="65096"/>
                  <a:pt x="1163046" y="67164"/>
                </a:cubicBezTo>
                <a:cubicBezTo>
                  <a:pt x="1162600" y="68533"/>
                  <a:pt x="1163046" y="72175"/>
                  <a:pt x="1163492" y="73544"/>
                </a:cubicBezTo>
                <a:cubicBezTo>
                  <a:pt x="1175769" y="74680"/>
                  <a:pt x="1178000" y="76050"/>
                  <a:pt x="1178000" y="89033"/>
                </a:cubicBezTo>
                <a:lnTo>
                  <a:pt x="1178000" y="133445"/>
                </a:lnTo>
                <a:cubicBezTo>
                  <a:pt x="1178000" y="152349"/>
                  <a:pt x="1175544" y="153034"/>
                  <a:pt x="1161932" y="154174"/>
                </a:cubicBezTo>
                <a:cubicBezTo>
                  <a:pt x="1160590" y="155540"/>
                  <a:pt x="1160590" y="160321"/>
                  <a:pt x="1161932" y="161687"/>
                </a:cubicBezTo>
                <a:cubicBezTo>
                  <a:pt x="1169295" y="161461"/>
                  <a:pt x="1178000" y="161232"/>
                  <a:pt x="1186929" y="161232"/>
                </a:cubicBezTo>
                <a:cubicBezTo>
                  <a:pt x="1195855" y="161232"/>
                  <a:pt x="1204335" y="161461"/>
                  <a:pt x="1211702" y="161687"/>
                </a:cubicBezTo>
                <a:cubicBezTo>
                  <a:pt x="1213040" y="160321"/>
                  <a:pt x="1213040" y="155540"/>
                  <a:pt x="1211702" y="154174"/>
                </a:cubicBezTo>
                <a:cubicBezTo>
                  <a:pt x="1198086" y="153263"/>
                  <a:pt x="1195634" y="152349"/>
                  <a:pt x="1195634" y="133445"/>
                </a:cubicBezTo>
                <a:close/>
                <a:moveTo>
                  <a:pt x="1288258" y="70677"/>
                </a:moveTo>
                <a:cubicBezTo>
                  <a:pt x="1300310" y="71588"/>
                  <a:pt x="1301649" y="74315"/>
                  <a:pt x="1296962" y="85912"/>
                </a:cubicBezTo>
                <a:lnTo>
                  <a:pt x="1278882" y="130484"/>
                </a:lnTo>
                <a:cubicBezTo>
                  <a:pt x="1275313" y="139352"/>
                  <a:pt x="1274196" y="139352"/>
                  <a:pt x="1270623" y="129803"/>
                </a:cubicBezTo>
                <a:lnTo>
                  <a:pt x="1254556" y="85912"/>
                </a:lnTo>
                <a:cubicBezTo>
                  <a:pt x="1250537" y="74997"/>
                  <a:pt x="1249645" y="72269"/>
                  <a:pt x="1261472" y="70677"/>
                </a:cubicBezTo>
                <a:cubicBezTo>
                  <a:pt x="1262814" y="69311"/>
                  <a:pt x="1262814" y="64530"/>
                  <a:pt x="1261472" y="63160"/>
                </a:cubicBezTo>
                <a:cubicBezTo>
                  <a:pt x="1254109" y="63390"/>
                  <a:pt x="1246297" y="63619"/>
                  <a:pt x="1238931" y="63619"/>
                </a:cubicBezTo>
                <a:cubicBezTo>
                  <a:pt x="1231568" y="63619"/>
                  <a:pt x="1224869" y="63390"/>
                  <a:pt x="1218173" y="63160"/>
                </a:cubicBezTo>
                <a:cubicBezTo>
                  <a:pt x="1216835" y="64530"/>
                  <a:pt x="1216835" y="69311"/>
                  <a:pt x="1218173" y="70677"/>
                </a:cubicBezTo>
                <a:cubicBezTo>
                  <a:pt x="1230004" y="72043"/>
                  <a:pt x="1231568" y="75681"/>
                  <a:pt x="1236029" y="87278"/>
                </a:cubicBezTo>
                <a:lnTo>
                  <a:pt x="1264599" y="159136"/>
                </a:lnTo>
                <a:cubicBezTo>
                  <a:pt x="1265937" y="162549"/>
                  <a:pt x="1267276" y="163911"/>
                  <a:pt x="1270177" y="163911"/>
                </a:cubicBezTo>
                <a:cubicBezTo>
                  <a:pt x="1272411" y="163911"/>
                  <a:pt x="1273971" y="162549"/>
                  <a:pt x="1275534" y="158681"/>
                </a:cubicBezTo>
                <a:lnTo>
                  <a:pt x="1305218" y="87504"/>
                </a:lnTo>
                <a:cubicBezTo>
                  <a:pt x="1309461" y="77499"/>
                  <a:pt x="1311916" y="71813"/>
                  <a:pt x="1324415" y="70677"/>
                </a:cubicBezTo>
                <a:cubicBezTo>
                  <a:pt x="1325753" y="69311"/>
                  <a:pt x="1325753" y="64530"/>
                  <a:pt x="1324415" y="63160"/>
                </a:cubicBezTo>
                <a:cubicBezTo>
                  <a:pt x="1319950" y="63390"/>
                  <a:pt x="1314593" y="63619"/>
                  <a:pt x="1308790" y="63619"/>
                </a:cubicBezTo>
                <a:cubicBezTo>
                  <a:pt x="1301424" y="63619"/>
                  <a:pt x="1293836" y="63390"/>
                  <a:pt x="1288258" y="63160"/>
                </a:cubicBezTo>
                <a:cubicBezTo>
                  <a:pt x="1286919" y="64530"/>
                  <a:pt x="1286919" y="69311"/>
                  <a:pt x="1288258" y="70677"/>
                </a:cubicBezTo>
                <a:close/>
                <a:moveTo>
                  <a:pt x="1346734" y="24719"/>
                </a:moveTo>
                <a:cubicBezTo>
                  <a:pt x="1346734" y="30640"/>
                  <a:pt x="1352091" y="36562"/>
                  <a:pt x="1357444" y="36562"/>
                </a:cubicBezTo>
                <a:cubicBezTo>
                  <a:pt x="1363694" y="36562"/>
                  <a:pt x="1369051" y="30414"/>
                  <a:pt x="1369051" y="25629"/>
                </a:cubicBezTo>
                <a:cubicBezTo>
                  <a:pt x="1369051" y="20166"/>
                  <a:pt x="1364364" y="13786"/>
                  <a:pt x="1358340" y="13786"/>
                </a:cubicBezTo>
                <a:cubicBezTo>
                  <a:pt x="1352983" y="13786"/>
                  <a:pt x="1346734" y="19252"/>
                  <a:pt x="1346734" y="24719"/>
                </a:cubicBezTo>
                <a:moveTo>
                  <a:pt x="1367045" y="133445"/>
                </a:moveTo>
                <a:lnTo>
                  <a:pt x="1367045" y="88119"/>
                </a:lnTo>
                <a:cubicBezTo>
                  <a:pt x="1367045" y="76731"/>
                  <a:pt x="1367937" y="62104"/>
                  <a:pt x="1367937" y="62104"/>
                </a:cubicBezTo>
                <a:cubicBezTo>
                  <a:pt x="1367937" y="61183"/>
                  <a:pt x="1366820" y="60491"/>
                  <a:pt x="1365035" y="60491"/>
                </a:cubicBezTo>
                <a:cubicBezTo>
                  <a:pt x="1358786" y="63025"/>
                  <a:pt x="1349856" y="65096"/>
                  <a:pt x="1334456" y="67164"/>
                </a:cubicBezTo>
                <a:cubicBezTo>
                  <a:pt x="1334010" y="68533"/>
                  <a:pt x="1334456" y="72175"/>
                  <a:pt x="1334902" y="73544"/>
                </a:cubicBezTo>
                <a:cubicBezTo>
                  <a:pt x="1347180" y="74680"/>
                  <a:pt x="1349410" y="76050"/>
                  <a:pt x="1349410" y="89033"/>
                </a:cubicBezTo>
                <a:lnTo>
                  <a:pt x="1349410" y="133445"/>
                </a:lnTo>
                <a:cubicBezTo>
                  <a:pt x="1349410" y="152349"/>
                  <a:pt x="1346955" y="153034"/>
                  <a:pt x="1333343" y="154174"/>
                </a:cubicBezTo>
                <a:cubicBezTo>
                  <a:pt x="1332001" y="155540"/>
                  <a:pt x="1332001" y="160321"/>
                  <a:pt x="1333343" y="161687"/>
                </a:cubicBezTo>
                <a:cubicBezTo>
                  <a:pt x="1340706" y="161461"/>
                  <a:pt x="1349410" y="161232"/>
                  <a:pt x="1358340" y="161232"/>
                </a:cubicBezTo>
                <a:cubicBezTo>
                  <a:pt x="1367266" y="161232"/>
                  <a:pt x="1375746" y="161461"/>
                  <a:pt x="1383112" y="161687"/>
                </a:cubicBezTo>
                <a:cubicBezTo>
                  <a:pt x="1384451" y="160321"/>
                  <a:pt x="1384451" y="155540"/>
                  <a:pt x="1383112" y="154174"/>
                </a:cubicBezTo>
                <a:cubicBezTo>
                  <a:pt x="1369497" y="153263"/>
                  <a:pt x="1367045" y="152349"/>
                  <a:pt x="1367045" y="133445"/>
                </a:cubicBezTo>
                <a:close/>
                <a:moveTo>
                  <a:pt x="1464130" y="132937"/>
                </a:moveTo>
                <a:cubicBezTo>
                  <a:pt x="1464130" y="137267"/>
                  <a:pt x="1463683" y="139092"/>
                  <a:pt x="1460560" y="141827"/>
                </a:cubicBezTo>
                <a:cubicBezTo>
                  <a:pt x="1452302" y="149117"/>
                  <a:pt x="1445160" y="152763"/>
                  <a:pt x="1439578" y="152763"/>
                </a:cubicBezTo>
                <a:cubicBezTo>
                  <a:pt x="1427529" y="152763"/>
                  <a:pt x="1415031" y="139318"/>
                  <a:pt x="1415031" y="110832"/>
                </a:cubicBezTo>
                <a:cubicBezTo>
                  <a:pt x="1415031" y="94426"/>
                  <a:pt x="1418154" y="85311"/>
                  <a:pt x="1421501" y="80526"/>
                </a:cubicBezTo>
                <a:cubicBezTo>
                  <a:pt x="1428422" y="69815"/>
                  <a:pt x="1437794" y="69131"/>
                  <a:pt x="1442259" y="69131"/>
                </a:cubicBezTo>
                <a:cubicBezTo>
                  <a:pt x="1450292" y="69131"/>
                  <a:pt x="1455874" y="72095"/>
                  <a:pt x="1460336" y="77335"/>
                </a:cubicBezTo>
                <a:cubicBezTo>
                  <a:pt x="1463462" y="80981"/>
                  <a:pt x="1464130" y="82576"/>
                  <a:pt x="1464130" y="89641"/>
                </a:cubicBezTo>
                <a:lnTo>
                  <a:pt x="1464130" y="132937"/>
                </a:lnTo>
                <a:moveTo>
                  <a:pt x="1461677" y="149802"/>
                </a:moveTo>
                <a:cubicBezTo>
                  <a:pt x="1462791" y="148892"/>
                  <a:pt x="1464800" y="148433"/>
                  <a:pt x="1465025" y="150028"/>
                </a:cubicBezTo>
                <a:cubicBezTo>
                  <a:pt x="1465693" y="155498"/>
                  <a:pt x="1467481" y="163466"/>
                  <a:pt x="1467481" y="163466"/>
                </a:cubicBezTo>
                <a:cubicBezTo>
                  <a:pt x="1469265" y="164151"/>
                  <a:pt x="1470379" y="163925"/>
                  <a:pt x="1471721" y="163466"/>
                </a:cubicBezTo>
                <a:cubicBezTo>
                  <a:pt x="1476628" y="159359"/>
                  <a:pt x="1484441" y="155943"/>
                  <a:pt x="1498056" y="154348"/>
                </a:cubicBezTo>
                <a:cubicBezTo>
                  <a:pt x="1499395" y="152982"/>
                  <a:pt x="1499395" y="149566"/>
                  <a:pt x="1498056" y="148200"/>
                </a:cubicBezTo>
                <a:cubicBezTo>
                  <a:pt x="1483773" y="147060"/>
                  <a:pt x="1481764" y="142730"/>
                  <a:pt x="1481764" y="131565"/>
                </a:cubicBezTo>
                <a:lnTo>
                  <a:pt x="1481764" y="28340"/>
                </a:lnTo>
                <a:cubicBezTo>
                  <a:pt x="1481764" y="13529"/>
                  <a:pt x="1482656" y="4469"/>
                  <a:pt x="1482656" y="4469"/>
                </a:cubicBezTo>
                <a:cubicBezTo>
                  <a:pt x="1482656" y="2898"/>
                  <a:pt x="1481764" y="2221"/>
                  <a:pt x="1479754" y="2221"/>
                </a:cubicBezTo>
                <a:cubicBezTo>
                  <a:pt x="1474176" y="4469"/>
                  <a:pt x="1457434" y="7614"/>
                  <a:pt x="1448508" y="8288"/>
                </a:cubicBezTo>
                <a:cubicBezTo>
                  <a:pt x="1448062" y="10113"/>
                  <a:pt x="1448508" y="13755"/>
                  <a:pt x="1449846" y="15120"/>
                </a:cubicBezTo>
                <a:cubicBezTo>
                  <a:pt x="1461453" y="15805"/>
                  <a:pt x="1464130" y="14665"/>
                  <a:pt x="1464130" y="33809"/>
                </a:cubicBezTo>
                <a:lnTo>
                  <a:pt x="1464130" y="62983"/>
                </a:lnTo>
                <a:cubicBezTo>
                  <a:pt x="1464130" y="64578"/>
                  <a:pt x="1463683" y="65033"/>
                  <a:pt x="1462124" y="65033"/>
                </a:cubicBezTo>
                <a:cubicBezTo>
                  <a:pt x="1461228" y="65033"/>
                  <a:pt x="1452080" y="61159"/>
                  <a:pt x="1444714" y="61159"/>
                </a:cubicBezTo>
                <a:cubicBezTo>
                  <a:pt x="1429981" y="61159"/>
                  <a:pt x="1420163" y="66170"/>
                  <a:pt x="1411233" y="74826"/>
                </a:cubicBezTo>
                <a:cubicBezTo>
                  <a:pt x="1401636" y="84626"/>
                  <a:pt x="1395833" y="98071"/>
                  <a:pt x="1395833" y="114933"/>
                </a:cubicBezTo>
                <a:cubicBezTo>
                  <a:pt x="1395833" y="142967"/>
                  <a:pt x="1409674" y="163466"/>
                  <a:pt x="1433779" y="163466"/>
                </a:cubicBezTo>
                <a:cubicBezTo>
                  <a:pt x="1442480" y="163466"/>
                  <a:pt x="1450739" y="158914"/>
                  <a:pt x="1461677" y="149802"/>
                </a:cubicBezTo>
                <a:close/>
                <a:moveTo>
                  <a:pt x="1527740" y="97008"/>
                </a:moveTo>
                <a:cubicBezTo>
                  <a:pt x="1531980" y="71382"/>
                  <a:pt x="1547605" y="69343"/>
                  <a:pt x="1552962" y="69343"/>
                </a:cubicBezTo>
                <a:cubicBezTo>
                  <a:pt x="1561442" y="69343"/>
                  <a:pt x="1571486" y="74107"/>
                  <a:pt x="1571486" y="93154"/>
                </a:cubicBezTo>
                <a:cubicBezTo>
                  <a:pt x="1571486" y="95194"/>
                  <a:pt x="1570593" y="96330"/>
                  <a:pt x="1568138" y="96330"/>
                </a:cubicBezTo>
                <a:lnTo>
                  <a:pt x="1527740" y="97008"/>
                </a:lnTo>
                <a:moveTo>
                  <a:pt x="1586215" y="140020"/>
                </a:moveTo>
                <a:cubicBezTo>
                  <a:pt x="1577960" y="148669"/>
                  <a:pt x="1571486" y="152308"/>
                  <a:pt x="1558541" y="152308"/>
                </a:cubicBezTo>
                <a:cubicBezTo>
                  <a:pt x="1550507" y="152308"/>
                  <a:pt x="1541131" y="147529"/>
                  <a:pt x="1534215" y="135926"/>
                </a:cubicBezTo>
                <a:cubicBezTo>
                  <a:pt x="1529750" y="128416"/>
                  <a:pt x="1527070" y="117949"/>
                  <a:pt x="1527070" y="104751"/>
                </a:cubicBezTo>
                <a:lnTo>
                  <a:pt x="1586440" y="105206"/>
                </a:lnTo>
                <a:cubicBezTo>
                  <a:pt x="1589117" y="105206"/>
                  <a:pt x="1590680" y="103840"/>
                  <a:pt x="1590680" y="101335"/>
                </a:cubicBezTo>
                <a:cubicBezTo>
                  <a:pt x="1590680" y="82270"/>
                  <a:pt x="1583984" y="61826"/>
                  <a:pt x="1552962" y="61826"/>
                </a:cubicBezTo>
                <a:cubicBezTo>
                  <a:pt x="1533544" y="61826"/>
                  <a:pt x="1508322" y="80682"/>
                  <a:pt x="1508322" y="115218"/>
                </a:cubicBezTo>
                <a:cubicBezTo>
                  <a:pt x="1508322" y="127961"/>
                  <a:pt x="1511448" y="140249"/>
                  <a:pt x="1518814" y="148895"/>
                </a:cubicBezTo>
                <a:cubicBezTo>
                  <a:pt x="1526402" y="158003"/>
                  <a:pt x="1536891" y="163466"/>
                  <a:pt x="1552962" y="163466"/>
                </a:cubicBezTo>
                <a:cubicBezTo>
                  <a:pt x="1569922" y="163466"/>
                  <a:pt x="1581975" y="155498"/>
                  <a:pt x="1590904" y="143662"/>
                </a:cubicBezTo>
                <a:cubicBezTo>
                  <a:pt x="1590234" y="141385"/>
                  <a:pt x="1588895" y="140249"/>
                  <a:pt x="1586215" y="140020"/>
                </a:cubicBezTo>
                <a:close/>
                <a:moveTo>
                  <a:pt x="1678393" y="132937"/>
                </a:moveTo>
                <a:cubicBezTo>
                  <a:pt x="1678393" y="137267"/>
                  <a:pt x="1677946" y="139092"/>
                  <a:pt x="1674823" y="141827"/>
                </a:cubicBezTo>
                <a:cubicBezTo>
                  <a:pt x="1666565" y="149117"/>
                  <a:pt x="1659423" y="152763"/>
                  <a:pt x="1653841" y="152763"/>
                </a:cubicBezTo>
                <a:cubicBezTo>
                  <a:pt x="1641792" y="152763"/>
                  <a:pt x="1629294" y="139318"/>
                  <a:pt x="1629294" y="110832"/>
                </a:cubicBezTo>
                <a:cubicBezTo>
                  <a:pt x="1629294" y="94426"/>
                  <a:pt x="1632417" y="85311"/>
                  <a:pt x="1635764" y="80526"/>
                </a:cubicBezTo>
                <a:cubicBezTo>
                  <a:pt x="1642685" y="69815"/>
                  <a:pt x="1652057" y="69131"/>
                  <a:pt x="1656522" y="69131"/>
                </a:cubicBezTo>
                <a:cubicBezTo>
                  <a:pt x="1664555" y="69131"/>
                  <a:pt x="1670137" y="72095"/>
                  <a:pt x="1674599" y="77335"/>
                </a:cubicBezTo>
                <a:cubicBezTo>
                  <a:pt x="1677725" y="80981"/>
                  <a:pt x="1678393" y="82576"/>
                  <a:pt x="1678393" y="89641"/>
                </a:cubicBezTo>
                <a:lnTo>
                  <a:pt x="1678393" y="132937"/>
                </a:lnTo>
                <a:moveTo>
                  <a:pt x="1675940" y="149802"/>
                </a:moveTo>
                <a:cubicBezTo>
                  <a:pt x="1677054" y="148892"/>
                  <a:pt x="1679063" y="148433"/>
                  <a:pt x="1679288" y="150028"/>
                </a:cubicBezTo>
                <a:cubicBezTo>
                  <a:pt x="1679956" y="155498"/>
                  <a:pt x="1681744" y="163466"/>
                  <a:pt x="1681744" y="163466"/>
                </a:cubicBezTo>
                <a:cubicBezTo>
                  <a:pt x="1683528" y="164151"/>
                  <a:pt x="1684642" y="163925"/>
                  <a:pt x="1685984" y="163466"/>
                </a:cubicBezTo>
                <a:cubicBezTo>
                  <a:pt x="1690891" y="159359"/>
                  <a:pt x="1698704" y="155943"/>
                  <a:pt x="1712319" y="154348"/>
                </a:cubicBezTo>
                <a:cubicBezTo>
                  <a:pt x="1713658" y="152982"/>
                  <a:pt x="1713658" y="149566"/>
                  <a:pt x="1712319" y="148200"/>
                </a:cubicBezTo>
                <a:cubicBezTo>
                  <a:pt x="1698036" y="147060"/>
                  <a:pt x="1696027" y="142730"/>
                  <a:pt x="1696027" y="131565"/>
                </a:cubicBezTo>
                <a:lnTo>
                  <a:pt x="1696027" y="28340"/>
                </a:lnTo>
                <a:cubicBezTo>
                  <a:pt x="1696027" y="13529"/>
                  <a:pt x="1696919" y="4469"/>
                  <a:pt x="1696919" y="4469"/>
                </a:cubicBezTo>
                <a:cubicBezTo>
                  <a:pt x="1696919" y="2898"/>
                  <a:pt x="1696027" y="2221"/>
                  <a:pt x="1694018" y="2221"/>
                </a:cubicBezTo>
                <a:cubicBezTo>
                  <a:pt x="1688439" y="4469"/>
                  <a:pt x="1671697" y="7614"/>
                  <a:pt x="1662771" y="8288"/>
                </a:cubicBezTo>
                <a:cubicBezTo>
                  <a:pt x="1662325" y="10113"/>
                  <a:pt x="1662771" y="13755"/>
                  <a:pt x="1664109" y="15120"/>
                </a:cubicBezTo>
                <a:cubicBezTo>
                  <a:pt x="1675716" y="15805"/>
                  <a:pt x="1678393" y="14665"/>
                  <a:pt x="1678393" y="33809"/>
                </a:cubicBezTo>
                <a:lnTo>
                  <a:pt x="1678393" y="62983"/>
                </a:lnTo>
                <a:cubicBezTo>
                  <a:pt x="1678393" y="64578"/>
                  <a:pt x="1677946" y="65033"/>
                  <a:pt x="1676387" y="65033"/>
                </a:cubicBezTo>
                <a:cubicBezTo>
                  <a:pt x="1675491" y="65033"/>
                  <a:pt x="1666343" y="61159"/>
                  <a:pt x="1658977" y="61159"/>
                </a:cubicBezTo>
                <a:cubicBezTo>
                  <a:pt x="1644244" y="61159"/>
                  <a:pt x="1634426" y="66170"/>
                  <a:pt x="1625496" y="74826"/>
                </a:cubicBezTo>
                <a:cubicBezTo>
                  <a:pt x="1615899" y="84626"/>
                  <a:pt x="1610096" y="98071"/>
                  <a:pt x="1610096" y="114933"/>
                </a:cubicBezTo>
                <a:cubicBezTo>
                  <a:pt x="1610096" y="142967"/>
                  <a:pt x="1623937" y="163466"/>
                  <a:pt x="1648042" y="163466"/>
                </a:cubicBezTo>
                <a:cubicBezTo>
                  <a:pt x="1656743" y="163466"/>
                  <a:pt x="1665002" y="158914"/>
                  <a:pt x="1675940" y="149802"/>
                </a:cubicBezTo>
                <a:close/>
                <a:moveTo>
                  <a:pt x="1798025" y="78475"/>
                </a:moveTo>
                <a:cubicBezTo>
                  <a:pt x="1803828" y="73231"/>
                  <a:pt x="1810524" y="71181"/>
                  <a:pt x="1816994" y="71181"/>
                </a:cubicBezTo>
                <a:cubicBezTo>
                  <a:pt x="1830610" y="71181"/>
                  <a:pt x="1841770" y="88046"/>
                  <a:pt x="1841770" y="110147"/>
                </a:cubicBezTo>
                <a:cubicBezTo>
                  <a:pt x="1841770" y="136127"/>
                  <a:pt x="1831502" y="155724"/>
                  <a:pt x="1810299" y="155724"/>
                </a:cubicBezTo>
                <a:cubicBezTo>
                  <a:pt x="1803382" y="155724"/>
                  <a:pt x="1798693" y="150713"/>
                  <a:pt x="1794231" y="145013"/>
                </a:cubicBezTo>
                <a:lnTo>
                  <a:pt x="1794231" y="88046"/>
                </a:lnTo>
                <a:cubicBezTo>
                  <a:pt x="1794231" y="83260"/>
                  <a:pt x="1795124" y="80981"/>
                  <a:pt x="1798025" y="78475"/>
                </a:cubicBezTo>
                <a:moveTo>
                  <a:pt x="1796462" y="71410"/>
                </a:moveTo>
                <a:cubicBezTo>
                  <a:pt x="1795124" y="72776"/>
                  <a:pt x="1794231" y="72321"/>
                  <a:pt x="1794231" y="70270"/>
                </a:cubicBezTo>
                <a:lnTo>
                  <a:pt x="1794231" y="28340"/>
                </a:lnTo>
                <a:cubicBezTo>
                  <a:pt x="1794231" y="13529"/>
                  <a:pt x="1795124" y="4469"/>
                  <a:pt x="1795124" y="4469"/>
                </a:cubicBezTo>
                <a:cubicBezTo>
                  <a:pt x="1795124" y="2898"/>
                  <a:pt x="1794231" y="2221"/>
                  <a:pt x="1792222" y="2221"/>
                </a:cubicBezTo>
                <a:cubicBezTo>
                  <a:pt x="1786640" y="4469"/>
                  <a:pt x="1769902" y="7614"/>
                  <a:pt x="1760975" y="8288"/>
                </a:cubicBezTo>
                <a:cubicBezTo>
                  <a:pt x="1760529" y="10113"/>
                  <a:pt x="1760975" y="13755"/>
                  <a:pt x="1762314" y="15120"/>
                </a:cubicBezTo>
                <a:cubicBezTo>
                  <a:pt x="1773920" y="15805"/>
                  <a:pt x="1776597" y="14665"/>
                  <a:pt x="1776597" y="33809"/>
                </a:cubicBezTo>
                <a:lnTo>
                  <a:pt x="1776597" y="145013"/>
                </a:lnTo>
                <a:cubicBezTo>
                  <a:pt x="1776597" y="153903"/>
                  <a:pt x="1776376" y="158003"/>
                  <a:pt x="1775705" y="161190"/>
                </a:cubicBezTo>
                <a:cubicBezTo>
                  <a:pt x="1776822" y="163011"/>
                  <a:pt x="1777939" y="163925"/>
                  <a:pt x="1780616" y="163925"/>
                </a:cubicBezTo>
                <a:cubicBezTo>
                  <a:pt x="1781954" y="162556"/>
                  <a:pt x="1784188" y="160509"/>
                  <a:pt x="1785973" y="158459"/>
                </a:cubicBezTo>
                <a:cubicBezTo>
                  <a:pt x="1788203" y="155724"/>
                  <a:pt x="1789542" y="155724"/>
                  <a:pt x="1791997" y="157774"/>
                </a:cubicBezTo>
                <a:cubicBezTo>
                  <a:pt x="1797133" y="162101"/>
                  <a:pt x="1803828" y="163466"/>
                  <a:pt x="1811637" y="163466"/>
                </a:cubicBezTo>
                <a:cubicBezTo>
                  <a:pt x="1834404" y="163466"/>
                  <a:pt x="1860964" y="142278"/>
                  <a:pt x="1860964" y="106047"/>
                </a:cubicBezTo>
                <a:cubicBezTo>
                  <a:pt x="1860964" y="78246"/>
                  <a:pt x="1840878" y="61159"/>
                  <a:pt x="1821459" y="61159"/>
                </a:cubicBezTo>
                <a:cubicBezTo>
                  <a:pt x="1811862" y="61159"/>
                  <a:pt x="1803382" y="65033"/>
                  <a:pt x="1796462" y="71410"/>
                </a:cubicBezTo>
                <a:close/>
                <a:moveTo>
                  <a:pt x="1914754" y="197780"/>
                </a:moveTo>
                <a:cubicBezTo>
                  <a:pt x="1918323" y="191403"/>
                  <a:pt x="1921224" y="185022"/>
                  <a:pt x="1923905" y="178190"/>
                </a:cubicBezTo>
                <a:cubicBezTo>
                  <a:pt x="1941760" y="134230"/>
                  <a:pt x="1951803" y="110766"/>
                  <a:pt x="1963410" y="85255"/>
                </a:cubicBezTo>
                <a:cubicBezTo>
                  <a:pt x="1967871" y="75688"/>
                  <a:pt x="1970997" y="72046"/>
                  <a:pt x="1981487" y="70677"/>
                </a:cubicBezTo>
                <a:cubicBezTo>
                  <a:pt x="1982825" y="69311"/>
                  <a:pt x="1982825" y="64530"/>
                  <a:pt x="1981487" y="63160"/>
                </a:cubicBezTo>
                <a:cubicBezTo>
                  <a:pt x="1977022" y="63390"/>
                  <a:pt x="1971890" y="63619"/>
                  <a:pt x="1965640" y="63619"/>
                </a:cubicBezTo>
                <a:cubicBezTo>
                  <a:pt x="1958945" y="63619"/>
                  <a:pt x="1952025" y="63390"/>
                  <a:pt x="1945329" y="63160"/>
                </a:cubicBezTo>
                <a:cubicBezTo>
                  <a:pt x="1943991" y="64530"/>
                  <a:pt x="1943991" y="69311"/>
                  <a:pt x="1945329" y="70677"/>
                </a:cubicBezTo>
                <a:cubicBezTo>
                  <a:pt x="1952471" y="71362"/>
                  <a:pt x="1959616" y="72727"/>
                  <a:pt x="1956043" y="80929"/>
                </a:cubicBezTo>
                <a:lnTo>
                  <a:pt x="1933948" y="133090"/>
                </a:lnTo>
                <a:cubicBezTo>
                  <a:pt x="1932385" y="136736"/>
                  <a:pt x="1930375" y="137417"/>
                  <a:pt x="1928591" y="132861"/>
                </a:cubicBezTo>
                <a:lnTo>
                  <a:pt x="1908726" y="85485"/>
                </a:lnTo>
                <a:cubicBezTo>
                  <a:pt x="1904710" y="75918"/>
                  <a:pt x="1903593" y="71591"/>
                  <a:pt x="1916092" y="70677"/>
                </a:cubicBezTo>
                <a:cubicBezTo>
                  <a:pt x="1917430" y="69311"/>
                  <a:pt x="1917430" y="64530"/>
                  <a:pt x="1916092" y="63160"/>
                </a:cubicBezTo>
                <a:cubicBezTo>
                  <a:pt x="1907833" y="63390"/>
                  <a:pt x="1898907" y="63619"/>
                  <a:pt x="1890873" y="63619"/>
                </a:cubicBezTo>
                <a:cubicBezTo>
                  <a:pt x="1883282" y="63619"/>
                  <a:pt x="1877258" y="63390"/>
                  <a:pt x="1872793" y="63160"/>
                </a:cubicBezTo>
                <a:cubicBezTo>
                  <a:pt x="1871455" y="64530"/>
                  <a:pt x="1871455" y="69311"/>
                  <a:pt x="1872793" y="70677"/>
                </a:cubicBezTo>
                <a:cubicBezTo>
                  <a:pt x="1881723" y="71817"/>
                  <a:pt x="1884621" y="73867"/>
                  <a:pt x="1890424" y="87761"/>
                </a:cubicBezTo>
                <a:lnTo>
                  <a:pt x="1915646" y="147668"/>
                </a:lnTo>
                <a:cubicBezTo>
                  <a:pt x="1917655" y="152224"/>
                  <a:pt x="1921003" y="162702"/>
                  <a:pt x="1918772" y="169079"/>
                </a:cubicBezTo>
                <a:cubicBezTo>
                  <a:pt x="1916092" y="176595"/>
                  <a:pt x="1913415" y="182972"/>
                  <a:pt x="1910068" y="190034"/>
                </a:cubicBezTo>
                <a:cubicBezTo>
                  <a:pt x="1907612" y="194589"/>
                  <a:pt x="1904486" y="196640"/>
                  <a:pt x="1898907" y="196640"/>
                </a:cubicBezTo>
                <a:cubicBezTo>
                  <a:pt x="1895781" y="196640"/>
                  <a:pt x="1894889" y="195959"/>
                  <a:pt x="1892433" y="195959"/>
                </a:cubicBezTo>
                <a:cubicBezTo>
                  <a:pt x="1885963" y="195959"/>
                  <a:pt x="1882615" y="202791"/>
                  <a:pt x="1882615" y="205752"/>
                </a:cubicBezTo>
                <a:cubicBezTo>
                  <a:pt x="1882615" y="210533"/>
                  <a:pt x="1887076" y="214175"/>
                  <a:pt x="1893104" y="214175"/>
                </a:cubicBezTo>
                <a:cubicBezTo>
                  <a:pt x="1897790" y="214175"/>
                  <a:pt x="1906720" y="212354"/>
                  <a:pt x="1914754" y="197780"/>
                </a:cubicBezTo>
                <a:close/>
                <a:moveTo>
                  <a:pt x="2038402" y="63605"/>
                </a:moveTo>
                <a:cubicBezTo>
                  <a:pt x="2035276" y="63605"/>
                  <a:pt x="2034384" y="66340"/>
                  <a:pt x="2034384" y="68161"/>
                </a:cubicBezTo>
                <a:lnTo>
                  <a:pt x="2034384" y="71122"/>
                </a:lnTo>
                <a:cubicBezTo>
                  <a:pt x="2034384" y="72262"/>
                  <a:pt x="2034605" y="72488"/>
                  <a:pt x="2035501" y="72488"/>
                </a:cubicBezTo>
                <a:lnTo>
                  <a:pt x="2048667" y="72488"/>
                </a:lnTo>
                <a:lnTo>
                  <a:pt x="2048667" y="140937"/>
                </a:lnTo>
                <a:cubicBezTo>
                  <a:pt x="2048667" y="157089"/>
                  <a:pt x="2055587" y="163466"/>
                  <a:pt x="2065852" y="163466"/>
                </a:cubicBezTo>
                <a:cubicBezTo>
                  <a:pt x="2076120" y="163466"/>
                  <a:pt x="2087280" y="158459"/>
                  <a:pt x="2095985" y="148440"/>
                </a:cubicBezTo>
                <a:cubicBezTo>
                  <a:pt x="2095538" y="146167"/>
                  <a:pt x="2094200" y="144801"/>
                  <a:pt x="2091966" y="144576"/>
                </a:cubicBezTo>
                <a:cubicBezTo>
                  <a:pt x="2086163" y="149124"/>
                  <a:pt x="2079467" y="150942"/>
                  <a:pt x="2073664" y="150942"/>
                </a:cubicBezTo>
                <a:cubicBezTo>
                  <a:pt x="2067640" y="150942"/>
                  <a:pt x="2066301" y="144120"/>
                  <a:pt x="2066301" y="130022"/>
                </a:cubicBezTo>
                <a:lnTo>
                  <a:pt x="2066301" y="72488"/>
                </a:lnTo>
                <a:lnTo>
                  <a:pt x="2089510" y="72488"/>
                </a:lnTo>
                <a:cubicBezTo>
                  <a:pt x="2091745" y="72488"/>
                  <a:pt x="2094868" y="71577"/>
                  <a:pt x="2094868" y="69527"/>
                </a:cubicBezTo>
                <a:lnTo>
                  <a:pt x="2094868" y="64974"/>
                </a:lnTo>
                <a:cubicBezTo>
                  <a:pt x="2094868" y="64064"/>
                  <a:pt x="2094200" y="63605"/>
                  <a:pt x="2093083" y="63605"/>
                </a:cubicBezTo>
                <a:lnTo>
                  <a:pt x="2066301" y="63605"/>
                </a:lnTo>
                <a:lnTo>
                  <a:pt x="2066301" y="54726"/>
                </a:lnTo>
                <a:cubicBezTo>
                  <a:pt x="2066301" y="39922"/>
                  <a:pt x="2067193" y="30810"/>
                  <a:pt x="2067193" y="30810"/>
                </a:cubicBezTo>
                <a:cubicBezTo>
                  <a:pt x="2067193" y="29445"/>
                  <a:pt x="2066523" y="28760"/>
                  <a:pt x="2065406" y="28760"/>
                </a:cubicBezTo>
                <a:cubicBezTo>
                  <a:pt x="2064513" y="28760"/>
                  <a:pt x="2062504" y="29674"/>
                  <a:pt x="2060498" y="30810"/>
                </a:cubicBezTo>
                <a:cubicBezTo>
                  <a:pt x="2058043" y="32180"/>
                  <a:pt x="2055808" y="33316"/>
                  <a:pt x="2052907" y="34001"/>
                </a:cubicBezTo>
                <a:cubicBezTo>
                  <a:pt x="2050230" y="34911"/>
                  <a:pt x="2047999" y="35596"/>
                  <a:pt x="2047999" y="37187"/>
                </a:cubicBezTo>
                <a:cubicBezTo>
                  <a:pt x="2047999" y="39922"/>
                  <a:pt x="2048667" y="38327"/>
                  <a:pt x="2048667" y="63605"/>
                </a:cubicBezTo>
                <a:lnTo>
                  <a:pt x="2038402" y="63605"/>
                </a:lnTo>
                <a:close/>
                <a:moveTo>
                  <a:pt x="2136605" y="96032"/>
                </a:moveTo>
                <a:cubicBezTo>
                  <a:pt x="2136605" y="91243"/>
                  <a:pt x="2138614" y="88508"/>
                  <a:pt x="2140399" y="86458"/>
                </a:cubicBezTo>
                <a:cubicBezTo>
                  <a:pt x="2148882" y="78020"/>
                  <a:pt x="2160264" y="73002"/>
                  <a:pt x="2168968" y="73002"/>
                </a:cubicBezTo>
                <a:cubicBezTo>
                  <a:pt x="2173430" y="73002"/>
                  <a:pt x="2178119" y="75966"/>
                  <a:pt x="2180796" y="81210"/>
                </a:cubicBezTo>
                <a:cubicBezTo>
                  <a:pt x="2183030" y="85773"/>
                  <a:pt x="2183476" y="91927"/>
                  <a:pt x="2183476" y="98766"/>
                </a:cubicBezTo>
                <a:lnTo>
                  <a:pt x="2183476" y="133424"/>
                </a:lnTo>
                <a:cubicBezTo>
                  <a:pt x="2183476" y="152120"/>
                  <a:pt x="2181242" y="153034"/>
                  <a:pt x="2169636" y="154174"/>
                </a:cubicBezTo>
                <a:cubicBezTo>
                  <a:pt x="2168522" y="155540"/>
                  <a:pt x="2168522" y="160321"/>
                  <a:pt x="2169636" y="161687"/>
                </a:cubicBezTo>
                <a:cubicBezTo>
                  <a:pt x="2175885" y="161461"/>
                  <a:pt x="2183476" y="161232"/>
                  <a:pt x="2192402" y="161232"/>
                </a:cubicBezTo>
                <a:cubicBezTo>
                  <a:pt x="2201332" y="161232"/>
                  <a:pt x="2208695" y="161461"/>
                  <a:pt x="2216061" y="161687"/>
                </a:cubicBezTo>
                <a:cubicBezTo>
                  <a:pt x="2217178" y="160321"/>
                  <a:pt x="2217178" y="155540"/>
                  <a:pt x="2216061" y="154174"/>
                </a:cubicBezTo>
                <a:cubicBezTo>
                  <a:pt x="2203563" y="153034"/>
                  <a:pt x="2201107" y="152120"/>
                  <a:pt x="2201107" y="133424"/>
                </a:cubicBezTo>
                <a:lnTo>
                  <a:pt x="2201107" y="99451"/>
                </a:lnTo>
                <a:cubicBezTo>
                  <a:pt x="2201107" y="86913"/>
                  <a:pt x="2200215" y="75740"/>
                  <a:pt x="2195083" y="68905"/>
                </a:cubicBezTo>
                <a:cubicBezTo>
                  <a:pt x="2191285" y="63894"/>
                  <a:pt x="2184368" y="61159"/>
                  <a:pt x="2176556" y="61159"/>
                </a:cubicBezTo>
                <a:cubicBezTo>
                  <a:pt x="2165621" y="61159"/>
                  <a:pt x="2152230" y="64119"/>
                  <a:pt x="2138614" y="79615"/>
                </a:cubicBezTo>
                <a:cubicBezTo>
                  <a:pt x="2137943" y="80529"/>
                  <a:pt x="2136380" y="82809"/>
                  <a:pt x="2136380" y="79615"/>
                </a:cubicBezTo>
                <a:lnTo>
                  <a:pt x="2136605" y="28340"/>
                </a:lnTo>
                <a:cubicBezTo>
                  <a:pt x="2136605" y="13529"/>
                  <a:pt x="2137497" y="4469"/>
                  <a:pt x="2137497" y="4469"/>
                </a:cubicBezTo>
                <a:cubicBezTo>
                  <a:pt x="2137497" y="2898"/>
                  <a:pt x="2136605" y="2221"/>
                  <a:pt x="2134595" y="2221"/>
                </a:cubicBezTo>
                <a:cubicBezTo>
                  <a:pt x="2129017" y="4469"/>
                  <a:pt x="2112278" y="7614"/>
                  <a:pt x="2103349" y="8288"/>
                </a:cubicBezTo>
                <a:cubicBezTo>
                  <a:pt x="2102903" y="10113"/>
                  <a:pt x="2103349" y="13755"/>
                  <a:pt x="2104687" y="15120"/>
                </a:cubicBezTo>
                <a:cubicBezTo>
                  <a:pt x="2116294" y="15805"/>
                  <a:pt x="2118974" y="14665"/>
                  <a:pt x="2118974" y="33809"/>
                </a:cubicBezTo>
                <a:lnTo>
                  <a:pt x="2118974" y="133424"/>
                </a:lnTo>
                <a:cubicBezTo>
                  <a:pt x="2118974" y="152349"/>
                  <a:pt x="2116294" y="153260"/>
                  <a:pt x="2103349" y="154174"/>
                </a:cubicBezTo>
                <a:cubicBezTo>
                  <a:pt x="2102010" y="155540"/>
                  <a:pt x="2102010" y="160321"/>
                  <a:pt x="2103349" y="161687"/>
                </a:cubicBezTo>
                <a:cubicBezTo>
                  <a:pt x="2110715" y="161461"/>
                  <a:pt x="2118974" y="161232"/>
                  <a:pt x="2127900" y="161232"/>
                </a:cubicBezTo>
                <a:cubicBezTo>
                  <a:pt x="2136380" y="161232"/>
                  <a:pt x="2143746" y="161461"/>
                  <a:pt x="2149996" y="161687"/>
                </a:cubicBezTo>
                <a:cubicBezTo>
                  <a:pt x="2151334" y="160321"/>
                  <a:pt x="2151334" y="155540"/>
                  <a:pt x="2149996" y="154174"/>
                </a:cubicBezTo>
                <a:cubicBezTo>
                  <a:pt x="2138614" y="153260"/>
                  <a:pt x="2136605" y="152349"/>
                  <a:pt x="2136605" y="133424"/>
                </a:cubicBezTo>
                <a:lnTo>
                  <a:pt x="2136605" y="96032"/>
                </a:lnTo>
                <a:close/>
                <a:moveTo>
                  <a:pt x="2247084" y="97008"/>
                </a:moveTo>
                <a:cubicBezTo>
                  <a:pt x="2251324" y="71382"/>
                  <a:pt x="2266949" y="69343"/>
                  <a:pt x="2272306" y="69343"/>
                </a:cubicBezTo>
                <a:cubicBezTo>
                  <a:pt x="2280786" y="69343"/>
                  <a:pt x="2290829" y="74107"/>
                  <a:pt x="2290829" y="93154"/>
                </a:cubicBezTo>
                <a:cubicBezTo>
                  <a:pt x="2290829" y="95194"/>
                  <a:pt x="2289937" y="96330"/>
                  <a:pt x="2287482" y="96330"/>
                </a:cubicBezTo>
                <a:lnTo>
                  <a:pt x="2247084" y="97008"/>
                </a:lnTo>
                <a:moveTo>
                  <a:pt x="2305559" y="140020"/>
                </a:moveTo>
                <a:cubicBezTo>
                  <a:pt x="2297303" y="148669"/>
                  <a:pt x="2290829" y="152308"/>
                  <a:pt x="2277884" y="152308"/>
                </a:cubicBezTo>
                <a:cubicBezTo>
                  <a:pt x="2269851" y="152308"/>
                  <a:pt x="2260475" y="147529"/>
                  <a:pt x="2253558" y="135926"/>
                </a:cubicBezTo>
                <a:cubicBezTo>
                  <a:pt x="2249093" y="128416"/>
                  <a:pt x="2246413" y="117949"/>
                  <a:pt x="2246413" y="104751"/>
                </a:cubicBezTo>
                <a:lnTo>
                  <a:pt x="2305783" y="105206"/>
                </a:lnTo>
                <a:cubicBezTo>
                  <a:pt x="2308460" y="105206"/>
                  <a:pt x="2310023" y="103840"/>
                  <a:pt x="2310023" y="101335"/>
                </a:cubicBezTo>
                <a:cubicBezTo>
                  <a:pt x="2310023" y="82270"/>
                  <a:pt x="2303328" y="61826"/>
                  <a:pt x="2272306" y="61826"/>
                </a:cubicBezTo>
                <a:cubicBezTo>
                  <a:pt x="2252887" y="61826"/>
                  <a:pt x="2227665" y="80682"/>
                  <a:pt x="2227665" y="115218"/>
                </a:cubicBezTo>
                <a:cubicBezTo>
                  <a:pt x="2227665" y="127961"/>
                  <a:pt x="2230792" y="140249"/>
                  <a:pt x="2238158" y="148895"/>
                </a:cubicBezTo>
                <a:cubicBezTo>
                  <a:pt x="2245746" y="158003"/>
                  <a:pt x="2256235" y="163466"/>
                  <a:pt x="2272306" y="163466"/>
                </a:cubicBezTo>
                <a:cubicBezTo>
                  <a:pt x="2289266" y="163466"/>
                  <a:pt x="2301319" y="155498"/>
                  <a:pt x="2310248" y="143662"/>
                </a:cubicBezTo>
                <a:cubicBezTo>
                  <a:pt x="2309577" y="141385"/>
                  <a:pt x="2308239" y="140249"/>
                  <a:pt x="2305559" y="140020"/>
                </a:cubicBezTo>
                <a:close/>
                <a:moveTo>
                  <a:pt x="2373635" y="63605"/>
                </a:moveTo>
                <a:cubicBezTo>
                  <a:pt x="2370508" y="63605"/>
                  <a:pt x="2369616" y="66340"/>
                  <a:pt x="2369616" y="68161"/>
                </a:cubicBezTo>
                <a:lnTo>
                  <a:pt x="2369616" y="71122"/>
                </a:lnTo>
                <a:cubicBezTo>
                  <a:pt x="2369616" y="72262"/>
                  <a:pt x="2369837" y="72488"/>
                  <a:pt x="2370733" y="72488"/>
                </a:cubicBezTo>
                <a:lnTo>
                  <a:pt x="2383899" y="72488"/>
                </a:lnTo>
                <a:lnTo>
                  <a:pt x="2383899" y="140937"/>
                </a:lnTo>
                <a:cubicBezTo>
                  <a:pt x="2383899" y="157089"/>
                  <a:pt x="2390819" y="163466"/>
                  <a:pt x="2401084" y="163466"/>
                </a:cubicBezTo>
                <a:cubicBezTo>
                  <a:pt x="2411352" y="163466"/>
                  <a:pt x="2422512" y="158459"/>
                  <a:pt x="2431217" y="148440"/>
                </a:cubicBezTo>
                <a:cubicBezTo>
                  <a:pt x="2430771" y="146167"/>
                  <a:pt x="2429432" y="144801"/>
                  <a:pt x="2427198" y="144576"/>
                </a:cubicBezTo>
                <a:cubicBezTo>
                  <a:pt x="2421395" y="149124"/>
                  <a:pt x="2414699" y="150942"/>
                  <a:pt x="2408896" y="150942"/>
                </a:cubicBezTo>
                <a:cubicBezTo>
                  <a:pt x="2402872" y="150942"/>
                  <a:pt x="2401533" y="144120"/>
                  <a:pt x="2401533" y="130022"/>
                </a:cubicBezTo>
                <a:lnTo>
                  <a:pt x="2401533" y="72488"/>
                </a:lnTo>
                <a:lnTo>
                  <a:pt x="2424743" y="72488"/>
                </a:lnTo>
                <a:cubicBezTo>
                  <a:pt x="2426977" y="72488"/>
                  <a:pt x="2430100" y="71577"/>
                  <a:pt x="2430100" y="69527"/>
                </a:cubicBezTo>
                <a:lnTo>
                  <a:pt x="2430100" y="64974"/>
                </a:lnTo>
                <a:cubicBezTo>
                  <a:pt x="2430100" y="64064"/>
                  <a:pt x="2429432" y="63605"/>
                  <a:pt x="2428315" y="63605"/>
                </a:cubicBezTo>
                <a:lnTo>
                  <a:pt x="2401533" y="63605"/>
                </a:lnTo>
                <a:lnTo>
                  <a:pt x="2401533" y="54726"/>
                </a:lnTo>
                <a:cubicBezTo>
                  <a:pt x="2401533" y="39922"/>
                  <a:pt x="2402426" y="30810"/>
                  <a:pt x="2402426" y="30810"/>
                </a:cubicBezTo>
                <a:cubicBezTo>
                  <a:pt x="2402426" y="29445"/>
                  <a:pt x="2401755" y="28760"/>
                  <a:pt x="2400638" y="28760"/>
                </a:cubicBezTo>
                <a:cubicBezTo>
                  <a:pt x="2399745" y="28760"/>
                  <a:pt x="2397736" y="29674"/>
                  <a:pt x="2395730" y="30810"/>
                </a:cubicBezTo>
                <a:cubicBezTo>
                  <a:pt x="2393275" y="32180"/>
                  <a:pt x="2391041" y="33316"/>
                  <a:pt x="2388139" y="34001"/>
                </a:cubicBezTo>
                <a:cubicBezTo>
                  <a:pt x="2385462" y="34911"/>
                  <a:pt x="2383232" y="35596"/>
                  <a:pt x="2383232" y="37187"/>
                </a:cubicBezTo>
                <a:cubicBezTo>
                  <a:pt x="2383232" y="39922"/>
                  <a:pt x="2383899" y="38327"/>
                  <a:pt x="2383899" y="63605"/>
                </a:cubicBezTo>
                <a:lnTo>
                  <a:pt x="2373635" y="63605"/>
                </a:lnTo>
                <a:close/>
                <a:moveTo>
                  <a:pt x="2443713" y="114477"/>
                </a:moveTo>
                <a:cubicBezTo>
                  <a:pt x="2443713" y="137723"/>
                  <a:pt x="2458892" y="163466"/>
                  <a:pt x="2490585" y="163466"/>
                </a:cubicBezTo>
                <a:cubicBezTo>
                  <a:pt x="2504868" y="163466"/>
                  <a:pt x="2515807" y="158229"/>
                  <a:pt x="2523395" y="150713"/>
                </a:cubicBezTo>
                <a:cubicBezTo>
                  <a:pt x="2533438" y="140683"/>
                  <a:pt x="2537903" y="126328"/>
                  <a:pt x="2537903" y="112427"/>
                </a:cubicBezTo>
                <a:cubicBezTo>
                  <a:pt x="2537903" y="88727"/>
                  <a:pt x="2525179" y="61159"/>
                  <a:pt x="2491031" y="61159"/>
                </a:cubicBezTo>
                <a:cubicBezTo>
                  <a:pt x="2476302" y="61159"/>
                  <a:pt x="2464249" y="67310"/>
                  <a:pt x="2455991" y="77106"/>
                </a:cubicBezTo>
                <a:cubicBezTo>
                  <a:pt x="2447957" y="86906"/>
                  <a:pt x="2443713" y="100122"/>
                  <a:pt x="2443713" y="114477"/>
                </a:cubicBezTo>
                <a:moveTo>
                  <a:pt x="2487683" y="69131"/>
                </a:moveTo>
                <a:cubicBezTo>
                  <a:pt x="2506877" y="69131"/>
                  <a:pt x="2518709" y="86906"/>
                  <a:pt x="2518709" y="119721"/>
                </a:cubicBezTo>
                <a:cubicBezTo>
                  <a:pt x="2518709" y="148433"/>
                  <a:pt x="2504201" y="155498"/>
                  <a:pt x="2493711" y="155498"/>
                </a:cubicBezTo>
                <a:cubicBezTo>
                  <a:pt x="2470499" y="155498"/>
                  <a:pt x="2462911" y="126783"/>
                  <a:pt x="2462911" y="109237"/>
                </a:cubicBezTo>
                <a:cubicBezTo>
                  <a:pt x="2462911" y="89411"/>
                  <a:pt x="2467597" y="69131"/>
                  <a:pt x="2487683" y="69131"/>
                </a:cubicBezTo>
                <a:close/>
                <a:moveTo>
                  <a:pt x="2556651" y="63605"/>
                </a:moveTo>
                <a:cubicBezTo>
                  <a:pt x="2553525" y="63605"/>
                  <a:pt x="2552632" y="66340"/>
                  <a:pt x="2552632" y="68161"/>
                </a:cubicBezTo>
                <a:lnTo>
                  <a:pt x="2552632" y="71122"/>
                </a:lnTo>
                <a:cubicBezTo>
                  <a:pt x="2552632" y="72262"/>
                  <a:pt x="2552854" y="72488"/>
                  <a:pt x="2553750" y="72488"/>
                </a:cubicBezTo>
                <a:lnTo>
                  <a:pt x="2566916" y="72488"/>
                </a:lnTo>
                <a:lnTo>
                  <a:pt x="2566916" y="140937"/>
                </a:lnTo>
                <a:cubicBezTo>
                  <a:pt x="2566916" y="157089"/>
                  <a:pt x="2573836" y="163466"/>
                  <a:pt x="2584100" y="163466"/>
                </a:cubicBezTo>
                <a:cubicBezTo>
                  <a:pt x="2594368" y="163466"/>
                  <a:pt x="2605529" y="158459"/>
                  <a:pt x="2614233" y="148440"/>
                </a:cubicBezTo>
                <a:cubicBezTo>
                  <a:pt x="2613787" y="146167"/>
                  <a:pt x="2612449" y="144801"/>
                  <a:pt x="2610215" y="144576"/>
                </a:cubicBezTo>
                <a:cubicBezTo>
                  <a:pt x="2604412" y="149124"/>
                  <a:pt x="2597716" y="150942"/>
                  <a:pt x="2591913" y="150942"/>
                </a:cubicBezTo>
                <a:cubicBezTo>
                  <a:pt x="2585888" y="150942"/>
                  <a:pt x="2584550" y="144120"/>
                  <a:pt x="2584550" y="130022"/>
                </a:cubicBezTo>
                <a:lnTo>
                  <a:pt x="2584550" y="72488"/>
                </a:lnTo>
                <a:lnTo>
                  <a:pt x="2607759" y="72488"/>
                </a:lnTo>
                <a:cubicBezTo>
                  <a:pt x="2609993" y="72488"/>
                  <a:pt x="2613116" y="71577"/>
                  <a:pt x="2613116" y="69527"/>
                </a:cubicBezTo>
                <a:lnTo>
                  <a:pt x="2613116" y="64974"/>
                </a:lnTo>
                <a:cubicBezTo>
                  <a:pt x="2613116" y="64064"/>
                  <a:pt x="2612449" y="63605"/>
                  <a:pt x="2611332" y="63605"/>
                </a:cubicBezTo>
                <a:lnTo>
                  <a:pt x="2584550" y="63605"/>
                </a:lnTo>
                <a:lnTo>
                  <a:pt x="2584550" y="54726"/>
                </a:lnTo>
                <a:cubicBezTo>
                  <a:pt x="2584550" y="39922"/>
                  <a:pt x="2585442" y="30810"/>
                  <a:pt x="2585442" y="30810"/>
                </a:cubicBezTo>
                <a:cubicBezTo>
                  <a:pt x="2585442" y="29445"/>
                  <a:pt x="2584771" y="28760"/>
                  <a:pt x="2583654" y="28760"/>
                </a:cubicBezTo>
                <a:cubicBezTo>
                  <a:pt x="2582762" y="28760"/>
                  <a:pt x="2580753" y="29674"/>
                  <a:pt x="2578747" y="30810"/>
                </a:cubicBezTo>
                <a:cubicBezTo>
                  <a:pt x="2576291" y="32180"/>
                  <a:pt x="2574057" y="33316"/>
                  <a:pt x="2571156" y="34001"/>
                </a:cubicBezTo>
                <a:cubicBezTo>
                  <a:pt x="2568479" y="34911"/>
                  <a:pt x="2566248" y="35596"/>
                  <a:pt x="2566248" y="37187"/>
                </a:cubicBezTo>
                <a:cubicBezTo>
                  <a:pt x="2566248" y="39922"/>
                  <a:pt x="2566916" y="38327"/>
                  <a:pt x="2566916" y="63605"/>
                </a:cubicBezTo>
                <a:lnTo>
                  <a:pt x="2556651" y="63605"/>
                </a:lnTo>
                <a:close/>
                <a:moveTo>
                  <a:pt x="2682977" y="108101"/>
                </a:moveTo>
                <a:lnTo>
                  <a:pt x="2682977" y="138178"/>
                </a:lnTo>
                <a:cubicBezTo>
                  <a:pt x="2682977" y="141142"/>
                  <a:pt x="2681636" y="142737"/>
                  <a:pt x="2679851" y="144103"/>
                </a:cubicBezTo>
                <a:cubicBezTo>
                  <a:pt x="2674048" y="148888"/>
                  <a:pt x="2666460" y="154132"/>
                  <a:pt x="2660211" y="154132"/>
                </a:cubicBezTo>
                <a:cubicBezTo>
                  <a:pt x="2649051" y="154132"/>
                  <a:pt x="2644140" y="145017"/>
                  <a:pt x="2644140" y="137952"/>
                </a:cubicBezTo>
                <a:cubicBezTo>
                  <a:pt x="2644140" y="127697"/>
                  <a:pt x="2648829" y="117212"/>
                  <a:pt x="2665343" y="112886"/>
                </a:cubicBezTo>
                <a:lnTo>
                  <a:pt x="2682977" y="108101"/>
                </a:lnTo>
                <a:moveTo>
                  <a:pt x="2682977" y="150257"/>
                </a:moveTo>
                <a:cubicBezTo>
                  <a:pt x="2684316" y="157319"/>
                  <a:pt x="2686771" y="163466"/>
                  <a:pt x="2697931" y="163466"/>
                </a:cubicBezTo>
                <a:cubicBezTo>
                  <a:pt x="2706411" y="163466"/>
                  <a:pt x="2714445" y="159595"/>
                  <a:pt x="2719131" y="155043"/>
                </a:cubicBezTo>
                <a:cubicBezTo>
                  <a:pt x="2718685" y="152308"/>
                  <a:pt x="2717793" y="150257"/>
                  <a:pt x="2715338" y="148892"/>
                </a:cubicBezTo>
                <a:cubicBezTo>
                  <a:pt x="2713778" y="150257"/>
                  <a:pt x="2709980" y="152537"/>
                  <a:pt x="2707079" y="152537"/>
                </a:cubicBezTo>
                <a:cubicBezTo>
                  <a:pt x="2700608" y="152537"/>
                  <a:pt x="2700383" y="143648"/>
                  <a:pt x="2700383" y="133167"/>
                </a:cubicBezTo>
                <a:lnTo>
                  <a:pt x="2700383" y="99667"/>
                </a:lnTo>
                <a:cubicBezTo>
                  <a:pt x="2700383" y="67310"/>
                  <a:pt x="2682977" y="61159"/>
                  <a:pt x="2666681" y="61159"/>
                </a:cubicBezTo>
                <a:cubicBezTo>
                  <a:pt x="2648380" y="61159"/>
                  <a:pt x="2629856" y="73461"/>
                  <a:pt x="2629856" y="86451"/>
                </a:cubicBezTo>
                <a:cubicBezTo>
                  <a:pt x="2629856" y="91920"/>
                  <a:pt x="2632533" y="94655"/>
                  <a:pt x="2637669" y="94655"/>
                </a:cubicBezTo>
                <a:cubicBezTo>
                  <a:pt x="2644140" y="94655"/>
                  <a:pt x="2648158" y="89870"/>
                  <a:pt x="2648158" y="86906"/>
                </a:cubicBezTo>
                <a:cubicBezTo>
                  <a:pt x="2648158" y="85311"/>
                  <a:pt x="2647933" y="83716"/>
                  <a:pt x="2647487" y="82805"/>
                </a:cubicBezTo>
                <a:cubicBezTo>
                  <a:pt x="2647266" y="82121"/>
                  <a:pt x="2647041" y="80755"/>
                  <a:pt x="2647041" y="78246"/>
                </a:cubicBezTo>
                <a:cubicBezTo>
                  <a:pt x="2647041" y="71181"/>
                  <a:pt x="2656417" y="68675"/>
                  <a:pt x="2664897" y="68675"/>
                </a:cubicBezTo>
                <a:cubicBezTo>
                  <a:pt x="2672485" y="68675"/>
                  <a:pt x="2682977" y="72550"/>
                  <a:pt x="2682977" y="98301"/>
                </a:cubicBezTo>
                <a:cubicBezTo>
                  <a:pt x="2682977" y="99896"/>
                  <a:pt x="2682306" y="100806"/>
                  <a:pt x="2681636" y="101036"/>
                </a:cubicBezTo>
                <a:lnTo>
                  <a:pt x="2662441" y="105821"/>
                </a:lnTo>
                <a:cubicBezTo>
                  <a:pt x="2641017" y="111291"/>
                  <a:pt x="2625616" y="123367"/>
                  <a:pt x="2625616" y="138862"/>
                </a:cubicBezTo>
                <a:cubicBezTo>
                  <a:pt x="2625616" y="157548"/>
                  <a:pt x="2638115" y="163466"/>
                  <a:pt x="2653737" y="163466"/>
                </a:cubicBezTo>
                <a:cubicBezTo>
                  <a:pt x="2661549" y="163466"/>
                  <a:pt x="2668245" y="161645"/>
                  <a:pt x="2678066" y="153903"/>
                </a:cubicBezTo>
                <a:lnTo>
                  <a:pt x="2682531" y="150257"/>
                </a:lnTo>
                <a:lnTo>
                  <a:pt x="2682977" y="150257"/>
                </a:lnTo>
                <a:close/>
                <a:moveTo>
                  <a:pt x="2740781" y="133452"/>
                </a:moveTo>
                <a:cubicBezTo>
                  <a:pt x="2740781" y="152353"/>
                  <a:pt x="2738329" y="153489"/>
                  <a:pt x="2724713" y="154174"/>
                </a:cubicBezTo>
                <a:cubicBezTo>
                  <a:pt x="2723375" y="155540"/>
                  <a:pt x="2723375" y="160321"/>
                  <a:pt x="2724713" y="161687"/>
                </a:cubicBezTo>
                <a:cubicBezTo>
                  <a:pt x="2732526" y="161461"/>
                  <a:pt x="2740781" y="161232"/>
                  <a:pt x="2749710" y="161232"/>
                </a:cubicBezTo>
                <a:cubicBezTo>
                  <a:pt x="2758636" y="161232"/>
                  <a:pt x="2767120" y="161461"/>
                  <a:pt x="2774483" y="161687"/>
                </a:cubicBezTo>
                <a:cubicBezTo>
                  <a:pt x="2775825" y="160321"/>
                  <a:pt x="2775825" y="155540"/>
                  <a:pt x="2774483" y="154174"/>
                </a:cubicBezTo>
                <a:cubicBezTo>
                  <a:pt x="2760871" y="153489"/>
                  <a:pt x="2758415" y="152353"/>
                  <a:pt x="2758415" y="133452"/>
                </a:cubicBezTo>
                <a:lnTo>
                  <a:pt x="2758415" y="28486"/>
                </a:lnTo>
                <a:cubicBezTo>
                  <a:pt x="2758415" y="13689"/>
                  <a:pt x="2759307" y="4528"/>
                  <a:pt x="2759307" y="4528"/>
                </a:cubicBezTo>
                <a:cubicBezTo>
                  <a:pt x="2759307" y="2916"/>
                  <a:pt x="2758415" y="2221"/>
                  <a:pt x="2756406" y="2221"/>
                </a:cubicBezTo>
                <a:cubicBezTo>
                  <a:pt x="2750827" y="4528"/>
                  <a:pt x="2734085" y="7756"/>
                  <a:pt x="2725159" y="8448"/>
                </a:cubicBezTo>
                <a:cubicBezTo>
                  <a:pt x="2724713" y="10272"/>
                  <a:pt x="2725159" y="13914"/>
                  <a:pt x="2726498" y="15284"/>
                </a:cubicBezTo>
                <a:cubicBezTo>
                  <a:pt x="2739442" y="16191"/>
                  <a:pt x="2740781" y="16875"/>
                  <a:pt x="2740781" y="33952"/>
                </a:cubicBezTo>
                <a:lnTo>
                  <a:pt x="2740781" y="133452"/>
                </a:lnTo>
                <a:close/>
                <a:moveTo>
                  <a:pt x="2864429" y="79615"/>
                </a:moveTo>
                <a:cubicBezTo>
                  <a:pt x="2863091" y="81210"/>
                  <a:pt x="2861752" y="81669"/>
                  <a:pt x="2861752" y="79615"/>
                </a:cubicBezTo>
                <a:cubicBezTo>
                  <a:pt x="2861528" y="73461"/>
                  <a:pt x="2861082" y="64578"/>
                  <a:pt x="2859965" y="62299"/>
                </a:cubicBezTo>
                <a:cubicBezTo>
                  <a:pt x="2859518" y="61159"/>
                  <a:pt x="2859072" y="60478"/>
                  <a:pt x="2857288" y="60478"/>
                </a:cubicBezTo>
                <a:cubicBezTo>
                  <a:pt x="2851038" y="62983"/>
                  <a:pt x="2845235" y="65033"/>
                  <a:pt x="2829835" y="67080"/>
                </a:cubicBezTo>
                <a:cubicBezTo>
                  <a:pt x="2829389" y="68449"/>
                  <a:pt x="2829835" y="72091"/>
                  <a:pt x="2830281" y="73461"/>
                </a:cubicBezTo>
                <a:cubicBezTo>
                  <a:pt x="2842334" y="74600"/>
                  <a:pt x="2844789" y="75740"/>
                  <a:pt x="2844789" y="88963"/>
                </a:cubicBezTo>
                <a:lnTo>
                  <a:pt x="2844789" y="133424"/>
                </a:lnTo>
                <a:cubicBezTo>
                  <a:pt x="2844789" y="152120"/>
                  <a:pt x="2842558" y="153034"/>
                  <a:pt x="2829164" y="154174"/>
                </a:cubicBezTo>
                <a:cubicBezTo>
                  <a:pt x="2827826" y="155540"/>
                  <a:pt x="2827826" y="160321"/>
                  <a:pt x="2829164" y="161687"/>
                </a:cubicBezTo>
                <a:cubicBezTo>
                  <a:pt x="2835863" y="161461"/>
                  <a:pt x="2844789" y="161232"/>
                  <a:pt x="2853715" y="161232"/>
                </a:cubicBezTo>
                <a:cubicBezTo>
                  <a:pt x="2862645" y="161232"/>
                  <a:pt x="2869340" y="161461"/>
                  <a:pt x="2876036" y="161687"/>
                </a:cubicBezTo>
                <a:cubicBezTo>
                  <a:pt x="2877374" y="160321"/>
                  <a:pt x="2877374" y="155540"/>
                  <a:pt x="2876036" y="154174"/>
                </a:cubicBezTo>
                <a:cubicBezTo>
                  <a:pt x="2864654" y="153034"/>
                  <a:pt x="2862420" y="152120"/>
                  <a:pt x="2862420" y="133424"/>
                </a:cubicBezTo>
                <a:lnTo>
                  <a:pt x="2862420" y="96032"/>
                </a:lnTo>
                <a:cubicBezTo>
                  <a:pt x="2862420" y="91243"/>
                  <a:pt x="2864429" y="88508"/>
                  <a:pt x="2866214" y="86458"/>
                </a:cubicBezTo>
                <a:cubicBezTo>
                  <a:pt x="2874697" y="78020"/>
                  <a:pt x="2884740" y="73002"/>
                  <a:pt x="2893445" y="73002"/>
                </a:cubicBezTo>
                <a:cubicBezTo>
                  <a:pt x="2897910" y="73002"/>
                  <a:pt x="2902596" y="75966"/>
                  <a:pt x="2905273" y="81210"/>
                </a:cubicBezTo>
                <a:cubicBezTo>
                  <a:pt x="2907507" y="85773"/>
                  <a:pt x="2907953" y="91927"/>
                  <a:pt x="2907953" y="98766"/>
                </a:cubicBezTo>
                <a:lnTo>
                  <a:pt x="2907953" y="133424"/>
                </a:lnTo>
                <a:cubicBezTo>
                  <a:pt x="2907953" y="152120"/>
                  <a:pt x="2905719" y="153034"/>
                  <a:pt x="2894113" y="154174"/>
                </a:cubicBezTo>
                <a:cubicBezTo>
                  <a:pt x="2892999" y="155540"/>
                  <a:pt x="2892999" y="160321"/>
                  <a:pt x="2894113" y="161687"/>
                </a:cubicBezTo>
                <a:cubicBezTo>
                  <a:pt x="2900812" y="161461"/>
                  <a:pt x="2907953" y="161232"/>
                  <a:pt x="2916879" y="161232"/>
                </a:cubicBezTo>
                <a:cubicBezTo>
                  <a:pt x="2925809" y="161232"/>
                  <a:pt x="2933843" y="161461"/>
                  <a:pt x="2940538" y="161687"/>
                </a:cubicBezTo>
                <a:cubicBezTo>
                  <a:pt x="2941655" y="160321"/>
                  <a:pt x="2941655" y="155540"/>
                  <a:pt x="2940538" y="154174"/>
                </a:cubicBezTo>
                <a:cubicBezTo>
                  <a:pt x="2928039" y="153034"/>
                  <a:pt x="2925584" y="152120"/>
                  <a:pt x="2925584" y="133424"/>
                </a:cubicBezTo>
                <a:lnTo>
                  <a:pt x="2925584" y="99451"/>
                </a:lnTo>
                <a:cubicBezTo>
                  <a:pt x="2925584" y="86913"/>
                  <a:pt x="2924692" y="75966"/>
                  <a:pt x="2919559" y="68905"/>
                </a:cubicBezTo>
                <a:cubicBezTo>
                  <a:pt x="2915762" y="63894"/>
                  <a:pt x="2908845" y="61159"/>
                  <a:pt x="2901033" y="61159"/>
                </a:cubicBezTo>
                <a:cubicBezTo>
                  <a:pt x="2890097" y="61159"/>
                  <a:pt x="2877599" y="64119"/>
                  <a:pt x="2864429" y="79615"/>
                </a:cubicBezTo>
                <a:close/>
                <a:moveTo>
                  <a:pt x="2992765" y="163466"/>
                </a:moveTo>
                <a:cubicBezTo>
                  <a:pt x="3001470" y="163466"/>
                  <a:pt x="3011959" y="158914"/>
                  <a:pt x="3022895" y="149809"/>
                </a:cubicBezTo>
                <a:cubicBezTo>
                  <a:pt x="3024012" y="148899"/>
                  <a:pt x="3026021" y="148443"/>
                  <a:pt x="3026242" y="150035"/>
                </a:cubicBezTo>
                <a:cubicBezTo>
                  <a:pt x="3026913" y="155724"/>
                  <a:pt x="3028698" y="163466"/>
                  <a:pt x="3028698" y="163466"/>
                </a:cubicBezTo>
                <a:cubicBezTo>
                  <a:pt x="3030482" y="164151"/>
                  <a:pt x="3031599" y="163925"/>
                  <a:pt x="3032938" y="163466"/>
                </a:cubicBezTo>
                <a:cubicBezTo>
                  <a:pt x="3037849" y="159369"/>
                  <a:pt x="3045661" y="155953"/>
                  <a:pt x="3059277" y="154358"/>
                </a:cubicBezTo>
                <a:cubicBezTo>
                  <a:pt x="3060615" y="152992"/>
                  <a:pt x="3060615" y="149580"/>
                  <a:pt x="3059277" y="148217"/>
                </a:cubicBezTo>
                <a:cubicBezTo>
                  <a:pt x="3044990" y="147078"/>
                  <a:pt x="3042981" y="142758"/>
                  <a:pt x="3042981" y="131617"/>
                </a:cubicBezTo>
                <a:lnTo>
                  <a:pt x="3042981" y="87959"/>
                </a:lnTo>
                <a:cubicBezTo>
                  <a:pt x="3042981" y="81137"/>
                  <a:pt x="3043877" y="64530"/>
                  <a:pt x="3043877" y="64530"/>
                </a:cubicBezTo>
                <a:cubicBezTo>
                  <a:pt x="3043877" y="63845"/>
                  <a:pt x="3043206" y="63160"/>
                  <a:pt x="3042089" y="63160"/>
                </a:cubicBezTo>
                <a:cubicBezTo>
                  <a:pt x="3040975" y="63390"/>
                  <a:pt x="3037627" y="63619"/>
                  <a:pt x="3034280" y="63619"/>
                </a:cubicBezTo>
                <a:cubicBezTo>
                  <a:pt x="3027135" y="63619"/>
                  <a:pt x="3019101" y="63390"/>
                  <a:pt x="3011513" y="63160"/>
                </a:cubicBezTo>
                <a:cubicBezTo>
                  <a:pt x="3010175" y="64530"/>
                  <a:pt x="3010175" y="69311"/>
                  <a:pt x="3011513" y="70677"/>
                </a:cubicBezTo>
                <a:cubicBezTo>
                  <a:pt x="3022448" y="71358"/>
                  <a:pt x="3025350" y="74090"/>
                  <a:pt x="3025350" y="89095"/>
                </a:cubicBezTo>
                <a:lnTo>
                  <a:pt x="3025350" y="132983"/>
                </a:lnTo>
                <a:cubicBezTo>
                  <a:pt x="3025350" y="137302"/>
                  <a:pt x="3024904" y="139120"/>
                  <a:pt x="3021781" y="141851"/>
                </a:cubicBezTo>
                <a:cubicBezTo>
                  <a:pt x="3013522" y="149124"/>
                  <a:pt x="3005039" y="152763"/>
                  <a:pt x="2999461" y="152763"/>
                </a:cubicBezTo>
                <a:cubicBezTo>
                  <a:pt x="2992765" y="152763"/>
                  <a:pt x="2981605" y="149580"/>
                  <a:pt x="2981605" y="129344"/>
                </a:cubicBezTo>
                <a:lnTo>
                  <a:pt x="2981605" y="87959"/>
                </a:lnTo>
                <a:cubicBezTo>
                  <a:pt x="2981605" y="81137"/>
                  <a:pt x="2982497" y="64530"/>
                  <a:pt x="2982497" y="64530"/>
                </a:cubicBezTo>
                <a:cubicBezTo>
                  <a:pt x="2982497" y="63845"/>
                  <a:pt x="2981830" y="63160"/>
                  <a:pt x="2980713" y="63160"/>
                </a:cubicBezTo>
                <a:cubicBezTo>
                  <a:pt x="2979596" y="63390"/>
                  <a:pt x="2976248" y="63619"/>
                  <a:pt x="2972900" y="63619"/>
                </a:cubicBezTo>
                <a:cubicBezTo>
                  <a:pt x="2965758" y="63619"/>
                  <a:pt x="2957725" y="63390"/>
                  <a:pt x="2950134" y="63160"/>
                </a:cubicBezTo>
                <a:cubicBezTo>
                  <a:pt x="2948795" y="64530"/>
                  <a:pt x="2948795" y="69311"/>
                  <a:pt x="2950134" y="70677"/>
                </a:cubicBezTo>
                <a:cubicBezTo>
                  <a:pt x="2960848" y="71588"/>
                  <a:pt x="2963974" y="74090"/>
                  <a:pt x="2963974" y="88869"/>
                </a:cubicBezTo>
                <a:lnTo>
                  <a:pt x="2963974" y="132527"/>
                </a:lnTo>
                <a:cubicBezTo>
                  <a:pt x="2963974" y="148217"/>
                  <a:pt x="2970669" y="163466"/>
                  <a:pt x="2992765" y="163466"/>
                </a:cubicBezTo>
                <a:close/>
                <a:moveTo>
                  <a:pt x="3100790" y="79615"/>
                </a:moveTo>
                <a:cubicBezTo>
                  <a:pt x="3100565" y="72776"/>
                  <a:pt x="3100119" y="64578"/>
                  <a:pt x="3099002" y="62299"/>
                </a:cubicBezTo>
                <a:cubicBezTo>
                  <a:pt x="3098556" y="61159"/>
                  <a:pt x="3098110" y="60478"/>
                  <a:pt x="3096325" y="60478"/>
                </a:cubicBezTo>
                <a:cubicBezTo>
                  <a:pt x="3090076" y="62983"/>
                  <a:pt x="3084273" y="65033"/>
                  <a:pt x="3068872" y="67080"/>
                </a:cubicBezTo>
                <a:cubicBezTo>
                  <a:pt x="3068426" y="68449"/>
                  <a:pt x="3068872" y="72091"/>
                  <a:pt x="3069319" y="73461"/>
                </a:cubicBezTo>
                <a:cubicBezTo>
                  <a:pt x="3081371" y="74600"/>
                  <a:pt x="3083827" y="75740"/>
                  <a:pt x="3083827" y="88963"/>
                </a:cubicBezTo>
                <a:lnTo>
                  <a:pt x="3083827" y="133424"/>
                </a:lnTo>
                <a:cubicBezTo>
                  <a:pt x="3083827" y="152120"/>
                  <a:pt x="3080925" y="153260"/>
                  <a:pt x="3068648" y="154174"/>
                </a:cubicBezTo>
                <a:cubicBezTo>
                  <a:pt x="3067309" y="155540"/>
                  <a:pt x="3067309" y="160321"/>
                  <a:pt x="3068648" y="161687"/>
                </a:cubicBezTo>
                <a:cubicBezTo>
                  <a:pt x="3075347" y="161461"/>
                  <a:pt x="3083827" y="161232"/>
                  <a:pt x="3092753" y="161232"/>
                </a:cubicBezTo>
                <a:cubicBezTo>
                  <a:pt x="3101682" y="161232"/>
                  <a:pt x="3108599" y="161461"/>
                  <a:pt x="3115294" y="161687"/>
                </a:cubicBezTo>
                <a:cubicBezTo>
                  <a:pt x="3116636" y="160321"/>
                  <a:pt x="3116636" y="155540"/>
                  <a:pt x="3115294" y="154174"/>
                </a:cubicBezTo>
                <a:cubicBezTo>
                  <a:pt x="3103913" y="153034"/>
                  <a:pt x="3101457" y="152120"/>
                  <a:pt x="3101457" y="133424"/>
                </a:cubicBezTo>
                <a:lnTo>
                  <a:pt x="3101457" y="96032"/>
                </a:lnTo>
                <a:cubicBezTo>
                  <a:pt x="3101457" y="91243"/>
                  <a:pt x="3103467" y="88508"/>
                  <a:pt x="3105251" y="86458"/>
                </a:cubicBezTo>
                <a:cubicBezTo>
                  <a:pt x="3114181" y="77565"/>
                  <a:pt x="3122439" y="73002"/>
                  <a:pt x="3129356" y="73002"/>
                </a:cubicBezTo>
                <a:cubicBezTo>
                  <a:pt x="3137840" y="73002"/>
                  <a:pt x="3144089" y="78475"/>
                  <a:pt x="3144089" y="93752"/>
                </a:cubicBezTo>
                <a:lnTo>
                  <a:pt x="3144089" y="133424"/>
                </a:lnTo>
                <a:cubicBezTo>
                  <a:pt x="3144089" y="152120"/>
                  <a:pt x="3142301" y="153260"/>
                  <a:pt x="3130249" y="154174"/>
                </a:cubicBezTo>
                <a:cubicBezTo>
                  <a:pt x="3129135" y="155540"/>
                  <a:pt x="3129135" y="160321"/>
                  <a:pt x="3130249" y="161687"/>
                </a:cubicBezTo>
                <a:cubicBezTo>
                  <a:pt x="3135830" y="161461"/>
                  <a:pt x="3144089" y="161232"/>
                  <a:pt x="3153015" y="161232"/>
                </a:cubicBezTo>
                <a:cubicBezTo>
                  <a:pt x="3161945" y="161232"/>
                  <a:pt x="3169308" y="161461"/>
                  <a:pt x="3174889" y="161687"/>
                </a:cubicBezTo>
                <a:cubicBezTo>
                  <a:pt x="3176003" y="160321"/>
                  <a:pt x="3176003" y="155540"/>
                  <a:pt x="3174889" y="154174"/>
                </a:cubicBezTo>
                <a:cubicBezTo>
                  <a:pt x="3163729" y="153260"/>
                  <a:pt x="3161720" y="152120"/>
                  <a:pt x="3161720" y="133424"/>
                </a:cubicBezTo>
                <a:lnTo>
                  <a:pt x="3161720" y="97171"/>
                </a:lnTo>
                <a:cubicBezTo>
                  <a:pt x="3161720" y="93981"/>
                  <a:pt x="3161720" y="90788"/>
                  <a:pt x="3161495" y="88053"/>
                </a:cubicBezTo>
                <a:cubicBezTo>
                  <a:pt x="3172209" y="75966"/>
                  <a:pt x="3182252" y="73002"/>
                  <a:pt x="3190957" y="73002"/>
                </a:cubicBezTo>
                <a:cubicBezTo>
                  <a:pt x="3199441" y="73002"/>
                  <a:pt x="3204348" y="78020"/>
                  <a:pt x="3204348" y="93297"/>
                </a:cubicBezTo>
                <a:lnTo>
                  <a:pt x="3204348" y="133424"/>
                </a:lnTo>
                <a:cubicBezTo>
                  <a:pt x="3204348" y="152120"/>
                  <a:pt x="3202117" y="153260"/>
                  <a:pt x="3190511" y="154174"/>
                </a:cubicBezTo>
                <a:cubicBezTo>
                  <a:pt x="3189394" y="155540"/>
                  <a:pt x="3189394" y="160321"/>
                  <a:pt x="3190511" y="161687"/>
                </a:cubicBezTo>
                <a:cubicBezTo>
                  <a:pt x="3196093" y="161461"/>
                  <a:pt x="3204348" y="161232"/>
                  <a:pt x="3213278" y="161232"/>
                </a:cubicBezTo>
                <a:cubicBezTo>
                  <a:pt x="3222204" y="161232"/>
                  <a:pt x="3230016" y="161461"/>
                  <a:pt x="3236266" y="161687"/>
                </a:cubicBezTo>
                <a:cubicBezTo>
                  <a:pt x="3237383" y="160321"/>
                  <a:pt x="3237383" y="155540"/>
                  <a:pt x="3236266" y="154174"/>
                </a:cubicBezTo>
                <a:cubicBezTo>
                  <a:pt x="3223992" y="153260"/>
                  <a:pt x="3221982" y="152120"/>
                  <a:pt x="3221982" y="133424"/>
                </a:cubicBezTo>
                <a:lnTo>
                  <a:pt x="3221982" y="97401"/>
                </a:lnTo>
                <a:cubicBezTo>
                  <a:pt x="3221982" y="77109"/>
                  <a:pt x="3218635" y="61159"/>
                  <a:pt x="3198994" y="61159"/>
                </a:cubicBezTo>
                <a:cubicBezTo>
                  <a:pt x="3187609" y="61159"/>
                  <a:pt x="3173772" y="65489"/>
                  <a:pt x="3162166" y="78020"/>
                </a:cubicBezTo>
                <a:cubicBezTo>
                  <a:pt x="3161495" y="78705"/>
                  <a:pt x="3160157" y="79844"/>
                  <a:pt x="3159711" y="77791"/>
                </a:cubicBezTo>
                <a:cubicBezTo>
                  <a:pt x="3157701" y="68449"/>
                  <a:pt x="3148997" y="61159"/>
                  <a:pt x="3137394" y="61159"/>
                </a:cubicBezTo>
                <a:cubicBezTo>
                  <a:pt x="3124445" y="61159"/>
                  <a:pt x="3112842" y="68905"/>
                  <a:pt x="3103467" y="79615"/>
                </a:cubicBezTo>
                <a:cubicBezTo>
                  <a:pt x="3102350" y="80755"/>
                  <a:pt x="3101011" y="82353"/>
                  <a:pt x="3100790" y="79615"/>
                </a:cubicBezTo>
                <a:close/>
                <a:moveTo>
                  <a:pt x="3278003" y="78475"/>
                </a:moveTo>
                <a:cubicBezTo>
                  <a:pt x="3283806" y="73231"/>
                  <a:pt x="3290501" y="71181"/>
                  <a:pt x="3296972" y="71181"/>
                </a:cubicBezTo>
                <a:cubicBezTo>
                  <a:pt x="3310588" y="71181"/>
                  <a:pt x="3321748" y="88046"/>
                  <a:pt x="3321748" y="110147"/>
                </a:cubicBezTo>
                <a:cubicBezTo>
                  <a:pt x="3321748" y="136127"/>
                  <a:pt x="3311480" y="155724"/>
                  <a:pt x="3290277" y="155724"/>
                </a:cubicBezTo>
                <a:cubicBezTo>
                  <a:pt x="3283360" y="155724"/>
                  <a:pt x="3278670" y="150713"/>
                  <a:pt x="3274209" y="145013"/>
                </a:cubicBezTo>
                <a:lnTo>
                  <a:pt x="3274209" y="88046"/>
                </a:lnTo>
                <a:cubicBezTo>
                  <a:pt x="3274209" y="83260"/>
                  <a:pt x="3275101" y="80981"/>
                  <a:pt x="3278003" y="78475"/>
                </a:cubicBezTo>
                <a:moveTo>
                  <a:pt x="3276440" y="71410"/>
                </a:moveTo>
                <a:cubicBezTo>
                  <a:pt x="3275101" y="72776"/>
                  <a:pt x="3274209" y="72321"/>
                  <a:pt x="3274209" y="70270"/>
                </a:cubicBezTo>
                <a:lnTo>
                  <a:pt x="3274209" y="28340"/>
                </a:lnTo>
                <a:cubicBezTo>
                  <a:pt x="3274209" y="13529"/>
                  <a:pt x="3275101" y="4469"/>
                  <a:pt x="3275101" y="4469"/>
                </a:cubicBezTo>
                <a:cubicBezTo>
                  <a:pt x="3275101" y="2898"/>
                  <a:pt x="3274209" y="2221"/>
                  <a:pt x="3272200" y="2221"/>
                </a:cubicBezTo>
                <a:cubicBezTo>
                  <a:pt x="3266618" y="4469"/>
                  <a:pt x="3249879" y="7614"/>
                  <a:pt x="3240953" y="8288"/>
                </a:cubicBezTo>
                <a:cubicBezTo>
                  <a:pt x="3240507" y="10113"/>
                  <a:pt x="3240953" y="13755"/>
                  <a:pt x="3242292" y="15120"/>
                </a:cubicBezTo>
                <a:cubicBezTo>
                  <a:pt x="3253898" y="15805"/>
                  <a:pt x="3256575" y="14665"/>
                  <a:pt x="3256575" y="33809"/>
                </a:cubicBezTo>
                <a:lnTo>
                  <a:pt x="3256575" y="145013"/>
                </a:lnTo>
                <a:cubicBezTo>
                  <a:pt x="3256575" y="153903"/>
                  <a:pt x="3256353" y="158003"/>
                  <a:pt x="3255682" y="161190"/>
                </a:cubicBezTo>
                <a:cubicBezTo>
                  <a:pt x="3256799" y="163011"/>
                  <a:pt x="3257917" y="163925"/>
                  <a:pt x="3260593" y="163925"/>
                </a:cubicBezTo>
                <a:cubicBezTo>
                  <a:pt x="3261932" y="162556"/>
                  <a:pt x="3264166" y="160509"/>
                  <a:pt x="3265950" y="158459"/>
                </a:cubicBezTo>
                <a:cubicBezTo>
                  <a:pt x="3268181" y="155724"/>
                  <a:pt x="3269519" y="155724"/>
                  <a:pt x="3271975" y="157774"/>
                </a:cubicBezTo>
                <a:cubicBezTo>
                  <a:pt x="3277111" y="162101"/>
                  <a:pt x="3283806" y="163466"/>
                  <a:pt x="3291615" y="163466"/>
                </a:cubicBezTo>
                <a:cubicBezTo>
                  <a:pt x="3314382" y="163466"/>
                  <a:pt x="3340942" y="142278"/>
                  <a:pt x="3340942" y="106047"/>
                </a:cubicBezTo>
                <a:cubicBezTo>
                  <a:pt x="3340942" y="78246"/>
                  <a:pt x="3320856" y="61159"/>
                  <a:pt x="3301437" y="61159"/>
                </a:cubicBezTo>
                <a:cubicBezTo>
                  <a:pt x="3291840" y="61159"/>
                  <a:pt x="3283360" y="65033"/>
                  <a:pt x="3276440" y="71410"/>
                </a:cubicBezTo>
                <a:close/>
                <a:moveTo>
                  <a:pt x="3379108" y="97008"/>
                </a:moveTo>
                <a:cubicBezTo>
                  <a:pt x="3383348" y="71382"/>
                  <a:pt x="3398973" y="69343"/>
                  <a:pt x="3404330" y="69343"/>
                </a:cubicBezTo>
                <a:cubicBezTo>
                  <a:pt x="3412810" y="69343"/>
                  <a:pt x="3422853" y="74107"/>
                  <a:pt x="3422853" y="93154"/>
                </a:cubicBezTo>
                <a:cubicBezTo>
                  <a:pt x="3422853" y="95194"/>
                  <a:pt x="3421961" y="96330"/>
                  <a:pt x="3419505" y="96330"/>
                </a:cubicBezTo>
                <a:lnTo>
                  <a:pt x="3379108" y="97008"/>
                </a:lnTo>
                <a:moveTo>
                  <a:pt x="3437582" y="140020"/>
                </a:moveTo>
                <a:cubicBezTo>
                  <a:pt x="3429327" y="148669"/>
                  <a:pt x="3422853" y="152308"/>
                  <a:pt x="3409908" y="152308"/>
                </a:cubicBezTo>
                <a:cubicBezTo>
                  <a:pt x="3401874" y="152308"/>
                  <a:pt x="3392499" y="147529"/>
                  <a:pt x="3385582" y="135926"/>
                </a:cubicBezTo>
                <a:cubicBezTo>
                  <a:pt x="3381117" y="128416"/>
                  <a:pt x="3378437" y="117949"/>
                  <a:pt x="3378437" y="104751"/>
                </a:cubicBezTo>
                <a:lnTo>
                  <a:pt x="3437807" y="105206"/>
                </a:lnTo>
                <a:cubicBezTo>
                  <a:pt x="3440484" y="105206"/>
                  <a:pt x="3442047" y="103840"/>
                  <a:pt x="3442047" y="101335"/>
                </a:cubicBezTo>
                <a:cubicBezTo>
                  <a:pt x="3442047" y="82270"/>
                  <a:pt x="3435352" y="61826"/>
                  <a:pt x="3404330" y="61826"/>
                </a:cubicBezTo>
                <a:cubicBezTo>
                  <a:pt x="3384911" y="61826"/>
                  <a:pt x="3359689" y="80682"/>
                  <a:pt x="3359689" y="115218"/>
                </a:cubicBezTo>
                <a:cubicBezTo>
                  <a:pt x="3359689" y="127961"/>
                  <a:pt x="3362815" y="140249"/>
                  <a:pt x="3370182" y="148895"/>
                </a:cubicBezTo>
                <a:cubicBezTo>
                  <a:pt x="3377769" y="158003"/>
                  <a:pt x="3388259" y="163466"/>
                  <a:pt x="3404330" y="163466"/>
                </a:cubicBezTo>
                <a:cubicBezTo>
                  <a:pt x="3421290" y="163466"/>
                  <a:pt x="3433342" y="155498"/>
                  <a:pt x="3442272" y="143662"/>
                </a:cubicBezTo>
                <a:cubicBezTo>
                  <a:pt x="3441601" y="141385"/>
                  <a:pt x="3440263" y="140249"/>
                  <a:pt x="3437582" y="140020"/>
                </a:cubicBezTo>
                <a:close/>
                <a:moveTo>
                  <a:pt x="3490480" y="79612"/>
                </a:moveTo>
                <a:cubicBezTo>
                  <a:pt x="3490034" y="70496"/>
                  <a:pt x="3489809" y="64578"/>
                  <a:pt x="3488696" y="62299"/>
                </a:cubicBezTo>
                <a:cubicBezTo>
                  <a:pt x="3488246" y="61159"/>
                  <a:pt x="3487800" y="60478"/>
                  <a:pt x="3486016" y="60478"/>
                </a:cubicBezTo>
                <a:cubicBezTo>
                  <a:pt x="3479766" y="62983"/>
                  <a:pt x="3473963" y="65033"/>
                  <a:pt x="3458563" y="67080"/>
                </a:cubicBezTo>
                <a:cubicBezTo>
                  <a:pt x="3458117" y="68449"/>
                  <a:pt x="3458563" y="72091"/>
                  <a:pt x="3459009" y="73457"/>
                </a:cubicBezTo>
                <a:cubicBezTo>
                  <a:pt x="3471062" y="74597"/>
                  <a:pt x="3473517" y="75737"/>
                  <a:pt x="3473517" y="88960"/>
                </a:cubicBezTo>
                <a:lnTo>
                  <a:pt x="3473517" y="133424"/>
                </a:lnTo>
                <a:cubicBezTo>
                  <a:pt x="3473517" y="152349"/>
                  <a:pt x="3470840" y="153260"/>
                  <a:pt x="3457000" y="154174"/>
                </a:cubicBezTo>
                <a:cubicBezTo>
                  <a:pt x="3455661" y="155540"/>
                  <a:pt x="3455661" y="160321"/>
                  <a:pt x="3457000" y="161687"/>
                </a:cubicBezTo>
                <a:cubicBezTo>
                  <a:pt x="3464812" y="161461"/>
                  <a:pt x="3473517" y="161232"/>
                  <a:pt x="3482447" y="161232"/>
                </a:cubicBezTo>
                <a:cubicBezTo>
                  <a:pt x="3491373" y="161232"/>
                  <a:pt x="3501641" y="161461"/>
                  <a:pt x="3509450" y="161687"/>
                </a:cubicBezTo>
                <a:cubicBezTo>
                  <a:pt x="3510791" y="160321"/>
                  <a:pt x="3510791" y="155540"/>
                  <a:pt x="3509450" y="154174"/>
                </a:cubicBezTo>
                <a:cubicBezTo>
                  <a:pt x="3493828" y="153034"/>
                  <a:pt x="3491148" y="152349"/>
                  <a:pt x="3491148" y="133424"/>
                </a:cubicBezTo>
                <a:lnTo>
                  <a:pt x="3491148" y="101731"/>
                </a:lnTo>
                <a:cubicBezTo>
                  <a:pt x="3491148" y="95802"/>
                  <a:pt x="3493828" y="90558"/>
                  <a:pt x="3496505" y="86454"/>
                </a:cubicBezTo>
                <a:cubicBezTo>
                  <a:pt x="3498960" y="82805"/>
                  <a:pt x="3504096" y="75282"/>
                  <a:pt x="3506773" y="75282"/>
                </a:cubicBezTo>
                <a:cubicBezTo>
                  <a:pt x="3508782" y="75282"/>
                  <a:pt x="3510791" y="75737"/>
                  <a:pt x="3512576" y="78246"/>
                </a:cubicBezTo>
                <a:cubicBezTo>
                  <a:pt x="3514139" y="80526"/>
                  <a:pt x="3516816" y="83490"/>
                  <a:pt x="3520610" y="83490"/>
                </a:cubicBezTo>
                <a:cubicBezTo>
                  <a:pt x="3525967" y="83490"/>
                  <a:pt x="3531099" y="77787"/>
                  <a:pt x="3531099" y="72091"/>
                </a:cubicBezTo>
                <a:cubicBezTo>
                  <a:pt x="3531099" y="67765"/>
                  <a:pt x="3527084" y="61159"/>
                  <a:pt x="3517708" y="61159"/>
                </a:cubicBezTo>
                <a:cubicBezTo>
                  <a:pt x="3507219" y="61159"/>
                  <a:pt x="3498068" y="71181"/>
                  <a:pt x="3492936" y="80067"/>
                </a:cubicBezTo>
                <a:cubicBezTo>
                  <a:pt x="3491597" y="82576"/>
                  <a:pt x="3490480" y="80751"/>
                  <a:pt x="3490480" y="79612"/>
                </a:cubicBezTo>
                <a:close/>
                <a:moveTo>
                  <a:pt x="3588235" y="114477"/>
                </a:moveTo>
                <a:cubicBezTo>
                  <a:pt x="3588235" y="137723"/>
                  <a:pt x="3603414" y="163466"/>
                  <a:pt x="3635107" y="163466"/>
                </a:cubicBezTo>
                <a:cubicBezTo>
                  <a:pt x="3649390" y="163466"/>
                  <a:pt x="3660329" y="158229"/>
                  <a:pt x="3667917" y="150713"/>
                </a:cubicBezTo>
                <a:cubicBezTo>
                  <a:pt x="3677960" y="140683"/>
                  <a:pt x="3682425" y="126328"/>
                  <a:pt x="3682425" y="112427"/>
                </a:cubicBezTo>
                <a:cubicBezTo>
                  <a:pt x="3682425" y="88727"/>
                  <a:pt x="3669701" y="61159"/>
                  <a:pt x="3635553" y="61159"/>
                </a:cubicBezTo>
                <a:cubicBezTo>
                  <a:pt x="3620824" y="61159"/>
                  <a:pt x="3608771" y="67310"/>
                  <a:pt x="3600513" y="77106"/>
                </a:cubicBezTo>
                <a:cubicBezTo>
                  <a:pt x="3592479" y="86906"/>
                  <a:pt x="3588235" y="100122"/>
                  <a:pt x="3588235" y="114477"/>
                </a:cubicBezTo>
                <a:moveTo>
                  <a:pt x="3632205" y="69131"/>
                </a:moveTo>
                <a:cubicBezTo>
                  <a:pt x="3651399" y="69131"/>
                  <a:pt x="3663231" y="86906"/>
                  <a:pt x="3663231" y="119721"/>
                </a:cubicBezTo>
                <a:cubicBezTo>
                  <a:pt x="3663231" y="148433"/>
                  <a:pt x="3648723" y="155498"/>
                  <a:pt x="3638233" y="155498"/>
                </a:cubicBezTo>
                <a:cubicBezTo>
                  <a:pt x="3615021" y="155498"/>
                  <a:pt x="3607433" y="126783"/>
                  <a:pt x="3607433" y="109237"/>
                </a:cubicBezTo>
                <a:cubicBezTo>
                  <a:pt x="3607433" y="89411"/>
                  <a:pt x="3612119" y="69131"/>
                  <a:pt x="3632205" y="69131"/>
                </a:cubicBezTo>
                <a:close/>
                <a:moveTo>
                  <a:pt x="3730632" y="133469"/>
                </a:moveTo>
                <a:lnTo>
                  <a:pt x="3730632" y="72488"/>
                </a:lnTo>
                <a:lnTo>
                  <a:pt x="3751389" y="72488"/>
                </a:lnTo>
                <a:cubicBezTo>
                  <a:pt x="3753398" y="72488"/>
                  <a:pt x="3756525" y="71577"/>
                  <a:pt x="3756525" y="69527"/>
                </a:cubicBezTo>
                <a:lnTo>
                  <a:pt x="3756525" y="64974"/>
                </a:lnTo>
                <a:cubicBezTo>
                  <a:pt x="3756525" y="64064"/>
                  <a:pt x="3755854" y="63605"/>
                  <a:pt x="3754737" y="63605"/>
                </a:cubicBezTo>
                <a:lnTo>
                  <a:pt x="3730632" y="63605"/>
                </a:lnTo>
                <a:lnTo>
                  <a:pt x="3730632" y="50594"/>
                </a:lnTo>
                <a:cubicBezTo>
                  <a:pt x="3730632" y="15443"/>
                  <a:pt x="3740900" y="9967"/>
                  <a:pt x="3748266" y="9967"/>
                </a:cubicBezTo>
                <a:cubicBezTo>
                  <a:pt x="3754961" y="9967"/>
                  <a:pt x="3758530" y="12705"/>
                  <a:pt x="3761657" y="20694"/>
                </a:cubicBezTo>
                <a:cubicBezTo>
                  <a:pt x="3763441" y="24802"/>
                  <a:pt x="3765897" y="27999"/>
                  <a:pt x="3770583" y="27999"/>
                </a:cubicBezTo>
                <a:cubicBezTo>
                  <a:pt x="3774377" y="27999"/>
                  <a:pt x="3779734" y="23203"/>
                  <a:pt x="3779734" y="18641"/>
                </a:cubicBezTo>
                <a:cubicBezTo>
                  <a:pt x="3779734" y="14759"/>
                  <a:pt x="3777278" y="10651"/>
                  <a:pt x="3772592" y="7006"/>
                </a:cubicBezTo>
                <a:cubicBezTo>
                  <a:pt x="3766789" y="2905"/>
                  <a:pt x="3760986" y="2221"/>
                  <a:pt x="3752506" y="2221"/>
                </a:cubicBezTo>
                <a:cubicBezTo>
                  <a:pt x="3733758" y="2221"/>
                  <a:pt x="3713001" y="18866"/>
                  <a:pt x="3713001" y="54476"/>
                </a:cubicBezTo>
                <a:lnTo>
                  <a:pt x="3713001" y="63605"/>
                </a:lnTo>
                <a:lnTo>
                  <a:pt x="3701619" y="63605"/>
                </a:lnTo>
                <a:cubicBezTo>
                  <a:pt x="3697601" y="63605"/>
                  <a:pt x="3696483" y="66340"/>
                  <a:pt x="3696483" y="68161"/>
                </a:cubicBezTo>
                <a:lnTo>
                  <a:pt x="3696483" y="71122"/>
                </a:lnTo>
                <a:cubicBezTo>
                  <a:pt x="3696483" y="72262"/>
                  <a:pt x="3696708" y="72488"/>
                  <a:pt x="3697601" y="72488"/>
                </a:cubicBezTo>
                <a:lnTo>
                  <a:pt x="3713001" y="72488"/>
                </a:lnTo>
                <a:lnTo>
                  <a:pt x="3713001" y="133469"/>
                </a:lnTo>
                <a:cubicBezTo>
                  <a:pt x="3713001" y="152353"/>
                  <a:pt x="3709428" y="153263"/>
                  <a:pt x="3697376" y="154174"/>
                </a:cubicBezTo>
                <a:cubicBezTo>
                  <a:pt x="3696037" y="155540"/>
                  <a:pt x="3696037" y="160321"/>
                  <a:pt x="3697376" y="161687"/>
                </a:cubicBezTo>
                <a:cubicBezTo>
                  <a:pt x="3705188" y="161461"/>
                  <a:pt x="3713001" y="161232"/>
                  <a:pt x="3721927" y="161232"/>
                </a:cubicBezTo>
                <a:cubicBezTo>
                  <a:pt x="3730856" y="161232"/>
                  <a:pt x="3741570" y="161461"/>
                  <a:pt x="3749380" y="161687"/>
                </a:cubicBezTo>
                <a:cubicBezTo>
                  <a:pt x="3750721" y="160321"/>
                  <a:pt x="3750721" y="155540"/>
                  <a:pt x="3749380" y="154174"/>
                </a:cubicBezTo>
                <a:cubicBezTo>
                  <a:pt x="3731973" y="153263"/>
                  <a:pt x="3730632" y="152353"/>
                  <a:pt x="3730632" y="133469"/>
                </a:cubicBezTo>
                <a:close/>
                <a:moveTo>
                  <a:pt x="3882624" y="132937"/>
                </a:moveTo>
                <a:cubicBezTo>
                  <a:pt x="3882624" y="137267"/>
                  <a:pt x="3882178" y="139092"/>
                  <a:pt x="3879055" y="141827"/>
                </a:cubicBezTo>
                <a:cubicBezTo>
                  <a:pt x="3870796" y="149117"/>
                  <a:pt x="3863655" y="152763"/>
                  <a:pt x="3858073" y="152763"/>
                </a:cubicBezTo>
                <a:cubicBezTo>
                  <a:pt x="3846024" y="152763"/>
                  <a:pt x="3833525" y="139318"/>
                  <a:pt x="3833525" y="110832"/>
                </a:cubicBezTo>
                <a:cubicBezTo>
                  <a:pt x="3833525" y="94426"/>
                  <a:pt x="3836648" y="85311"/>
                  <a:pt x="3839996" y="80526"/>
                </a:cubicBezTo>
                <a:cubicBezTo>
                  <a:pt x="3846916" y="69815"/>
                  <a:pt x="3856288" y="69131"/>
                  <a:pt x="3860753" y="69131"/>
                </a:cubicBezTo>
                <a:cubicBezTo>
                  <a:pt x="3868787" y="69131"/>
                  <a:pt x="3874369" y="72095"/>
                  <a:pt x="3878830" y="77335"/>
                </a:cubicBezTo>
                <a:cubicBezTo>
                  <a:pt x="3881956" y="80981"/>
                  <a:pt x="3882624" y="82576"/>
                  <a:pt x="3882624" y="89641"/>
                </a:cubicBezTo>
                <a:lnTo>
                  <a:pt x="3882624" y="132937"/>
                </a:lnTo>
                <a:moveTo>
                  <a:pt x="3880172" y="149802"/>
                </a:moveTo>
                <a:cubicBezTo>
                  <a:pt x="3881285" y="148892"/>
                  <a:pt x="3883295" y="148433"/>
                  <a:pt x="3883520" y="150028"/>
                </a:cubicBezTo>
                <a:cubicBezTo>
                  <a:pt x="3884187" y="155498"/>
                  <a:pt x="3885975" y="163466"/>
                  <a:pt x="3885975" y="163466"/>
                </a:cubicBezTo>
                <a:cubicBezTo>
                  <a:pt x="3887760" y="164151"/>
                  <a:pt x="3888873" y="163925"/>
                  <a:pt x="3890215" y="163466"/>
                </a:cubicBezTo>
                <a:cubicBezTo>
                  <a:pt x="3895123" y="159359"/>
                  <a:pt x="3902935" y="155943"/>
                  <a:pt x="3916551" y="154348"/>
                </a:cubicBezTo>
                <a:cubicBezTo>
                  <a:pt x="3917889" y="152982"/>
                  <a:pt x="3917889" y="149566"/>
                  <a:pt x="3916551" y="148200"/>
                </a:cubicBezTo>
                <a:cubicBezTo>
                  <a:pt x="3902268" y="147060"/>
                  <a:pt x="3900258" y="142730"/>
                  <a:pt x="3900258" y="131565"/>
                </a:cubicBezTo>
                <a:lnTo>
                  <a:pt x="3900258" y="28340"/>
                </a:lnTo>
                <a:cubicBezTo>
                  <a:pt x="3900258" y="13529"/>
                  <a:pt x="3901150" y="4469"/>
                  <a:pt x="3901150" y="4469"/>
                </a:cubicBezTo>
                <a:cubicBezTo>
                  <a:pt x="3901150" y="2898"/>
                  <a:pt x="3900258" y="2221"/>
                  <a:pt x="3898249" y="2221"/>
                </a:cubicBezTo>
                <a:cubicBezTo>
                  <a:pt x="3892670" y="4469"/>
                  <a:pt x="3875928" y="7614"/>
                  <a:pt x="3867002" y="8288"/>
                </a:cubicBezTo>
                <a:cubicBezTo>
                  <a:pt x="3866556" y="10113"/>
                  <a:pt x="3867002" y="13755"/>
                  <a:pt x="3868341" y="15120"/>
                </a:cubicBezTo>
                <a:cubicBezTo>
                  <a:pt x="3879947" y="15805"/>
                  <a:pt x="3882624" y="14665"/>
                  <a:pt x="3882624" y="33809"/>
                </a:cubicBezTo>
                <a:lnTo>
                  <a:pt x="3882624" y="62983"/>
                </a:lnTo>
                <a:cubicBezTo>
                  <a:pt x="3882624" y="64578"/>
                  <a:pt x="3882178" y="65033"/>
                  <a:pt x="3880618" y="65033"/>
                </a:cubicBezTo>
                <a:cubicBezTo>
                  <a:pt x="3879722" y="65033"/>
                  <a:pt x="3870575" y="61159"/>
                  <a:pt x="3863208" y="61159"/>
                </a:cubicBezTo>
                <a:cubicBezTo>
                  <a:pt x="3848476" y="61159"/>
                  <a:pt x="3838657" y="66170"/>
                  <a:pt x="3829728" y="74826"/>
                </a:cubicBezTo>
                <a:cubicBezTo>
                  <a:pt x="3820131" y="84626"/>
                  <a:pt x="3814328" y="98071"/>
                  <a:pt x="3814328" y="114933"/>
                </a:cubicBezTo>
                <a:cubicBezTo>
                  <a:pt x="3814328" y="142967"/>
                  <a:pt x="3828168" y="163466"/>
                  <a:pt x="3852273" y="163466"/>
                </a:cubicBezTo>
                <a:cubicBezTo>
                  <a:pt x="3860974" y="163466"/>
                  <a:pt x="3869233" y="158914"/>
                  <a:pt x="3880172" y="149802"/>
                </a:cubicBezTo>
                <a:close/>
                <a:moveTo>
                  <a:pt x="3927708" y="114477"/>
                </a:moveTo>
                <a:cubicBezTo>
                  <a:pt x="3927708" y="137723"/>
                  <a:pt x="3942887" y="163466"/>
                  <a:pt x="3974580" y="163466"/>
                </a:cubicBezTo>
                <a:cubicBezTo>
                  <a:pt x="3988863" y="163466"/>
                  <a:pt x="3999802" y="158229"/>
                  <a:pt x="4007389" y="150713"/>
                </a:cubicBezTo>
                <a:cubicBezTo>
                  <a:pt x="4017433" y="140683"/>
                  <a:pt x="4021897" y="126328"/>
                  <a:pt x="4021897" y="112427"/>
                </a:cubicBezTo>
                <a:cubicBezTo>
                  <a:pt x="4021897" y="88727"/>
                  <a:pt x="4009174" y="61159"/>
                  <a:pt x="3975026" y="61159"/>
                </a:cubicBezTo>
                <a:cubicBezTo>
                  <a:pt x="3960297" y="61159"/>
                  <a:pt x="3948244" y="67310"/>
                  <a:pt x="3939985" y="77106"/>
                </a:cubicBezTo>
                <a:cubicBezTo>
                  <a:pt x="3931952" y="86906"/>
                  <a:pt x="3927708" y="100122"/>
                  <a:pt x="3927708" y="114477"/>
                </a:cubicBezTo>
                <a:moveTo>
                  <a:pt x="3971678" y="69131"/>
                </a:moveTo>
                <a:cubicBezTo>
                  <a:pt x="3990872" y="69131"/>
                  <a:pt x="4002703" y="86906"/>
                  <a:pt x="4002703" y="119721"/>
                </a:cubicBezTo>
                <a:cubicBezTo>
                  <a:pt x="4002703" y="148433"/>
                  <a:pt x="3988195" y="155498"/>
                  <a:pt x="3977706" y="155498"/>
                </a:cubicBezTo>
                <a:cubicBezTo>
                  <a:pt x="3954493" y="155498"/>
                  <a:pt x="3946906" y="126783"/>
                  <a:pt x="3946906" y="109237"/>
                </a:cubicBezTo>
                <a:cubicBezTo>
                  <a:pt x="3946906" y="89411"/>
                  <a:pt x="3951592" y="69131"/>
                  <a:pt x="3971678" y="69131"/>
                </a:cubicBezTo>
                <a:close/>
                <a:moveTo>
                  <a:pt x="4074791" y="70677"/>
                </a:moveTo>
                <a:cubicBezTo>
                  <a:pt x="4076133" y="69311"/>
                  <a:pt x="4076133" y="64530"/>
                  <a:pt x="4074791" y="63160"/>
                </a:cubicBezTo>
                <a:cubicBezTo>
                  <a:pt x="4068096" y="63390"/>
                  <a:pt x="4060284" y="63619"/>
                  <a:pt x="4052250" y="63619"/>
                </a:cubicBezTo>
                <a:cubicBezTo>
                  <a:pt x="4043770" y="63619"/>
                  <a:pt x="4037742" y="63390"/>
                  <a:pt x="4031939" y="63160"/>
                </a:cubicBezTo>
                <a:cubicBezTo>
                  <a:pt x="4030600" y="64530"/>
                  <a:pt x="4030600" y="69311"/>
                  <a:pt x="4031939" y="70677"/>
                </a:cubicBezTo>
                <a:cubicBezTo>
                  <a:pt x="4042431" y="71813"/>
                  <a:pt x="4044883" y="74090"/>
                  <a:pt x="4049573" y="85912"/>
                </a:cubicBezTo>
                <a:lnTo>
                  <a:pt x="4078810" y="159366"/>
                </a:lnTo>
                <a:cubicBezTo>
                  <a:pt x="4080149" y="162549"/>
                  <a:pt x="4081933" y="163911"/>
                  <a:pt x="4084167" y="163911"/>
                </a:cubicBezTo>
                <a:cubicBezTo>
                  <a:pt x="4086176" y="163911"/>
                  <a:pt x="4087961" y="162549"/>
                  <a:pt x="4089524" y="158910"/>
                </a:cubicBezTo>
                <a:lnTo>
                  <a:pt x="4112066" y="102968"/>
                </a:lnTo>
                <a:lnTo>
                  <a:pt x="4135054" y="159366"/>
                </a:lnTo>
                <a:cubicBezTo>
                  <a:pt x="4136392" y="162549"/>
                  <a:pt x="4138180" y="163911"/>
                  <a:pt x="4140411" y="163911"/>
                </a:cubicBezTo>
                <a:cubicBezTo>
                  <a:pt x="4142420" y="163911"/>
                  <a:pt x="4144205" y="162549"/>
                  <a:pt x="4145543" y="159136"/>
                </a:cubicBezTo>
                <a:lnTo>
                  <a:pt x="4174784" y="87052"/>
                </a:lnTo>
                <a:cubicBezTo>
                  <a:pt x="4178353" y="77728"/>
                  <a:pt x="4182147" y="71358"/>
                  <a:pt x="4193532" y="70677"/>
                </a:cubicBezTo>
                <a:cubicBezTo>
                  <a:pt x="4194870" y="69311"/>
                  <a:pt x="4194870" y="64530"/>
                  <a:pt x="4193532" y="63160"/>
                </a:cubicBezTo>
                <a:cubicBezTo>
                  <a:pt x="4189067" y="63390"/>
                  <a:pt x="4184156" y="63619"/>
                  <a:pt x="4177461" y="63619"/>
                </a:cubicBezTo>
                <a:cubicBezTo>
                  <a:pt x="4170765" y="63619"/>
                  <a:pt x="4161390" y="63390"/>
                  <a:pt x="4154694" y="63160"/>
                </a:cubicBezTo>
                <a:cubicBezTo>
                  <a:pt x="4153356" y="64530"/>
                  <a:pt x="4153356" y="69311"/>
                  <a:pt x="4154694" y="70677"/>
                </a:cubicBezTo>
                <a:cubicBezTo>
                  <a:pt x="4171433" y="71588"/>
                  <a:pt x="4169202" y="78183"/>
                  <a:pt x="4166079" y="86141"/>
                </a:cubicBezTo>
                <a:lnTo>
                  <a:pt x="4147331" y="133441"/>
                </a:lnTo>
                <a:cubicBezTo>
                  <a:pt x="4145097" y="139127"/>
                  <a:pt x="4144205" y="139127"/>
                  <a:pt x="4142420" y="134352"/>
                </a:cubicBezTo>
                <a:lnTo>
                  <a:pt x="4123226" y="84550"/>
                </a:lnTo>
                <a:cubicBezTo>
                  <a:pt x="4118983" y="73860"/>
                  <a:pt x="4119432" y="71588"/>
                  <a:pt x="4131260" y="70677"/>
                </a:cubicBezTo>
                <a:cubicBezTo>
                  <a:pt x="4132598" y="69311"/>
                  <a:pt x="4132598" y="64530"/>
                  <a:pt x="4131260" y="63160"/>
                </a:cubicBezTo>
                <a:cubicBezTo>
                  <a:pt x="4124565" y="63390"/>
                  <a:pt x="4115635" y="63619"/>
                  <a:pt x="4108940" y="63619"/>
                </a:cubicBezTo>
                <a:cubicBezTo>
                  <a:pt x="4103361" y="63619"/>
                  <a:pt x="4095995" y="63390"/>
                  <a:pt x="4089299" y="63160"/>
                </a:cubicBezTo>
                <a:cubicBezTo>
                  <a:pt x="4087961" y="64530"/>
                  <a:pt x="4087961" y="69311"/>
                  <a:pt x="4089299" y="70677"/>
                </a:cubicBezTo>
                <a:cubicBezTo>
                  <a:pt x="4099789" y="71588"/>
                  <a:pt x="4102469" y="78183"/>
                  <a:pt x="4106484" y="88414"/>
                </a:cubicBezTo>
                <a:lnTo>
                  <a:pt x="4107826" y="92053"/>
                </a:lnTo>
                <a:lnTo>
                  <a:pt x="4092201" y="132305"/>
                </a:lnTo>
                <a:cubicBezTo>
                  <a:pt x="4089299" y="139808"/>
                  <a:pt x="4088853" y="140037"/>
                  <a:pt x="4085952" y="132760"/>
                </a:cubicBezTo>
                <a:lnTo>
                  <a:pt x="4068096" y="85912"/>
                </a:lnTo>
                <a:cubicBezTo>
                  <a:pt x="4063856" y="74997"/>
                  <a:pt x="4064081" y="71358"/>
                  <a:pt x="4074791" y="70677"/>
                </a:cubicBezTo>
                <a:close/>
                <a:moveTo>
                  <a:pt x="4237275" y="79615"/>
                </a:moveTo>
                <a:cubicBezTo>
                  <a:pt x="4235937" y="81210"/>
                  <a:pt x="4234598" y="81669"/>
                  <a:pt x="4234598" y="79615"/>
                </a:cubicBezTo>
                <a:cubicBezTo>
                  <a:pt x="4234374" y="73461"/>
                  <a:pt x="4233927" y="64578"/>
                  <a:pt x="4232810" y="62299"/>
                </a:cubicBezTo>
                <a:cubicBezTo>
                  <a:pt x="4232364" y="61159"/>
                  <a:pt x="4231918" y="60478"/>
                  <a:pt x="4230134" y="60478"/>
                </a:cubicBezTo>
                <a:cubicBezTo>
                  <a:pt x="4223884" y="62983"/>
                  <a:pt x="4218081" y="65033"/>
                  <a:pt x="4202681" y="67080"/>
                </a:cubicBezTo>
                <a:cubicBezTo>
                  <a:pt x="4202235" y="68449"/>
                  <a:pt x="4202681" y="72091"/>
                  <a:pt x="4203127" y="73461"/>
                </a:cubicBezTo>
                <a:cubicBezTo>
                  <a:pt x="4215180" y="74600"/>
                  <a:pt x="4217635" y="75740"/>
                  <a:pt x="4217635" y="88963"/>
                </a:cubicBezTo>
                <a:lnTo>
                  <a:pt x="4217635" y="133424"/>
                </a:lnTo>
                <a:cubicBezTo>
                  <a:pt x="4217635" y="152120"/>
                  <a:pt x="4215404" y="153034"/>
                  <a:pt x="4202010" y="154174"/>
                </a:cubicBezTo>
                <a:cubicBezTo>
                  <a:pt x="4200672" y="155540"/>
                  <a:pt x="4200672" y="160321"/>
                  <a:pt x="4202010" y="161687"/>
                </a:cubicBezTo>
                <a:cubicBezTo>
                  <a:pt x="4208709" y="161461"/>
                  <a:pt x="4217635" y="161232"/>
                  <a:pt x="4226561" y="161232"/>
                </a:cubicBezTo>
                <a:cubicBezTo>
                  <a:pt x="4235491" y="161232"/>
                  <a:pt x="4242186" y="161461"/>
                  <a:pt x="4248882" y="161687"/>
                </a:cubicBezTo>
                <a:cubicBezTo>
                  <a:pt x="4250220" y="160321"/>
                  <a:pt x="4250220" y="155540"/>
                  <a:pt x="4248882" y="154174"/>
                </a:cubicBezTo>
                <a:cubicBezTo>
                  <a:pt x="4237500" y="153034"/>
                  <a:pt x="4235266" y="152120"/>
                  <a:pt x="4235266" y="133424"/>
                </a:cubicBezTo>
                <a:lnTo>
                  <a:pt x="4235266" y="96032"/>
                </a:lnTo>
                <a:cubicBezTo>
                  <a:pt x="4235266" y="91243"/>
                  <a:pt x="4237275" y="88508"/>
                  <a:pt x="4239060" y="86458"/>
                </a:cubicBezTo>
                <a:cubicBezTo>
                  <a:pt x="4247543" y="78020"/>
                  <a:pt x="4257586" y="73002"/>
                  <a:pt x="4266291" y="73002"/>
                </a:cubicBezTo>
                <a:cubicBezTo>
                  <a:pt x="4270756" y="73002"/>
                  <a:pt x="4275442" y="75966"/>
                  <a:pt x="4278119" y="81210"/>
                </a:cubicBezTo>
                <a:cubicBezTo>
                  <a:pt x="4280353" y="85773"/>
                  <a:pt x="4280799" y="91927"/>
                  <a:pt x="4280799" y="98766"/>
                </a:cubicBezTo>
                <a:lnTo>
                  <a:pt x="4280799" y="133424"/>
                </a:lnTo>
                <a:cubicBezTo>
                  <a:pt x="4280799" y="152120"/>
                  <a:pt x="4278565" y="153034"/>
                  <a:pt x="4266959" y="154174"/>
                </a:cubicBezTo>
                <a:cubicBezTo>
                  <a:pt x="4265845" y="155540"/>
                  <a:pt x="4265845" y="160321"/>
                  <a:pt x="4266959" y="161687"/>
                </a:cubicBezTo>
                <a:cubicBezTo>
                  <a:pt x="4273657" y="161461"/>
                  <a:pt x="4280799" y="161232"/>
                  <a:pt x="4289725" y="161232"/>
                </a:cubicBezTo>
                <a:cubicBezTo>
                  <a:pt x="4298655" y="161232"/>
                  <a:pt x="4306689" y="161461"/>
                  <a:pt x="4313384" y="161687"/>
                </a:cubicBezTo>
                <a:cubicBezTo>
                  <a:pt x="4314501" y="160321"/>
                  <a:pt x="4314501" y="155540"/>
                  <a:pt x="4313384" y="154174"/>
                </a:cubicBezTo>
                <a:cubicBezTo>
                  <a:pt x="4300885" y="153034"/>
                  <a:pt x="4298430" y="152120"/>
                  <a:pt x="4298430" y="133424"/>
                </a:cubicBezTo>
                <a:lnTo>
                  <a:pt x="4298430" y="99451"/>
                </a:lnTo>
                <a:cubicBezTo>
                  <a:pt x="4298430" y="86913"/>
                  <a:pt x="4297538" y="75966"/>
                  <a:pt x="4292405" y="68905"/>
                </a:cubicBezTo>
                <a:cubicBezTo>
                  <a:pt x="4288608" y="63894"/>
                  <a:pt x="4281691" y="61159"/>
                  <a:pt x="4273879" y="61159"/>
                </a:cubicBezTo>
                <a:cubicBezTo>
                  <a:pt x="4262943" y="61159"/>
                  <a:pt x="4250445" y="64119"/>
                  <a:pt x="4237275" y="79615"/>
                </a:cubicBezTo>
                <a:close/>
                <a:moveTo>
                  <a:pt x="4338380" y="133452"/>
                </a:moveTo>
                <a:cubicBezTo>
                  <a:pt x="4338380" y="152353"/>
                  <a:pt x="4335928" y="153489"/>
                  <a:pt x="4322312" y="154174"/>
                </a:cubicBezTo>
                <a:cubicBezTo>
                  <a:pt x="4320973" y="155540"/>
                  <a:pt x="4320973" y="160321"/>
                  <a:pt x="4322312" y="161687"/>
                </a:cubicBezTo>
                <a:cubicBezTo>
                  <a:pt x="4330124" y="161461"/>
                  <a:pt x="4338380" y="161232"/>
                  <a:pt x="4347309" y="161232"/>
                </a:cubicBezTo>
                <a:cubicBezTo>
                  <a:pt x="4356235" y="161232"/>
                  <a:pt x="4364719" y="161461"/>
                  <a:pt x="4372082" y="161687"/>
                </a:cubicBezTo>
                <a:cubicBezTo>
                  <a:pt x="4373423" y="160321"/>
                  <a:pt x="4373423" y="155540"/>
                  <a:pt x="4372082" y="154174"/>
                </a:cubicBezTo>
                <a:cubicBezTo>
                  <a:pt x="4358469" y="153489"/>
                  <a:pt x="4356014" y="152353"/>
                  <a:pt x="4356014" y="133452"/>
                </a:cubicBezTo>
                <a:lnTo>
                  <a:pt x="4356014" y="28486"/>
                </a:lnTo>
                <a:cubicBezTo>
                  <a:pt x="4356014" y="13689"/>
                  <a:pt x="4356906" y="4528"/>
                  <a:pt x="4356906" y="4528"/>
                </a:cubicBezTo>
                <a:cubicBezTo>
                  <a:pt x="4356906" y="2916"/>
                  <a:pt x="4356014" y="2221"/>
                  <a:pt x="4354005" y="2221"/>
                </a:cubicBezTo>
                <a:cubicBezTo>
                  <a:pt x="4348426" y="4528"/>
                  <a:pt x="4331684" y="7756"/>
                  <a:pt x="4322758" y="8448"/>
                </a:cubicBezTo>
                <a:cubicBezTo>
                  <a:pt x="4322312" y="10272"/>
                  <a:pt x="4322758" y="13914"/>
                  <a:pt x="4324096" y="15284"/>
                </a:cubicBezTo>
                <a:cubicBezTo>
                  <a:pt x="4337041" y="16191"/>
                  <a:pt x="4338380" y="16875"/>
                  <a:pt x="4338380" y="33952"/>
                </a:cubicBezTo>
                <a:lnTo>
                  <a:pt x="4338380" y="133452"/>
                </a:lnTo>
                <a:close/>
                <a:moveTo>
                  <a:pt x="4385249" y="114477"/>
                </a:moveTo>
                <a:cubicBezTo>
                  <a:pt x="4385249" y="137723"/>
                  <a:pt x="4400428" y="163466"/>
                  <a:pt x="4432121" y="163466"/>
                </a:cubicBezTo>
                <a:cubicBezTo>
                  <a:pt x="4446404" y="163466"/>
                  <a:pt x="4457343" y="158229"/>
                  <a:pt x="4464931" y="150713"/>
                </a:cubicBezTo>
                <a:cubicBezTo>
                  <a:pt x="4474974" y="140683"/>
                  <a:pt x="4479439" y="126328"/>
                  <a:pt x="4479439" y="112427"/>
                </a:cubicBezTo>
                <a:cubicBezTo>
                  <a:pt x="4479439" y="88727"/>
                  <a:pt x="4466715" y="61159"/>
                  <a:pt x="4432567" y="61159"/>
                </a:cubicBezTo>
                <a:cubicBezTo>
                  <a:pt x="4417838" y="61159"/>
                  <a:pt x="4405785" y="67310"/>
                  <a:pt x="4397527" y="77106"/>
                </a:cubicBezTo>
                <a:cubicBezTo>
                  <a:pt x="4389493" y="86906"/>
                  <a:pt x="4385249" y="100122"/>
                  <a:pt x="4385249" y="114477"/>
                </a:cubicBezTo>
                <a:moveTo>
                  <a:pt x="4429219" y="69131"/>
                </a:moveTo>
                <a:cubicBezTo>
                  <a:pt x="4448413" y="69131"/>
                  <a:pt x="4460244" y="86906"/>
                  <a:pt x="4460244" y="119721"/>
                </a:cubicBezTo>
                <a:cubicBezTo>
                  <a:pt x="4460244" y="148433"/>
                  <a:pt x="4445737" y="155498"/>
                  <a:pt x="4435247" y="155498"/>
                </a:cubicBezTo>
                <a:cubicBezTo>
                  <a:pt x="4412035" y="155498"/>
                  <a:pt x="4404447" y="126783"/>
                  <a:pt x="4404447" y="109237"/>
                </a:cubicBezTo>
                <a:cubicBezTo>
                  <a:pt x="4404447" y="89411"/>
                  <a:pt x="4409133" y="69131"/>
                  <a:pt x="4429219" y="69131"/>
                </a:cubicBezTo>
                <a:close/>
                <a:moveTo>
                  <a:pt x="4553985" y="108101"/>
                </a:moveTo>
                <a:lnTo>
                  <a:pt x="4553985" y="138178"/>
                </a:lnTo>
                <a:cubicBezTo>
                  <a:pt x="4553985" y="141142"/>
                  <a:pt x="4552643" y="142737"/>
                  <a:pt x="4550858" y="144103"/>
                </a:cubicBezTo>
                <a:cubicBezTo>
                  <a:pt x="4545055" y="148888"/>
                  <a:pt x="4537467" y="154132"/>
                  <a:pt x="4531218" y="154132"/>
                </a:cubicBezTo>
                <a:cubicBezTo>
                  <a:pt x="4520058" y="154132"/>
                  <a:pt x="4515147" y="145017"/>
                  <a:pt x="4515147" y="137952"/>
                </a:cubicBezTo>
                <a:cubicBezTo>
                  <a:pt x="4515147" y="127697"/>
                  <a:pt x="4519836" y="117212"/>
                  <a:pt x="4536350" y="112886"/>
                </a:cubicBezTo>
                <a:lnTo>
                  <a:pt x="4553985" y="108101"/>
                </a:lnTo>
                <a:moveTo>
                  <a:pt x="4553985" y="150257"/>
                </a:moveTo>
                <a:cubicBezTo>
                  <a:pt x="4555323" y="157319"/>
                  <a:pt x="4557778" y="163466"/>
                  <a:pt x="4568939" y="163466"/>
                </a:cubicBezTo>
                <a:cubicBezTo>
                  <a:pt x="4577419" y="163466"/>
                  <a:pt x="4585453" y="159595"/>
                  <a:pt x="4590139" y="155043"/>
                </a:cubicBezTo>
                <a:cubicBezTo>
                  <a:pt x="4589693" y="152308"/>
                  <a:pt x="4588800" y="150257"/>
                  <a:pt x="4586345" y="148892"/>
                </a:cubicBezTo>
                <a:cubicBezTo>
                  <a:pt x="4584785" y="150257"/>
                  <a:pt x="4580988" y="152537"/>
                  <a:pt x="4578086" y="152537"/>
                </a:cubicBezTo>
                <a:cubicBezTo>
                  <a:pt x="4571615" y="152537"/>
                  <a:pt x="4571391" y="143648"/>
                  <a:pt x="4571391" y="133167"/>
                </a:cubicBezTo>
                <a:lnTo>
                  <a:pt x="4571391" y="99667"/>
                </a:lnTo>
                <a:cubicBezTo>
                  <a:pt x="4571391" y="67310"/>
                  <a:pt x="4553985" y="61159"/>
                  <a:pt x="4537689" y="61159"/>
                </a:cubicBezTo>
                <a:cubicBezTo>
                  <a:pt x="4519387" y="61159"/>
                  <a:pt x="4500864" y="73461"/>
                  <a:pt x="4500864" y="86451"/>
                </a:cubicBezTo>
                <a:cubicBezTo>
                  <a:pt x="4500864" y="91920"/>
                  <a:pt x="4503541" y="94655"/>
                  <a:pt x="4508676" y="94655"/>
                </a:cubicBezTo>
                <a:cubicBezTo>
                  <a:pt x="4515147" y="94655"/>
                  <a:pt x="4519166" y="89870"/>
                  <a:pt x="4519166" y="86906"/>
                </a:cubicBezTo>
                <a:cubicBezTo>
                  <a:pt x="4519166" y="85311"/>
                  <a:pt x="4518941" y="83716"/>
                  <a:pt x="4518495" y="82805"/>
                </a:cubicBezTo>
                <a:cubicBezTo>
                  <a:pt x="4518273" y="82121"/>
                  <a:pt x="4518049" y="80755"/>
                  <a:pt x="4518049" y="78246"/>
                </a:cubicBezTo>
                <a:cubicBezTo>
                  <a:pt x="4518049" y="71181"/>
                  <a:pt x="4527424" y="68675"/>
                  <a:pt x="4535904" y="68675"/>
                </a:cubicBezTo>
                <a:cubicBezTo>
                  <a:pt x="4543492" y="68675"/>
                  <a:pt x="4553985" y="72550"/>
                  <a:pt x="4553985" y="98301"/>
                </a:cubicBezTo>
                <a:cubicBezTo>
                  <a:pt x="4553985" y="99896"/>
                  <a:pt x="4553314" y="100806"/>
                  <a:pt x="4552643" y="101036"/>
                </a:cubicBezTo>
                <a:lnTo>
                  <a:pt x="4533449" y="105821"/>
                </a:lnTo>
                <a:cubicBezTo>
                  <a:pt x="4512024" y="111291"/>
                  <a:pt x="4496624" y="123367"/>
                  <a:pt x="4496624" y="138862"/>
                </a:cubicBezTo>
                <a:cubicBezTo>
                  <a:pt x="4496624" y="157548"/>
                  <a:pt x="4509122" y="163466"/>
                  <a:pt x="4524744" y="163466"/>
                </a:cubicBezTo>
                <a:cubicBezTo>
                  <a:pt x="4532556" y="163466"/>
                  <a:pt x="4539252" y="161645"/>
                  <a:pt x="4549074" y="153903"/>
                </a:cubicBezTo>
                <a:lnTo>
                  <a:pt x="4553538" y="150257"/>
                </a:lnTo>
                <a:lnTo>
                  <a:pt x="4553985" y="150257"/>
                </a:lnTo>
                <a:close/>
                <a:moveTo>
                  <a:pt x="4667586" y="132937"/>
                </a:moveTo>
                <a:cubicBezTo>
                  <a:pt x="4667586" y="137267"/>
                  <a:pt x="4667140" y="139092"/>
                  <a:pt x="4664017" y="141827"/>
                </a:cubicBezTo>
                <a:cubicBezTo>
                  <a:pt x="4655758" y="149117"/>
                  <a:pt x="4648616" y="152763"/>
                  <a:pt x="4643035" y="152763"/>
                </a:cubicBezTo>
                <a:cubicBezTo>
                  <a:pt x="4630986" y="152763"/>
                  <a:pt x="4618487" y="139318"/>
                  <a:pt x="4618487" y="110832"/>
                </a:cubicBezTo>
                <a:cubicBezTo>
                  <a:pt x="4618487" y="94426"/>
                  <a:pt x="4621610" y="85311"/>
                  <a:pt x="4624958" y="80526"/>
                </a:cubicBezTo>
                <a:cubicBezTo>
                  <a:pt x="4631878" y="69815"/>
                  <a:pt x="4641250" y="69131"/>
                  <a:pt x="4645715" y="69131"/>
                </a:cubicBezTo>
                <a:cubicBezTo>
                  <a:pt x="4653749" y="69131"/>
                  <a:pt x="4659331" y="72095"/>
                  <a:pt x="4663792" y="77335"/>
                </a:cubicBezTo>
                <a:cubicBezTo>
                  <a:pt x="4666918" y="80981"/>
                  <a:pt x="4667586" y="82576"/>
                  <a:pt x="4667586" y="89641"/>
                </a:cubicBezTo>
                <a:lnTo>
                  <a:pt x="4667586" y="132937"/>
                </a:lnTo>
                <a:moveTo>
                  <a:pt x="4665134" y="149802"/>
                </a:moveTo>
                <a:cubicBezTo>
                  <a:pt x="4666247" y="148892"/>
                  <a:pt x="4668257" y="148433"/>
                  <a:pt x="4668481" y="150028"/>
                </a:cubicBezTo>
                <a:cubicBezTo>
                  <a:pt x="4669149" y="155498"/>
                  <a:pt x="4670937" y="163466"/>
                  <a:pt x="4670937" y="163466"/>
                </a:cubicBezTo>
                <a:cubicBezTo>
                  <a:pt x="4672721" y="164151"/>
                  <a:pt x="4673835" y="163925"/>
                  <a:pt x="4675177" y="163466"/>
                </a:cubicBezTo>
                <a:cubicBezTo>
                  <a:pt x="4680084" y="159359"/>
                  <a:pt x="4687897" y="155943"/>
                  <a:pt x="4701513" y="154348"/>
                </a:cubicBezTo>
                <a:cubicBezTo>
                  <a:pt x="4702851" y="152982"/>
                  <a:pt x="4702851" y="149566"/>
                  <a:pt x="4701513" y="148200"/>
                </a:cubicBezTo>
                <a:cubicBezTo>
                  <a:pt x="4687229" y="147060"/>
                  <a:pt x="4685220" y="142730"/>
                  <a:pt x="4685220" y="131565"/>
                </a:cubicBezTo>
                <a:lnTo>
                  <a:pt x="4685220" y="28340"/>
                </a:lnTo>
                <a:cubicBezTo>
                  <a:pt x="4685220" y="13529"/>
                  <a:pt x="4686112" y="4469"/>
                  <a:pt x="4686112" y="4469"/>
                </a:cubicBezTo>
                <a:cubicBezTo>
                  <a:pt x="4686112" y="2898"/>
                  <a:pt x="4685220" y="2221"/>
                  <a:pt x="4683211" y="2221"/>
                </a:cubicBezTo>
                <a:cubicBezTo>
                  <a:pt x="4677632" y="4469"/>
                  <a:pt x="4660890" y="7614"/>
                  <a:pt x="4651964" y="8288"/>
                </a:cubicBezTo>
                <a:cubicBezTo>
                  <a:pt x="4651518" y="10113"/>
                  <a:pt x="4651964" y="13755"/>
                  <a:pt x="4653303" y="15120"/>
                </a:cubicBezTo>
                <a:cubicBezTo>
                  <a:pt x="4664909" y="15805"/>
                  <a:pt x="4667586" y="14665"/>
                  <a:pt x="4667586" y="33809"/>
                </a:cubicBezTo>
                <a:lnTo>
                  <a:pt x="4667586" y="62983"/>
                </a:lnTo>
                <a:cubicBezTo>
                  <a:pt x="4667586" y="64578"/>
                  <a:pt x="4667140" y="65033"/>
                  <a:pt x="4665580" y="65033"/>
                </a:cubicBezTo>
                <a:cubicBezTo>
                  <a:pt x="4664684" y="65033"/>
                  <a:pt x="4655537" y="61159"/>
                  <a:pt x="4648170" y="61159"/>
                </a:cubicBezTo>
                <a:cubicBezTo>
                  <a:pt x="4633438" y="61159"/>
                  <a:pt x="4623619" y="66170"/>
                  <a:pt x="4614690" y="74826"/>
                </a:cubicBezTo>
                <a:cubicBezTo>
                  <a:pt x="4605093" y="84626"/>
                  <a:pt x="4599289" y="98071"/>
                  <a:pt x="4599289" y="114933"/>
                </a:cubicBezTo>
                <a:cubicBezTo>
                  <a:pt x="4599289" y="142967"/>
                  <a:pt x="4613130" y="163466"/>
                  <a:pt x="4637235" y="163466"/>
                </a:cubicBezTo>
                <a:cubicBezTo>
                  <a:pt x="4645936" y="163466"/>
                  <a:pt x="4654195" y="158914"/>
                  <a:pt x="4665134" y="149802"/>
                </a:cubicBezTo>
                <a:close/>
                <a:moveTo>
                  <a:pt x="4714233" y="129747"/>
                </a:moveTo>
                <a:cubicBezTo>
                  <a:pt x="4715125" y="140913"/>
                  <a:pt x="4715796" y="151623"/>
                  <a:pt x="4715796" y="161190"/>
                </a:cubicBezTo>
                <a:cubicBezTo>
                  <a:pt x="4718027" y="160735"/>
                  <a:pt x="4720261" y="160509"/>
                  <a:pt x="4721375" y="160509"/>
                </a:cubicBezTo>
                <a:cubicBezTo>
                  <a:pt x="4722938" y="160509"/>
                  <a:pt x="4724276" y="160509"/>
                  <a:pt x="4725839" y="160964"/>
                </a:cubicBezTo>
                <a:cubicBezTo>
                  <a:pt x="4731867" y="162556"/>
                  <a:pt x="4737892" y="163466"/>
                  <a:pt x="4746151" y="163466"/>
                </a:cubicBezTo>
                <a:cubicBezTo>
                  <a:pt x="4758649" y="163466"/>
                  <a:pt x="4781637" y="157319"/>
                  <a:pt x="4781637" y="134758"/>
                </a:cubicBezTo>
                <a:cubicBezTo>
                  <a:pt x="4781637" y="119266"/>
                  <a:pt x="4770702" y="110151"/>
                  <a:pt x="4755523" y="104452"/>
                </a:cubicBezTo>
                <a:cubicBezTo>
                  <a:pt x="4742132" y="99211"/>
                  <a:pt x="4733206" y="95792"/>
                  <a:pt x="4733206" y="83260"/>
                </a:cubicBezTo>
                <a:cubicBezTo>
                  <a:pt x="4733206" y="73916"/>
                  <a:pt x="4741240" y="68675"/>
                  <a:pt x="4748827" y="68675"/>
                </a:cubicBezTo>
                <a:cubicBezTo>
                  <a:pt x="4753738" y="68675"/>
                  <a:pt x="4766683" y="70500"/>
                  <a:pt x="4769585" y="89870"/>
                </a:cubicBezTo>
                <a:cubicBezTo>
                  <a:pt x="4770923" y="91236"/>
                  <a:pt x="4775388" y="91007"/>
                  <a:pt x="4776726" y="89641"/>
                </a:cubicBezTo>
                <a:cubicBezTo>
                  <a:pt x="4777397" y="81436"/>
                  <a:pt x="4777843" y="73005"/>
                  <a:pt x="4778068" y="65489"/>
                </a:cubicBezTo>
                <a:cubicBezTo>
                  <a:pt x="4771148" y="64349"/>
                  <a:pt x="4760434" y="61159"/>
                  <a:pt x="4748827" y="61159"/>
                </a:cubicBezTo>
                <a:cubicBezTo>
                  <a:pt x="4732314" y="61159"/>
                  <a:pt x="4717360" y="72095"/>
                  <a:pt x="4717360" y="86680"/>
                </a:cubicBezTo>
                <a:cubicBezTo>
                  <a:pt x="4717360" y="103312"/>
                  <a:pt x="4724722" y="110377"/>
                  <a:pt x="4741911" y="117671"/>
                </a:cubicBezTo>
                <a:cubicBezTo>
                  <a:pt x="4760434" y="125417"/>
                  <a:pt x="4764674" y="130202"/>
                  <a:pt x="4764674" y="140002"/>
                </a:cubicBezTo>
                <a:cubicBezTo>
                  <a:pt x="4764674" y="151168"/>
                  <a:pt x="4753963" y="155953"/>
                  <a:pt x="4745704" y="155953"/>
                </a:cubicBezTo>
                <a:cubicBezTo>
                  <a:pt x="4737000" y="155953"/>
                  <a:pt x="4732089" y="152989"/>
                  <a:pt x="4729858" y="150483"/>
                </a:cubicBezTo>
                <a:cubicBezTo>
                  <a:pt x="4724947" y="145243"/>
                  <a:pt x="4722492" y="135217"/>
                  <a:pt x="4721153" y="129518"/>
                </a:cubicBezTo>
                <a:cubicBezTo>
                  <a:pt x="4719815" y="128152"/>
                  <a:pt x="4715572" y="128378"/>
                  <a:pt x="4714233" y="129747"/>
                </a:cubicBezTo>
                <a:close/>
                <a:moveTo>
                  <a:pt x="4900823" y="108101"/>
                </a:moveTo>
                <a:lnTo>
                  <a:pt x="4900823" y="138178"/>
                </a:lnTo>
                <a:cubicBezTo>
                  <a:pt x="4900823" y="141142"/>
                  <a:pt x="4899481" y="142737"/>
                  <a:pt x="4897696" y="144103"/>
                </a:cubicBezTo>
                <a:cubicBezTo>
                  <a:pt x="4891893" y="148888"/>
                  <a:pt x="4884306" y="154132"/>
                  <a:pt x="4878056" y="154132"/>
                </a:cubicBezTo>
                <a:cubicBezTo>
                  <a:pt x="4866896" y="154132"/>
                  <a:pt x="4861985" y="145017"/>
                  <a:pt x="4861985" y="137952"/>
                </a:cubicBezTo>
                <a:cubicBezTo>
                  <a:pt x="4861985" y="127697"/>
                  <a:pt x="4866675" y="117212"/>
                  <a:pt x="4883189" y="112886"/>
                </a:cubicBezTo>
                <a:lnTo>
                  <a:pt x="4900823" y="108101"/>
                </a:lnTo>
                <a:moveTo>
                  <a:pt x="4900823" y="150257"/>
                </a:moveTo>
                <a:cubicBezTo>
                  <a:pt x="4902161" y="157319"/>
                  <a:pt x="4904617" y="163466"/>
                  <a:pt x="4915777" y="163466"/>
                </a:cubicBezTo>
                <a:cubicBezTo>
                  <a:pt x="4924257" y="163466"/>
                  <a:pt x="4932291" y="159595"/>
                  <a:pt x="4936977" y="155043"/>
                </a:cubicBezTo>
                <a:cubicBezTo>
                  <a:pt x="4936531" y="152308"/>
                  <a:pt x="4935638" y="150257"/>
                  <a:pt x="4933183" y="148892"/>
                </a:cubicBezTo>
                <a:cubicBezTo>
                  <a:pt x="4931623" y="150257"/>
                  <a:pt x="4927826" y="152537"/>
                  <a:pt x="4924924" y="152537"/>
                </a:cubicBezTo>
                <a:cubicBezTo>
                  <a:pt x="4918454" y="152537"/>
                  <a:pt x="4918229" y="143648"/>
                  <a:pt x="4918229" y="133167"/>
                </a:cubicBezTo>
                <a:lnTo>
                  <a:pt x="4918229" y="99667"/>
                </a:lnTo>
                <a:cubicBezTo>
                  <a:pt x="4918229" y="67310"/>
                  <a:pt x="4900823" y="61159"/>
                  <a:pt x="4884527" y="61159"/>
                </a:cubicBezTo>
                <a:cubicBezTo>
                  <a:pt x="4866225" y="61159"/>
                  <a:pt x="4847702" y="73461"/>
                  <a:pt x="4847702" y="86451"/>
                </a:cubicBezTo>
                <a:cubicBezTo>
                  <a:pt x="4847702" y="91920"/>
                  <a:pt x="4850379" y="94655"/>
                  <a:pt x="4855514" y="94655"/>
                </a:cubicBezTo>
                <a:cubicBezTo>
                  <a:pt x="4861985" y="94655"/>
                  <a:pt x="4866004" y="89870"/>
                  <a:pt x="4866004" y="86906"/>
                </a:cubicBezTo>
                <a:cubicBezTo>
                  <a:pt x="4866004" y="85311"/>
                  <a:pt x="4865779" y="83716"/>
                  <a:pt x="4865333" y="82805"/>
                </a:cubicBezTo>
                <a:cubicBezTo>
                  <a:pt x="4865111" y="82121"/>
                  <a:pt x="4864887" y="80755"/>
                  <a:pt x="4864887" y="78246"/>
                </a:cubicBezTo>
                <a:cubicBezTo>
                  <a:pt x="4864887" y="71181"/>
                  <a:pt x="4874262" y="68675"/>
                  <a:pt x="4882742" y="68675"/>
                </a:cubicBezTo>
                <a:cubicBezTo>
                  <a:pt x="4890330" y="68675"/>
                  <a:pt x="4900823" y="72550"/>
                  <a:pt x="4900823" y="98301"/>
                </a:cubicBezTo>
                <a:cubicBezTo>
                  <a:pt x="4900823" y="99896"/>
                  <a:pt x="4900152" y="100806"/>
                  <a:pt x="4899481" y="101036"/>
                </a:cubicBezTo>
                <a:lnTo>
                  <a:pt x="4880287" y="105821"/>
                </a:lnTo>
                <a:cubicBezTo>
                  <a:pt x="4858862" y="111291"/>
                  <a:pt x="4843462" y="123367"/>
                  <a:pt x="4843462" y="138862"/>
                </a:cubicBezTo>
                <a:cubicBezTo>
                  <a:pt x="4843462" y="157548"/>
                  <a:pt x="4855961" y="163466"/>
                  <a:pt x="4871582" y="163466"/>
                </a:cubicBezTo>
                <a:cubicBezTo>
                  <a:pt x="4879395" y="163466"/>
                  <a:pt x="4886090" y="161645"/>
                  <a:pt x="4895912" y="153903"/>
                </a:cubicBezTo>
                <a:lnTo>
                  <a:pt x="4900377" y="150257"/>
                </a:lnTo>
                <a:lnTo>
                  <a:pt x="4900823" y="150257"/>
                </a:lnTo>
                <a:close/>
                <a:moveTo>
                  <a:pt x="5026255" y="140457"/>
                </a:moveTo>
                <a:cubicBezTo>
                  <a:pt x="5025362" y="138407"/>
                  <a:pt x="5023575" y="137497"/>
                  <a:pt x="5021569" y="137267"/>
                </a:cubicBezTo>
                <a:cubicBezTo>
                  <a:pt x="5013978" y="147297"/>
                  <a:pt x="5004380" y="152308"/>
                  <a:pt x="4994783" y="152308"/>
                </a:cubicBezTo>
                <a:cubicBezTo>
                  <a:pt x="4978491" y="152308"/>
                  <a:pt x="4964875" y="135446"/>
                  <a:pt x="4964875" y="108782"/>
                </a:cubicBezTo>
                <a:cubicBezTo>
                  <a:pt x="4964875" y="83716"/>
                  <a:pt x="4975589" y="68675"/>
                  <a:pt x="4990322" y="68675"/>
                </a:cubicBezTo>
                <a:cubicBezTo>
                  <a:pt x="5003488" y="68675"/>
                  <a:pt x="5005273" y="76651"/>
                  <a:pt x="5006168" y="84626"/>
                </a:cubicBezTo>
                <a:cubicBezTo>
                  <a:pt x="5006836" y="90781"/>
                  <a:pt x="5009962" y="92831"/>
                  <a:pt x="5014648" y="92831"/>
                </a:cubicBezTo>
                <a:cubicBezTo>
                  <a:pt x="5019335" y="92831"/>
                  <a:pt x="5025584" y="89870"/>
                  <a:pt x="5025584" y="82805"/>
                </a:cubicBezTo>
                <a:cubicBezTo>
                  <a:pt x="5025584" y="70270"/>
                  <a:pt x="5012864" y="61159"/>
                  <a:pt x="4991436" y="61159"/>
                </a:cubicBezTo>
                <a:cubicBezTo>
                  <a:pt x="4969340" y="61159"/>
                  <a:pt x="4945681" y="81436"/>
                  <a:pt x="4945681" y="113796"/>
                </a:cubicBezTo>
                <a:cubicBezTo>
                  <a:pt x="4945681" y="143192"/>
                  <a:pt x="4961752" y="163466"/>
                  <a:pt x="4989873" y="163466"/>
                </a:cubicBezTo>
                <a:cubicBezTo>
                  <a:pt x="5003267" y="163466"/>
                  <a:pt x="5015095" y="159140"/>
                  <a:pt x="5026255" y="140457"/>
                </a:cubicBezTo>
                <a:close/>
                <a:moveTo>
                  <a:pt x="5072232" y="79612"/>
                </a:moveTo>
                <a:cubicBezTo>
                  <a:pt x="5071786" y="70496"/>
                  <a:pt x="5071561" y="64578"/>
                  <a:pt x="5070448" y="62299"/>
                </a:cubicBezTo>
                <a:cubicBezTo>
                  <a:pt x="5069998" y="61159"/>
                  <a:pt x="5069552" y="60478"/>
                  <a:pt x="5067767" y="60478"/>
                </a:cubicBezTo>
                <a:cubicBezTo>
                  <a:pt x="5061518" y="62983"/>
                  <a:pt x="5055715" y="65033"/>
                  <a:pt x="5040315" y="67080"/>
                </a:cubicBezTo>
                <a:cubicBezTo>
                  <a:pt x="5039868" y="68449"/>
                  <a:pt x="5040315" y="72091"/>
                  <a:pt x="5040761" y="73457"/>
                </a:cubicBezTo>
                <a:cubicBezTo>
                  <a:pt x="5052813" y="74597"/>
                  <a:pt x="5055269" y="75737"/>
                  <a:pt x="5055269" y="88960"/>
                </a:cubicBezTo>
                <a:lnTo>
                  <a:pt x="5055269" y="133424"/>
                </a:lnTo>
                <a:cubicBezTo>
                  <a:pt x="5055269" y="152349"/>
                  <a:pt x="5052592" y="153260"/>
                  <a:pt x="5038751" y="154174"/>
                </a:cubicBezTo>
                <a:cubicBezTo>
                  <a:pt x="5037413" y="155540"/>
                  <a:pt x="5037413" y="160321"/>
                  <a:pt x="5038751" y="161687"/>
                </a:cubicBezTo>
                <a:cubicBezTo>
                  <a:pt x="5046564" y="161461"/>
                  <a:pt x="5055269" y="161232"/>
                  <a:pt x="5064198" y="161232"/>
                </a:cubicBezTo>
                <a:cubicBezTo>
                  <a:pt x="5073124" y="161232"/>
                  <a:pt x="5083392" y="161461"/>
                  <a:pt x="5091201" y="161687"/>
                </a:cubicBezTo>
                <a:cubicBezTo>
                  <a:pt x="5092543" y="160321"/>
                  <a:pt x="5092543" y="155540"/>
                  <a:pt x="5091201" y="154174"/>
                </a:cubicBezTo>
                <a:cubicBezTo>
                  <a:pt x="5075580" y="153034"/>
                  <a:pt x="5072900" y="152349"/>
                  <a:pt x="5072900" y="133424"/>
                </a:cubicBezTo>
                <a:lnTo>
                  <a:pt x="5072900" y="101731"/>
                </a:lnTo>
                <a:cubicBezTo>
                  <a:pt x="5072900" y="95802"/>
                  <a:pt x="5075580" y="90558"/>
                  <a:pt x="5078257" y="86454"/>
                </a:cubicBezTo>
                <a:cubicBezTo>
                  <a:pt x="5080712" y="82805"/>
                  <a:pt x="5085848" y="75282"/>
                  <a:pt x="5088525" y="75282"/>
                </a:cubicBezTo>
                <a:cubicBezTo>
                  <a:pt x="5090534" y="75282"/>
                  <a:pt x="5092543" y="75737"/>
                  <a:pt x="5094328" y="78246"/>
                </a:cubicBezTo>
                <a:cubicBezTo>
                  <a:pt x="5095891" y="80526"/>
                  <a:pt x="5098568" y="83490"/>
                  <a:pt x="5102362" y="83490"/>
                </a:cubicBezTo>
                <a:cubicBezTo>
                  <a:pt x="5107719" y="83490"/>
                  <a:pt x="5112851" y="77787"/>
                  <a:pt x="5112851" y="72091"/>
                </a:cubicBezTo>
                <a:cubicBezTo>
                  <a:pt x="5112851" y="67765"/>
                  <a:pt x="5108836" y="61159"/>
                  <a:pt x="5099460" y="61159"/>
                </a:cubicBezTo>
                <a:cubicBezTo>
                  <a:pt x="5088971" y="61159"/>
                  <a:pt x="5079820" y="71181"/>
                  <a:pt x="5074688" y="80067"/>
                </a:cubicBezTo>
                <a:cubicBezTo>
                  <a:pt x="5073349" y="82576"/>
                  <a:pt x="5072232" y="80751"/>
                  <a:pt x="5072232" y="79612"/>
                </a:cubicBezTo>
                <a:close/>
                <a:moveTo>
                  <a:pt x="5123340" y="114477"/>
                </a:moveTo>
                <a:cubicBezTo>
                  <a:pt x="5123340" y="137723"/>
                  <a:pt x="5138519" y="163466"/>
                  <a:pt x="5170212" y="163466"/>
                </a:cubicBezTo>
                <a:cubicBezTo>
                  <a:pt x="5184495" y="163466"/>
                  <a:pt x="5195434" y="158229"/>
                  <a:pt x="5203022" y="150713"/>
                </a:cubicBezTo>
                <a:cubicBezTo>
                  <a:pt x="5213065" y="140683"/>
                  <a:pt x="5217530" y="126328"/>
                  <a:pt x="5217530" y="112427"/>
                </a:cubicBezTo>
                <a:cubicBezTo>
                  <a:pt x="5217530" y="88727"/>
                  <a:pt x="5204806" y="61159"/>
                  <a:pt x="5170658" y="61159"/>
                </a:cubicBezTo>
                <a:cubicBezTo>
                  <a:pt x="5155929" y="61159"/>
                  <a:pt x="5143876" y="67310"/>
                  <a:pt x="5135618" y="77106"/>
                </a:cubicBezTo>
                <a:cubicBezTo>
                  <a:pt x="5127584" y="86906"/>
                  <a:pt x="5123340" y="100122"/>
                  <a:pt x="5123340" y="114477"/>
                </a:cubicBezTo>
                <a:moveTo>
                  <a:pt x="5167310" y="69131"/>
                </a:moveTo>
                <a:cubicBezTo>
                  <a:pt x="5186504" y="69131"/>
                  <a:pt x="5198336" y="86906"/>
                  <a:pt x="5198336" y="119721"/>
                </a:cubicBezTo>
                <a:cubicBezTo>
                  <a:pt x="5198336" y="148433"/>
                  <a:pt x="5183828" y="155498"/>
                  <a:pt x="5173338" y="155498"/>
                </a:cubicBezTo>
                <a:cubicBezTo>
                  <a:pt x="5150126" y="155498"/>
                  <a:pt x="5142538" y="126783"/>
                  <a:pt x="5142538" y="109237"/>
                </a:cubicBezTo>
                <a:cubicBezTo>
                  <a:pt x="5142538" y="89411"/>
                  <a:pt x="5147224" y="69131"/>
                  <a:pt x="5167310" y="69131"/>
                </a:cubicBezTo>
                <a:close/>
                <a:moveTo>
                  <a:pt x="5237391" y="129747"/>
                </a:moveTo>
                <a:cubicBezTo>
                  <a:pt x="5238284" y="140913"/>
                  <a:pt x="5238955" y="151623"/>
                  <a:pt x="5238955" y="161190"/>
                </a:cubicBezTo>
                <a:cubicBezTo>
                  <a:pt x="5241185" y="160735"/>
                  <a:pt x="5243419" y="160509"/>
                  <a:pt x="5244533" y="160509"/>
                </a:cubicBezTo>
                <a:cubicBezTo>
                  <a:pt x="5246096" y="160509"/>
                  <a:pt x="5247435" y="160509"/>
                  <a:pt x="5248998" y="160964"/>
                </a:cubicBezTo>
                <a:cubicBezTo>
                  <a:pt x="5255026" y="162556"/>
                  <a:pt x="5261050" y="163466"/>
                  <a:pt x="5269309" y="163466"/>
                </a:cubicBezTo>
                <a:cubicBezTo>
                  <a:pt x="5281807" y="163466"/>
                  <a:pt x="5304795" y="157319"/>
                  <a:pt x="5304795" y="134758"/>
                </a:cubicBezTo>
                <a:cubicBezTo>
                  <a:pt x="5304795" y="119266"/>
                  <a:pt x="5293860" y="110151"/>
                  <a:pt x="5278681" y="104452"/>
                </a:cubicBezTo>
                <a:cubicBezTo>
                  <a:pt x="5265290" y="99211"/>
                  <a:pt x="5256364" y="95792"/>
                  <a:pt x="5256364" y="83260"/>
                </a:cubicBezTo>
                <a:cubicBezTo>
                  <a:pt x="5256364" y="73916"/>
                  <a:pt x="5264398" y="68675"/>
                  <a:pt x="5271986" y="68675"/>
                </a:cubicBezTo>
                <a:cubicBezTo>
                  <a:pt x="5276897" y="68675"/>
                  <a:pt x="5289841" y="70500"/>
                  <a:pt x="5292743" y="89870"/>
                </a:cubicBezTo>
                <a:cubicBezTo>
                  <a:pt x="5294081" y="91236"/>
                  <a:pt x="5298546" y="91007"/>
                  <a:pt x="5299885" y="89641"/>
                </a:cubicBezTo>
                <a:cubicBezTo>
                  <a:pt x="5300555" y="81436"/>
                  <a:pt x="5301002" y="73005"/>
                  <a:pt x="5301226" y="65489"/>
                </a:cubicBezTo>
                <a:cubicBezTo>
                  <a:pt x="5294306" y="64349"/>
                  <a:pt x="5283592" y="61159"/>
                  <a:pt x="5271986" y="61159"/>
                </a:cubicBezTo>
                <a:cubicBezTo>
                  <a:pt x="5255472" y="61159"/>
                  <a:pt x="5240518" y="72095"/>
                  <a:pt x="5240518" y="86680"/>
                </a:cubicBezTo>
                <a:cubicBezTo>
                  <a:pt x="5240518" y="103312"/>
                  <a:pt x="5247881" y="110377"/>
                  <a:pt x="5265069" y="117671"/>
                </a:cubicBezTo>
                <a:cubicBezTo>
                  <a:pt x="5283592" y="125417"/>
                  <a:pt x="5287832" y="130202"/>
                  <a:pt x="5287832" y="140002"/>
                </a:cubicBezTo>
                <a:cubicBezTo>
                  <a:pt x="5287832" y="151168"/>
                  <a:pt x="5277121" y="155953"/>
                  <a:pt x="5268863" y="155953"/>
                </a:cubicBezTo>
                <a:cubicBezTo>
                  <a:pt x="5260158" y="155953"/>
                  <a:pt x="5255247" y="152989"/>
                  <a:pt x="5253016" y="150483"/>
                </a:cubicBezTo>
                <a:cubicBezTo>
                  <a:pt x="5248105" y="145243"/>
                  <a:pt x="5245650" y="135217"/>
                  <a:pt x="5244312" y="129518"/>
                </a:cubicBezTo>
                <a:cubicBezTo>
                  <a:pt x="5242973" y="128152"/>
                  <a:pt x="5238730" y="128378"/>
                  <a:pt x="5237391" y="129747"/>
                </a:cubicBezTo>
                <a:close/>
                <a:moveTo>
                  <a:pt x="5324436" y="129747"/>
                </a:moveTo>
                <a:cubicBezTo>
                  <a:pt x="5325328" y="140913"/>
                  <a:pt x="5325999" y="151623"/>
                  <a:pt x="5325999" y="161190"/>
                </a:cubicBezTo>
                <a:cubicBezTo>
                  <a:pt x="5328230" y="160735"/>
                  <a:pt x="5330464" y="160509"/>
                  <a:pt x="5331578" y="160509"/>
                </a:cubicBezTo>
                <a:cubicBezTo>
                  <a:pt x="5333141" y="160509"/>
                  <a:pt x="5334479" y="160509"/>
                  <a:pt x="5336042" y="160964"/>
                </a:cubicBezTo>
                <a:cubicBezTo>
                  <a:pt x="5342070" y="162556"/>
                  <a:pt x="5348095" y="163466"/>
                  <a:pt x="5356353" y="163466"/>
                </a:cubicBezTo>
                <a:cubicBezTo>
                  <a:pt x="5368852" y="163466"/>
                  <a:pt x="5391840" y="157319"/>
                  <a:pt x="5391840" y="134758"/>
                </a:cubicBezTo>
                <a:cubicBezTo>
                  <a:pt x="5391840" y="119266"/>
                  <a:pt x="5380905" y="110151"/>
                  <a:pt x="5365726" y="104452"/>
                </a:cubicBezTo>
                <a:cubicBezTo>
                  <a:pt x="5352335" y="99211"/>
                  <a:pt x="5343409" y="95792"/>
                  <a:pt x="5343409" y="83260"/>
                </a:cubicBezTo>
                <a:cubicBezTo>
                  <a:pt x="5343409" y="73916"/>
                  <a:pt x="5351443" y="68675"/>
                  <a:pt x="5359030" y="68675"/>
                </a:cubicBezTo>
                <a:cubicBezTo>
                  <a:pt x="5363941" y="68675"/>
                  <a:pt x="5376886" y="70500"/>
                  <a:pt x="5379788" y="89870"/>
                </a:cubicBezTo>
                <a:cubicBezTo>
                  <a:pt x="5381126" y="91236"/>
                  <a:pt x="5385591" y="91007"/>
                  <a:pt x="5386929" y="89641"/>
                </a:cubicBezTo>
                <a:cubicBezTo>
                  <a:pt x="5387600" y="81436"/>
                  <a:pt x="5388046" y="73005"/>
                  <a:pt x="5388271" y="65489"/>
                </a:cubicBezTo>
                <a:cubicBezTo>
                  <a:pt x="5381351" y="64349"/>
                  <a:pt x="5370637" y="61159"/>
                  <a:pt x="5359030" y="61159"/>
                </a:cubicBezTo>
                <a:cubicBezTo>
                  <a:pt x="5342516" y="61159"/>
                  <a:pt x="5327562" y="72095"/>
                  <a:pt x="5327562" y="86680"/>
                </a:cubicBezTo>
                <a:cubicBezTo>
                  <a:pt x="5327562" y="103312"/>
                  <a:pt x="5334925" y="110377"/>
                  <a:pt x="5352113" y="117671"/>
                </a:cubicBezTo>
                <a:cubicBezTo>
                  <a:pt x="5370637" y="125417"/>
                  <a:pt x="5374877" y="130202"/>
                  <a:pt x="5374877" y="140002"/>
                </a:cubicBezTo>
                <a:cubicBezTo>
                  <a:pt x="5374877" y="151168"/>
                  <a:pt x="5364166" y="155953"/>
                  <a:pt x="5355907" y="155953"/>
                </a:cubicBezTo>
                <a:cubicBezTo>
                  <a:pt x="5347203" y="155953"/>
                  <a:pt x="5342292" y="152989"/>
                  <a:pt x="5340061" y="150483"/>
                </a:cubicBezTo>
                <a:cubicBezTo>
                  <a:pt x="5335150" y="145243"/>
                  <a:pt x="5332695" y="135217"/>
                  <a:pt x="5331356" y="129518"/>
                </a:cubicBezTo>
                <a:cubicBezTo>
                  <a:pt x="5330018" y="128152"/>
                  <a:pt x="5325774" y="128378"/>
                  <a:pt x="5324436" y="12974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allpackages.Inthiscase,">
            <a:extLst xmlns:a="http://schemas.openxmlformats.org/drawingml/2006/main">
              <a:ext uri="{FF2B5EF4-FFF2-40B4-BE49-F238E27FC236}">
                <a16:creationId xmlns:a16="http://schemas.microsoft.com/office/drawing/2014/main" id="{FED8FCB5-F4A7-4D4C-A231-817AF681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69" y="4753135"/>
            <a:ext cx="2222756" cy="213289"/>
          </a:xfrm>
          <a:custGeom xmlns:a="http://schemas.openxmlformats.org/drawingml/2006/main">
            <a:pathLst>
              <a:path w="2222756" h="213289">
                <a:moveTo>
                  <a:pt x="57361" y="105880"/>
                </a:moveTo>
                <a:lnTo>
                  <a:pt x="57361" y="135957"/>
                </a:lnTo>
                <a:cubicBezTo>
                  <a:pt x="57361" y="138921"/>
                  <a:pt x="56019" y="140517"/>
                  <a:pt x="54234" y="141882"/>
                </a:cubicBezTo>
                <a:cubicBezTo>
                  <a:pt x="48431" y="146668"/>
                  <a:pt x="40844" y="151911"/>
                  <a:pt x="34594" y="151911"/>
                </a:cubicBezTo>
                <a:cubicBezTo>
                  <a:pt x="23434" y="151911"/>
                  <a:pt x="18523" y="142796"/>
                  <a:pt x="18523" y="135731"/>
                </a:cubicBezTo>
                <a:cubicBezTo>
                  <a:pt x="18523" y="125476"/>
                  <a:pt x="23213" y="114992"/>
                  <a:pt x="39727" y="110665"/>
                </a:cubicBezTo>
                <a:lnTo>
                  <a:pt x="57361" y="105880"/>
                </a:lnTo>
                <a:moveTo>
                  <a:pt x="57361" y="148037"/>
                </a:moveTo>
                <a:cubicBezTo>
                  <a:pt x="58699" y="155098"/>
                  <a:pt x="61155" y="161246"/>
                  <a:pt x="72315" y="161246"/>
                </a:cubicBezTo>
                <a:cubicBezTo>
                  <a:pt x="80795" y="161246"/>
                  <a:pt x="88829" y="157374"/>
                  <a:pt x="93515" y="152822"/>
                </a:cubicBezTo>
                <a:cubicBezTo>
                  <a:pt x="93069" y="150087"/>
                  <a:pt x="92177" y="148037"/>
                  <a:pt x="89721" y="146671"/>
                </a:cubicBezTo>
                <a:cubicBezTo>
                  <a:pt x="88161" y="148037"/>
                  <a:pt x="84364" y="150316"/>
                  <a:pt x="81462" y="150316"/>
                </a:cubicBezTo>
                <a:cubicBezTo>
                  <a:pt x="74992" y="150316"/>
                  <a:pt x="74767" y="141427"/>
                  <a:pt x="74767" y="130946"/>
                </a:cubicBezTo>
                <a:lnTo>
                  <a:pt x="74767" y="97446"/>
                </a:lnTo>
                <a:cubicBezTo>
                  <a:pt x="74767" y="65089"/>
                  <a:pt x="57361" y="58938"/>
                  <a:pt x="41065" y="58938"/>
                </a:cubicBezTo>
                <a:cubicBezTo>
                  <a:pt x="22763" y="58938"/>
                  <a:pt x="4240" y="71240"/>
                  <a:pt x="4240" y="84230"/>
                </a:cubicBezTo>
                <a:cubicBezTo>
                  <a:pt x="4240" y="89700"/>
                  <a:pt x="6917" y="92435"/>
                  <a:pt x="12052" y="92435"/>
                </a:cubicBezTo>
                <a:cubicBezTo>
                  <a:pt x="18523" y="92435"/>
                  <a:pt x="22542" y="87650"/>
                  <a:pt x="22542" y="84685"/>
                </a:cubicBezTo>
                <a:cubicBezTo>
                  <a:pt x="22542" y="83090"/>
                  <a:pt x="22317" y="81495"/>
                  <a:pt x="21871" y="80585"/>
                </a:cubicBezTo>
                <a:cubicBezTo>
                  <a:pt x="21650" y="79900"/>
                  <a:pt x="21425" y="78534"/>
                  <a:pt x="21425" y="76025"/>
                </a:cubicBezTo>
                <a:cubicBezTo>
                  <a:pt x="21425" y="68960"/>
                  <a:pt x="30800" y="66455"/>
                  <a:pt x="39280" y="66455"/>
                </a:cubicBezTo>
                <a:cubicBezTo>
                  <a:pt x="46868" y="66455"/>
                  <a:pt x="57361" y="70330"/>
                  <a:pt x="57361" y="96080"/>
                </a:cubicBezTo>
                <a:cubicBezTo>
                  <a:pt x="57361" y="97675"/>
                  <a:pt x="56690" y="98586"/>
                  <a:pt x="56019" y="98815"/>
                </a:cubicBezTo>
                <a:lnTo>
                  <a:pt x="36825" y="103600"/>
                </a:lnTo>
                <a:cubicBezTo>
                  <a:pt x="15400" y="109070"/>
                  <a:pt x="0" y="121146"/>
                  <a:pt x="0" y="136642"/>
                </a:cubicBezTo>
                <a:cubicBezTo>
                  <a:pt x="0" y="155328"/>
                  <a:pt x="12499" y="161246"/>
                  <a:pt x="28120" y="161246"/>
                </a:cubicBezTo>
                <a:cubicBezTo>
                  <a:pt x="35933" y="161246"/>
                  <a:pt x="42628" y="159425"/>
                  <a:pt x="52450" y="151682"/>
                </a:cubicBezTo>
                <a:lnTo>
                  <a:pt x="56915" y="148037"/>
                </a:lnTo>
                <a:lnTo>
                  <a:pt x="57361" y="148037"/>
                </a:lnTo>
                <a:close/>
                <a:moveTo>
                  <a:pt x="115164" y="131231"/>
                </a:moveTo>
                <a:cubicBezTo>
                  <a:pt x="115164" y="150132"/>
                  <a:pt x="112712" y="151269"/>
                  <a:pt x="99097" y="151953"/>
                </a:cubicBezTo>
                <a:cubicBezTo>
                  <a:pt x="97758" y="153319"/>
                  <a:pt x="97758" y="158101"/>
                  <a:pt x="99097" y="159466"/>
                </a:cubicBezTo>
                <a:cubicBezTo>
                  <a:pt x="106909" y="159241"/>
                  <a:pt x="115164" y="159011"/>
                  <a:pt x="124094" y="159011"/>
                </a:cubicBezTo>
                <a:cubicBezTo>
                  <a:pt x="133020" y="159011"/>
                  <a:pt x="141503" y="159241"/>
                  <a:pt x="148866" y="159466"/>
                </a:cubicBezTo>
                <a:cubicBezTo>
                  <a:pt x="150208" y="158101"/>
                  <a:pt x="150208" y="153319"/>
                  <a:pt x="148866" y="151953"/>
                </a:cubicBezTo>
                <a:cubicBezTo>
                  <a:pt x="135254" y="151269"/>
                  <a:pt x="132799" y="150132"/>
                  <a:pt x="132799" y="131231"/>
                </a:cubicBezTo>
                <a:lnTo>
                  <a:pt x="132799" y="26265"/>
                </a:lnTo>
                <a:cubicBezTo>
                  <a:pt x="132799" y="11468"/>
                  <a:pt x="133691" y="2307"/>
                  <a:pt x="133691" y="2307"/>
                </a:cubicBezTo>
                <a:cubicBezTo>
                  <a:pt x="133691" y="695"/>
                  <a:pt x="132799" y="0"/>
                  <a:pt x="130789" y="0"/>
                </a:cubicBezTo>
                <a:cubicBezTo>
                  <a:pt x="125211" y="2307"/>
                  <a:pt x="108469" y="5536"/>
                  <a:pt x="99543" y="6227"/>
                </a:cubicBezTo>
                <a:cubicBezTo>
                  <a:pt x="99097" y="8052"/>
                  <a:pt x="99543" y="11694"/>
                  <a:pt x="100881" y="13063"/>
                </a:cubicBezTo>
                <a:cubicBezTo>
                  <a:pt x="113826" y="13970"/>
                  <a:pt x="115164" y="14655"/>
                  <a:pt x="115164" y="31731"/>
                </a:cubicBezTo>
                <a:lnTo>
                  <a:pt x="115164" y="131231"/>
                </a:lnTo>
                <a:close/>
                <a:moveTo>
                  <a:pt x="174087" y="131231"/>
                </a:moveTo>
                <a:cubicBezTo>
                  <a:pt x="174087" y="150132"/>
                  <a:pt x="171635" y="151269"/>
                  <a:pt x="158019" y="151953"/>
                </a:cubicBezTo>
                <a:cubicBezTo>
                  <a:pt x="156680" y="153319"/>
                  <a:pt x="156680" y="158101"/>
                  <a:pt x="158019" y="159466"/>
                </a:cubicBezTo>
                <a:cubicBezTo>
                  <a:pt x="165831" y="159241"/>
                  <a:pt x="174087" y="159011"/>
                  <a:pt x="183016" y="159011"/>
                </a:cubicBezTo>
                <a:cubicBezTo>
                  <a:pt x="191942" y="159011"/>
                  <a:pt x="200426" y="159241"/>
                  <a:pt x="207789" y="159466"/>
                </a:cubicBezTo>
                <a:cubicBezTo>
                  <a:pt x="209130" y="158101"/>
                  <a:pt x="209130" y="153319"/>
                  <a:pt x="207789" y="151953"/>
                </a:cubicBezTo>
                <a:cubicBezTo>
                  <a:pt x="194176" y="151269"/>
                  <a:pt x="191721" y="150132"/>
                  <a:pt x="191721" y="131231"/>
                </a:cubicBezTo>
                <a:lnTo>
                  <a:pt x="191721" y="26265"/>
                </a:lnTo>
                <a:cubicBezTo>
                  <a:pt x="191721" y="11468"/>
                  <a:pt x="192613" y="2307"/>
                  <a:pt x="192613" y="2307"/>
                </a:cubicBezTo>
                <a:cubicBezTo>
                  <a:pt x="192613" y="695"/>
                  <a:pt x="191721" y="0"/>
                  <a:pt x="189712" y="0"/>
                </a:cubicBezTo>
                <a:cubicBezTo>
                  <a:pt x="184133" y="2307"/>
                  <a:pt x="167391" y="5536"/>
                  <a:pt x="158465" y="6227"/>
                </a:cubicBezTo>
                <a:cubicBezTo>
                  <a:pt x="158019" y="8052"/>
                  <a:pt x="158465" y="11694"/>
                  <a:pt x="159803" y="13063"/>
                </a:cubicBezTo>
                <a:cubicBezTo>
                  <a:pt x="172748" y="13970"/>
                  <a:pt x="174087" y="14655"/>
                  <a:pt x="174087" y="31731"/>
                </a:cubicBezTo>
                <a:lnTo>
                  <a:pt x="174087" y="131231"/>
                </a:lnTo>
                <a:close/>
                <a:moveTo>
                  <a:pt x="297958" y="83545"/>
                </a:moveTo>
                <a:cubicBezTo>
                  <a:pt x="303761" y="76251"/>
                  <a:pt x="314029" y="69416"/>
                  <a:pt x="320500" y="69416"/>
                </a:cubicBezTo>
                <a:cubicBezTo>
                  <a:pt x="334786" y="69416"/>
                  <a:pt x="347060" y="85822"/>
                  <a:pt x="347060" y="111572"/>
                </a:cubicBezTo>
                <a:cubicBezTo>
                  <a:pt x="347060" y="130261"/>
                  <a:pt x="340589" y="153503"/>
                  <a:pt x="315592" y="153503"/>
                </a:cubicBezTo>
                <a:cubicBezTo>
                  <a:pt x="311573" y="153503"/>
                  <a:pt x="303761" y="152363"/>
                  <a:pt x="299746" y="148718"/>
                </a:cubicBezTo>
                <a:cubicBezTo>
                  <a:pt x="295281" y="144617"/>
                  <a:pt x="294389" y="143248"/>
                  <a:pt x="294389" y="135047"/>
                </a:cubicBezTo>
                <a:lnTo>
                  <a:pt x="294389" y="93571"/>
                </a:lnTo>
                <a:cubicBezTo>
                  <a:pt x="294389" y="88786"/>
                  <a:pt x="295281" y="86736"/>
                  <a:pt x="297958" y="83545"/>
                </a:cubicBezTo>
                <a:moveTo>
                  <a:pt x="293718" y="75111"/>
                </a:moveTo>
                <a:cubicBezTo>
                  <a:pt x="293496" y="68276"/>
                  <a:pt x="293050" y="62358"/>
                  <a:pt x="291933" y="60078"/>
                </a:cubicBezTo>
                <a:cubicBezTo>
                  <a:pt x="291487" y="58938"/>
                  <a:pt x="291041" y="58257"/>
                  <a:pt x="289253" y="58257"/>
                </a:cubicBezTo>
                <a:cubicBezTo>
                  <a:pt x="283004" y="60763"/>
                  <a:pt x="277200" y="62813"/>
                  <a:pt x="261800" y="64860"/>
                </a:cubicBezTo>
                <a:cubicBezTo>
                  <a:pt x="261354" y="66229"/>
                  <a:pt x="261800" y="69871"/>
                  <a:pt x="262250" y="71240"/>
                </a:cubicBezTo>
                <a:cubicBezTo>
                  <a:pt x="274299" y="72380"/>
                  <a:pt x="276754" y="73516"/>
                  <a:pt x="276754" y="86736"/>
                </a:cubicBezTo>
                <a:lnTo>
                  <a:pt x="276754" y="184095"/>
                </a:lnTo>
                <a:cubicBezTo>
                  <a:pt x="276754" y="203058"/>
                  <a:pt x="274299" y="204202"/>
                  <a:pt x="260687" y="204886"/>
                </a:cubicBezTo>
                <a:cubicBezTo>
                  <a:pt x="259348" y="206252"/>
                  <a:pt x="259348" y="211034"/>
                  <a:pt x="260687" y="212399"/>
                </a:cubicBezTo>
                <a:cubicBezTo>
                  <a:pt x="268499" y="212174"/>
                  <a:pt x="276754" y="211944"/>
                  <a:pt x="285684" y="211944"/>
                </a:cubicBezTo>
                <a:cubicBezTo>
                  <a:pt x="294610" y="211944"/>
                  <a:pt x="305324" y="212174"/>
                  <a:pt x="312690" y="212399"/>
                </a:cubicBezTo>
                <a:cubicBezTo>
                  <a:pt x="314029" y="211034"/>
                  <a:pt x="314029" y="206252"/>
                  <a:pt x="312690" y="204886"/>
                </a:cubicBezTo>
                <a:cubicBezTo>
                  <a:pt x="296844" y="203972"/>
                  <a:pt x="294389" y="203058"/>
                  <a:pt x="294389" y="184095"/>
                </a:cubicBezTo>
                <a:lnTo>
                  <a:pt x="294389" y="159425"/>
                </a:lnTo>
                <a:cubicBezTo>
                  <a:pt x="294389" y="156464"/>
                  <a:pt x="295281" y="156693"/>
                  <a:pt x="297512" y="157830"/>
                </a:cubicBezTo>
                <a:cubicBezTo>
                  <a:pt x="303093" y="159880"/>
                  <a:pt x="309789" y="161246"/>
                  <a:pt x="316930" y="161246"/>
                </a:cubicBezTo>
                <a:cubicBezTo>
                  <a:pt x="329429" y="161246"/>
                  <a:pt x="340589" y="157374"/>
                  <a:pt x="349740" y="148492"/>
                </a:cubicBezTo>
                <a:cubicBezTo>
                  <a:pt x="360230" y="138008"/>
                  <a:pt x="366254" y="123878"/>
                  <a:pt x="366254" y="105421"/>
                </a:cubicBezTo>
                <a:cubicBezTo>
                  <a:pt x="366254" y="81266"/>
                  <a:pt x="349515" y="58938"/>
                  <a:pt x="326749" y="58938"/>
                </a:cubicBezTo>
                <a:cubicBezTo>
                  <a:pt x="316484" y="58938"/>
                  <a:pt x="305099" y="66000"/>
                  <a:pt x="296173" y="76025"/>
                </a:cubicBezTo>
                <a:cubicBezTo>
                  <a:pt x="294835" y="77391"/>
                  <a:pt x="293943" y="77391"/>
                  <a:pt x="293718" y="75111"/>
                </a:cubicBezTo>
                <a:close/>
                <a:moveTo>
                  <a:pt x="440133" y="105880"/>
                </a:moveTo>
                <a:lnTo>
                  <a:pt x="440133" y="135957"/>
                </a:lnTo>
                <a:cubicBezTo>
                  <a:pt x="440133" y="138921"/>
                  <a:pt x="438791" y="140517"/>
                  <a:pt x="437006" y="141882"/>
                </a:cubicBezTo>
                <a:cubicBezTo>
                  <a:pt x="431203" y="146668"/>
                  <a:pt x="423616" y="151911"/>
                  <a:pt x="417366" y="151911"/>
                </a:cubicBezTo>
                <a:cubicBezTo>
                  <a:pt x="406206" y="151911"/>
                  <a:pt x="401295" y="142796"/>
                  <a:pt x="401295" y="135731"/>
                </a:cubicBezTo>
                <a:cubicBezTo>
                  <a:pt x="401295" y="125476"/>
                  <a:pt x="405985" y="114992"/>
                  <a:pt x="422499" y="110665"/>
                </a:cubicBezTo>
                <a:lnTo>
                  <a:pt x="440133" y="105880"/>
                </a:lnTo>
                <a:moveTo>
                  <a:pt x="440133" y="148037"/>
                </a:moveTo>
                <a:cubicBezTo>
                  <a:pt x="441471" y="155098"/>
                  <a:pt x="443927" y="161246"/>
                  <a:pt x="455087" y="161246"/>
                </a:cubicBezTo>
                <a:cubicBezTo>
                  <a:pt x="463567" y="161246"/>
                  <a:pt x="471601" y="157374"/>
                  <a:pt x="476287" y="152822"/>
                </a:cubicBezTo>
                <a:cubicBezTo>
                  <a:pt x="475841" y="150087"/>
                  <a:pt x="474948" y="148037"/>
                  <a:pt x="472493" y="146671"/>
                </a:cubicBezTo>
                <a:cubicBezTo>
                  <a:pt x="470933" y="148037"/>
                  <a:pt x="467136" y="150316"/>
                  <a:pt x="464234" y="150316"/>
                </a:cubicBezTo>
                <a:cubicBezTo>
                  <a:pt x="457764" y="150316"/>
                  <a:pt x="457539" y="141427"/>
                  <a:pt x="457539" y="130946"/>
                </a:cubicBezTo>
                <a:lnTo>
                  <a:pt x="457539" y="97446"/>
                </a:lnTo>
                <a:cubicBezTo>
                  <a:pt x="457539" y="65089"/>
                  <a:pt x="440133" y="58938"/>
                  <a:pt x="423837" y="58938"/>
                </a:cubicBezTo>
                <a:cubicBezTo>
                  <a:pt x="405535" y="58938"/>
                  <a:pt x="387012" y="71240"/>
                  <a:pt x="387012" y="84230"/>
                </a:cubicBezTo>
                <a:cubicBezTo>
                  <a:pt x="387012" y="89700"/>
                  <a:pt x="389689" y="92435"/>
                  <a:pt x="394824" y="92435"/>
                </a:cubicBezTo>
                <a:cubicBezTo>
                  <a:pt x="401295" y="92435"/>
                  <a:pt x="405314" y="87650"/>
                  <a:pt x="405314" y="84685"/>
                </a:cubicBezTo>
                <a:cubicBezTo>
                  <a:pt x="405314" y="83090"/>
                  <a:pt x="405089" y="81495"/>
                  <a:pt x="404643" y="80585"/>
                </a:cubicBezTo>
                <a:cubicBezTo>
                  <a:pt x="404421" y="79900"/>
                  <a:pt x="404197" y="78534"/>
                  <a:pt x="404197" y="76025"/>
                </a:cubicBezTo>
                <a:cubicBezTo>
                  <a:pt x="404197" y="68960"/>
                  <a:pt x="413572" y="66455"/>
                  <a:pt x="422052" y="66455"/>
                </a:cubicBezTo>
                <a:cubicBezTo>
                  <a:pt x="429640" y="66455"/>
                  <a:pt x="440133" y="70330"/>
                  <a:pt x="440133" y="96080"/>
                </a:cubicBezTo>
                <a:cubicBezTo>
                  <a:pt x="440133" y="97675"/>
                  <a:pt x="439462" y="98586"/>
                  <a:pt x="438791" y="98815"/>
                </a:cubicBezTo>
                <a:lnTo>
                  <a:pt x="419597" y="103600"/>
                </a:lnTo>
                <a:cubicBezTo>
                  <a:pt x="398172" y="109070"/>
                  <a:pt x="382772" y="121146"/>
                  <a:pt x="382772" y="136642"/>
                </a:cubicBezTo>
                <a:cubicBezTo>
                  <a:pt x="382772" y="155328"/>
                  <a:pt x="395271" y="161246"/>
                  <a:pt x="410892" y="161246"/>
                </a:cubicBezTo>
                <a:cubicBezTo>
                  <a:pt x="418705" y="161246"/>
                  <a:pt x="425400" y="159425"/>
                  <a:pt x="435222" y="151682"/>
                </a:cubicBezTo>
                <a:lnTo>
                  <a:pt x="439687" y="148037"/>
                </a:lnTo>
                <a:lnTo>
                  <a:pt x="440133" y="148037"/>
                </a:lnTo>
                <a:close/>
                <a:moveTo>
                  <a:pt x="565565" y="138237"/>
                </a:moveTo>
                <a:cubicBezTo>
                  <a:pt x="564673" y="136187"/>
                  <a:pt x="562885" y="135276"/>
                  <a:pt x="560879" y="135047"/>
                </a:cubicBezTo>
                <a:cubicBezTo>
                  <a:pt x="553288" y="145076"/>
                  <a:pt x="543691" y="150087"/>
                  <a:pt x="534094" y="150087"/>
                </a:cubicBezTo>
                <a:cubicBezTo>
                  <a:pt x="517801" y="150087"/>
                  <a:pt x="504186" y="133226"/>
                  <a:pt x="504186" y="106561"/>
                </a:cubicBezTo>
                <a:cubicBezTo>
                  <a:pt x="504186" y="81495"/>
                  <a:pt x="514900" y="66455"/>
                  <a:pt x="529632" y="66455"/>
                </a:cubicBezTo>
                <a:cubicBezTo>
                  <a:pt x="542798" y="66455"/>
                  <a:pt x="544583" y="74430"/>
                  <a:pt x="545479" y="82406"/>
                </a:cubicBezTo>
                <a:cubicBezTo>
                  <a:pt x="546146" y="88560"/>
                  <a:pt x="549273" y="90610"/>
                  <a:pt x="553959" y="90610"/>
                </a:cubicBezTo>
                <a:cubicBezTo>
                  <a:pt x="558645" y="90610"/>
                  <a:pt x="564894" y="87650"/>
                  <a:pt x="564894" y="80585"/>
                </a:cubicBezTo>
                <a:cubicBezTo>
                  <a:pt x="564894" y="68050"/>
                  <a:pt x="552174" y="58938"/>
                  <a:pt x="530746" y="58938"/>
                </a:cubicBezTo>
                <a:cubicBezTo>
                  <a:pt x="508650" y="58938"/>
                  <a:pt x="484991" y="79215"/>
                  <a:pt x="484991" y="111576"/>
                </a:cubicBezTo>
                <a:cubicBezTo>
                  <a:pt x="484991" y="140972"/>
                  <a:pt x="501063" y="161246"/>
                  <a:pt x="529183" y="161246"/>
                </a:cubicBezTo>
                <a:cubicBezTo>
                  <a:pt x="542577" y="161246"/>
                  <a:pt x="554405" y="156919"/>
                  <a:pt x="565565" y="138237"/>
                </a:cubicBezTo>
                <a:close/>
                <a:moveTo>
                  <a:pt x="591456" y="131235"/>
                </a:moveTo>
                <a:cubicBezTo>
                  <a:pt x="591456" y="150132"/>
                  <a:pt x="589000" y="151043"/>
                  <a:pt x="576502" y="151953"/>
                </a:cubicBezTo>
                <a:cubicBezTo>
                  <a:pt x="575160" y="153319"/>
                  <a:pt x="575160" y="158101"/>
                  <a:pt x="576502" y="159466"/>
                </a:cubicBezTo>
                <a:cubicBezTo>
                  <a:pt x="583865" y="159241"/>
                  <a:pt x="591456" y="159011"/>
                  <a:pt x="600382" y="159011"/>
                </a:cubicBezTo>
                <a:cubicBezTo>
                  <a:pt x="608195" y="159011"/>
                  <a:pt x="615561" y="159241"/>
                  <a:pt x="620693" y="159466"/>
                </a:cubicBezTo>
                <a:cubicBezTo>
                  <a:pt x="622032" y="158101"/>
                  <a:pt x="622032" y="153319"/>
                  <a:pt x="620693" y="151953"/>
                </a:cubicBezTo>
                <a:cubicBezTo>
                  <a:pt x="611542" y="151043"/>
                  <a:pt x="609087" y="150132"/>
                  <a:pt x="609087" y="131235"/>
                </a:cubicBezTo>
                <a:lnTo>
                  <a:pt x="609087" y="111426"/>
                </a:lnTo>
                <a:cubicBezTo>
                  <a:pt x="613327" y="111656"/>
                  <a:pt x="616453" y="111885"/>
                  <a:pt x="618684" y="112566"/>
                </a:cubicBezTo>
                <a:cubicBezTo>
                  <a:pt x="621139" y="114387"/>
                  <a:pt x="623149" y="116437"/>
                  <a:pt x="625825" y="120079"/>
                </a:cubicBezTo>
                <a:lnTo>
                  <a:pt x="642118" y="142390"/>
                </a:lnTo>
                <a:cubicBezTo>
                  <a:pt x="648592" y="151269"/>
                  <a:pt x="651269" y="155595"/>
                  <a:pt x="651494" y="158330"/>
                </a:cubicBezTo>
                <a:cubicBezTo>
                  <a:pt x="651494" y="159011"/>
                  <a:pt x="651715" y="159466"/>
                  <a:pt x="652386" y="159466"/>
                </a:cubicBezTo>
                <a:cubicBezTo>
                  <a:pt x="656851" y="159241"/>
                  <a:pt x="661758" y="159011"/>
                  <a:pt x="666223" y="159011"/>
                </a:cubicBezTo>
                <a:cubicBezTo>
                  <a:pt x="673143" y="159011"/>
                  <a:pt x="680060" y="159241"/>
                  <a:pt x="684525" y="159466"/>
                </a:cubicBezTo>
                <a:cubicBezTo>
                  <a:pt x="685863" y="158101"/>
                  <a:pt x="685863" y="153319"/>
                  <a:pt x="684525" y="151953"/>
                </a:cubicBezTo>
                <a:cubicBezTo>
                  <a:pt x="676937" y="151043"/>
                  <a:pt x="671359" y="150132"/>
                  <a:pt x="665331" y="142390"/>
                </a:cubicBezTo>
                <a:lnTo>
                  <a:pt x="635869" y="104598"/>
                </a:lnTo>
                <a:cubicBezTo>
                  <a:pt x="634976" y="103461"/>
                  <a:pt x="634309" y="102551"/>
                  <a:pt x="634309" y="101414"/>
                </a:cubicBezTo>
                <a:cubicBezTo>
                  <a:pt x="634309" y="100507"/>
                  <a:pt x="634309" y="100052"/>
                  <a:pt x="635201" y="99142"/>
                </a:cubicBezTo>
                <a:lnTo>
                  <a:pt x="654841" y="78458"/>
                </a:lnTo>
                <a:cubicBezTo>
                  <a:pt x="661537" y="71184"/>
                  <a:pt x="669349" y="69367"/>
                  <a:pt x="678275" y="68456"/>
                </a:cubicBezTo>
                <a:cubicBezTo>
                  <a:pt x="679614" y="67091"/>
                  <a:pt x="679614" y="62309"/>
                  <a:pt x="678275" y="60940"/>
                </a:cubicBezTo>
                <a:cubicBezTo>
                  <a:pt x="673143" y="61169"/>
                  <a:pt x="666894" y="61398"/>
                  <a:pt x="658860" y="61398"/>
                </a:cubicBezTo>
                <a:cubicBezTo>
                  <a:pt x="650377" y="61398"/>
                  <a:pt x="642118" y="61169"/>
                  <a:pt x="636986" y="60940"/>
                </a:cubicBezTo>
                <a:cubicBezTo>
                  <a:pt x="635647" y="62309"/>
                  <a:pt x="635647" y="67091"/>
                  <a:pt x="636986" y="68456"/>
                </a:cubicBezTo>
                <a:cubicBezTo>
                  <a:pt x="649484" y="69367"/>
                  <a:pt x="644127" y="77321"/>
                  <a:pt x="642118" y="80049"/>
                </a:cubicBezTo>
                <a:cubicBezTo>
                  <a:pt x="636986" y="86642"/>
                  <a:pt x="630065" y="94370"/>
                  <a:pt x="624262" y="98687"/>
                </a:cubicBezTo>
                <a:cubicBezTo>
                  <a:pt x="619355" y="102325"/>
                  <a:pt x="613327" y="105053"/>
                  <a:pt x="609087" y="105734"/>
                </a:cubicBezTo>
                <a:lnTo>
                  <a:pt x="609087" y="26286"/>
                </a:lnTo>
                <a:cubicBezTo>
                  <a:pt x="609087" y="11468"/>
                  <a:pt x="609979" y="2307"/>
                  <a:pt x="609979" y="2307"/>
                </a:cubicBezTo>
                <a:cubicBezTo>
                  <a:pt x="609979" y="695"/>
                  <a:pt x="609087" y="0"/>
                  <a:pt x="607077" y="0"/>
                </a:cubicBezTo>
                <a:cubicBezTo>
                  <a:pt x="601499" y="2307"/>
                  <a:pt x="584760" y="5536"/>
                  <a:pt x="575831" y="6227"/>
                </a:cubicBezTo>
                <a:cubicBezTo>
                  <a:pt x="575385" y="8052"/>
                  <a:pt x="575831" y="11694"/>
                  <a:pt x="577169" y="13063"/>
                </a:cubicBezTo>
                <a:cubicBezTo>
                  <a:pt x="588776" y="13744"/>
                  <a:pt x="591456" y="12608"/>
                  <a:pt x="591456" y="31756"/>
                </a:cubicBezTo>
                <a:lnTo>
                  <a:pt x="591456" y="131235"/>
                </a:lnTo>
                <a:close/>
                <a:moveTo>
                  <a:pt x="751930" y="105880"/>
                </a:moveTo>
                <a:lnTo>
                  <a:pt x="751930" y="135957"/>
                </a:lnTo>
                <a:cubicBezTo>
                  <a:pt x="751930" y="138921"/>
                  <a:pt x="750588" y="140517"/>
                  <a:pt x="748804" y="141882"/>
                </a:cubicBezTo>
                <a:cubicBezTo>
                  <a:pt x="743001" y="146668"/>
                  <a:pt x="735413" y="151911"/>
                  <a:pt x="729164" y="151911"/>
                </a:cubicBezTo>
                <a:cubicBezTo>
                  <a:pt x="718003" y="151911"/>
                  <a:pt x="713093" y="142796"/>
                  <a:pt x="713093" y="135731"/>
                </a:cubicBezTo>
                <a:cubicBezTo>
                  <a:pt x="713093" y="125476"/>
                  <a:pt x="717782" y="114992"/>
                  <a:pt x="734296" y="110665"/>
                </a:cubicBezTo>
                <a:lnTo>
                  <a:pt x="751930" y="105880"/>
                </a:lnTo>
                <a:moveTo>
                  <a:pt x="751930" y="148037"/>
                </a:moveTo>
                <a:cubicBezTo>
                  <a:pt x="753269" y="155098"/>
                  <a:pt x="755724" y="161246"/>
                  <a:pt x="766884" y="161246"/>
                </a:cubicBezTo>
                <a:cubicBezTo>
                  <a:pt x="775364" y="161246"/>
                  <a:pt x="783398" y="157374"/>
                  <a:pt x="788084" y="152822"/>
                </a:cubicBezTo>
                <a:cubicBezTo>
                  <a:pt x="787638" y="150087"/>
                  <a:pt x="786746" y="148037"/>
                  <a:pt x="784290" y="146671"/>
                </a:cubicBezTo>
                <a:cubicBezTo>
                  <a:pt x="782731" y="148037"/>
                  <a:pt x="778933" y="150316"/>
                  <a:pt x="776032" y="150316"/>
                </a:cubicBezTo>
                <a:cubicBezTo>
                  <a:pt x="769561" y="150316"/>
                  <a:pt x="769336" y="141427"/>
                  <a:pt x="769336" y="130946"/>
                </a:cubicBezTo>
                <a:lnTo>
                  <a:pt x="769336" y="97446"/>
                </a:lnTo>
                <a:cubicBezTo>
                  <a:pt x="769336" y="65089"/>
                  <a:pt x="751930" y="58938"/>
                  <a:pt x="735634" y="58938"/>
                </a:cubicBezTo>
                <a:cubicBezTo>
                  <a:pt x="717333" y="58938"/>
                  <a:pt x="698809" y="71240"/>
                  <a:pt x="698809" y="84230"/>
                </a:cubicBezTo>
                <a:cubicBezTo>
                  <a:pt x="698809" y="89700"/>
                  <a:pt x="701486" y="92435"/>
                  <a:pt x="706622" y="92435"/>
                </a:cubicBezTo>
                <a:cubicBezTo>
                  <a:pt x="713093" y="92435"/>
                  <a:pt x="717111" y="87650"/>
                  <a:pt x="717111" y="84685"/>
                </a:cubicBezTo>
                <a:cubicBezTo>
                  <a:pt x="717111" y="83090"/>
                  <a:pt x="716886" y="81495"/>
                  <a:pt x="716440" y="80585"/>
                </a:cubicBezTo>
                <a:cubicBezTo>
                  <a:pt x="716219" y="79900"/>
                  <a:pt x="715994" y="78534"/>
                  <a:pt x="715994" y="76025"/>
                </a:cubicBezTo>
                <a:cubicBezTo>
                  <a:pt x="715994" y="68960"/>
                  <a:pt x="725370" y="66455"/>
                  <a:pt x="733850" y="66455"/>
                </a:cubicBezTo>
                <a:cubicBezTo>
                  <a:pt x="741437" y="66455"/>
                  <a:pt x="751930" y="70330"/>
                  <a:pt x="751930" y="96080"/>
                </a:cubicBezTo>
                <a:cubicBezTo>
                  <a:pt x="751930" y="97675"/>
                  <a:pt x="751259" y="98586"/>
                  <a:pt x="750588" y="98815"/>
                </a:cubicBezTo>
                <a:lnTo>
                  <a:pt x="731394" y="103600"/>
                </a:lnTo>
                <a:cubicBezTo>
                  <a:pt x="709970" y="109070"/>
                  <a:pt x="694569" y="121146"/>
                  <a:pt x="694569" y="136642"/>
                </a:cubicBezTo>
                <a:cubicBezTo>
                  <a:pt x="694569" y="155328"/>
                  <a:pt x="707068" y="161246"/>
                  <a:pt x="722690" y="161246"/>
                </a:cubicBezTo>
                <a:cubicBezTo>
                  <a:pt x="730502" y="161246"/>
                  <a:pt x="737197" y="159425"/>
                  <a:pt x="747019" y="151682"/>
                </a:cubicBezTo>
                <a:lnTo>
                  <a:pt x="751484" y="148037"/>
                </a:lnTo>
                <a:lnTo>
                  <a:pt x="751930" y="148037"/>
                </a:lnTo>
                <a:close/>
                <a:moveTo>
                  <a:pt x="859732" y="95434"/>
                </a:moveTo>
                <a:cubicBezTo>
                  <a:pt x="859732" y="116656"/>
                  <a:pt x="849239" y="120990"/>
                  <a:pt x="840980" y="120990"/>
                </a:cubicBezTo>
                <a:cubicBezTo>
                  <a:pt x="822232" y="120990"/>
                  <a:pt x="820226" y="104792"/>
                  <a:pt x="820226" y="90186"/>
                </a:cubicBezTo>
                <a:cubicBezTo>
                  <a:pt x="820226" y="74215"/>
                  <a:pt x="825805" y="66000"/>
                  <a:pt x="838082" y="66000"/>
                </a:cubicBezTo>
                <a:cubicBezTo>
                  <a:pt x="852140" y="66000"/>
                  <a:pt x="859732" y="76498"/>
                  <a:pt x="859732" y="95434"/>
                </a:cubicBezTo>
                <a:moveTo>
                  <a:pt x="817992" y="161235"/>
                </a:moveTo>
                <a:cubicBezTo>
                  <a:pt x="820448" y="161920"/>
                  <a:pt x="824020" y="162379"/>
                  <a:pt x="826922" y="162379"/>
                </a:cubicBezTo>
                <a:cubicBezTo>
                  <a:pt x="833839" y="162379"/>
                  <a:pt x="840088" y="161690"/>
                  <a:pt x="843214" y="161690"/>
                </a:cubicBezTo>
                <a:cubicBezTo>
                  <a:pt x="854374" y="161690"/>
                  <a:pt x="863747" y="161920"/>
                  <a:pt x="870221" y="165576"/>
                </a:cubicBezTo>
                <a:cubicBezTo>
                  <a:pt x="878926" y="170601"/>
                  <a:pt x="881602" y="173798"/>
                  <a:pt x="881602" y="179737"/>
                </a:cubicBezTo>
                <a:cubicBezTo>
                  <a:pt x="881602" y="196185"/>
                  <a:pt x="857944" y="204865"/>
                  <a:pt x="837857" y="204865"/>
                </a:cubicBezTo>
                <a:cubicBezTo>
                  <a:pt x="829823" y="204865"/>
                  <a:pt x="811075" y="198238"/>
                  <a:pt x="811075" y="182708"/>
                </a:cubicBezTo>
                <a:cubicBezTo>
                  <a:pt x="811075" y="174941"/>
                  <a:pt x="811522" y="169232"/>
                  <a:pt x="817992" y="161235"/>
                </a:cubicBezTo>
                <a:moveTo>
                  <a:pt x="887630" y="70792"/>
                </a:moveTo>
                <a:cubicBezTo>
                  <a:pt x="891870" y="70792"/>
                  <a:pt x="895886" y="66684"/>
                  <a:pt x="895886" y="62128"/>
                </a:cubicBezTo>
                <a:cubicBezTo>
                  <a:pt x="895886" y="57346"/>
                  <a:pt x="891646" y="53701"/>
                  <a:pt x="885621" y="53701"/>
                </a:cubicBezTo>
                <a:cubicBezTo>
                  <a:pt x="879818" y="53701"/>
                  <a:pt x="869104" y="57572"/>
                  <a:pt x="863301" y="65318"/>
                </a:cubicBezTo>
                <a:cubicBezTo>
                  <a:pt x="860624" y="63494"/>
                  <a:pt x="853257" y="58938"/>
                  <a:pt x="840088" y="58938"/>
                </a:cubicBezTo>
                <a:cubicBezTo>
                  <a:pt x="820226" y="58938"/>
                  <a:pt x="801925" y="72616"/>
                  <a:pt x="801925" y="93609"/>
                </a:cubicBezTo>
                <a:cubicBezTo>
                  <a:pt x="801925" y="105932"/>
                  <a:pt x="807282" y="113004"/>
                  <a:pt x="813531" y="119165"/>
                </a:cubicBezTo>
                <a:cubicBezTo>
                  <a:pt x="807282" y="124635"/>
                  <a:pt x="803709" y="134407"/>
                  <a:pt x="803709" y="142126"/>
                </a:cubicBezTo>
                <a:cubicBezTo>
                  <a:pt x="803709" y="150306"/>
                  <a:pt x="808174" y="156683"/>
                  <a:pt x="813977" y="159644"/>
                </a:cubicBezTo>
                <a:cubicBezTo>
                  <a:pt x="801925" y="166945"/>
                  <a:pt x="795675" y="177454"/>
                  <a:pt x="795675" y="187274"/>
                </a:cubicBezTo>
                <a:cubicBezTo>
                  <a:pt x="795675" y="207142"/>
                  <a:pt x="813977" y="213289"/>
                  <a:pt x="831162" y="213289"/>
                </a:cubicBezTo>
                <a:cubicBezTo>
                  <a:pt x="861291" y="213289"/>
                  <a:pt x="893880" y="198468"/>
                  <a:pt x="893880" y="173798"/>
                </a:cubicBezTo>
                <a:cubicBezTo>
                  <a:pt x="893880" y="166490"/>
                  <a:pt x="890532" y="160780"/>
                  <a:pt x="884058" y="155314"/>
                </a:cubicBezTo>
                <a:cubicBezTo>
                  <a:pt x="875353" y="148026"/>
                  <a:pt x="859732" y="147800"/>
                  <a:pt x="851473" y="147800"/>
                </a:cubicBezTo>
                <a:cubicBezTo>
                  <a:pt x="847454" y="147800"/>
                  <a:pt x="841876" y="148256"/>
                  <a:pt x="836519" y="148937"/>
                </a:cubicBezTo>
                <a:cubicBezTo>
                  <a:pt x="833171" y="149166"/>
                  <a:pt x="830937" y="149396"/>
                  <a:pt x="829823" y="149396"/>
                </a:cubicBezTo>
                <a:cubicBezTo>
                  <a:pt x="823349" y="149396"/>
                  <a:pt x="815537" y="146212"/>
                  <a:pt x="815537" y="136451"/>
                </a:cubicBezTo>
                <a:cubicBezTo>
                  <a:pt x="815537" y="131912"/>
                  <a:pt x="816879" y="127141"/>
                  <a:pt x="819555" y="123270"/>
                </a:cubicBezTo>
                <a:cubicBezTo>
                  <a:pt x="824912" y="126456"/>
                  <a:pt x="831162" y="128051"/>
                  <a:pt x="839867" y="128051"/>
                </a:cubicBezTo>
                <a:cubicBezTo>
                  <a:pt x="859507" y="128051"/>
                  <a:pt x="877584" y="115517"/>
                  <a:pt x="877584" y="93154"/>
                </a:cubicBezTo>
                <a:cubicBezTo>
                  <a:pt x="877584" y="82430"/>
                  <a:pt x="874461" y="76269"/>
                  <a:pt x="867987" y="69423"/>
                </a:cubicBezTo>
                <a:cubicBezTo>
                  <a:pt x="869550" y="67139"/>
                  <a:pt x="874015" y="63949"/>
                  <a:pt x="876916" y="63949"/>
                </a:cubicBezTo>
                <a:cubicBezTo>
                  <a:pt x="878479" y="63949"/>
                  <a:pt x="880039" y="64634"/>
                  <a:pt x="881381" y="66684"/>
                </a:cubicBezTo>
                <a:cubicBezTo>
                  <a:pt x="882273" y="68509"/>
                  <a:pt x="885175" y="70792"/>
                  <a:pt x="887630" y="70792"/>
                </a:cubicBezTo>
                <a:close/>
                <a:moveTo>
                  <a:pt x="927803" y="94787"/>
                </a:moveTo>
                <a:cubicBezTo>
                  <a:pt x="932043" y="69162"/>
                  <a:pt x="947668" y="67122"/>
                  <a:pt x="953025" y="67122"/>
                </a:cubicBezTo>
                <a:cubicBezTo>
                  <a:pt x="961505" y="67122"/>
                  <a:pt x="971548" y="71886"/>
                  <a:pt x="971548" y="90934"/>
                </a:cubicBezTo>
                <a:cubicBezTo>
                  <a:pt x="971548" y="92973"/>
                  <a:pt x="970656" y="94110"/>
                  <a:pt x="968201" y="94110"/>
                </a:cubicBezTo>
                <a:lnTo>
                  <a:pt x="927803" y="94787"/>
                </a:lnTo>
                <a:moveTo>
                  <a:pt x="986278" y="137799"/>
                </a:moveTo>
                <a:cubicBezTo>
                  <a:pt x="978022" y="146449"/>
                  <a:pt x="971548" y="150087"/>
                  <a:pt x="958604" y="150087"/>
                </a:cubicBezTo>
                <a:cubicBezTo>
                  <a:pt x="950570" y="150087"/>
                  <a:pt x="941194" y="145309"/>
                  <a:pt x="934277" y="133705"/>
                </a:cubicBezTo>
                <a:cubicBezTo>
                  <a:pt x="929812" y="126196"/>
                  <a:pt x="927132" y="115729"/>
                  <a:pt x="927132" y="102530"/>
                </a:cubicBezTo>
                <a:lnTo>
                  <a:pt x="986502" y="102985"/>
                </a:lnTo>
                <a:cubicBezTo>
                  <a:pt x="989179" y="102985"/>
                  <a:pt x="990742" y="101620"/>
                  <a:pt x="990742" y="99114"/>
                </a:cubicBezTo>
                <a:cubicBezTo>
                  <a:pt x="990742" y="80049"/>
                  <a:pt x="984047" y="59605"/>
                  <a:pt x="953025" y="59605"/>
                </a:cubicBezTo>
                <a:cubicBezTo>
                  <a:pt x="933606" y="59605"/>
                  <a:pt x="908384" y="78461"/>
                  <a:pt x="908384" y="112997"/>
                </a:cubicBezTo>
                <a:cubicBezTo>
                  <a:pt x="908384" y="125740"/>
                  <a:pt x="911511" y="138028"/>
                  <a:pt x="918877" y="146674"/>
                </a:cubicBezTo>
                <a:cubicBezTo>
                  <a:pt x="926465" y="155783"/>
                  <a:pt x="936954" y="161246"/>
                  <a:pt x="953025" y="161246"/>
                </a:cubicBezTo>
                <a:cubicBezTo>
                  <a:pt x="969985" y="161246"/>
                  <a:pt x="982038" y="153277"/>
                  <a:pt x="990967" y="141441"/>
                </a:cubicBezTo>
                <a:cubicBezTo>
                  <a:pt x="990296" y="139165"/>
                  <a:pt x="988958" y="138028"/>
                  <a:pt x="986278" y="137799"/>
                </a:cubicBezTo>
                <a:close/>
                <a:moveTo>
                  <a:pt x="1010606" y="127527"/>
                </a:moveTo>
                <a:cubicBezTo>
                  <a:pt x="1011498" y="138692"/>
                  <a:pt x="1012169" y="149402"/>
                  <a:pt x="1012169" y="158969"/>
                </a:cubicBezTo>
                <a:cubicBezTo>
                  <a:pt x="1014400" y="158514"/>
                  <a:pt x="1016634" y="158288"/>
                  <a:pt x="1017747" y="158288"/>
                </a:cubicBezTo>
                <a:cubicBezTo>
                  <a:pt x="1019311" y="158288"/>
                  <a:pt x="1020649" y="158288"/>
                  <a:pt x="1022212" y="158744"/>
                </a:cubicBezTo>
                <a:cubicBezTo>
                  <a:pt x="1028240" y="160335"/>
                  <a:pt x="1034265" y="161246"/>
                  <a:pt x="1042523" y="161246"/>
                </a:cubicBezTo>
                <a:cubicBezTo>
                  <a:pt x="1055022" y="161246"/>
                  <a:pt x="1078010" y="155098"/>
                  <a:pt x="1078010" y="132538"/>
                </a:cubicBezTo>
                <a:cubicBezTo>
                  <a:pt x="1078010" y="117046"/>
                  <a:pt x="1067074" y="107930"/>
                  <a:pt x="1051896" y="102231"/>
                </a:cubicBezTo>
                <a:cubicBezTo>
                  <a:pt x="1038505" y="96991"/>
                  <a:pt x="1029579" y="93571"/>
                  <a:pt x="1029579" y="81040"/>
                </a:cubicBezTo>
                <a:cubicBezTo>
                  <a:pt x="1029579" y="71695"/>
                  <a:pt x="1037612" y="66455"/>
                  <a:pt x="1045200" y="66455"/>
                </a:cubicBezTo>
                <a:cubicBezTo>
                  <a:pt x="1050111" y="66455"/>
                  <a:pt x="1063056" y="68279"/>
                  <a:pt x="1065957" y="87650"/>
                </a:cubicBezTo>
                <a:cubicBezTo>
                  <a:pt x="1067296" y="89015"/>
                  <a:pt x="1071761" y="88786"/>
                  <a:pt x="1073099" y="87420"/>
                </a:cubicBezTo>
                <a:cubicBezTo>
                  <a:pt x="1073770" y="79215"/>
                  <a:pt x="1074216" y="70785"/>
                  <a:pt x="1074441" y="63268"/>
                </a:cubicBezTo>
                <a:cubicBezTo>
                  <a:pt x="1067521" y="62128"/>
                  <a:pt x="1056806" y="58938"/>
                  <a:pt x="1045200" y="58938"/>
                </a:cubicBezTo>
                <a:cubicBezTo>
                  <a:pt x="1028686" y="58938"/>
                  <a:pt x="1013732" y="69874"/>
                  <a:pt x="1013732" y="84459"/>
                </a:cubicBezTo>
                <a:cubicBezTo>
                  <a:pt x="1013732" y="101091"/>
                  <a:pt x="1021095" y="108156"/>
                  <a:pt x="1038283" y="115451"/>
                </a:cubicBezTo>
                <a:cubicBezTo>
                  <a:pt x="1056806" y="123197"/>
                  <a:pt x="1061046" y="127982"/>
                  <a:pt x="1061046" y="137782"/>
                </a:cubicBezTo>
                <a:cubicBezTo>
                  <a:pt x="1061046" y="148947"/>
                  <a:pt x="1050336" y="153732"/>
                  <a:pt x="1042077" y="153732"/>
                </a:cubicBezTo>
                <a:cubicBezTo>
                  <a:pt x="1033372" y="153732"/>
                  <a:pt x="1028462" y="150768"/>
                  <a:pt x="1026231" y="148263"/>
                </a:cubicBezTo>
                <a:cubicBezTo>
                  <a:pt x="1021320" y="143022"/>
                  <a:pt x="1018864" y="132996"/>
                  <a:pt x="1017526" y="127297"/>
                </a:cubicBezTo>
                <a:cubicBezTo>
                  <a:pt x="1016188" y="125931"/>
                  <a:pt x="1011944" y="126157"/>
                  <a:pt x="1010606" y="127527"/>
                </a:cubicBezTo>
                <a:close/>
                <a:moveTo>
                  <a:pt x="1099660" y="149177"/>
                </a:moveTo>
                <a:cubicBezTo>
                  <a:pt x="1099660" y="155783"/>
                  <a:pt x="1105017" y="161246"/>
                  <a:pt x="1111487" y="161246"/>
                </a:cubicBezTo>
                <a:cubicBezTo>
                  <a:pt x="1117961" y="161246"/>
                  <a:pt x="1123318" y="155783"/>
                  <a:pt x="1123318" y="149177"/>
                </a:cubicBezTo>
                <a:cubicBezTo>
                  <a:pt x="1123318" y="142574"/>
                  <a:pt x="1117961" y="137107"/>
                  <a:pt x="1111487" y="137107"/>
                </a:cubicBezTo>
                <a:cubicBezTo>
                  <a:pt x="1105017" y="137107"/>
                  <a:pt x="1099660" y="142574"/>
                  <a:pt x="1099660" y="149177"/>
                </a:cubicBezTo>
                <a:close/>
                <a:moveTo>
                  <a:pt x="1225763" y="131214"/>
                </a:moveTo>
                <a:lnTo>
                  <a:pt x="1225763" y="39821"/>
                </a:lnTo>
                <a:cubicBezTo>
                  <a:pt x="1225763" y="20906"/>
                  <a:pt x="1229557" y="19766"/>
                  <a:pt x="1245182" y="19082"/>
                </a:cubicBezTo>
                <a:cubicBezTo>
                  <a:pt x="1246520" y="17716"/>
                  <a:pt x="1246520" y="12934"/>
                  <a:pt x="1245182" y="11565"/>
                </a:cubicBezTo>
                <a:cubicBezTo>
                  <a:pt x="1235360" y="11795"/>
                  <a:pt x="1224871" y="12024"/>
                  <a:pt x="1216166" y="12024"/>
                </a:cubicBezTo>
                <a:cubicBezTo>
                  <a:pt x="1208799" y="12024"/>
                  <a:pt x="1197864" y="11795"/>
                  <a:pt x="1187375" y="11565"/>
                </a:cubicBezTo>
                <a:cubicBezTo>
                  <a:pt x="1186033" y="12934"/>
                  <a:pt x="1186033" y="17716"/>
                  <a:pt x="1187375" y="19082"/>
                </a:cubicBezTo>
                <a:cubicBezTo>
                  <a:pt x="1202996" y="19766"/>
                  <a:pt x="1206790" y="20906"/>
                  <a:pt x="1206790" y="39821"/>
                </a:cubicBezTo>
                <a:lnTo>
                  <a:pt x="1206790" y="131214"/>
                </a:lnTo>
                <a:cubicBezTo>
                  <a:pt x="1206790" y="150129"/>
                  <a:pt x="1202996" y="151269"/>
                  <a:pt x="1187375" y="151953"/>
                </a:cubicBezTo>
                <a:cubicBezTo>
                  <a:pt x="1186033" y="153319"/>
                  <a:pt x="1186033" y="158101"/>
                  <a:pt x="1187375" y="159466"/>
                </a:cubicBezTo>
                <a:cubicBezTo>
                  <a:pt x="1197418" y="159241"/>
                  <a:pt x="1208353" y="159011"/>
                  <a:pt x="1216387" y="159011"/>
                </a:cubicBezTo>
                <a:cubicBezTo>
                  <a:pt x="1224424" y="159011"/>
                  <a:pt x="1235135" y="159241"/>
                  <a:pt x="1245182" y="159466"/>
                </a:cubicBezTo>
                <a:cubicBezTo>
                  <a:pt x="1246520" y="158101"/>
                  <a:pt x="1246520" y="153319"/>
                  <a:pt x="1245182" y="151953"/>
                </a:cubicBezTo>
                <a:cubicBezTo>
                  <a:pt x="1229557" y="151269"/>
                  <a:pt x="1225763" y="150129"/>
                  <a:pt x="1225763" y="131214"/>
                </a:cubicBezTo>
                <a:close/>
                <a:moveTo>
                  <a:pt x="1290487" y="77394"/>
                </a:moveTo>
                <a:cubicBezTo>
                  <a:pt x="1289149" y="78990"/>
                  <a:pt x="1287811" y="79448"/>
                  <a:pt x="1287811" y="77394"/>
                </a:cubicBezTo>
                <a:cubicBezTo>
                  <a:pt x="1287586" y="71240"/>
                  <a:pt x="1287140" y="62358"/>
                  <a:pt x="1286023" y="60078"/>
                </a:cubicBezTo>
                <a:cubicBezTo>
                  <a:pt x="1285576" y="58938"/>
                  <a:pt x="1285130" y="58257"/>
                  <a:pt x="1283346" y="58257"/>
                </a:cubicBezTo>
                <a:cubicBezTo>
                  <a:pt x="1277096" y="60763"/>
                  <a:pt x="1271293" y="62813"/>
                  <a:pt x="1255893" y="64860"/>
                </a:cubicBezTo>
                <a:cubicBezTo>
                  <a:pt x="1255447" y="66229"/>
                  <a:pt x="1255893" y="69871"/>
                  <a:pt x="1256339" y="71240"/>
                </a:cubicBezTo>
                <a:cubicBezTo>
                  <a:pt x="1268392" y="72380"/>
                  <a:pt x="1270847" y="73520"/>
                  <a:pt x="1270847" y="86743"/>
                </a:cubicBezTo>
                <a:lnTo>
                  <a:pt x="1270847" y="131203"/>
                </a:lnTo>
                <a:cubicBezTo>
                  <a:pt x="1270847" y="149899"/>
                  <a:pt x="1268616" y="150813"/>
                  <a:pt x="1255222" y="151953"/>
                </a:cubicBezTo>
                <a:cubicBezTo>
                  <a:pt x="1253884" y="153319"/>
                  <a:pt x="1253884" y="158101"/>
                  <a:pt x="1255222" y="159466"/>
                </a:cubicBezTo>
                <a:cubicBezTo>
                  <a:pt x="1261921" y="159241"/>
                  <a:pt x="1270847" y="159011"/>
                  <a:pt x="1279773" y="159011"/>
                </a:cubicBezTo>
                <a:cubicBezTo>
                  <a:pt x="1288703" y="159011"/>
                  <a:pt x="1295398" y="159241"/>
                  <a:pt x="1302094" y="159466"/>
                </a:cubicBezTo>
                <a:cubicBezTo>
                  <a:pt x="1303432" y="158101"/>
                  <a:pt x="1303432" y="153319"/>
                  <a:pt x="1302094" y="151953"/>
                </a:cubicBezTo>
                <a:cubicBezTo>
                  <a:pt x="1290712" y="150813"/>
                  <a:pt x="1288478" y="149899"/>
                  <a:pt x="1288478" y="131203"/>
                </a:cubicBezTo>
                <a:lnTo>
                  <a:pt x="1288478" y="93811"/>
                </a:lnTo>
                <a:cubicBezTo>
                  <a:pt x="1288478" y="89022"/>
                  <a:pt x="1290487" y="86287"/>
                  <a:pt x="1292272" y="84237"/>
                </a:cubicBezTo>
                <a:cubicBezTo>
                  <a:pt x="1300755" y="75799"/>
                  <a:pt x="1310798" y="70781"/>
                  <a:pt x="1319503" y="70781"/>
                </a:cubicBezTo>
                <a:cubicBezTo>
                  <a:pt x="1323968" y="70781"/>
                  <a:pt x="1328654" y="73746"/>
                  <a:pt x="1331331" y="78990"/>
                </a:cubicBezTo>
                <a:cubicBezTo>
                  <a:pt x="1333565" y="83552"/>
                  <a:pt x="1334011" y="89707"/>
                  <a:pt x="1334011" y="96546"/>
                </a:cubicBezTo>
                <a:lnTo>
                  <a:pt x="1334011" y="131203"/>
                </a:lnTo>
                <a:cubicBezTo>
                  <a:pt x="1334011" y="149899"/>
                  <a:pt x="1331777" y="150813"/>
                  <a:pt x="1320171" y="151953"/>
                </a:cubicBezTo>
                <a:cubicBezTo>
                  <a:pt x="1319057" y="153319"/>
                  <a:pt x="1319057" y="158101"/>
                  <a:pt x="1320171" y="159466"/>
                </a:cubicBezTo>
                <a:cubicBezTo>
                  <a:pt x="1326870" y="159241"/>
                  <a:pt x="1334011" y="159011"/>
                  <a:pt x="1342937" y="159011"/>
                </a:cubicBezTo>
                <a:cubicBezTo>
                  <a:pt x="1351867" y="159011"/>
                  <a:pt x="1359901" y="159241"/>
                  <a:pt x="1366596" y="159466"/>
                </a:cubicBezTo>
                <a:cubicBezTo>
                  <a:pt x="1367713" y="158101"/>
                  <a:pt x="1367713" y="153319"/>
                  <a:pt x="1366596" y="151953"/>
                </a:cubicBezTo>
                <a:cubicBezTo>
                  <a:pt x="1354098" y="150813"/>
                  <a:pt x="1351642" y="149899"/>
                  <a:pt x="1351642" y="131203"/>
                </a:cubicBezTo>
                <a:lnTo>
                  <a:pt x="1351642" y="97230"/>
                </a:lnTo>
                <a:cubicBezTo>
                  <a:pt x="1351642" y="84692"/>
                  <a:pt x="1350750" y="73746"/>
                  <a:pt x="1345618" y="66684"/>
                </a:cubicBezTo>
                <a:cubicBezTo>
                  <a:pt x="1341820" y="61673"/>
                  <a:pt x="1334903" y="58938"/>
                  <a:pt x="1327091" y="58938"/>
                </a:cubicBezTo>
                <a:cubicBezTo>
                  <a:pt x="1316156" y="58938"/>
                  <a:pt x="1303657" y="61899"/>
                  <a:pt x="1290487" y="77394"/>
                </a:cubicBezTo>
                <a:close/>
                <a:moveTo>
                  <a:pt x="1427082" y="61385"/>
                </a:moveTo>
                <a:cubicBezTo>
                  <a:pt x="1423956" y="61385"/>
                  <a:pt x="1423063" y="64119"/>
                  <a:pt x="1423063" y="65940"/>
                </a:cubicBezTo>
                <a:lnTo>
                  <a:pt x="1423063" y="68901"/>
                </a:lnTo>
                <a:cubicBezTo>
                  <a:pt x="1423063" y="70041"/>
                  <a:pt x="1423285" y="70267"/>
                  <a:pt x="1424180" y="70267"/>
                </a:cubicBezTo>
                <a:lnTo>
                  <a:pt x="1437346" y="70267"/>
                </a:lnTo>
                <a:lnTo>
                  <a:pt x="1437346" y="138716"/>
                </a:lnTo>
                <a:cubicBezTo>
                  <a:pt x="1437346" y="154869"/>
                  <a:pt x="1444267" y="161246"/>
                  <a:pt x="1454531" y="161246"/>
                </a:cubicBezTo>
                <a:cubicBezTo>
                  <a:pt x="1464799" y="161246"/>
                  <a:pt x="1475959" y="156238"/>
                  <a:pt x="1484664" y="146219"/>
                </a:cubicBezTo>
                <a:cubicBezTo>
                  <a:pt x="1484218" y="143947"/>
                  <a:pt x="1482880" y="142581"/>
                  <a:pt x="1480646" y="142355"/>
                </a:cubicBezTo>
                <a:cubicBezTo>
                  <a:pt x="1474842" y="146904"/>
                  <a:pt x="1468147" y="148721"/>
                  <a:pt x="1462344" y="148721"/>
                </a:cubicBezTo>
                <a:cubicBezTo>
                  <a:pt x="1456319" y="148721"/>
                  <a:pt x="1454981" y="141900"/>
                  <a:pt x="1454981" y="127801"/>
                </a:cubicBezTo>
                <a:lnTo>
                  <a:pt x="1454981" y="70267"/>
                </a:lnTo>
                <a:lnTo>
                  <a:pt x="1478190" y="70267"/>
                </a:lnTo>
                <a:cubicBezTo>
                  <a:pt x="1480424" y="70267"/>
                  <a:pt x="1483547" y="69356"/>
                  <a:pt x="1483547" y="67306"/>
                </a:cubicBezTo>
                <a:lnTo>
                  <a:pt x="1483547" y="62754"/>
                </a:lnTo>
                <a:cubicBezTo>
                  <a:pt x="1483547" y="61843"/>
                  <a:pt x="1482880" y="61385"/>
                  <a:pt x="1481763" y="61385"/>
                </a:cubicBezTo>
                <a:lnTo>
                  <a:pt x="1454981" y="61385"/>
                </a:lnTo>
                <a:lnTo>
                  <a:pt x="1454981" y="52506"/>
                </a:lnTo>
                <a:cubicBezTo>
                  <a:pt x="1454981" y="37702"/>
                  <a:pt x="1455873" y="28590"/>
                  <a:pt x="1455873" y="28590"/>
                </a:cubicBezTo>
                <a:cubicBezTo>
                  <a:pt x="1455873" y="27224"/>
                  <a:pt x="1455202" y="26540"/>
                  <a:pt x="1454085" y="26540"/>
                </a:cubicBezTo>
                <a:cubicBezTo>
                  <a:pt x="1453193" y="26540"/>
                  <a:pt x="1451184" y="27453"/>
                  <a:pt x="1449178" y="28590"/>
                </a:cubicBezTo>
                <a:cubicBezTo>
                  <a:pt x="1446722" y="29959"/>
                  <a:pt x="1444488" y="31095"/>
                  <a:pt x="1441586" y="31780"/>
                </a:cubicBezTo>
                <a:cubicBezTo>
                  <a:pt x="1438910" y="32690"/>
                  <a:pt x="1436679" y="33375"/>
                  <a:pt x="1436679" y="34967"/>
                </a:cubicBezTo>
                <a:cubicBezTo>
                  <a:pt x="1436679" y="37702"/>
                  <a:pt x="1437346" y="36107"/>
                  <a:pt x="1437346" y="61385"/>
                </a:cubicBezTo>
                <a:lnTo>
                  <a:pt x="1427082" y="61385"/>
                </a:lnTo>
                <a:close/>
                <a:moveTo>
                  <a:pt x="1525284" y="93811"/>
                </a:moveTo>
                <a:cubicBezTo>
                  <a:pt x="1525284" y="89022"/>
                  <a:pt x="1527294" y="86287"/>
                  <a:pt x="1529078" y="84237"/>
                </a:cubicBezTo>
                <a:cubicBezTo>
                  <a:pt x="1537561" y="75799"/>
                  <a:pt x="1548943" y="70781"/>
                  <a:pt x="1557648" y="70781"/>
                </a:cubicBezTo>
                <a:cubicBezTo>
                  <a:pt x="1562109" y="70781"/>
                  <a:pt x="1566799" y="73746"/>
                  <a:pt x="1569476" y="78990"/>
                </a:cubicBezTo>
                <a:cubicBezTo>
                  <a:pt x="1571710" y="83552"/>
                  <a:pt x="1572156" y="89707"/>
                  <a:pt x="1572156" y="96546"/>
                </a:cubicBezTo>
                <a:lnTo>
                  <a:pt x="1572156" y="131203"/>
                </a:lnTo>
                <a:cubicBezTo>
                  <a:pt x="1572156" y="149899"/>
                  <a:pt x="1569922" y="150813"/>
                  <a:pt x="1558315" y="151953"/>
                </a:cubicBezTo>
                <a:cubicBezTo>
                  <a:pt x="1557202" y="153319"/>
                  <a:pt x="1557202" y="158101"/>
                  <a:pt x="1558315" y="159466"/>
                </a:cubicBezTo>
                <a:cubicBezTo>
                  <a:pt x="1564565" y="159241"/>
                  <a:pt x="1572156" y="159011"/>
                  <a:pt x="1581082" y="159011"/>
                </a:cubicBezTo>
                <a:cubicBezTo>
                  <a:pt x="1590011" y="159011"/>
                  <a:pt x="1597374" y="159241"/>
                  <a:pt x="1604741" y="159466"/>
                </a:cubicBezTo>
                <a:cubicBezTo>
                  <a:pt x="1605858" y="158101"/>
                  <a:pt x="1605858" y="153319"/>
                  <a:pt x="1604741" y="151953"/>
                </a:cubicBezTo>
                <a:cubicBezTo>
                  <a:pt x="1592242" y="150813"/>
                  <a:pt x="1589787" y="149899"/>
                  <a:pt x="1589787" y="131203"/>
                </a:cubicBezTo>
                <a:lnTo>
                  <a:pt x="1589787" y="97230"/>
                </a:lnTo>
                <a:cubicBezTo>
                  <a:pt x="1589787" y="84692"/>
                  <a:pt x="1588894" y="73520"/>
                  <a:pt x="1583762" y="66684"/>
                </a:cubicBezTo>
                <a:cubicBezTo>
                  <a:pt x="1579965" y="61673"/>
                  <a:pt x="1573048" y="58938"/>
                  <a:pt x="1565236" y="58938"/>
                </a:cubicBezTo>
                <a:cubicBezTo>
                  <a:pt x="1554300" y="58938"/>
                  <a:pt x="1540909" y="61899"/>
                  <a:pt x="1527294" y="77394"/>
                </a:cubicBezTo>
                <a:cubicBezTo>
                  <a:pt x="1526623" y="78308"/>
                  <a:pt x="1525059" y="80588"/>
                  <a:pt x="1525059" y="77394"/>
                </a:cubicBezTo>
                <a:lnTo>
                  <a:pt x="1525284" y="26119"/>
                </a:lnTo>
                <a:cubicBezTo>
                  <a:pt x="1525284" y="11308"/>
                  <a:pt x="1526176" y="2248"/>
                  <a:pt x="1526176" y="2248"/>
                </a:cubicBezTo>
                <a:cubicBezTo>
                  <a:pt x="1526176" y="678"/>
                  <a:pt x="1525284" y="0"/>
                  <a:pt x="1523275" y="0"/>
                </a:cubicBezTo>
                <a:cubicBezTo>
                  <a:pt x="1517697" y="2248"/>
                  <a:pt x="1500958" y="5393"/>
                  <a:pt x="1492028" y="6068"/>
                </a:cubicBezTo>
                <a:cubicBezTo>
                  <a:pt x="1491582" y="7892"/>
                  <a:pt x="1492028" y="11534"/>
                  <a:pt x="1493367" y="12900"/>
                </a:cubicBezTo>
                <a:cubicBezTo>
                  <a:pt x="1504973" y="13584"/>
                  <a:pt x="1507653" y="12444"/>
                  <a:pt x="1507653" y="31589"/>
                </a:cubicBezTo>
                <a:lnTo>
                  <a:pt x="1507653" y="131203"/>
                </a:lnTo>
                <a:cubicBezTo>
                  <a:pt x="1507653" y="150129"/>
                  <a:pt x="1504973" y="151039"/>
                  <a:pt x="1492028" y="151953"/>
                </a:cubicBezTo>
                <a:cubicBezTo>
                  <a:pt x="1490690" y="153319"/>
                  <a:pt x="1490690" y="158101"/>
                  <a:pt x="1492028" y="159466"/>
                </a:cubicBezTo>
                <a:cubicBezTo>
                  <a:pt x="1499395" y="159241"/>
                  <a:pt x="1507653" y="159011"/>
                  <a:pt x="1516579" y="159011"/>
                </a:cubicBezTo>
                <a:cubicBezTo>
                  <a:pt x="1525059" y="159011"/>
                  <a:pt x="1532426" y="159241"/>
                  <a:pt x="1538675" y="159466"/>
                </a:cubicBezTo>
                <a:cubicBezTo>
                  <a:pt x="1540014" y="158101"/>
                  <a:pt x="1540014" y="153319"/>
                  <a:pt x="1538675" y="151953"/>
                </a:cubicBezTo>
                <a:cubicBezTo>
                  <a:pt x="1527294" y="151039"/>
                  <a:pt x="1525284" y="150129"/>
                  <a:pt x="1525284" y="131203"/>
                </a:cubicBezTo>
                <a:lnTo>
                  <a:pt x="1525284" y="93811"/>
                </a:lnTo>
                <a:close/>
                <a:moveTo>
                  <a:pt x="1628176" y="22498"/>
                </a:moveTo>
                <a:cubicBezTo>
                  <a:pt x="1628176" y="28420"/>
                  <a:pt x="1633533" y="34341"/>
                  <a:pt x="1638887" y="34341"/>
                </a:cubicBezTo>
                <a:cubicBezTo>
                  <a:pt x="1645136" y="34341"/>
                  <a:pt x="1650493" y="28194"/>
                  <a:pt x="1650493" y="23408"/>
                </a:cubicBezTo>
                <a:cubicBezTo>
                  <a:pt x="1650493" y="17946"/>
                  <a:pt x="1645807" y="11565"/>
                  <a:pt x="1639782" y="11565"/>
                </a:cubicBezTo>
                <a:cubicBezTo>
                  <a:pt x="1634425" y="11565"/>
                  <a:pt x="1628176" y="17032"/>
                  <a:pt x="1628176" y="22498"/>
                </a:cubicBezTo>
                <a:moveTo>
                  <a:pt x="1648487" y="131224"/>
                </a:moveTo>
                <a:lnTo>
                  <a:pt x="1648487" y="85898"/>
                </a:lnTo>
                <a:cubicBezTo>
                  <a:pt x="1648487" y="74510"/>
                  <a:pt x="1649379" y="59883"/>
                  <a:pt x="1649379" y="59883"/>
                </a:cubicBezTo>
                <a:cubicBezTo>
                  <a:pt x="1649379" y="58962"/>
                  <a:pt x="1648262" y="58271"/>
                  <a:pt x="1646478" y="58271"/>
                </a:cubicBezTo>
                <a:cubicBezTo>
                  <a:pt x="1640229" y="60804"/>
                  <a:pt x="1631299" y="62875"/>
                  <a:pt x="1615899" y="64943"/>
                </a:cubicBezTo>
                <a:cubicBezTo>
                  <a:pt x="1615453" y="66312"/>
                  <a:pt x="1615899" y="69954"/>
                  <a:pt x="1616345" y="71323"/>
                </a:cubicBezTo>
                <a:cubicBezTo>
                  <a:pt x="1628622" y="72460"/>
                  <a:pt x="1630853" y="73829"/>
                  <a:pt x="1630853" y="86812"/>
                </a:cubicBezTo>
                <a:lnTo>
                  <a:pt x="1630853" y="131224"/>
                </a:lnTo>
                <a:cubicBezTo>
                  <a:pt x="1630853" y="150129"/>
                  <a:pt x="1628397" y="150813"/>
                  <a:pt x="1614785" y="151953"/>
                </a:cubicBezTo>
                <a:cubicBezTo>
                  <a:pt x="1613443" y="153319"/>
                  <a:pt x="1613443" y="158101"/>
                  <a:pt x="1614785" y="159466"/>
                </a:cubicBezTo>
                <a:cubicBezTo>
                  <a:pt x="1622148" y="159241"/>
                  <a:pt x="1630853" y="159011"/>
                  <a:pt x="1639782" y="159011"/>
                </a:cubicBezTo>
                <a:cubicBezTo>
                  <a:pt x="1648709" y="159011"/>
                  <a:pt x="1657189" y="159241"/>
                  <a:pt x="1664555" y="159466"/>
                </a:cubicBezTo>
                <a:cubicBezTo>
                  <a:pt x="1665893" y="158101"/>
                  <a:pt x="1665893" y="153319"/>
                  <a:pt x="1664555" y="151953"/>
                </a:cubicBezTo>
                <a:cubicBezTo>
                  <a:pt x="1650939" y="151043"/>
                  <a:pt x="1648487" y="150129"/>
                  <a:pt x="1648487" y="131224"/>
                </a:cubicBezTo>
                <a:close/>
                <a:moveTo>
                  <a:pt x="1679285" y="127527"/>
                </a:moveTo>
                <a:cubicBezTo>
                  <a:pt x="1680177" y="138692"/>
                  <a:pt x="1680848" y="149402"/>
                  <a:pt x="1680848" y="158969"/>
                </a:cubicBezTo>
                <a:cubicBezTo>
                  <a:pt x="1683079" y="158514"/>
                  <a:pt x="1685313" y="158288"/>
                  <a:pt x="1686427" y="158288"/>
                </a:cubicBezTo>
                <a:cubicBezTo>
                  <a:pt x="1687990" y="158288"/>
                  <a:pt x="1689328" y="158288"/>
                  <a:pt x="1690891" y="158744"/>
                </a:cubicBezTo>
                <a:cubicBezTo>
                  <a:pt x="1696919" y="160335"/>
                  <a:pt x="1702944" y="161246"/>
                  <a:pt x="1711203" y="161246"/>
                </a:cubicBezTo>
                <a:cubicBezTo>
                  <a:pt x="1723701" y="161246"/>
                  <a:pt x="1746689" y="155098"/>
                  <a:pt x="1746689" y="132538"/>
                </a:cubicBezTo>
                <a:cubicBezTo>
                  <a:pt x="1746689" y="117046"/>
                  <a:pt x="1735754" y="107930"/>
                  <a:pt x="1720575" y="102231"/>
                </a:cubicBezTo>
                <a:cubicBezTo>
                  <a:pt x="1707184" y="96991"/>
                  <a:pt x="1698258" y="93571"/>
                  <a:pt x="1698258" y="81040"/>
                </a:cubicBezTo>
                <a:cubicBezTo>
                  <a:pt x="1698258" y="71695"/>
                  <a:pt x="1706292" y="66455"/>
                  <a:pt x="1713879" y="66455"/>
                </a:cubicBezTo>
                <a:cubicBezTo>
                  <a:pt x="1718790" y="66455"/>
                  <a:pt x="1731735" y="68279"/>
                  <a:pt x="1734637" y="87650"/>
                </a:cubicBezTo>
                <a:cubicBezTo>
                  <a:pt x="1735975" y="89015"/>
                  <a:pt x="1740440" y="88786"/>
                  <a:pt x="1741778" y="87420"/>
                </a:cubicBezTo>
                <a:cubicBezTo>
                  <a:pt x="1742449" y="79215"/>
                  <a:pt x="1742895" y="70785"/>
                  <a:pt x="1743120" y="63268"/>
                </a:cubicBezTo>
                <a:cubicBezTo>
                  <a:pt x="1736200" y="62128"/>
                  <a:pt x="1725486" y="58938"/>
                  <a:pt x="1713879" y="58938"/>
                </a:cubicBezTo>
                <a:cubicBezTo>
                  <a:pt x="1697366" y="58938"/>
                  <a:pt x="1682411" y="69874"/>
                  <a:pt x="1682411" y="84459"/>
                </a:cubicBezTo>
                <a:cubicBezTo>
                  <a:pt x="1682411" y="101091"/>
                  <a:pt x="1689774" y="108156"/>
                  <a:pt x="1706963" y="115451"/>
                </a:cubicBezTo>
                <a:cubicBezTo>
                  <a:pt x="1725486" y="123197"/>
                  <a:pt x="1729726" y="127982"/>
                  <a:pt x="1729726" y="137782"/>
                </a:cubicBezTo>
                <a:cubicBezTo>
                  <a:pt x="1729726" y="148947"/>
                  <a:pt x="1719015" y="153732"/>
                  <a:pt x="1710756" y="153732"/>
                </a:cubicBezTo>
                <a:cubicBezTo>
                  <a:pt x="1702052" y="153732"/>
                  <a:pt x="1697141" y="150768"/>
                  <a:pt x="1694910" y="148263"/>
                </a:cubicBezTo>
                <a:cubicBezTo>
                  <a:pt x="1689999" y="143022"/>
                  <a:pt x="1687544" y="132996"/>
                  <a:pt x="1686205" y="127297"/>
                </a:cubicBezTo>
                <a:cubicBezTo>
                  <a:pt x="1684867" y="125931"/>
                  <a:pt x="1680624" y="126157"/>
                  <a:pt x="1679285" y="127527"/>
                </a:cubicBezTo>
                <a:close/>
                <a:moveTo>
                  <a:pt x="1891541" y="138237"/>
                </a:moveTo>
                <a:cubicBezTo>
                  <a:pt x="1890648" y="136187"/>
                  <a:pt x="1888860" y="135276"/>
                  <a:pt x="1886855" y="135047"/>
                </a:cubicBezTo>
                <a:cubicBezTo>
                  <a:pt x="1879263" y="145076"/>
                  <a:pt x="1869666" y="150087"/>
                  <a:pt x="1860069" y="150087"/>
                </a:cubicBezTo>
                <a:cubicBezTo>
                  <a:pt x="1843777" y="150087"/>
                  <a:pt x="1830161" y="133226"/>
                  <a:pt x="1830161" y="106561"/>
                </a:cubicBezTo>
                <a:cubicBezTo>
                  <a:pt x="1830161" y="81495"/>
                  <a:pt x="1840875" y="66455"/>
                  <a:pt x="1855608" y="66455"/>
                </a:cubicBezTo>
                <a:cubicBezTo>
                  <a:pt x="1868774" y="66455"/>
                  <a:pt x="1870559" y="74430"/>
                  <a:pt x="1871454" y="82406"/>
                </a:cubicBezTo>
                <a:cubicBezTo>
                  <a:pt x="1872122" y="88560"/>
                  <a:pt x="1875248" y="90610"/>
                  <a:pt x="1879934" y="90610"/>
                </a:cubicBezTo>
                <a:cubicBezTo>
                  <a:pt x="1884620" y="90610"/>
                  <a:pt x="1890870" y="87650"/>
                  <a:pt x="1890870" y="80585"/>
                </a:cubicBezTo>
                <a:cubicBezTo>
                  <a:pt x="1890870" y="68050"/>
                  <a:pt x="1878150" y="58938"/>
                  <a:pt x="1856722" y="58938"/>
                </a:cubicBezTo>
                <a:cubicBezTo>
                  <a:pt x="1834626" y="58938"/>
                  <a:pt x="1810967" y="79215"/>
                  <a:pt x="1810967" y="111576"/>
                </a:cubicBezTo>
                <a:cubicBezTo>
                  <a:pt x="1810967" y="140972"/>
                  <a:pt x="1827038" y="161246"/>
                  <a:pt x="1855158" y="161246"/>
                </a:cubicBezTo>
                <a:cubicBezTo>
                  <a:pt x="1868553" y="161246"/>
                  <a:pt x="1880380" y="156919"/>
                  <a:pt x="1891541" y="138237"/>
                </a:cubicBezTo>
                <a:close/>
                <a:moveTo>
                  <a:pt x="1963632" y="105880"/>
                </a:moveTo>
                <a:lnTo>
                  <a:pt x="1963632" y="135957"/>
                </a:lnTo>
                <a:cubicBezTo>
                  <a:pt x="1963632" y="138921"/>
                  <a:pt x="1962290" y="140517"/>
                  <a:pt x="1960506" y="141882"/>
                </a:cubicBezTo>
                <a:cubicBezTo>
                  <a:pt x="1954703" y="146668"/>
                  <a:pt x="1947115" y="151911"/>
                  <a:pt x="1940866" y="151911"/>
                </a:cubicBezTo>
                <a:cubicBezTo>
                  <a:pt x="1929705" y="151911"/>
                  <a:pt x="1924795" y="142796"/>
                  <a:pt x="1924795" y="135731"/>
                </a:cubicBezTo>
                <a:cubicBezTo>
                  <a:pt x="1924795" y="125476"/>
                  <a:pt x="1929484" y="114992"/>
                  <a:pt x="1945998" y="110665"/>
                </a:cubicBezTo>
                <a:lnTo>
                  <a:pt x="1963632" y="105880"/>
                </a:lnTo>
                <a:moveTo>
                  <a:pt x="1963632" y="148037"/>
                </a:moveTo>
                <a:cubicBezTo>
                  <a:pt x="1964971" y="155098"/>
                  <a:pt x="1967426" y="161246"/>
                  <a:pt x="1978586" y="161246"/>
                </a:cubicBezTo>
                <a:cubicBezTo>
                  <a:pt x="1987066" y="161246"/>
                  <a:pt x="1995100" y="157374"/>
                  <a:pt x="1999786" y="152822"/>
                </a:cubicBezTo>
                <a:cubicBezTo>
                  <a:pt x="1999340" y="150087"/>
                  <a:pt x="1998448" y="148037"/>
                  <a:pt x="1995992" y="146671"/>
                </a:cubicBezTo>
                <a:cubicBezTo>
                  <a:pt x="1994433" y="148037"/>
                  <a:pt x="1990635" y="150316"/>
                  <a:pt x="1987734" y="150316"/>
                </a:cubicBezTo>
                <a:cubicBezTo>
                  <a:pt x="1981263" y="150316"/>
                  <a:pt x="1981038" y="141427"/>
                  <a:pt x="1981038" y="130946"/>
                </a:cubicBezTo>
                <a:lnTo>
                  <a:pt x="1981038" y="97446"/>
                </a:lnTo>
                <a:cubicBezTo>
                  <a:pt x="1981038" y="65089"/>
                  <a:pt x="1963632" y="58938"/>
                  <a:pt x="1947336" y="58938"/>
                </a:cubicBezTo>
                <a:cubicBezTo>
                  <a:pt x="1929035" y="58938"/>
                  <a:pt x="1910511" y="71240"/>
                  <a:pt x="1910511" y="84230"/>
                </a:cubicBezTo>
                <a:cubicBezTo>
                  <a:pt x="1910511" y="89700"/>
                  <a:pt x="1913188" y="92435"/>
                  <a:pt x="1918324" y="92435"/>
                </a:cubicBezTo>
                <a:cubicBezTo>
                  <a:pt x="1924795" y="92435"/>
                  <a:pt x="1928813" y="87650"/>
                  <a:pt x="1928813" y="84685"/>
                </a:cubicBezTo>
                <a:cubicBezTo>
                  <a:pt x="1928813" y="83090"/>
                  <a:pt x="1928588" y="81495"/>
                  <a:pt x="1928142" y="80585"/>
                </a:cubicBezTo>
                <a:cubicBezTo>
                  <a:pt x="1927921" y="79900"/>
                  <a:pt x="1927696" y="78534"/>
                  <a:pt x="1927696" y="76025"/>
                </a:cubicBezTo>
                <a:cubicBezTo>
                  <a:pt x="1927696" y="68960"/>
                  <a:pt x="1937072" y="66455"/>
                  <a:pt x="1945552" y="66455"/>
                </a:cubicBezTo>
                <a:cubicBezTo>
                  <a:pt x="1953140" y="66455"/>
                  <a:pt x="1963632" y="70330"/>
                  <a:pt x="1963632" y="96080"/>
                </a:cubicBezTo>
                <a:cubicBezTo>
                  <a:pt x="1963632" y="97675"/>
                  <a:pt x="1962961" y="98586"/>
                  <a:pt x="1962290" y="98815"/>
                </a:cubicBezTo>
                <a:lnTo>
                  <a:pt x="1943096" y="103600"/>
                </a:lnTo>
                <a:cubicBezTo>
                  <a:pt x="1921672" y="109070"/>
                  <a:pt x="1906271" y="121146"/>
                  <a:pt x="1906271" y="136642"/>
                </a:cubicBezTo>
                <a:cubicBezTo>
                  <a:pt x="1906271" y="155328"/>
                  <a:pt x="1918770" y="161246"/>
                  <a:pt x="1934392" y="161246"/>
                </a:cubicBezTo>
                <a:cubicBezTo>
                  <a:pt x="1942204" y="161246"/>
                  <a:pt x="1948900" y="159425"/>
                  <a:pt x="1958721" y="151682"/>
                </a:cubicBezTo>
                <a:lnTo>
                  <a:pt x="1963186" y="148037"/>
                </a:lnTo>
                <a:lnTo>
                  <a:pt x="1963632" y="148037"/>
                </a:lnTo>
                <a:close/>
                <a:moveTo>
                  <a:pt x="2010946" y="127527"/>
                </a:moveTo>
                <a:cubicBezTo>
                  <a:pt x="2011839" y="138692"/>
                  <a:pt x="2012510" y="149402"/>
                  <a:pt x="2012510" y="158969"/>
                </a:cubicBezTo>
                <a:cubicBezTo>
                  <a:pt x="2014740" y="158514"/>
                  <a:pt x="2016974" y="158288"/>
                  <a:pt x="2018088" y="158288"/>
                </a:cubicBezTo>
                <a:cubicBezTo>
                  <a:pt x="2019651" y="158288"/>
                  <a:pt x="2020990" y="158288"/>
                  <a:pt x="2022553" y="158744"/>
                </a:cubicBezTo>
                <a:cubicBezTo>
                  <a:pt x="2028581" y="160335"/>
                  <a:pt x="2034605" y="161246"/>
                  <a:pt x="2042864" y="161246"/>
                </a:cubicBezTo>
                <a:cubicBezTo>
                  <a:pt x="2055363" y="161246"/>
                  <a:pt x="2078350" y="155098"/>
                  <a:pt x="2078350" y="132538"/>
                </a:cubicBezTo>
                <a:cubicBezTo>
                  <a:pt x="2078350" y="117046"/>
                  <a:pt x="2067415" y="107930"/>
                  <a:pt x="2052236" y="102231"/>
                </a:cubicBezTo>
                <a:cubicBezTo>
                  <a:pt x="2038845" y="96991"/>
                  <a:pt x="2029919" y="93571"/>
                  <a:pt x="2029919" y="81040"/>
                </a:cubicBezTo>
                <a:cubicBezTo>
                  <a:pt x="2029919" y="71695"/>
                  <a:pt x="2037953" y="66455"/>
                  <a:pt x="2045541" y="66455"/>
                </a:cubicBezTo>
                <a:cubicBezTo>
                  <a:pt x="2050452" y="66455"/>
                  <a:pt x="2063396" y="68279"/>
                  <a:pt x="2066298" y="87650"/>
                </a:cubicBezTo>
                <a:cubicBezTo>
                  <a:pt x="2067636" y="89015"/>
                  <a:pt x="2072101" y="88786"/>
                  <a:pt x="2073440" y="87420"/>
                </a:cubicBezTo>
                <a:cubicBezTo>
                  <a:pt x="2074110" y="79215"/>
                  <a:pt x="2074557" y="70785"/>
                  <a:pt x="2074781" y="63268"/>
                </a:cubicBezTo>
                <a:cubicBezTo>
                  <a:pt x="2067861" y="62128"/>
                  <a:pt x="2057147" y="58938"/>
                  <a:pt x="2045541" y="58938"/>
                </a:cubicBezTo>
                <a:cubicBezTo>
                  <a:pt x="2029027" y="58938"/>
                  <a:pt x="2014073" y="69874"/>
                  <a:pt x="2014073" y="84459"/>
                </a:cubicBezTo>
                <a:cubicBezTo>
                  <a:pt x="2014073" y="101091"/>
                  <a:pt x="2021436" y="108156"/>
                  <a:pt x="2038624" y="115451"/>
                </a:cubicBezTo>
                <a:cubicBezTo>
                  <a:pt x="2057147" y="123197"/>
                  <a:pt x="2061387" y="127982"/>
                  <a:pt x="2061387" y="137782"/>
                </a:cubicBezTo>
                <a:cubicBezTo>
                  <a:pt x="2061387" y="148947"/>
                  <a:pt x="2050676" y="153732"/>
                  <a:pt x="2042418" y="153732"/>
                </a:cubicBezTo>
                <a:cubicBezTo>
                  <a:pt x="2033713" y="153732"/>
                  <a:pt x="2028802" y="150768"/>
                  <a:pt x="2026571" y="148263"/>
                </a:cubicBezTo>
                <a:cubicBezTo>
                  <a:pt x="2021660" y="143022"/>
                  <a:pt x="2019205" y="132996"/>
                  <a:pt x="2017867" y="127297"/>
                </a:cubicBezTo>
                <a:cubicBezTo>
                  <a:pt x="2016528" y="125931"/>
                  <a:pt x="2012285" y="126157"/>
                  <a:pt x="2010946" y="127527"/>
                </a:cubicBezTo>
                <a:close/>
                <a:moveTo>
                  <a:pt x="2114954" y="94787"/>
                </a:moveTo>
                <a:cubicBezTo>
                  <a:pt x="2119194" y="69162"/>
                  <a:pt x="2134819" y="67122"/>
                  <a:pt x="2140176" y="67122"/>
                </a:cubicBezTo>
                <a:cubicBezTo>
                  <a:pt x="2148656" y="67122"/>
                  <a:pt x="2158699" y="71886"/>
                  <a:pt x="2158699" y="90934"/>
                </a:cubicBezTo>
                <a:cubicBezTo>
                  <a:pt x="2158699" y="92973"/>
                  <a:pt x="2157807" y="94110"/>
                  <a:pt x="2155352" y="94110"/>
                </a:cubicBezTo>
                <a:lnTo>
                  <a:pt x="2114954" y="94787"/>
                </a:lnTo>
                <a:moveTo>
                  <a:pt x="2173429" y="137799"/>
                </a:moveTo>
                <a:cubicBezTo>
                  <a:pt x="2165173" y="146449"/>
                  <a:pt x="2158699" y="150087"/>
                  <a:pt x="2145755" y="150087"/>
                </a:cubicBezTo>
                <a:cubicBezTo>
                  <a:pt x="2137721" y="150087"/>
                  <a:pt x="2128345" y="145309"/>
                  <a:pt x="2121428" y="133705"/>
                </a:cubicBezTo>
                <a:cubicBezTo>
                  <a:pt x="2116963" y="126196"/>
                  <a:pt x="2114283" y="115729"/>
                  <a:pt x="2114283" y="102530"/>
                </a:cubicBezTo>
                <a:lnTo>
                  <a:pt x="2173653" y="102985"/>
                </a:lnTo>
                <a:cubicBezTo>
                  <a:pt x="2176330" y="102985"/>
                  <a:pt x="2177893" y="101620"/>
                  <a:pt x="2177893" y="99114"/>
                </a:cubicBezTo>
                <a:cubicBezTo>
                  <a:pt x="2177893" y="80049"/>
                  <a:pt x="2171198" y="59605"/>
                  <a:pt x="2140176" y="59605"/>
                </a:cubicBezTo>
                <a:cubicBezTo>
                  <a:pt x="2120757" y="59605"/>
                  <a:pt x="2095535" y="78461"/>
                  <a:pt x="2095535" y="112997"/>
                </a:cubicBezTo>
                <a:cubicBezTo>
                  <a:pt x="2095535" y="125740"/>
                  <a:pt x="2098662" y="138028"/>
                  <a:pt x="2106028" y="146674"/>
                </a:cubicBezTo>
                <a:cubicBezTo>
                  <a:pt x="2113616" y="155783"/>
                  <a:pt x="2124105" y="161246"/>
                  <a:pt x="2140176" y="161246"/>
                </a:cubicBezTo>
                <a:cubicBezTo>
                  <a:pt x="2157136" y="161246"/>
                  <a:pt x="2169189" y="153277"/>
                  <a:pt x="2178118" y="141441"/>
                </a:cubicBezTo>
                <a:cubicBezTo>
                  <a:pt x="2177447" y="139165"/>
                  <a:pt x="2176109" y="138028"/>
                  <a:pt x="2173429" y="137799"/>
                </a:cubicBezTo>
                <a:close/>
                <a:moveTo>
                  <a:pt x="2208024" y="137399"/>
                </a:moveTo>
                <a:cubicBezTo>
                  <a:pt x="2201107" y="137399"/>
                  <a:pt x="2196196" y="142181"/>
                  <a:pt x="2196196" y="148558"/>
                </a:cubicBezTo>
                <a:cubicBezTo>
                  <a:pt x="2196196" y="155619"/>
                  <a:pt x="2201999" y="157896"/>
                  <a:pt x="2206014" y="158577"/>
                </a:cubicBezTo>
                <a:cubicBezTo>
                  <a:pt x="2210258" y="159032"/>
                  <a:pt x="2214051" y="160398"/>
                  <a:pt x="2214051" y="165624"/>
                </a:cubicBezTo>
                <a:cubicBezTo>
                  <a:pt x="2214051" y="170396"/>
                  <a:pt x="2206014" y="180849"/>
                  <a:pt x="2194411" y="183806"/>
                </a:cubicBezTo>
                <a:cubicBezTo>
                  <a:pt x="2194411" y="186082"/>
                  <a:pt x="2194857" y="187677"/>
                  <a:pt x="2196417" y="189269"/>
                </a:cubicBezTo>
                <a:cubicBezTo>
                  <a:pt x="2209811" y="186767"/>
                  <a:pt x="2222756" y="175852"/>
                  <a:pt x="2222756" y="159943"/>
                </a:cubicBezTo>
                <a:cubicBezTo>
                  <a:pt x="2222756" y="146282"/>
                  <a:pt x="2216953" y="137399"/>
                  <a:pt x="2208024" y="137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Text impact(𝐵)=(">
            <a:extLst xmlns:a="http://schemas.openxmlformats.org/drawingml/2006/main">
              <a:ext uri="{FF2B5EF4-FFF2-40B4-BE49-F238E27FC236}">
                <a16:creationId xmlns:a16="http://schemas.microsoft.com/office/drawing/2014/main" id="{B4378FE7-158A-4002-AA0B-B7BC0F07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660" y="4748864"/>
            <a:ext cx="1302593" cy="217577"/>
          </a:xfrm>
          <a:custGeom xmlns:a="http://schemas.openxmlformats.org/drawingml/2006/main">
            <a:pathLst>
              <a:path w="1302593" h="217577">
                <a:moveTo>
                  <a:pt x="21407" y="33597"/>
                </a:moveTo>
                <a:cubicBezTo>
                  <a:pt x="21407" y="39519"/>
                  <a:pt x="26418" y="44527"/>
                  <a:pt x="32339" y="44527"/>
                </a:cubicBezTo>
                <a:cubicBezTo>
                  <a:pt x="38261" y="44527"/>
                  <a:pt x="43272" y="39519"/>
                  <a:pt x="43272" y="33597"/>
                </a:cubicBezTo>
                <a:cubicBezTo>
                  <a:pt x="43272" y="27676"/>
                  <a:pt x="38261" y="22665"/>
                  <a:pt x="32339" y="22665"/>
                </a:cubicBezTo>
                <a:cubicBezTo>
                  <a:pt x="26418" y="22665"/>
                  <a:pt x="21407" y="27676"/>
                  <a:pt x="21407" y="33597"/>
                </a:cubicBezTo>
                <a:moveTo>
                  <a:pt x="31429" y="90461"/>
                </a:moveTo>
                <a:cubicBezTo>
                  <a:pt x="33479" y="81592"/>
                  <a:pt x="36211" y="72724"/>
                  <a:pt x="36211" y="68860"/>
                </a:cubicBezTo>
                <a:cubicBezTo>
                  <a:pt x="36211" y="65694"/>
                  <a:pt x="34390" y="64099"/>
                  <a:pt x="31429" y="64099"/>
                </a:cubicBezTo>
                <a:cubicBezTo>
                  <a:pt x="24142" y="64106"/>
                  <a:pt x="13894" y="65697"/>
                  <a:pt x="3187" y="67063"/>
                </a:cubicBezTo>
                <a:cubicBezTo>
                  <a:pt x="1595" y="68887"/>
                  <a:pt x="2050" y="71393"/>
                  <a:pt x="3416" y="73440"/>
                </a:cubicBezTo>
                <a:lnTo>
                  <a:pt x="12524" y="74124"/>
                </a:lnTo>
                <a:cubicBezTo>
                  <a:pt x="15259" y="74350"/>
                  <a:pt x="16625" y="76397"/>
                  <a:pt x="16625" y="78670"/>
                </a:cubicBezTo>
                <a:cubicBezTo>
                  <a:pt x="16625" y="80713"/>
                  <a:pt x="16170" y="83896"/>
                  <a:pt x="14575" y="90259"/>
                </a:cubicBezTo>
                <a:lnTo>
                  <a:pt x="3871" y="137080"/>
                </a:lnTo>
                <a:cubicBezTo>
                  <a:pt x="2276" y="144353"/>
                  <a:pt x="0" y="153677"/>
                  <a:pt x="0" y="158003"/>
                </a:cubicBezTo>
                <a:cubicBezTo>
                  <a:pt x="0" y="162330"/>
                  <a:pt x="2506" y="165517"/>
                  <a:pt x="9338" y="165517"/>
                </a:cubicBezTo>
                <a:cubicBezTo>
                  <a:pt x="20270" y="165517"/>
                  <a:pt x="30519" y="157774"/>
                  <a:pt x="40993" y="144353"/>
                </a:cubicBezTo>
                <a:cubicBezTo>
                  <a:pt x="40311" y="142306"/>
                  <a:pt x="38946" y="140489"/>
                  <a:pt x="35756" y="140489"/>
                </a:cubicBezTo>
                <a:cubicBezTo>
                  <a:pt x="29834" y="147307"/>
                  <a:pt x="23231" y="151852"/>
                  <a:pt x="20952" y="151852"/>
                </a:cubicBezTo>
                <a:cubicBezTo>
                  <a:pt x="19356" y="151852"/>
                  <a:pt x="18675" y="150716"/>
                  <a:pt x="18675" y="147988"/>
                </a:cubicBezTo>
                <a:cubicBezTo>
                  <a:pt x="18675" y="145945"/>
                  <a:pt x="19815" y="140944"/>
                  <a:pt x="21181" y="135036"/>
                </a:cubicBezTo>
                <a:lnTo>
                  <a:pt x="31429" y="90461"/>
                </a:lnTo>
                <a:close/>
                <a:moveTo>
                  <a:pt x="79938" y="90093"/>
                </a:moveTo>
                <a:lnTo>
                  <a:pt x="66959" y="146841"/>
                </a:lnTo>
                <a:cubicBezTo>
                  <a:pt x="65819" y="151397"/>
                  <a:pt x="63998" y="157093"/>
                  <a:pt x="63998" y="159369"/>
                </a:cubicBezTo>
                <a:cubicBezTo>
                  <a:pt x="63998" y="163240"/>
                  <a:pt x="66045" y="165517"/>
                  <a:pt x="73335" y="165517"/>
                </a:cubicBezTo>
                <a:cubicBezTo>
                  <a:pt x="81988" y="165517"/>
                  <a:pt x="81533" y="155498"/>
                  <a:pt x="83809" y="146841"/>
                </a:cubicBezTo>
                <a:lnTo>
                  <a:pt x="92921" y="110147"/>
                </a:lnTo>
                <a:cubicBezTo>
                  <a:pt x="110682" y="84397"/>
                  <a:pt x="123436" y="76877"/>
                  <a:pt x="130727" y="76877"/>
                </a:cubicBezTo>
                <a:cubicBezTo>
                  <a:pt x="135279" y="76877"/>
                  <a:pt x="136649" y="78472"/>
                  <a:pt x="136649" y="85307"/>
                </a:cubicBezTo>
                <a:cubicBezTo>
                  <a:pt x="136649" y="88042"/>
                  <a:pt x="136419" y="93512"/>
                  <a:pt x="134824" y="100577"/>
                </a:cubicBezTo>
                <a:lnTo>
                  <a:pt x="123895" y="146841"/>
                </a:lnTo>
                <a:cubicBezTo>
                  <a:pt x="122755" y="151397"/>
                  <a:pt x="120934" y="157093"/>
                  <a:pt x="120934" y="159369"/>
                </a:cubicBezTo>
                <a:cubicBezTo>
                  <a:pt x="120934" y="163240"/>
                  <a:pt x="122981" y="165517"/>
                  <a:pt x="130272" y="165517"/>
                </a:cubicBezTo>
                <a:cubicBezTo>
                  <a:pt x="138925" y="165517"/>
                  <a:pt x="138695" y="155498"/>
                  <a:pt x="140746" y="146841"/>
                </a:cubicBezTo>
                <a:lnTo>
                  <a:pt x="149402" y="111061"/>
                </a:lnTo>
                <a:cubicBezTo>
                  <a:pt x="168759" y="83942"/>
                  <a:pt x="177641" y="76877"/>
                  <a:pt x="184928" y="76877"/>
                </a:cubicBezTo>
                <a:cubicBezTo>
                  <a:pt x="189255" y="76877"/>
                  <a:pt x="191535" y="78472"/>
                  <a:pt x="191535" y="85307"/>
                </a:cubicBezTo>
                <a:cubicBezTo>
                  <a:pt x="191535" y="87816"/>
                  <a:pt x="191305" y="94423"/>
                  <a:pt x="189484" y="101487"/>
                </a:cubicBezTo>
                <a:lnTo>
                  <a:pt x="180602" y="137267"/>
                </a:lnTo>
                <a:cubicBezTo>
                  <a:pt x="178326" y="146612"/>
                  <a:pt x="176501" y="155953"/>
                  <a:pt x="176501" y="158003"/>
                </a:cubicBezTo>
                <a:cubicBezTo>
                  <a:pt x="176501" y="162559"/>
                  <a:pt x="180602" y="165517"/>
                  <a:pt x="183792" y="165517"/>
                </a:cubicBezTo>
                <a:cubicBezTo>
                  <a:pt x="197227" y="165517"/>
                  <a:pt x="209755" y="158914"/>
                  <a:pt x="217497" y="140232"/>
                </a:cubicBezTo>
                <a:cubicBezTo>
                  <a:pt x="217042" y="138181"/>
                  <a:pt x="215447" y="137041"/>
                  <a:pt x="212486" y="137041"/>
                </a:cubicBezTo>
                <a:cubicBezTo>
                  <a:pt x="207020" y="145701"/>
                  <a:pt x="200643" y="151852"/>
                  <a:pt x="196546" y="151852"/>
                </a:cubicBezTo>
                <a:cubicBezTo>
                  <a:pt x="195406" y="151852"/>
                  <a:pt x="194951" y="150487"/>
                  <a:pt x="194951" y="149347"/>
                </a:cubicBezTo>
                <a:cubicBezTo>
                  <a:pt x="194951" y="148436"/>
                  <a:pt x="195406" y="142737"/>
                  <a:pt x="196091" y="140232"/>
                </a:cubicBezTo>
                <a:lnTo>
                  <a:pt x="206794" y="99667"/>
                </a:lnTo>
                <a:cubicBezTo>
                  <a:pt x="208160" y="94423"/>
                  <a:pt x="209070" y="87358"/>
                  <a:pt x="209070" y="83028"/>
                </a:cubicBezTo>
                <a:cubicBezTo>
                  <a:pt x="209070" y="68675"/>
                  <a:pt x="202238" y="63209"/>
                  <a:pt x="195177" y="63209"/>
                </a:cubicBezTo>
                <a:cubicBezTo>
                  <a:pt x="179007" y="63209"/>
                  <a:pt x="166483" y="77103"/>
                  <a:pt x="153274" y="93741"/>
                </a:cubicBezTo>
                <a:cubicBezTo>
                  <a:pt x="153955" y="90093"/>
                  <a:pt x="154184" y="85992"/>
                  <a:pt x="154184" y="83028"/>
                </a:cubicBezTo>
                <a:cubicBezTo>
                  <a:pt x="154184" y="67084"/>
                  <a:pt x="147352" y="63209"/>
                  <a:pt x="140975" y="63209"/>
                </a:cubicBezTo>
                <a:cubicBezTo>
                  <a:pt x="124576" y="63209"/>
                  <a:pt x="109772" y="75282"/>
                  <a:pt x="96337" y="92602"/>
                </a:cubicBezTo>
                <a:lnTo>
                  <a:pt x="95882" y="92372"/>
                </a:lnTo>
                <a:lnTo>
                  <a:pt x="96337" y="90322"/>
                </a:lnTo>
                <a:cubicBezTo>
                  <a:pt x="98613" y="81433"/>
                  <a:pt x="101345" y="72547"/>
                  <a:pt x="101345" y="68675"/>
                </a:cubicBezTo>
                <a:cubicBezTo>
                  <a:pt x="101345" y="65489"/>
                  <a:pt x="99753" y="63894"/>
                  <a:pt x="96792" y="63894"/>
                </a:cubicBezTo>
                <a:cubicBezTo>
                  <a:pt x="89505" y="63883"/>
                  <a:pt x="79253" y="65475"/>
                  <a:pt x="68550" y="66841"/>
                </a:cubicBezTo>
                <a:cubicBezTo>
                  <a:pt x="66959" y="68665"/>
                  <a:pt x="67414" y="71171"/>
                  <a:pt x="68779" y="73217"/>
                </a:cubicBezTo>
                <a:lnTo>
                  <a:pt x="77888" y="73902"/>
                </a:lnTo>
                <a:cubicBezTo>
                  <a:pt x="80623" y="74131"/>
                  <a:pt x="81988" y="76182"/>
                  <a:pt x="81988" y="78461"/>
                </a:cubicBezTo>
                <a:cubicBezTo>
                  <a:pt x="81988" y="80512"/>
                  <a:pt x="81304" y="83705"/>
                  <a:pt x="79938" y="90086"/>
                </a:cubicBezTo>
                <a:lnTo>
                  <a:pt x="79938" y="90093"/>
                </a:lnTo>
                <a:close/>
                <a:moveTo>
                  <a:pt x="277393" y="71181"/>
                </a:moveTo>
                <a:cubicBezTo>
                  <a:pt x="278304" y="67084"/>
                  <a:pt x="280354" y="60252"/>
                  <a:pt x="280354" y="57517"/>
                </a:cubicBezTo>
                <a:cubicBezTo>
                  <a:pt x="280354" y="53645"/>
                  <a:pt x="278078" y="51369"/>
                  <a:pt x="270791" y="51369"/>
                </a:cubicBezTo>
                <a:cubicBezTo>
                  <a:pt x="262134" y="51369"/>
                  <a:pt x="262134" y="61388"/>
                  <a:pt x="260313" y="70045"/>
                </a:cubicBezTo>
                <a:lnTo>
                  <a:pt x="257352" y="83486"/>
                </a:lnTo>
                <a:cubicBezTo>
                  <a:pt x="245964" y="91691"/>
                  <a:pt x="237537" y="98527"/>
                  <a:pt x="231160" y="106502"/>
                </a:cubicBezTo>
                <a:cubicBezTo>
                  <a:pt x="232071" y="109692"/>
                  <a:pt x="234121" y="111287"/>
                  <a:pt x="238222" y="111287"/>
                </a:cubicBezTo>
                <a:cubicBezTo>
                  <a:pt x="243233" y="104678"/>
                  <a:pt x="248241" y="100577"/>
                  <a:pt x="254618" y="95337"/>
                </a:cubicBezTo>
                <a:lnTo>
                  <a:pt x="231160" y="200011"/>
                </a:lnTo>
                <a:cubicBezTo>
                  <a:pt x="229795" y="206408"/>
                  <a:pt x="226379" y="209147"/>
                  <a:pt x="219091" y="210290"/>
                </a:cubicBezTo>
                <a:lnTo>
                  <a:pt x="214765" y="210975"/>
                </a:lnTo>
                <a:cubicBezTo>
                  <a:pt x="213625" y="211201"/>
                  <a:pt x="212485" y="211430"/>
                  <a:pt x="212485" y="212796"/>
                </a:cubicBezTo>
                <a:lnTo>
                  <a:pt x="212485" y="217122"/>
                </a:lnTo>
                <a:lnTo>
                  <a:pt x="212940" y="217577"/>
                </a:lnTo>
                <a:cubicBezTo>
                  <a:pt x="212940" y="217577"/>
                  <a:pt x="228429" y="216438"/>
                  <a:pt x="236627" y="216438"/>
                </a:cubicBezTo>
                <a:cubicBezTo>
                  <a:pt x="245509" y="216438"/>
                  <a:pt x="260998" y="216893"/>
                  <a:pt x="260998" y="216893"/>
                </a:cubicBezTo>
                <a:lnTo>
                  <a:pt x="261453" y="216438"/>
                </a:lnTo>
                <a:lnTo>
                  <a:pt x="261453" y="211885"/>
                </a:lnTo>
                <a:cubicBezTo>
                  <a:pt x="261453" y="210745"/>
                  <a:pt x="260998" y="210290"/>
                  <a:pt x="260084" y="210061"/>
                </a:cubicBezTo>
                <a:lnTo>
                  <a:pt x="255757" y="209376"/>
                </a:lnTo>
                <a:cubicBezTo>
                  <a:pt x="252341" y="208921"/>
                  <a:pt x="246420" y="207778"/>
                  <a:pt x="248241" y="200011"/>
                </a:cubicBezTo>
                <a:lnTo>
                  <a:pt x="258263" y="158003"/>
                </a:lnTo>
                <a:cubicBezTo>
                  <a:pt x="261679" y="161645"/>
                  <a:pt x="268285" y="165517"/>
                  <a:pt x="274888" y="165517"/>
                </a:cubicBezTo>
                <a:cubicBezTo>
                  <a:pt x="291058" y="165517"/>
                  <a:pt x="304267" y="156408"/>
                  <a:pt x="314289" y="144329"/>
                </a:cubicBezTo>
                <a:cubicBezTo>
                  <a:pt x="326587" y="129288"/>
                  <a:pt x="332735" y="113793"/>
                  <a:pt x="332735" y="97387"/>
                </a:cubicBezTo>
                <a:cubicBezTo>
                  <a:pt x="332735" y="78246"/>
                  <a:pt x="326358" y="63209"/>
                  <a:pt x="303585" y="63209"/>
                </a:cubicBezTo>
                <a:cubicBezTo>
                  <a:pt x="291968" y="63209"/>
                  <a:pt x="283544" y="67539"/>
                  <a:pt x="277393" y="71181"/>
                </a:cubicBezTo>
                <a:moveTo>
                  <a:pt x="314059" y="101032"/>
                </a:moveTo>
                <a:cubicBezTo>
                  <a:pt x="314059" y="112198"/>
                  <a:pt x="309507" y="127923"/>
                  <a:pt x="300851" y="141368"/>
                </a:cubicBezTo>
                <a:cubicBezTo>
                  <a:pt x="294929" y="150709"/>
                  <a:pt x="285821" y="157548"/>
                  <a:pt x="277168" y="157548"/>
                </a:cubicBezTo>
                <a:cubicBezTo>
                  <a:pt x="271246" y="157548"/>
                  <a:pt x="265095" y="154584"/>
                  <a:pt x="260313" y="147978"/>
                </a:cubicBezTo>
                <a:lnTo>
                  <a:pt x="275343" y="81436"/>
                </a:lnTo>
                <a:cubicBezTo>
                  <a:pt x="281039" y="77787"/>
                  <a:pt x="287642" y="73686"/>
                  <a:pt x="296298" y="73686"/>
                </a:cubicBezTo>
                <a:cubicBezTo>
                  <a:pt x="311783" y="73686"/>
                  <a:pt x="314059" y="89867"/>
                  <a:pt x="314059" y="101032"/>
                </a:cubicBezTo>
                <a:close/>
                <a:moveTo>
                  <a:pt x="421556" y="64578"/>
                </a:moveTo>
                <a:cubicBezTo>
                  <a:pt x="415408" y="63894"/>
                  <a:pt x="412448" y="63209"/>
                  <a:pt x="403336" y="63209"/>
                </a:cubicBezTo>
                <a:cubicBezTo>
                  <a:pt x="378968" y="63209"/>
                  <a:pt x="345944" y="98985"/>
                  <a:pt x="345944" y="134762"/>
                </a:cubicBezTo>
                <a:cubicBezTo>
                  <a:pt x="345944" y="147522"/>
                  <a:pt x="348905" y="165517"/>
                  <a:pt x="368035" y="165517"/>
                </a:cubicBezTo>
                <a:cubicBezTo>
                  <a:pt x="380108" y="165517"/>
                  <a:pt x="392862" y="152992"/>
                  <a:pt x="406526" y="132711"/>
                </a:cubicBezTo>
                <a:lnTo>
                  <a:pt x="406981" y="133167"/>
                </a:lnTo>
                <a:lnTo>
                  <a:pt x="404020" y="142737"/>
                </a:lnTo>
                <a:cubicBezTo>
                  <a:pt x="402425" y="147978"/>
                  <a:pt x="401744" y="152537"/>
                  <a:pt x="401744" y="155268"/>
                </a:cubicBezTo>
                <a:cubicBezTo>
                  <a:pt x="401744" y="159598"/>
                  <a:pt x="403336" y="165517"/>
                  <a:pt x="411082" y="165517"/>
                </a:cubicBezTo>
                <a:cubicBezTo>
                  <a:pt x="425201" y="165517"/>
                  <a:pt x="434310" y="156408"/>
                  <a:pt x="440231" y="143422"/>
                </a:cubicBezTo>
                <a:cubicBezTo>
                  <a:pt x="439095" y="141371"/>
                  <a:pt x="437955" y="139776"/>
                  <a:pt x="434994" y="139776"/>
                </a:cubicBezTo>
                <a:cubicBezTo>
                  <a:pt x="428843" y="148207"/>
                  <a:pt x="424517" y="151852"/>
                  <a:pt x="422240" y="151852"/>
                </a:cubicBezTo>
                <a:cubicBezTo>
                  <a:pt x="421556" y="151852"/>
                  <a:pt x="419506" y="151397"/>
                  <a:pt x="419506" y="148662"/>
                </a:cubicBezTo>
                <a:cubicBezTo>
                  <a:pt x="419506" y="146612"/>
                  <a:pt x="420875" y="140232"/>
                  <a:pt x="421785" y="135902"/>
                </a:cubicBezTo>
                <a:lnTo>
                  <a:pt x="437500" y="65033"/>
                </a:lnTo>
                <a:cubicBezTo>
                  <a:pt x="432033" y="65033"/>
                  <a:pt x="426112" y="65715"/>
                  <a:pt x="421556" y="64578"/>
                </a:cubicBezTo>
                <a:moveTo>
                  <a:pt x="410171" y="113341"/>
                </a:moveTo>
                <a:cubicBezTo>
                  <a:pt x="399009" y="133851"/>
                  <a:pt x="381474" y="152992"/>
                  <a:pt x="374186" y="152992"/>
                </a:cubicBezTo>
                <a:cubicBezTo>
                  <a:pt x="366444" y="152992"/>
                  <a:pt x="364164" y="143877"/>
                  <a:pt x="364164" y="131116"/>
                </a:cubicBezTo>
                <a:cubicBezTo>
                  <a:pt x="364164" y="106961"/>
                  <a:pt x="383069" y="70270"/>
                  <a:pt x="404020" y="70270"/>
                </a:cubicBezTo>
                <a:cubicBezTo>
                  <a:pt x="408802" y="70270"/>
                  <a:pt x="413813" y="71866"/>
                  <a:pt x="418140" y="74600"/>
                </a:cubicBezTo>
                <a:cubicBezTo>
                  <a:pt x="418140" y="74600"/>
                  <a:pt x="415864" y="98756"/>
                  <a:pt x="410171" y="113341"/>
                </a:cubicBezTo>
                <a:close/>
                <a:moveTo>
                  <a:pt x="486466" y="165517"/>
                </a:moveTo>
                <a:cubicBezTo>
                  <a:pt x="502862" y="165517"/>
                  <a:pt x="517666" y="153677"/>
                  <a:pt x="528599" y="138637"/>
                </a:cubicBezTo>
                <a:cubicBezTo>
                  <a:pt x="527914" y="136357"/>
                  <a:pt x="525638" y="134536"/>
                  <a:pt x="523587" y="134536"/>
                </a:cubicBezTo>
                <a:cubicBezTo>
                  <a:pt x="514705" y="144562"/>
                  <a:pt x="505597" y="152082"/>
                  <a:pt x="493524" y="152082"/>
                </a:cubicBezTo>
                <a:cubicBezTo>
                  <a:pt x="489653" y="152082"/>
                  <a:pt x="485326" y="151171"/>
                  <a:pt x="482136" y="146841"/>
                </a:cubicBezTo>
                <a:cubicBezTo>
                  <a:pt x="478720" y="142511"/>
                  <a:pt x="476444" y="137952"/>
                  <a:pt x="476444" y="124281"/>
                </a:cubicBezTo>
                <a:cubicBezTo>
                  <a:pt x="476444" y="90325"/>
                  <a:pt x="492384" y="70270"/>
                  <a:pt x="509923" y="70270"/>
                </a:cubicBezTo>
                <a:cubicBezTo>
                  <a:pt x="513110" y="70270"/>
                  <a:pt x="519487" y="71410"/>
                  <a:pt x="519487" y="78930"/>
                </a:cubicBezTo>
                <a:cubicBezTo>
                  <a:pt x="519487" y="80296"/>
                  <a:pt x="519032" y="82121"/>
                  <a:pt x="518350" y="83260"/>
                </a:cubicBezTo>
                <a:cubicBezTo>
                  <a:pt x="517666" y="84171"/>
                  <a:pt x="517211" y="86680"/>
                  <a:pt x="517211" y="88046"/>
                </a:cubicBezTo>
                <a:cubicBezTo>
                  <a:pt x="517211" y="91691"/>
                  <a:pt x="519487" y="95337"/>
                  <a:pt x="523358" y="95337"/>
                </a:cubicBezTo>
                <a:cubicBezTo>
                  <a:pt x="529509" y="95337"/>
                  <a:pt x="535201" y="90781"/>
                  <a:pt x="535201" y="85081"/>
                </a:cubicBezTo>
                <a:cubicBezTo>
                  <a:pt x="535201" y="76196"/>
                  <a:pt x="534291" y="63209"/>
                  <a:pt x="509694" y="63209"/>
                </a:cubicBezTo>
                <a:cubicBezTo>
                  <a:pt x="500586" y="63209"/>
                  <a:pt x="485782" y="69131"/>
                  <a:pt x="476444" y="79156"/>
                </a:cubicBezTo>
                <a:cubicBezTo>
                  <a:pt x="465285" y="91236"/>
                  <a:pt x="457769" y="108782"/>
                  <a:pt x="457769" y="129292"/>
                </a:cubicBezTo>
                <a:cubicBezTo>
                  <a:pt x="457769" y="136812"/>
                  <a:pt x="459134" y="147067"/>
                  <a:pt x="464601" y="154587"/>
                </a:cubicBezTo>
                <a:cubicBezTo>
                  <a:pt x="469382" y="161190"/>
                  <a:pt x="477129" y="165517"/>
                  <a:pt x="486466" y="165517"/>
                </a:cubicBezTo>
                <a:close/>
                <a:moveTo>
                  <a:pt x="569819" y="65655"/>
                </a:moveTo>
                <a:lnTo>
                  <a:pt x="557750" y="66340"/>
                </a:lnTo>
                <a:cubicBezTo>
                  <a:pt x="553423" y="66569"/>
                  <a:pt x="551828" y="68390"/>
                  <a:pt x="551373" y="70211"/>
                </a:cubicBezTo>
                <a:cubicBezTo>
                  <a:pt x="551144" y="70896"/>
                  <a:pt x="550462" y="73627"/>
                  <a:pt x="550462" y="74083"/>
                </a:cubicBezTo>
                <a:cubicBezTo>
                  <a:pt x="550462" y="74538"/>
                  <a:pt x="551144" y="74538"/>
                  <a:pt x="551828" y="74538"/>
                </a:cubicBezTo>
                <a:lnTo>
                  <a:pt x="567768" y="74538"/>
                </a:lnTo>
                <a:lnTo>
                  <a:pt x="553878" y="136392"/>
                </a:lnTo>
                <a:cubicBezTo>
                  <a:pt x="552283" y="143669"/>
                  <a:pt x="550688" y="150716"/>
                  <a:pt x="550688" y="155043"/>
                </a:cubicBezTo>
                <a:cubicBezTo>
                  <a:pt x="550688" y="163240"/>
                  <a:pt x="554789" y="165517"/>
                  <a:pt x="561847" y="165517"/>
                </a:cubicBezTo>
                <a:cubicBezTo>
                  <a:pt x="572099" y="165517"/>
                  <a:pt x="587128" y="156182"/>
                  <a:pt x="594871" y="142077"/>
                </a:cubicBezTo>
                <a:cubicBezTo>
                  <a:pt x="594190" y="139120"/>
                  <a:pt x="592595" y="137754"/>
                  <a:pt x="589860" y="137754"/>
                </a:cubicBezTo>
                <a:cubicBezTo>
                  <a:pt x="579386" y="149580"/>
                  <a:pt x="575285" y="151852"/>
                  <a:pt x="571643" y="151852"/>
                </a:cubicBezTo>
                <a:cubicBezTo>
                  <a:pt x="570959" y="151852"/>
                  <a:pt x="568682" y="151397"/>
                  <a:pt x="568682" y="148669"/>
                </a:cubicBezTo>
                <a:cubicBezTo>
                  <a:pt x="568682" y="146622"/>
                  <a:pt x="569364" y="142077"/>
                  <a:pt x="571185" y="134345"/>
                </a:cubicBezTo>
                <a:lnTo>
                  <a:pt x="584623" y="74538"/>
                </a:lnTo>
                <a:lnTo>
                  <a:pt x="606944" y="74538"/>
                </a:lnTo>
                <a:cubicBezTo>
                  <a:pt x="609675" y="73402"/>
                  <a:pt x="611725" y="67480"/>
                  <a:pt x="609220" y="65655"/>
                </a:cubicBezTo>
                <a:lnTo>
                  <a:pt x="586673" y="65655"/>
                </a:lnTo>
                <a:lnTo>
                  <a:pt x="588949" y="55407"/>
                </a:lnTo>
                <a:cubicBezTo>
                  <a:pt x="589860" y="51081"/>
                  <a:pt x="591910" y="44478"/>
                  <a:pt x="591910" y="41743"/>
                </a:cubicBezTo>
                <a:cubicBezTo>
                  <a:pt x="591910" y="37872"/>
                  <a:pt x="590089" y="35596"/>
                  <a:pt x="582802" y="35596"/>
                </a:cubicBezTo>
                <a:cubicBezTo>
                  <a:pt x="574601" y="35596"/>
                  <a:pt x="575059" y="45844"/>
                  <a:pt x="572780" y="54271"/>
                </a:cubicBezTo>
                <a:lnTo>
                  <a:pt x="569819" y="65655"/>
                </a:lnTo>
                <a:close/>
                <a:moveTo>
                  <a:pt x="682782" y="0"/>
                </a:moveTo>
                <a:cubicBezTo>
                  <a:pt x="649758" y="21407"/>
                  <a:pt x="626527" y="58302"/>
                  <a:pt x="626527" y="104765"/>
                </a:cubicBezTo>
                <a:cubicBezTo>
                  <a:pt x="626527" y="147123"/>
                  <a:pt x="650669" y="189940"/>
                  <a:pt x="682098" y="209300"/>
                </a:cubicBezTo>
                <a:lnTo>
                  <a:pt x="684829" y="205654"/>
                </a:lnTo>
                <a:cubicBezTo>
                  <a:pt x="654769" y="181968"/>
                  <a:pt x="646113" y="154414"/>
                  <a:pt x="646113" y="104080"/>
                </a:cubicBezTo>
                <a:cubicBezTo>
                  <a:pt x="646113" y="53520"/>
                  <a:pt x="655451" y="27328"/>
                  <a:pt x="684829" y="3645"/>
                </a:cubicBezTo>
                <a:lnTo>
                  <a:pt x="682782" y="0"/>
                </a:lnTo>
                <a:close/>
                <a:moveTo>
                  <a:pt x="770923" y="33424"/>
                </a:moveTo>
                <a:cubicBezTo>
                  <a:pt x="772289" y="25900"/>
                  <a:pt x="773203" y="23620"/>
                  <a:pt x="793699" y="23620"/>
                </a:cubicBezTo>
                <a:cubicBezTo>
                  <a:pt x="805087" y="23620"/>
                  <a:pt x="818977" y="28864"/>
                  <a:pt x="818977" y="45733"/>
                </a:cubicBezTo>
                <a:cubicBezTo>
                  <a:pt x="818977" y="48238"/>
                  <a:pt x="818522" y="50747"/>
                  <a:pt x="818066" y="53708"/>
                </a:cubicBezTo>
                <a:cubicBezTo>
                  <a:pt x="813966" y="73085"/>
                  <a:pt x="798481" y="79921"/>
                  <a:pt x="779350" y="79921"/>
                </a:cubicBezTo>
                <a:lnTo>
                  <a:pt x="762040" y="79921"/>
                </a:lnTo>
                <a:lnTo>
                  <a:pt x="770923" y="33424"/>
                </a:lnTo>
                <a:moveTo>
                  <a:pt x="760449" y="88119"/>
                </a:moveTo>
                <a:lnTo>
                  <a:pt x="776389" y="88119"/>
                </a:lnTo>
                <a:cubicBezTo>
                  <a:pt x="803492" y="88119"/>
                  <a:pt x="814880" y="101102"/>
                  <a:pt x="814880" y="117730"/>
                </a:cubicBezTo>
                <a:cubicBezTo>
                  <a:pt x="814880" y="120465"/>
                  <a:pt x="814424" y="122741"/>
                  <a:pt x="813966" y="125702"/>
                </a:cubicBezTo>
                <a:cubicBezTo>
                  <a:pt x="810324" y="142331"/>
                  <a:pt x="800757" y="155995"/>
                  <a:pt x="766141" y="155995"/>
                </a:cubicBezTo>
                <a:cubicBezTo>
                  <a:pt x="752703" y="155995"/>
                  <a:pt x="749061" y="153944"/>
                  <a:pt x="749061" y="148707"/>
                </a:cubicBezTo>
                <a:cubicBezTo>
                  <a:pt x="749061" y="147797"/>
                  <a:pt x="749287" y="146657"/>
                  <a:pt x="749516" y="145517"/>
                </a:cubicBezTo>
                <a:lnTo>
                  <a:pt x="760449" y="88119"/>
                </a:lnTo>
                <a:moveTo>
                  <a:pt x="705333" y="158956"/>
                </a:moveTo>
                <a:lnTo>
                  <a:pt x="704423" y="163282"/>
                </a:lnTo>
                <a:lnTo>
                  <a:pt x="704878" y="163737"/>
                </a:lnTo>
                <a:cubicBezTo>
                  <a:pt x="716037" y="163511"/>
                  <a:pt x="725374" y="163282"/>
                  <a:pt x="734938" y="163282"/>
                </a:cubicBezTo>
                <a:cubicBezTo>
                  <a:pt x="744505" y="163282"/>
                  <a:pt x="747692" y="163737"/>
                  <a:pt x="769102" y="163737"/>
                </a:cubicBezTo>
                <a:cubicBezTo>
                  <a:pt x="816245" y="163737"/>
                  <a:pt x="833555" y="140961"/>
                  <a:pt x="837652" y="121376"/>
                </a:cubicBezTo>
                <a:cubicBezTo>
                  <a:pt x="838107" y="118415"/>
                  <a:pt x="838563" y="115680"/>
                  <a:pt x="838563" y="112948"/>
                </a:cubicBezTo>
                <a:cubicBezTo>
                  <a:pt x="838563" y="96320"/>
                  <a:pt x="826264" y="86298"/>
                  <a:pt x="808503" y="81287"/>
                </a:cubicBezTo>
                <a:lnTo>
                  <a:pt x="808503" y="80831"/>
                </a:lnTo>
                <a:cubicBezTo>
                  <a:pt x="822167" y="75136"/>
                  <a:pt x="835602" y="63282"/>
                  <a:pt x="838337" y="50973"/>
                </a:cubicBezTo>
                <a:cubicBezTo>
                  <a:pt x="838792" y="48238"/>
                  <a:pt x="839247" y="45503"/>
                  <a:pt x="839247" y="42539"/>
                </a:cubicBezTo>
                <a:cubicBezTo>
                  <a:pt x="839247" y="29320"/>
                  <a:pt x="830820" y="15878"/>
                  <a:pt x="795065" y="15878"/>
                </a:cubicBezTo>
                <a:cubicBezTo>
                  <a:pt x="786637" y="15878"/>
                  <a:pt x="775705" y="16333"/>
                  <a:pt x="766141" y="16333"/>
                </a:cubicBezTo>
                <a:cubicBezTo>
                  <a:pt x="757029" y="16333"/>
                  <a:pt x="747692" y="16107"/>
                  <a:pt x="736533" y="15878"/>
                </a:cubicBezTo>
                <a:lnTo>
                  <a:pt x="735852" y="16333"/>
                </a:lnTo>
                <a:lnTo>
                  <a:pt x="734712" y="20889"/>
                </a:lnTo>
                <a:cubicBezTo>
                  <a:pt x="734712" y="21799"/>
                  <a:pt x="735167" y="22484"/>
                  <a:pt x="736078" y="22484"/>
                </a:cubicBezTo>
                <a:lnTo>
                  <a:pt x="741999" y="22939"/>
                </a:lnTo>
                <a:cubicBezTo>
                  <a:pt x="748831" y="23395"/>
                  <a:pt x="751111" y="24305"/>
                  <a:pt x="751111" y="28409"/>
                </a:cubicBezTo>
                <a:cubicBezTo>
                  <a:pt x="751111" y="29549"/>
                  <a:pt x="750882" y="30915"/>
                  <a:pt x="750652" y="32513"/>
                </a:cubicBezTo>
                <a:lnTo>
                  <a:pt x="728561" y="147112"/>
                </a:lnTo>
                <a:cubicBezTo>
                  <a:pt x="726969" y="155084"/>
                  <a:pt x="724464" y="155995"/>
                  <a:pt x="714442" y="156679"/>
                </a:cubicBezTo>
                <a:lnTo>
                  <a:pt x="707384" y="157135"/>
                </a:lnTo>
                <a:cubicBezTo>
                  <a:pt x="706244" y="157135"/>
                  <a:pt x="705559" y="157819"/>
                  <a:pt x="705333" y="158956"/>
                </a:cubicBezTo>
                <a:close/>
                <a:moveTo>
                  <a:pt x="868396" y="0"/>
                </a:moveTo>
                <a:lnTo>
                  <a:pt x="866346" y="3645"/>
                </a:lnTo>
                <a:cubicBezTo>
                  <a:pt x="895724" y="27328"/>
                  <a:pt x="905062" y="53520"/>
                  <a:pt x="905062" y="104080"/>
                </a:cubicBezTo>
                <a:cubicBezTo>
                  <a:pt x="905062" y="154414"/>
                  <a:pt x="896409" y="181968"/>
                  <a:pt x="866346" y="205654"/>
                </a:cubicBezTo>
                <a:lnTo>
                  <a:pt x="869077" y="209300"/>
                </a:lnTo>
                <a:cubicBezTo>
                  <a:pt x="900506" y="189940"/>
                  <a:pt x="924648" y="147123"/>
                  <a:pt x="924648" y="104765"/>
                </a:cubicBezTo>
                <a:cubicBezTo>
                  <a:pt x="924648" y="58302"/>
                  <a:pt x="901420" y="21407"/>
                  <a:pt x="868396" y="0"/>
                </a:cubicBezTo>
                <a:close/>
                <a:moveTo>
                  <a:pt x="1142761" y="88119"/>
                </a:moveTo>
                <a:lnTo>
                  <a:pt x="1142761" y="75365"/>
                </a:lnTo>
                <a:lnTo>
                  <a:pt x="1026157" y="75365"/>
                </a:lnTo>
                <a:lnTo>
                  <a:pt x="1026157" y="88119"/>
                </a:lnTo>
                <a:lnTo>
                  <a:pt x="1142761" y="88119"/>
                </a:lnTo>
                <a:moveTo>
                  <a:pt x="1142761" y="134380"/>
                </a:moveTo>
                <a:lnTo>
                  <a:pt x="1142761" y="121626"/>
                </a:lnTo>
                <a:lnTo>
                  <a:pt x="1026157" y="121626"/>
                </a:lnTo>
                <a:lnTo>
                  <a:pt x="1026157" y="134380"/>
                </a:lnTo>
                <a:lnTo>
                  <a:pt x="1142761" y="134380"/>
                </a:lnTo>
                <a:close/>
                <a:moveTo>
                  <a:pt x="1300546" y="0"/>
                </a:moveTo>
                <a:cubicBezTo>
                  <a:pt x="1267522" y="21407"/>
                  <a:pt x="1244291" y="58302"/>
                  <a:pt x="1244291" y="104765"/>
                </a:cubicBezTo>
                <a:cubicBezTo>
                  <a:pt x="1244291" y="147123"/>
                  <a:pt x="1268432" y="189940"/>
                  <a:pt x="1299861" y="209300"/>
                </a:cubicBezTo>
                <a:lnTo>
                  <a:pt x="1302593" y="205654"/>
                </a:lnTo>
                <a:cubicBezTo>
                  <a:pt x="1272533" y="181968"/>
                  <a:pt x="1263876" y="154414"/>
                  <a:pt x="1263876" y="104080"/>
                </a:cubicBezTo>
                <a:cubicBezTo>
                  <a:pt x="1263876" y="53520"/>
                  <a:pt x="1273214" y="27328"/>
                  <a:pt x="1302593" y="3645"/>
                </a:cubicBezTo>
                <a:lnTo>
                  <a:pt x="130054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1">
            <a:extLst xmlns:a="http://schemas.openxmlformats.org/drawingml/2006/main">
              <a:ext uri="{FF2B5EF4-FFF2-40B4-BE49-F238E27FC236}">
                <a16:creationId xmlns:a16="http://schemas.microsoft.com/office/drawing/2014/main" id="{49BD45E4-B2F6-4430-A8D5-57A393B4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6122" y="4773596"/>
            <a:ext cx="65173" cy="139005"/>
          </a:xfrm>
          <a:custGeom xmlns:a="http://schemas.openxmlformats.org/drawingml/2006/main">
            <a:pathLst>
              <a:path w="65173" h="139005">
                <a:moveTo>
                  <a:pt x="44416" y="110752"/>
                </a:moveTo>
                <a:lnTo>
                  <a:pt x="44416" y="31676"/>
                </a:lnTo>
                <a:cubicBezTo>
                  <a:pt x="44416" y="18005"/>
                  <a:pt x="44637" y="4104"/>
                  <a:pt x="45087" y="1140"/>
                </a:cubicBezTo>
                <a:cubicBezTo>
                  <a:pt x="45087" y="0"/>
                  <a:pt x="44637" y="0"/>
                  <a:pt x="43745" y="0"/>
                </a:cubicBezTo>
                <a:cubicBezTo>
                  <a:pt x="31471" y="7750"/>
                  <a:pt x="19640" y="13445"/>
                  <a:pt x="0" y="22790"/>
                </a:cubicBezTo>
                <a:cubicBezTo>
                  <a:pt x="446" y="25295"/>
                  <a:pt x="1338" y="27575"/>
                  <a:pt x="3348" y="28944"/>
                </a:cubicBezTo>
                <a:cubicBezTo>
                  <a:pt x="13616" y="24614"/>
                  <a:pt x="18527" y="23245"/>
                  <a:pt x="22767" y="23245"/>
                </a:cubicBezTo>
                <a:cubicBezTo>
                  <a:pt x="26560" y="23245"/>
                  <a:pt x="27231" y="28715"/>
                  <a:pt x="27231" y="36464"/>
                </a:cubicBezTo>
                <a:lnTo>
                  <a:pt x="27231" y="110752"/>
                </a:lnTo>
                <a:cubicBezTo>
                  <a:pt x="27231" y="129667"/>
                  <a:pt x="21203" y="130807"/>
                  <a:pt x="5582" y="131492"/>
                </a:cubicBezTo>
                <a:cubicBezTo>
                  <a:pt x="4240" y="132857"/>
                  <a:pt x="4240" y="137639"/>
                  <a:pt x="5582" y="139005"/>
                </a:cubicBezTo>
                <a:cubicBezTo>
                  <a:pt x="16517" y="138779"/>
                  <a:pt x="24551" y="138550"/>
                  <a:pt x="36604" y="138550"/>
                </a:cubicBezTo>
                <a:cubicBezTo>
                  <a:pt x="47318" y="138550"/>
                  <a:pt x="52675" y="138779"/>
                  <a:pt x="63835" y="139005"/>
                </a:cubicBezTo>
                <a:cubicBezTo>
                  <a:pt x="65173" y="137639"/>
                  <a:pt x="65173" y="132857"/>
                  <a:pt x="63835" y="131492"/>
                </a:cubicBezTo>
                <a:cubicBezTo>
                  <a:pt x="48210" y="130807"/>
                  <a:pt x="44416" y="129667"/>
                  <a:pt x="44416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𝑚+">
            <a:extLst xmlns:a="http://schemas.openxmlformats.org/drawingml/2006/main">
              <a:ext uri="{FF2B5EF4-FFF2-40B4-BE49-F238E27FC236}">
                <a16:creationId xmlns:a16="http://schemas.microsoft.com/office/drawing/2014/main" id="{FE10A707-6BEA-4978-9496-D00CA149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3029" y="4796890"/>
            <a:ext cx="323716" cy="117490"/>
          </a:xfrm>
          <a:custGeom xmlns:a="http://schemas.openxmlformats.org/drawingml/2006/main">
            <a:pathLst>
              <a:path w="323716" h="117490">
                <a:moveTo>
                  <a:pt x="17310" y="42066"/>
                </a:moveTo>
                <a:lnTo>
                  <a:pt x="3187" y="98815"/>
                </a:lnTo>
                <a:cubicBezTo>
                  <a:pt x="2050" y="103371"/>
                  <a:pt x="0" y="109067"/>
                  <a:pt x="0" y="111343"/>
                </a:cubicBezTo>
                <a:cubicBezTo>
                  <a:pt x="0" y="115214"/>
                  <a:pt x="2276" y="117490"/>
                  <a:pt x="10703" y="117490"/>
                </a:cubicBezTo>
                <a:cubicBezTo>
                  <a:pt x="20496" y="117490"/>
                  <a:pt x="20041" y="107472"/>
                  <a:pt x="22772" y="98815"/>
                </a:cubicBezTo>
                <a:lnTo>
                  <a:pt x="31884" y="62121"/>
                </a:lnTo>
                <a:cubicBezTo>
                  <a:pt x="51699" y="36371"/>
                  <a:pt x="65819" y="28850"/>
                  <a:pt x="73791" y="28850"/>
                </a:cubicBezTo>
                <a:cubicBezTo>
                  <a:pt x="78798" y="28850"/>
                  <a:pt x="80393" y="30446"/>
                  <a:pt x="80393" y="37281"/>
                </a:cubicBezTo>
                <a:cubicBezTo>
                  <a:pt x="80393" y="40016"/>
                  <a:pt x="79709" y="45486"/>
                  <a:pt x="77888" y="52551"/>
                </a:cubicBezTo>
                <a:lnTo>
                  <a:pt x="66045" y="98815"/>
                </a:lnTo>
                <a:cubicBezTo>
                  <a:pt x="64908" y="103371"/>
                  <a:pt x="62858" y="109067"/>
                  <a:pt x="62858" y="111343"/>
                </a:cubicBezTo>
                <a:cubicBezTo>
                  <a:pt x="62858" y="115214"/>
                  <a:pt x="65134" y="117490"/>
                  <a:pt x="73561" y="117490"/>
                </a:cubicBezTo>
                <a:cubicBezTo>
                  <a:pt x="83354" y="117490"/>
                  <a:pt x="83128" y="107472"/>
                  <a:pt x="85630" y="98815"/>
                </a:cubicBezTo>
                <a:lnTo>
                  <a:pt x="94968" y="63035"/>
                </a:lnTo>
                <a:cubicBezTo>
                  <a:pt x="115923" y="35915"/>
                  <a:pt x="125716" y="28850"/>
                  <a:pt x="133459" y="28850"/>
                </a:cubicBezTo>
                <a:cubicBezTo>
                  <a:pt x="138014" y="28850"/>
                  <a:pt x="140746" y="30446"/>
                  <a:pt x="140746" y="37281"/>
                </a:cubicBezTo>
                <a:cubicBezTo>
                  <a:pt x="140746" y="39790"/>
                  <a:pt x="139606" y="46396"/>
                  <a:pt x="138014" y="53461"/>
                </a:cubicBezTo>
                <a:lnTo>
                  <a:pt x="127992" y="89241"/>
                </a:lnTo>
                <a:cubicBezTo>
                  <a:pt x="125261" y="98586"/>
                  <a:pt x="123210" y="107927"/>
                  <a:pt x="123210" y="109977"/>
                </a:cubicBezTo>
                <a:cubicBezTo>
                  <a:pt x="123210" y="114533"/>
                  <a:pt x="127766" y="117490"/>
                  <a:pt x="131408" y="117490"/>
                </a:cubicBezTo>
                <a:cubicBezTo>
                  <a:pt x="148488" y="117490"/>
                  <a:pt x="161472" y="110888"/>
                  <a:pt x="170354" y="92205"/>
                </a:cubicBezTo>
                <a:cubicBezTo>
                  <a:pt x="169899" y="90155"/>
                  <a:pt x="168078" y="89015"/>
                  <a:pt x="164888" y="89015"/>
                </a:cubicBezTo>
                <a:cubicBezTo>
                  <a:pt x="158511" y="97675"/>
                  <a:pt x="151223" y="103826"/>
                  <a:pt x="146442" y="103826"/>
                </a:cubicBezTo>
                <a:cubicBezTo>
                  <a:pt x="145302" y="103826"/>
                  <a:pt x="144617" y="102461"/>
                  <a:pt x="144617" y="101321"/>
                </a:cubicBezTo>
                <a:cubicBezTo>
                  <a:pt x="144617" y="100410"/>
                  <a:pt x="145072" y="94711"/>
                  <a:pt x="145757" y="92205"/>
                </a:cubicBezTo>
                <a:lnTo>
                  <a:pt x="158281" y="51640"/>
                </a:lnTo>
                <a:cubicBezTo>
                  <a:pt x="159876" y="46396"/>
                  <a:pt x="161242" y="39331"/>
                  <a:pt x="161242" y="35001"/>
                </a:cubicBezTo>
                <a:cubicBezTo>
                  <a:pt x="161242" y="20649"/>
                  <a:pt x="153500" y="15183"/>
                  <a:pt x="145757" y="15183"/>
                </a:cubicBezTo>
                <a:cubicBezTo>
                  <a:pt x="127992" y="15183"/>
                  <a:pt x="114099" y="29076"/>
                  <a:pt x="99753" y="45715"/>
                </a:cubicBezTo>
                <a:cubicBezTo>
                  <a:pt x="100435" y="42066"/>
                  <a:pt x="100890" y="37966"/>
                  <a:pt x="100890" y="35001"/>
                </a:cubicBezTo>
                <a:cubicBezTo>
                  <a:pt x="100890" y="19058"/>
                  <a:pt x="93147" y="15183"/>
                  <a:pt x="86086" y="15183"/>
                </a:cubicBezTo>
                <a:cubicBezTo>
                  <a:pt x="67869" y="15183"/>
                  <a:pt x="51925" y="27255"/>
                  <a:pt x="36895" y="44575"/>
                </a:cubicBezTo>
                <a:lnTo>
                  <a:pt x="36440" y="44346"/>
                </a:lnTo>
                <a:lnTo>
                  <a:pt x="36895" y="42296"/>
                </a:lnTo>
                <a:cubicBezTo>
                  <a:pt x="39401" y="33406"/>
                  <a:pt x="42362" y="24520"/>
                  <a:pt x="42362" y="20649"/>
                </a:cubicBezTo>
                <a:cubicBezTo>
                  <a:pt x="42362" y="17462"/>
                  <a:pt x="40537" y="15867"/>
                  <a:pt x="37121" y="15867"/>
                </a:cubicBezTo>
                <a:cubicBezTo>
                  <a:pt x="28694" y="15857"/>
                  <a:pt x="17765" y="17449"/>
                  <a:pt x="5692" y="18814"/>
                </a:cubicBezTo>
                <a:cubicBezTo>
                  <a:pt x="3642" y="20639"/>
                  <a:pt x="4556" y="23144"/>
                  <a:pt x="5922" y="25191"/>
                </a:cubicBezTo>
                <a:lnTo>
                  <a:pt x="15715" y="25876"/>
                </a:lnTo>
                <a:cubicBezTo>
                  <a:pt x="18675" y="26105"/>
                  <a:pt x="20041" y="28155"/>
                  <a:pt x="20041" y="30435"/>
                </a:cubicBezTo>
                <a:cubicBezTo>
                  <a:pt x="20041" y="32496"/>
                  <a:pt x="19131" y="35686"/>
                  <a:pt x="17310" y="42066"/>
                </a:cubicBezTo>
                <a:close/>
                <a:moveTo>
                  <a:pt x="258807" y="50101"/>
                </a:moveTo>
                <a:lnTo>
                  <a:pt x="208932" y="50101"/>
                </a:lnTo>
                <a:lnTo>
                  <a:pt x="208932" y="65134"/>
                </a:lnTo>
                <a:lnTo>
                  <a:pt x="258807" y="65134"/>
                </a:lnTo>
                <a:lnTo>
                  <a:pt x="258807" y="115266"/>
                </a:lnTo>
                <a:lnTo>
                  <a:pt x="273837" y="115266"/>
                </a:lnTo>
                <a:lnTo>
                  <a:pt x="273837" y="65134"/>
                </a:lnTo>
                <a:lnTo>
                  <a:pt x="323716" y="65134"/>
                </a:lnTo>
                <a:lnTo>
                  <a:pt x="323716" y="50101"/>
                </a:lnTo>
                <a:lnTo>
                  <a:pt x="273837" y="50101"/>
                </a:lnTo>
                <a:lnTo>
                  <a:pt x="273837" y="0"/>
                </a:lnTo>
                <a:lnTo>
                  <a:pt x="258807" y="0"/>
                </a:lnTo>
                <a:lnTo>
                  <a:pt x="258807" y="50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10">
            <a:extLst xmlns:a="http://schemas.openxmlformats.org/drawingml/2006/main">
              <a:ext uri="{FF2B5EF4-FFF2-40B4-BE49-F238E27FC236}">
                <a16:creationId xmlns:a16="http://schemas.microsoft.com/office/drawing/2014/main" id="{7C068F0B-B44D-44B7-A436-D2C7B1002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7781" y="4773152"/>
            <a:ext cx="178108" cy="141229"/>
          </a:xfrm>
          <a:custGeom xmlns:a="http://schemas.openxmlformats.org/drawingml/2006/main">
            <a:pathLst>
              <a:path w="178108" h="141229">
                <a:moveTo>
                  <a:pt x="44416" y="111197"/>
                </a:moveTo>
                <a:lnTo>
                  <a:pt x="44416" y="32121"/>
                </a:lnTo>
                <a:cubicBezTo>
                  <a:pt x="44416" y="18449"/>
                  <a:pt x="44637" y="4549"/>
                  <a:pt x="45087" y="1585"/>
                </a:cubicBezTo>
                <a:cubicBezTo>
                  <a:pt x="45087" y="445"/>
                  <a:pt x="44637" y="445"/>
                  <a:pt x="43745" y="445"/>
                </a:cubicBezTo>
                <a:cubicBezTo>
                  <a:pt x="31471" y="8194"/>
                  <a:pt x="19640" y="13890"/>
                  <a:pt x="0" y="23235"/>
                </a:cubicBezTo>
                <a:cubicBezTo>
                  <a:pt x="446" y="25740"/>
                  <a:pt x="1338" y="28020"/>
                  <a:pt x="3348" y="29389"/>
                </a:cubicBezTo>
                <a:cubicBezTo>
                  <a:pt x="13616" y="25059"/>
                  <a:pt x="18527" y="23690"/>
                  <a:pt x="22767" y="23690"/>
                </a:cubicBezTo>
                <a:cubicBezTo>
                  <a:pt x="26560" y="23690"/>
                  <a:pt x="27231" y="29160"/>
                  <a:pt x="27231" y="36909"/>
                </a:cubicBezTo>
                <a:lnTo>
                  <a:pt x="27231" y="111197"/>
                </a:lnTo>
                <a:cubicBezTo>
                  <a:pt x="27231" y="130112"/>
                  <a:pt x="21203" y="131252"/>
                  <a:pt x="5582" y="131936"/>
                </a:cubicBezTo>
                <a:cubicBezTo>
                  <a:pt x="4240" y="133302"/>
                  <a:pt x="4240" y="138084"/>
                  <a:pt x="5582" y="139450"/>
                </a:cubicBezTo>
                <a:cubicBezTo>
                  <a:pt x="16517" y="139224"/>
                  <a:pt x="24551" y="138994"/>
                  <a:pt x="36604" y="138994"/>
                </a:cubicBezTo>
                <a:cubicBezTo>
                  <a:pt x="47318" y="138994"/>
                  <a:pt x="52675" y="139224"/>
                  <a:pt x="63835" y="139450"/>
                </a:cubicBezTo>
                <a:cubicBezTo>
                  <a:pt x="65173" y="138084"/>
                  <a:pt x="65173" y="133302"/>
                  <a:pt x="63835" y="131936"/>
                </a:cubicBezTo>
                <a:cubicBezTo>
                  <a:pt x="48210" y="131252"/>
                  <a:pt x="44416" y="130112"/>
                  <a:pt x="44416" y="111197"/>
                </a:cubicBezTo>
                <a:close/>
                <a:moveTo>
                  <a:pt x="135701" y="7972"/>
                </a:moveTo>
                <a:cubicBezTo>
                  <a:pt x="139495" y="7972"/>
                  <a:pt x="143068" y="9341"/>
                  <a:pt x="145744" y="11847"/>
                </a:cubicBezTo>
                <a:cubicBezTo>
                  <a:pt x="152665" y="17768"/>
                  <a:pt x="158689" y="35081"/>
                  <a:pt x="158689" y="65603"/>
                </a:cubicBezTo>
                <a:cubicBezTo>
                  <a:pt x="158689" y="86562"/>
                  <a:pt x="158018" y="100914"/>
                  <a:pt x="154895" y="112531"/>
                </a:cubicBezTo>
                <a:cubicBezTo>
                  <a:pt x="149984" y="131210"/>
                  <a:pt x="139049" y="133261"/>
                  <a:pt x="135030" y="133261"/>
                </a:cubicBezTo>
                <a:cubicBezTo>
                  <a:pt x="114273" y="133261"/>
                  <a:pt x="112042" y="94308"/>
                  <a:pt x="112042" y="74489"/>
                </a:cubicBezTo>
                <a:cubicBezTo>
                  <a:pt x="112042" y="18453"/>
                  <a:pt x="125658" y="7972"/>
                  <a:pt x="135701" y="7972"/>
                </a:cubicBezTo>
                <a:moveTo>
                  <a:pt x="134809" y="141229"/>
                </a:moveTo>
                <a:cubicBezTo>
                  <a:pt x="151994" y="141229"/>
                  <a:pt x="178108" y="123464"/>
                  <a:pt x="178108" y="69933"/>
                </a:cubicBezTo>
                <a:cubicBezTo>
                  <a:pt x="178108" y="47380"/>
                  <a:pt x="172751" y="28020"/>
                  <a:pt x="162929" y="14807"/>
                </a:cubicBezTo>
                <a:cubicBezTo>
                  <a:pt x="157126" y="6836"/>
                  <a:pt x="147754" y="0"/>
                  <a:pt x="135701" y="0"/>
                </a:cubicBezTo>
                <a:cubicBezTo>
                  <a:pt x="113606" y="0"/>
                  <a:pt x="92624" y="26880"/>
                  <a:pt x="92624" y="71984"/>
                </a:cubicBezTo>
                <a:cubicBezTo>
                  <a:pt x="92624" y="96358"/>
                  <a:pt x="99990" y="119138"/>
                  <a:pt x="112267" y="131665"/>
                </a:cubicBezTo>
                <a:cubicBezTo>
                  <a:pt x="118517" y="138042"/>
                  <a:pt x="126104" y="141229"/>
                  <a:pt x="134809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𝑘+">
            <a:extLst xmlns:a="http://schemas.openxmlformats.org/drawingml/2006/main">
              <a:ext uri="{FF2B5EF4-FFF2-40B4-BE49-F238E27FC236}">
                <a16:creationId xmlns:a16="http://schemas.microsoft.com/office/drawing/2014/main" id="{1EC44C73-2A05-4FAE-94DC-AB661250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819" y="4753135"/>
            <a:ext cx="263589" cy="161246"/>
          </a:xfrm>
          <a:custGeom xmlns:a="http://schemas.openxmlformats.org/drawingml/2006/main">
            <a:pathLst>
              <a:path w="263589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98681" y="93856"/>
                </a:moveTo>
                <a:lnTo>
                  <a:pt x="148806" y="93856"/>
                </a:lnTo>
                <a:lnTo>
                  <a:pt x="148806" y="108889"/>
                </a:lnTo>
                <a:lnTo>
                  <a:pt x="198681" y="108889"/>
                </a:lnTo>
                <a:lnTo>
                  <a:pt x="198681" y="159022"/>
                </a:lnTo>
                <a:lnTo>
                  <a:pt x="213711" y="159022"/>
                </a:lnTo>
                <a:lnTo>
                  <a:pt x="213711" y="108889"/>
                </a:lnTo>
                <a:lnTo>
                  <a:pt x="263589" y="108889"/>
                </a:lnTo>
                <a:lnTo>
                  <a:pt x="263589" y="93856"/>
                </a:lnTo>
                <a:lnTo>
                  <a:pt x="213711" y="93856"/>
                </a:lnTo>
                <a:lnTo>
                  <a:pt x="213711" y="43755"/>
                </a:lnTo>
                <a:lnTo>
                  <a:pt x="198681" y="43755"/>
                </a:lnTo>
                <a:lnTo>
                  <a:pt x="198681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5">
            <a:extLst xmlns:a="http://schemas.openxmlformats.org/drawingml/2006/main">
              <a:ext uri="{FF2B5EF4-FFF2-40B4-BE49-F238E27FC236}">
                <a16:creationId xmlns:a16="http://schemas.microsoft.com/office/drawing/2014/main" id="{0F90E37F-B6ED-4769-9844-4FC08A92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633" y="4772929"/>
            <a:ext cx="79010" cy="141674"/>
          </a:xfrm>
          <a:custGeom xmlns:a="http://schemas.openxmlformats.org/drawingml/2006/main">
            <a:pathLst>
              <a:path w="79010" h="141674">
                <a:moveTo>
                  <a:pt x="59149" y="96177"/>
                </a:moveTo>
                <a:cubicBezTo>
                  <a:pt x="59149" y="117786"/>
                  <a:pt x="47989" y="133705"/>
                  <a:pt x="34598" y="133705"/>
                </a:cubicBezTo>
                <a:cubicBezTo>
                  <a:pt x="26114" y="133705"/>
                  <a:pt x="23213" y="128020"/>
                  <a:pt x="19865" y="123471"/>
                </a:cubicBezTo>
                <a:cubicBezTo>
                  <a:pt x="16963" y="119603"/>
                  <a:pt x="13170" y="116191"/>
                  <a:pt x="8483" y="116191"/>
                </a:cubicBezTo>
                <a:cubicBezTo>
                  <a:pt x="4243" y="116191"/>
                  <a:pt x="0" y="120059"/>
                  <a:pt x="0" y="124607"/>
                </a:cubicBezTo>
                <a:cubicBezTo>
                  <a:pt x="0" y="133931"/>
                  <a:pt x="18973" y="141674"/>
                  <a:pt x="31696" y="141674"/>
                </a:cubicBezTo>
                <a:cubicBezTo>
                  <a:pt x="59370" y="141674"/>
                  <a:pt x="79010" y="120740"/>
                  <a:pt x="79010" y="92084"/>
                </a:cubicBezTo>
                <a:cubicBezTo>
                  <a:pt x="79010" y="70024"/>
                  <a:pt x="64056" y="50222"/>
                  <a:pt x="39059" y="50222"/>
                </a:cubicBezTo>
                <a:cubicBezTo>
                  <a:pt x="29462" y="50222"/>
                  <a:pt x="21203" y="52273"/>
                  <a:pt x="17188" y="53864"/>
                </a:cubicBezTo>
                <a:lnTo>
                  <a:pt x="21650" y="15881"/>
                </a:lnTo>
                <a:cubicBezTo>
                  <a:pt x="29908" y="16792"/>
                  <a:pt x="37050" y="17928"/>
                  <a:pt x="47764" y="17928"/>
                </a:cubicBezTo>
                <a:cubicBezTo>
                  <a:pt x="54459" y="17772"/>
                  <a:pt x="62047" y="17313"/>
                  <a:pt x="71198" y="16399"/>
                </a:cubicBezTo>
                <a:lnTo>
                  <a:pt x="74770" y="914"/>
                </a:lnTo>
                <a:lnTo>
                  <a:pt x="73207" y="0"/>
                </a:lnTo>
                <a:cubicBezTo>
                  <a:pt x="60487" y="1533"/>
                  <a:pt x="48435" y="2669"/>
                  <a:pt x="36604" y="2669"/>
                </a:cubicBezTo>
                <a:cubicBezTo>
                  <a:pt x="28348" y="2669"/>
                  <a:pt x="20311" y="2214"/>
                  <a:pt x="12499" y="1533"/>
                </a:cubicBezTo>
                <a:lnTo>
                  <a:pt x="4911" y="67066"/>
                </a:lnTo>
                <a:cubicBezTo>
                  <a:pt x="16742" y="62517"/>
                  <a:pt x="25222" y="61607"/>
                  <a:pt x="33256" y="61607"/>
                </a:cubicBezTo>
                <a:cubicBezTo>
                  <a:pt x="47764" y="61607"/>
                  <a:pt x="59149" y="71389"/>
                  <a:pt x="59149" y="96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𝑘+">
            <a:extLst xmlns:a="http://schemas.openxmlformats.org/drawingml/2006/main">
              <a:ext uri="{FF2B5EF4-FFF2-40B4-BE49-F238E27FC236}">
                <a16:creationId xmlns:a16="http://schemas.microsoft.com/office/drawing/2014/main" id="{5809FF88-2D26-4F32-99B4-852C6CAE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699" y="4753135"/>
            <a:ext cx="263589" cy="161246"/>
          </a:xfrm>
          <a:custGeom xmlns:a="http://schemas.openxmlformats.org/drawingml/2006/main">
            <a:pathLst>
              <a:path w="263589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98681" y="93856"/>
                </a:moveTo>
                <a:lnTo>
                  <a:pt x="148806" y="93856"/>
                </a:lnTo>
                <a:lnTo>
                  <a:pt x="148806" y="108889"/>
                </a:lnTo>
                <a:lnTo>
                  <a:pt x="198681" y="108889"/>
                </a:lnTo>
                <a:lnTo>
                  <a:pt x="198681" y="159022"/>
                </a:lnTo>
                <a:lnTo>
                  <a:pt x="213711" y="159022"/>
                </a:lnTo>
                <a:lnTo>
                  <a:pt x="213711" y="108889"/>
                </a:lnTo>
                <a:lnTo>
                  <a:pt x="263589" y="108889"/>
                </a:lnTo>
                <a:lnTo>
                  <a:pt x="263589" y="93856"/>
                </a:lnTo>
                <a:lnTo>
                  <a:pt x="213711" y="93856"/>
                </a:lnTo>
                <a:lnTo>
                  <a:pt x="213711" y="43755"/>
                </a:lnTo>
                <a:lnTo>
                  <a:pt x="198681" y="43755"/>
                </a:lnTo>
                <a:lnTo>
                  <a:pt x="198681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2">
            <a:extLst xmlns:a="http://schemas.openxmlformats.org/drawingml/2006/main">
              <a:ext uri="{FF2B5EF4-FFF2-40B4-BE49-F238E27FC236}">
                <a16:creationId xmlns:a16="http://schemas.microsoft.com/office/drawing/2014/main" id="{5ED939AD-3E01-4008-9A5D-39CC4B5E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66" y="4773152"/>
            <a:ext cx="80349" cy="139464"/>
          </a:xfrm>
          <a:custGeom xmlns:a="http://schemas.openxmlformats.org/drawingml/2006/main">
            <a:pathLst>
              <a:path w="80349" h="139464">
                <a:moveTo>
                  <a:pt x="2009" y="32284"/>
                </a:moveTo>
                <a:cubicBezTo>
                  <a:pt x="2009" y="37059"/>
                  <a:pt x="6249" y="41145"/>
                  <a:pt x="10939" y="41145"/>
                </a:cubicBezTo>
                <a:cubicBezTo>
                  <a:pt x="14733" y="41145"/>
                  <a:pt x="21428" y="37059"/>
                  <a:pt x="21428" y="32058"/>
                </a:cubicBezTo>
                <a:cubicBezTo>
                  <a:pt x="21428" y="30241"/>
                  <a:pt x="20982" y="28878"/>
                  <a:pt x="20536" y="27287"/>
                </a:cubicBezTo>
                <a:cubicBezTo>
                  <a:pt x="20090" y="25695"/>
                  <a:pt x="18748" y="23652"/>
                  <a:pt x="18748" y="21834"/>
                </a:cubicBezTo>
                <a:cubicBezTo>
                  <a:pt x="18748" y="16152"/>
                  <a:pt x="24551" y="7972"/>
                  <a:pt x="40844" y="7972"/>
                </a:cubicBezTo>
                <a:cubicBezTo>
                  <a:pt x="48881" y="7972"/>
                  <a:pt x="60262" y="13654"/>
                  <a:pt x="60262" y="35467"/>
                </a:cubicBezTo>
                <a:cubicBezTo>
                  <a:pt x="60262" y="50045"/>
                  <a:pt x="55130" y="61909"/>
                  <a:pt x="41961" y="75601"/>
                </a:cubicBezTo>
                <a:lnTo>
                  <a:pt x="25443" y="92258"/>
                </a:lnTo>
                <a:cubicBezTo>
                  <a:pt x="3572" y="115075"/>
                  <a:pt x="0" y="126025"/>
                  <a:pt x="0" y="139464"/>
                </a:cubicBezTo>
                <a:cubicBezTo>
                  <a:pt x="0" y="139464"/>
                  <a:pt x="11385" y="139005"/>
                  <a:pt x="18527" y="139005"/>
                </a:cubicBezTo>
                <a:lnTo>
                  <a:pt x="57586" y="139005"/>
                </a:lnTo>
                <a:cubicBezTo>
                  <a:pt x="64727" y="139005"/>
                  <a:pt x="74995" y="139464"/>
                  <a:pt x="74995" y="139464"/>
                </a:cubicBezTo>
                <a:cubicBezTo>
                  <a:pt x="77893" y="127391"/>
                  <a:pt x="80127" y="110283"/>
                  <a:pt x="80349" y="103440"/>
                </a:cubicBezTo>
                <a:cubicBezTo>
                  <a:pt x="79010" y="102297"/>
                  <a:pt x="76109" y="101842"/>
                  <a:pt x="73878" y="102297"/>
                </a:cubicBezTo>
                <a:cubicBezTo>
                  <a:pt x="70084" y="118498"/>
                  <a:pt x="66290" y="124204"/>
                  <a:pt x="58253" y="124204"/>
                </a:cubicBezTo>
                <a:lnTo>
                  <a:pt x="18527" y="124204"/>
                </a:lnTo>
                <a:cubicBezTo>
                  <a:pt x="18527" y="113251"/>
                  <a:pt x="33927" y="97734"/>
                  <a:pt x="35044" y="96595"/>
                </a:cubicBezTo>
                <a:lnTo>
                  <a:pt x="57586" y="74461"/>
                </a:lnTo>
                <a:cubicBezTo>
                  <a:pt x="70306" y="61909"/>
                  <a:pt x="79903" y="51870"/>
                  <a:pt x="79903" y="34557"/>
                </a:cubicBezTo>
                <a:cubicBezTo>
                  <a:pt x="79903" y="10019"/>
                  <a:pt x="60262" y="0"/>
                  <a:pt x="42185" y="0"/>
                </a:cubicBezTo>
                <a:cubicBezTo>
                  <a:pt x="17410" y="0"/>
                  <a:pt x="2009" y="18651"/>
                  <a:pt x="2009" y="32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𝑘+">
            <a:extLst xmlns:a="http://schemas.openxmlformats.org/drawingml/2006/main">
              <a:ext uri="{FF2B5EF4-FFF2-40B4-BE49-F238E27FC236}">
                <a16:creationId xmlns:a16="http://schemas.microsoft.com/office/drawing/2014/main" id="{B42F4998-5CC5-491D-A66A-393E548B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0578" y="4753135"/>
            <a:ext cx="263589" cy="161246"/>
          </a:xfrm>
          <a:custGeom xmlns:a="http://schemas.openxmlformats.org/drawingml/2006/main">
            <a:pathLst>
              <a:path w="263589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98681" y="93856"/>
                </a:moveTo>
                <a:lnTo>
                  <a:pt x="148806" y="93856"/>
                </a:lnTo>
                <a:lnTo>
                  <a:pt x="148806" y="108889"/>
                </a:lnTo>
                <a:lnTo>
                  <a:pt x="198681" y="108889"/>
                </a:lnTo>
                <a:lnTo>
                  <a:pt x="198681" y="159022"/>
                </a:lnTo>
                <a:lnTo>
                  <a:pt x="213711" y="159022"/>
                </a:lnTo>
                <a:lnTo>
                  <a:pt x="213711" y="108889"/>
                </a:lnTo>
                <a:lnTo>
                  <a:pt x="263589" y="108889"/>
                </a:lnTo>
                <a:lnTo>
                  <a:pt x="263589" y="93856"/>
                </a:lnTo>
                <a:lnTo>
                  <a:pt x="213711" y="93856"/>
                </a:lnTo>
                <a:lnTo>
                  <a:pt x="213711" y="43755"/>
                </a:lnTo>
                <a:lnTo>
                  <a:pt x="198681" y="43755"/>
                </a:lnTo>
                <a:lnTo>
                  <a:pt x="198681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1">
            <a:extLst xmlns:a="http://schemas.openxmlformats.org/drawingml/2006/main">
              <a:ext uri="{FF2B5EF4-FFF2-40B4-BE49-F238E27FC236}">
                <a16:creationId xmlns:a16="http://schemas.microsoft.com/office/drawing/2014/main" id="{305C4E44-728D-4747-9505-94089C34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7" y="5058261"/>
            <a:ext cx="65173" cy="139005"/>
          </a:xfrm>
          <a:custGeom xmlns:a="http://schemas.openxmlformats.org/drawingml/2006/main">
            <a:pathLst>
              <a:path w="65173" h="139005">
                <a:moveTo>
                  <a:pt x="44416" y="110752"/>
                </a:moveTo>
                <a:lnTo>
                  <a:pt x="44416" y="31676"/>
                </a:lnTo>
                <a:cubicBezTo>
                  <a:pt x="44416" y="18005"/>
                  <a:pt x="44637" y="4104"/>
                  <a:pt x="45087" y="1140"/>
                </a:cubicBezTo>
                <a:cubicBezTo>
                  <a:pt x="45087" y="0"/>
                  <a:pt x="44637" y="0"/>
                  <a:pt x="43745" y="0"/>
                </a:cubicBezTo>
                <a:cubicBezTo>
                  <a:pt x="31471" y="7750"/>
                  <a:pt x="19640" y="13445"/>
                  <a:pt x="0" y="22790"/>
                </a:cubicBezTo>
                <a:cubicBezTo>
                  <a:pt x="446" y="25295"/>
                  <a:pt x="1338" y="27575"/>
                  <a:pt x="3348" y="28944"/>
                </a:cubicBezTo>
                <a:cubicBezTo>
                  <a:pt x="13616" y="24614"/>
                  <a:pt x="18527" y="23245"/>
                  <a:pt x="22767" y="23245"/>
                </a:cubicBezTo>
                <a:cubicBezTo>
                  <a:pt x="26560" y="23245"/>
                  <a:pt x="27231" y="28715"/>
                  <a:pt x="27231" y="36464"/>
                </a:cubicBezTo>
                <a:lnTo>
                  <a:pt x="27231" y="110752"/>
                </a:lnTo>
                <a:cubicBezTo>
                  <a:pt x="27231" y="129667"/>
                  <a:pt x="21203" y="130807"/>
                  <a:pt x="5582" y="131492"/>
                </a:cubicBezTo>
                <a:cubicBezTo>
                  <a:pt x="4240" y="132857"/>
                  <a:pt x="4240" y="137639"/>
                  <a:pt x="5582" y="139005"/>
                </a:cubicBezTo>
                <a:cubicBezTo>
                  <a:pt x="16517" y="138779"/>
                  <a:pt x="24551" y="138550"/>
                  <a:pt x="36604" y="138550"/>
                </a:cubicBezTo>
                <a:cubicBezTo>
                  <a:pt x="47318" y="138550"/>
                  <a:pt x="52675" y="138779"/>
                  <a:pt x="63835" y="139005"/>
                </a:cubicBezTo>
                <a:cubicBezTo>
                  <a:pt x="65173" y="137639"/>
                  <a:pt x="65173" y="132857"/>
                  <a:pt x="63835" y="131492"/>
                </a:cubicBezTo>
                <a:cubicBezTo>
                  <a:pt x="48210" y="130807"/>
                  <a:pt x="44416" y="129667"/>
                  <a:pt x="44416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𝑘+">
            <a:extLst xmlns:a="http://schemas.openxmlformats.org/drawingml/2006/main">
              <a:ext uri="{FF2B5EF4-FFF2-40B4-BE49-F238E27FC236}">
                <a16:creationId xmlns:a16="http://schemas.microsoft.com/office/drawing/2014/main" id="{496951B1-C49D-4F4B-87DB-8CDD12D7B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121" y="5037799"/>
            <a:ext cx="241758" cy="161246"/>
          </a:xfrm>
          <a:custGeom xmlns:a="http://schemas.openxmlformats.org/drawingml/2006/main">
            <a:pathLst>
              <a:path w="241758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50" y="93856"/>
                </a:moveTo>
                <a:lnTo>
                  <a:pt x="126975" y="93856"/>
                </a:lnTo>
                <a:lnTo>
                  <a:pt x="126975" y="108889"/>
                </a:lnTo>
                <a:lnTo>
                  <a:pt x="176850" y="108889"/>
                </a:lnTo>
                <a:lnTo>
                  <a:pt x="176850" y="159022"/>
                </a:lnTo>
                <a:lnTo>
                  <a:pt x="191880" y="159022"/>
                </a:lnTo>
                <a:lnTo>
                  <a:pt x="191880" y="108889"/>
                </a:lnTo>
                <a:lnTo>
                  <a:pt x="241758" y="108889"/>
                </a:lnTo>
                <a:lnTo>
                  <a:pt x="241758" y="93856"/>
                </a:lnTo>
                <a:lnTo>
                  <a:pt x="191880" y="93856"/>
                </a:lnTo>
                <a:lnTo>
                  <a:pt x="191880" y="43755"/>
                </a:lnTo>
                <a:lnTo>
                  <a:pt x="176850" y="43755"/>
                </a:lnTo>
                <a:lnTo>
                  <a:pt x="176850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900">
            <a:extLst xmlns:a="http://schemas.openxmlformats.org/drawingml/2006/main">
              <a:ext uri="{FF2B5EF4-FFF2-40B4-BE49-F238E27FC236}">
                <a16:creationId xmlns:a16="http://schemas.microsoft.com/office/drawing/2014/main" id="{2A0B4C53-9416-4D22-8F13-841847B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351" y="5057816"/>
            <a:ext cx="290596" cy="141674"/>
          </a:xfrm>
          <a:custGeom xmlns:a="http://schemas.openxmlformats.org/drawingml/2006/main">
            <a:pathLst>
              <a:path w="290596" h="141674">
                <a:moveTo>
                  <a:pt x="63835" y="72422"/>
                </a:moveTo>
                <a:cubicBezTo>
                  <a:pt x="56469" y="77429"/>
                  <a:pt x="49102" y="77659"/>
                  <a:pt x="45308" y="77659"/>
                </a:cubicBezTo>
                <a:cubicBezTo>
                  <a:pt x="23437" y="77659"/>
                  <a:pt x="18527" y="55797"/>
                  <a:pt x="18527" y="44409"/>
                </a:cubicBezTo>
                <a:cubicBezTo>
                  <a:pt x="18527" y="19360"/>
                  <a:pt x="27899" y="7972"/>
                  <a:pt x="38838" y="7972"/>
                </a:cubicBezTo>
                <a:cubicBezTo>
                  <a:pt x="52896" y="7972"/>
                  <a:pt x="65619" y="15715"/>
                  <a:pt x="65619" y="54657"/>
                </a:cubicBezTo>
                <a:cubicBezTo>
                  <a:pt x="65619" y="59668"/>
                  <a:pt x="65173" y="65815"/>
                  <a:pt x="63835" y="72422"/>
                </a:cubicBezTo>
                <a:moveTo>
                  <a:pt x="61826" y="80619"/>
                </a:moveTo>
                <a:cubicBezTo>
                  <a:pt x="55798" y="101348"/>
                  <a:pt x="41515" y="124361"/>
                  <a:pt x="11831" y="135756"/>
                </a:cubicBezTo>
                <a:cubicBezTo>
                  <a:pt x="11831" y="138487"/>
                  <a:pt x="12723" y="140537"/>
                  <a:pt x="14508" y="141674"/>
                </a:cubicBezTo>
                <a:cubicBezTo>
                  <a:pt x="37050" y="134842"/>
                  <a:pt x="50890" y="125275"/>
                  <a:pt x="63389" y="110464"/>
                </a:cubicBezTo>
                <a:cubicBezTo>
                  <a:pt x="77226" y="94058"/>
                  <a:pt x="84143" y="73332"/>
                  <a:pt x="84143" y="55341"/>
                </a:cubicBezTo>
                <a:cubicBezTo>
                  <a:pt x="84143" y="9112"/>
                  <a:pt x="58478" y="0"/>
                  <a:pt x="41290" y="0"/>
                </a:cubicBezTo>
                <a:cubicBezTo>
                  <a:pt x="12052" y="0"/>
                  <a:pt x="0" y="28923"/>
                  <a:pt x="0" y="48509"/>
                </a:cubicBezTo>
                <a:cubicBezTo>
                  <a:pt x="0" y="68092"/>
                  <a:pt x="10268" y="85627"/>
                  <a:pt x="40622" y="85627"/>
                </a:cubicBezTo>
                <a:cubicBezTo>
                  <a:pt x="46425" y="85627"/>
                  <a:pt x="55130" y="83806"/>
                  <a:pt x="61826" y="80619"/>
                </a:cubicBezTo>
                <a:close/>
                <a:moveTo>
                  <a:pt x="144406" y="7972"/>
                </a:moveTo>
                <a:cubicBezTo>
                  <a:pt x="148200" y="7972"/>
                  <a:pt x="151772" y="9341"/>
                  <a:pt x="154449" y="11847"/>
                </a:cubicBezTo>
                <a:cubicBezTo>
                  <a:pt x="161369" y="17768"/>
                  <a:pt x="167394" y="35081"/>
                  <a:pt x="167394" y="65603"/>
                </a:cubicBezTo>
                <a:cubicBezTo>
                  <a:pt x="167394" y="86562"/>
                  <a:pt x="166723" y="100914"/>
                  <a:pt x="163600" y="112531"/>
                </a:cubicBezTo>
                <a:cubicBezTo>
                  <a:pt x="158689" y="131210"/>
                  <a:pt x="147754" y="133261"/>
                  <a:pt x="143735" y="133261"/>
                </a:cubicBezTo>
                <a:cubicBezTo>
                  <a:pt x="122978" y="133261"/>
                  <a:pt x="120747" y="94308"/>
                  <a:pt x="120747" y="74489"/>
                </a:cubicBezTo>
                <a:cubicBezTo>
                  <a:pt x="120747" y="18453"/>
                  <a:pt x="134363" y="7972"/>
                  <a:pt x="144406" y="7972"/>
                </a:cubicBezTo>
                <a:moveTo>
                  <a:pt x="143514" y="141229"/>
                </a:moveTo>
                <a:cubicBezTo>
                  <a:pt x="160698" y="141229"/>
                  <a:pt x="186813" y="123464"/>
                  <a:pt x="186813" y="69933"/>
                </a:cubicBezTo>
                <a:cubicBezTo>
                  <a:pt x="186813" y="47380"/>
                  <a:pt x="181456" y="28020"/>
                  <a:pt x="171634" y="14807"/>
                </a:cubicBezTo>
                <a:cubicBezTo>
                  <a:pt x="165831" y="6836"/>
                  <a:pt x="156458" y="0"/>
                  <a:pt x="144406" y="0"/>
                </a:cubicBezTo>
                <a:cubicBezTo>
                  <a:pt x="122310" y="0"/>
                  <a:pt x="101328" y="26880"/>
                  <a:pt x="101328" y="71984"/>
                </a:cubicBezTo>
                <a:cubicBezTo>
                  <a:pt x="101328" y="96358"/>
                  <a:pt x="108695" y="119138"/>
                  <a:pt x="120972" y="131665"/>
                </a:cubicBezTo>
                <a:cubicBezTo>
                  <a:pt x="127221" y="138042"/>
                  <a:pt x="134809" y="141229"/>
                  <a:pt x="143514" y="141229"/>
                </a:cubicBezTo>
                <a:close/>
                <a:moveTo>
                  <a:pt x="248190" y="7972"/>
                </a:moveTo>
                <a:cubicBezTo>
                  <a:pt x="251983" y="7972"/>
                  <a:pt x="255556" y="9341"/>
                  <a:pt x="258233" y="11847"/>
                </a:cubicBezTo>
                <a:cubicBezTo>
                  <a:pt x="265153" y="17768"/>
                  <a:pt x="271177" y="35081"/>
                  <a:pt x="271177" y="65603"/>
                </a:cubicBezTo>
                <a:cubicBezTo>
                  <a:pt x="271177" y="86562"/>
                  <a:pt x="270507" y="100914"/>
                  <a:pt x="267384" y="112531"/>
                </a:cubicBezTo>
                <a:cubicBezTo>
                  <a:pt x="262473" y="131210"/>
                  <a:pt x="251537" y="133261"/>
                  <a:pt x="247519" y="133261"/>
                </a:cubicBezTo>
                <a:cubicBezTo>
                  <a:pt x="226761" y="133261"/>
                  <a:pt x="224531" y="94308"/>
                  <a:pt x="224531" y="74489"/>
                </a:cubicBezTo>
                <a:cubicBezTo>
                  <a:pt x="224531" y="18453"/>
                  <a:pt x="238146" y="7972"/>
                  <a:pt x="248190" y="7972"/>
                </a:cubicBezTo>
                <a:moveTo>
                  <a:pt x="247297" y="141229"/>
                </a:moveTo>
                <a:cubicBezTo>
                  <a:pt x="264482" y="141229"/>
                  <a:pt x="290596" y="123464"/>
                  <a:pt x="290596" y="69933"/>
                </a:cubicBezTo>
                <a:cubicBezTo>
                  <a:pt x="290596" y="47380"/>
                  <a:pt x="285239" y="28020"/>
                  <a:pt x="275417" y="14807"/>
                </a:cubicBezTo>
                <a:cubicBezTo>
                  <a:pt x="269614" y="6836"/>
                  <a:pt x="260242" y="0"/>
                  <a:pt x="248190" y="0"/>
                </a:cubicBezTo>
                <a:cubicBezTo>
                  <a:pt x="226094" y="0"/>
                  <a:pt x="205112" y="26880"/>
                  <a:pt x="205112" y="71984"/>
                </a:cubicBezTo>
                <a:cubicBezTo>
                  <a:pt x="205112" y="96358"/>
                  <a:pt x="212478" y="119138"/>
                  <a:pt x="224755" y="131665"/>
                </a:cubicBezTo>
                <a:cubicBezTo>
                  <a:pt x="231005" y="138042"/>
                  <a:pt x="238592" y="141229"/>
                  <a:pt x="247297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Text +">
            <a:extLst xmlns:a="http://schemas.openxmlformats.org/drawingml/2006/main">
              <a:ext uri="{FF2B5EF4-FFF2-40B4-BE49-F238E27FC236}">
                <a16:creationId xmlns:a16="http://schemas.microsoft.com/office/drawing/2014/main" id="{EC3D76CE-DD05-477E-8B00-B30BF95A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894" y="5081555"/>
            <a:ext cx="114783" cy="115266"/>
          </a:xfrm>
          <a:custGeom xmlns:a="http://schemas.openxmlformats.org/drawingml/2006/main">
            <a:pathLst>
              <a:path w="114783" h="115266">
                <a:moveTo>
                  <a:pt x="49875" y="50101"/>
                </a:moveTo>
                <a:lnTo>
                  <a:pt x="0" y="50101"/>
                </a:lnTo>
                <a:lnTo>
                  <a:pt x="0" y="65134"/>
                </a:lnTo>
                <a:lnTo>
                  <a:pt x="49875" y="65134"/>
                </a:lnTo>
                <a:lnTo>
                  <a:pt x="49875" y="115266"/>
                </a:lnTo>
                <a:lnTo>
                  <a:pt x="64905" y="115266"/>
                </a:lnTo>
                <a:lnTo>
                  <a:pt x="64905" y="65134"/>
                </a:lnTo>
                <a:lnTo>
                  <a:pt x="114783" y="65134"/>
                </a:lnTo>
                <a:lnTo>
                  <a:pt x="114783" y="50101"/>
                </a:lnTo>
                <a:lnTo>
                  <a:pt x="64905" y="50101"/>
                </a:lnTo>
                <a:lnTo>
                  <a:pt x="64905" y="0"/>
                </a:lnTo>
                <a:lnTo>
                  <a:pt x="49875" y="0"/>
                </a:lnTo>
                <a:lnTo>
                  <a:pt x="49875" y="50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500">
            <a:extLst xmlns:a="http://schemas.openxmlformats.org/drawingml/2006/main">
              <a:ext uri="{FF2B5EF4-FFF2-40B4-BE49-F238E27FC236}">
                <a16:creationId xmlns:a16="http://schemas.microsoft.com/office/drawing/2014/main" id="{8C6C9408-05DA-446C-B142-16FF40A4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70" y="5057594"/>
            <a:ext cx="289704" cy="141674"/>
          </a:xfrm>
          <a:custGeom xmlns:a="http://schemas.openxmlformats.org/drawingml/2006/main">
            <a:pathLst>
              <a:path w="289704" h="141674">
                <a:moveTo>
                  <a:pt x="59149" y="96177"/>
                </a:moveTo>
                <a:cubicBezTo>
                  <a:pt x="59149" y="117786"/>
                  <a:pt x="47989" y="133705"/>
                  <a:pt x="34598" y="133705"/>
                </a:cubicBezTo>
                <a:cubicBezTo>
                  <a:pt x="26114" y="133705"/>
                  <a:pt x="23213" y="128020"/>
                  <a:pt x="19865" y="123471"/>
                </a:cubicBezTo>
                <a:cubicBezTo>
                  <a:pt x="16963" y="119603"/>
                  <a:pt x="13170" y="116191"/>
                  <a:pt x="8483" y="116191"/>
                </a:cubicBezTo>
                <a:cubicBezTo>
                  <a:pt x="4243" y="116191"/>
                  <a:pt x="0" y="120059"/>
                  <a:pt x="0" y="124607"/>
                </a:cubicBezTo>
                <a:cubicBezTo>
                  <a:pt x="0" y="133931"/>
                  <a:pt x="18973" y="141674"/>
                  <a:pt x="31696" y="141674"/>
                </a:cubicBezTo>
                <a:cubicBezTo>
                  <a:pt x="59370" y="141674"/>
                  <a:pt x="79010" y="120740"/>
                  <a:pt x="79010" y="92084"/>
                </a:cubicBezTo>
                <a:cubicBezTo>
                  <a:pt x="79010" y="70024"/>
                  <a:pt x="64056" y="50222"/>
                  <a:pt x="39059" y="50222"/>
                </a:cubicBezTo>
                <a:cubicBezTo>
                  <a:pt x="29462" y="50222"/>
                  <a:pt x="21203" y="52273"/>
                  <a:pt x="17188" y="53864"/>
                </a:cubicBezTo>
                <a:lnTo>
                  <a:pt x="21650" y="15881"/>
                </a:lnTo>
                <a:cubicBezTo>
                  <a:pt x="29908" y="16792"/>
                  <a:pt x="37050" y="17928"/>
                  <a:pt x="47764" y="17928"/>
                </a:cubicBezTo>
                <a:cubicBezTo>
                  <a:pt x="54459" y="17772"/>
                  <a:pt x="62047" y="17313"/>
                  <a:pt x="71198" y="16399"/>
                </a:cubicBezTo>
                <a:lnTo>
                  <a:pt x="74770" y="914"/>
                </a:lnTo>
                <a:lnTo>
                  <a:pt x="73207" y="0"/>
                </a:lnTo>
                <a:cubicBezTo>
                  <a:pt x="60487" y="1533"/>
                  <a:pt x="48435" y="2669"/>
                  <a:pt x="36604" y="2669"/>
                </a:cubicBezTo>
                <a:cubicBezTo>
                  <a:pt x="28348" y="2669"/>
                  <a:pt x="20311" y="2214"/>
                  <a:pt x="12499" y="1533"/>
                </a:cubicBezTo>
                <a:lnTo>
                  <a:pt x="4911" y="67066"/>
                </a:lnTo>
                <a:cubicBezTo>
                  <a:pt x="16742" y="62517"/>
                  <a:pt x="25222" y="61607"/>
                  <a:pt x="33256" y="61607"/>
                </a:cubicBezTo>
                <a:cubicBezTo>
                  <a:pt x="47764" y="61607"/>
                  <a:pt x="59149" y="71389"/>
                  <a:pt x="59149" y="96177"/>
                </a:cubicBezTo>
                <a:close/>
                <a:moveTo>
                  <a:pt x="143514" y="8194"/>
                </a:moveTo>
                <a:cubicBezTo>
                  <a:pt x="147308" y="8194"/>
                  <a:pt x="150880" y="9564"/>
                  <a:pt x="153557" y="12069"/>
                </a:cubicBezTo>
                <a:cubicBezTo>
                  <a:pt x="160477" y="17991"/>
                  <a:pt x="166502" y="35304"/>
                  <a:pt x="166502" y="65826"/>
                </a:cubicBezTo>
                <a:cubicBezTo>
                  <a:pt x="166502" y="86784"/>
                  <a:pt x="165831" y="101136"/>
                  <a:pt x="162708" y="112754"/>
                </a:cubicBezTo>
                <a:cubicBezTo>
                  <a:pt x="157797" y="131433"/>
                  <a:pt x="146861" y="133483"/>
                  <a:pt x="142843" y="133483"/>
                </a:cubicBezTo>
                <a:cubicBezTo>
                  <a:pt x="122085" y="133483"/>
                  <a:pt x="119855" y="94530"/>
                  <a:pt x="119855" y="74712"/>
                </a:cubicBezTo>
                <a:cubicBezTo>
                  <a:pt x="119855" y="18675"/>
                  <a:pt x="133470" y="8194"/>
                  <a:pt x="143514" y="8194"/>
                </a:cubicBezTo>
                <a:moveTo>
                  <a:pt x="142621" y="141451"/>
                </a:moveTo>
                <a:cubicBezTo>
                  <a:pt x="159806" y="141451"/>
                  <a:pt x="185920" y="123687"/>
                  <a:pt x="185920" y="70156"/>
                </a:cubicBezTo>
                <a:cubicBezTo>
                  <a:pt x="185920" y="47602"/>
                  <a:pt x="180563" y="28242"/>
                  <a:pt x="170742" y="15030"/>
                </a:cubicBezTo>
                <a:cubicBezTo>
                  <a:pt x="164938" y="7058"/>
                  <a:pt x="155566" y="222"/>
                  <a:pt x="143514" y="222"/>
                </a:cubicBezTo>
                <a:cubicBezTo>
                  <a:pt x="121418" y="222"/>
                  <a:pt x="100436" y="27102"/>
                  <a:pt x="100436" y="72206"/>
                </a:cubicBezTo>
                <a:cubicBezTo>
                  <a:pt x="100436" y="96581"/>
                  <a:pt x="107802" y="119360"/>
                  <a:pt x="120080" y="131888"/>
                </a:cubicBezTo>
                <a:cubicBezTo>
                  <a:pt x="126329" y="138265"/>
                  <a:pt x="133917" y="141451"/>
                  <a:pt x="142621" y="141451"/>
                </a:cubicBezTo>
                <a:close/>
                <a:moveTo>
                  <a:pt x="247297" y="8194"/>
                </a:moveTo>
                <a:cubicBezTo>
                  <a:pt x="251091" y="8194"/>
                  <a:pt x="254664" y="9564"/>
                  <a:pt x="257340" y="12069"/>
                </a:cubicBezTo>
                <a:cubicBezTo>
                  <a:pt x="264261" y="17991"/>
                  <a:pt x="270285" y="35304"/>
                  <a:pt x="270285" y="65826"/>
                </a:cubicBezTo>
                <a:cubicBezTo>
                  <a:pt x="270285" y="86784"/>
                  <a:pt x="269614" y="101136"/>
                  <a:pt x="266491" y="112754"/>
                </a:cubicBezTo>
                <a:cubicBezTo>
                  <a:pt x="261580" y="131433"/>
                  <a:pt x="250645" y="133483"/>
                  <a:pt x="246626" y="133483"/>
                </a:cubicBezTo>
                <a:cubicBezTo>
                  <a:pt x="225869" y="133483"/>
                  <a:pt x="223638" y="94530"/>
                  <a:pt x="223638" y="74712"/>
                </a:cubicBezTo>
                <a:cubicBezTo>
                  <a:pt x="223638" y="18675"/>
                  <a:pt x="237254" y="8194"/>
                  <a:pt x="247297" y="8194"/>
                </a:cubicBezTo>
                <a:moveTo>
                  <a:pt x="246405" y="141451"/>
                </a:moveTo>
                <a:cubicBezTo>
                  <a:pt x="263590" y="141451"/>
                  <a:pt x="289704" y="123687"/>
                  <a:pt x="289704" y="70156"/>
                </a:cubicBezTo>
                <a:cubicBezTo>
                  <a:pt x="289704" y="47602"/>
                  <a:pt x="284347" y="28242"/>
                  <a:pt x="274525" y="15030"/>
                </a:cubicBezTo>
                <a:cubicBezTo>
                  <a:pt x="268722" y="7058"/>
                  <a:pt x="259350" y="222"/>
                  <a:pt x="247297" y="222"/>
                </a:cubicBezTo>
                <a:cubicBezTo>
                  <a:pt x="225202" y="222"/>
                  <a:pt x="204220" y="27102"/>
                  <a:pt x="204220" y="72206"/>
                </a:cubicBezTo>
                <a:cubicBezTo>
                  <a:pt x="204220" y="96581"/>
                  <a:pt x="211586" y="119360"/>
                  <a:pt x="223863" y="131888"/>
                </a:cubicBezTo>
                <a:cubicBezTo>
                  <a:pt x="230113" y="138265"/>
                  <a:pt x="237700" y="141451"/>
                  <a:pt x="246405" y="141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)/(">
            <a:extLst xmlns:a="http://schemas.openxmlformats.org/drawingml/2006/main">
              <a:ext uri="{FF2B5EF4-FFF2-40B4-BE49-F238E27FC236}">
                <a16:creationId xmlns:a16="http://schemas.microsoft.com/office/drawing/2014/main" id="{4654EA6E-5F70-4109-9612-7DCADEF6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350" y="5033528"/>
            <a:ext cx="279670" cy="209300"/>
          </a:xfrm>
          <a:custGeom xmlns:a="http://schemas.openxmlformats.org/drawingml/2006/main">
            <a:pathLst>
              <a:path w="279670" h="209300">
                <a:moveTo>
                  <a:pt x="2050" y="0"/>
                </a:moveTo>
                <a:lnTo>
                  <a:pt x="0" y="3645"/>
                </a:lnTo>
                <a:cubicBezTo>
                  <a:pt x="29379" y="27328"/>
                  <a:pt x="38716" y="53520"/>
                  <a:pt x="38716" y="104080"/>
                </a:cubicBezTo>
                <a:cubicBezTo>
                  <a:pt x="38716" y="154414"/>
                  <a:pt x="30063" y="181968"/>
                  <a:pt x="0" y="205654"/>
                </a:cubicBezTo>
                <a:lnTo>
                  <a:pt x="2731" y="209300"/>
                </a:lnTo>
                <a:cubicBezTo>
                  <a:pt x="34160" y="189940"/>
                  <a:pt x="58302" y="147123"/>
                  <a:pt x="58302" y="104765"/>
                </a:cubicBezTo>
                <a:cubicBezTo>
                  <a:pt x="58302" y="58302"/>
                  <a:pt x="35074" y="21407"/>
                  <a:pt x="2050" y="0"/>
                </a:cubicBezTo>
                <a:close/>
                <a:moveTo>
                  <a:pt x="101576" y="207249"/>
                </a:moveTo>
                <a:lnTo>
                  <a:pt x="113419" y="207249"/>
                </a:lnTo>
                <a:lnTo>
                  <a:pt x="178098" y="2276"/>
                </a:lnTo>
                <a:lnTo>
                  <a:pt x="166255" y="2276"/>
                </a:lnTo>
                <a:lnTo>
                  <a:pt x="101576" y="207249"/>
                </a:lnTo>
                <a:close/>
                <a:moveTo>
                  <a:pt x="277624" y="0"/>
                </a:moveTo>
                <a:cubicBezTo>
                  <a:pt x="244599" y="21407"/>
                  <a:pt x="221368" y="58302"/>
                  <a:pt x="221368" y="104765"/>
                </a:cubicBezTo>
                <a:cubicBezTo>
                  <a:pt x="221368" y="147123"/>
                  <a:pt x="245510" y="189940"/>
                  <a:pt x="276939" y="209300"/>
                </a:cubicBezTo>
                <a:lnTo>
                  <a:pt x="279670" y="205654"/>
                </a:lnTo>
                <a:cubicBezTo>
                  <a:pt x="249611" y="181968"/>
                  <a:pt x="240954" y="154414"/>
                  <a:pt x="240954" y="104080"/>
                </a:cubicBezTo>
                <a:cubicBezTo>
                  <a:pt x="240954" y="53520"/>
                  <a:pt x="250292" y="27328"/>
                  <a:pt x="279670" y="3645"/>
                </a:cubicBezTo>
                <a:lnTo>
                  <a:pt x="27762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90">
            <a:extLst xmlns:a="http://schemas.openxmlformats.org/drawingml/2006/main">
              <a:ext uri="{FF2B5EF4-FFF2-40B4-BE49-F238E27FC236}">
                <a16:creationId xmlns:a16="http://schemas.microsoft.com/office/drawing/2014/main" id="{C4158BE8-B149-4DC1-8613-809861FE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171" y="5057816"/>
            <a:ext cx="186813" cy="141674"/>
          </a:xfrm>
          <a:custGeom xmlns:a="http://schemas.openxmlformats.org/drawingml/2006/main">
            <a:pathLst>
              <a:path w="186813" h="141674">
                <a:moveTo>
                  <a:pt x="63835" y="72422"/>
                </a:moveTo>
                <a:cubicBezTo>
                  <a:pt x="56469" y="77429"/>
                  <a:pt x="49102" y="77659"/>
                  <a:pt x="45308" y="77659"/>
                </a:cubicBezTo>
                <a:cubicBezTo>
                  <a:pt x="23437" y="77659"/>
                  <a:pt x="18527" y="55797"/>
                  <a:pt x="18527" y="44409"/>
                </a:cubicBezTo>
                <a:cubicBezTo>
                  <a:pt x="18527" y="19360"/>
                  <a:pt x="27899" y="7972"/>
                  <a:pt x="38838" y="7972"/>
                </a:cubicBezTo>
                <a:cubicBezTo>
                  <a:pt x="52896" y="7972"/>
                  <a:pt x="65619" y="15715"/>
                  <a:pt x="65619" y="54657"/>
                </a:cubicBezTo>
                <a:cubicBezTo>
                  <a:pt x="65619" y="59668"/>
                  <a:pt x="65173" y="65815"/>
                  <a:pt x="63835" y="72422"/>
                </a:cubicBezTo>
                <a:moveTo>
                  <a:pt x="61826" y="80619"/>
                </a:moveTo>
                <a:cubicBezTo>
                  <a:pt x="55798" y="101348"/>
                  <a:pt x="41515" y="124361"/>
                  <a:pt x="11831" y="135756"/>
                </a:cubicBezTo>
                <a:cubicBezTo>
                  <a:pt x="11831" y="138487"/>
                  <a:pt x="12723" y="140537"/>
                  <a:pt x="14508" y="141674"/>
                </a:cubicBezTo>
                <a:cubicBezTo>
                  <a:pt x="37050" y="134842"/>
                  <a:pt x="50890" y="125275"/>
                  <a:pt x="63389" y="110464"/>
                </a:cubicBezTo>
                <a:cubicBezTo>
                  <a:pt x="77226" y="94058"/>
                  <a:pt x="84143" y="73332"/>
                  <a:pt x="84143" y="55341"/>
                </a:cubicBezTo>
                <a:cubicBezTo>
                  <a:pt x="84143" y="9112"/>
                  <a:pt x="58478" y="0"/>
                  <a:pt x="41290" y="0"/>
                </a:cubicBezTo>
                <a:cubicBezTo>
                  <a:pt x="12052" y="0"/>
                  <a:pt x="0" y="28923"/>
                  <a:pt x="0" y="48509"/>
                </a:cubicBezTo>
                <a:cubicBezTo>
                  <a:pt x="0" y="68092"/>
                  <a:pt x="10268" y="85627"/>
                  <a:pt x="40622" y="85627"/>
                </a:cubicBezTo>
                <a:cubicBezTo>
                  <a:pt x="46425" y="85627"/>
                  <a:pt x="55130" y="83806"/>
                  <a:pt x="61826" y="80619"/>
                </a:cubicBezTo>
                <a:close/>
                <a:moveTo>
                  <a:pt x="144406" y="7972"/>
                </a:moveTo>
                <a:cubicBezTo>
                  <a:pt x="148200" y="7972"/>
                  <a:pt x="151772" y="9341"/>
                  <a:pt x="154449" y="11847"/>
                </a:cubicBezTo>
                <a:cubicBezTo>
                  <a:pt x="161369" y="17768"/>
                  <a:pt x="167394" y="35081"/>
                  <a:pt x="167394" y="65603"/>
                </a:cubicBezTo>
                <a:cubicBezTo>
                  <a:pt x="167394" y="86562"/>
                  <a:pt x="166723" y="100914"/>
                  <a:pt x="163600" y="112531"/>
                </a:cubicBezTo>
                <a:cubicBezTo>
                  <a:pt x="158689" y="131210"/>
                  <a:pt x="147754" y="133261"/>
                  <a:pt x="143735" y="133261"/>
                </a:cubicBezTo>
                <a:cubicBezTo>
                  <a:pt x="122978" y="133261"/>
                  <a:pt x="120747" y="94308"/>
                  <a:pt x="120747" y="74489"/>
                </a:cubicBezTo>
                <a:cubicBezTo>
                  <a:pt x="120747" y="18453"/>
                  <a:pt x="134363" y="7972"/>
                  <a:pt x="144406" y="7972"/>
                </a:cubicBezTo>
                <a:moveTo>
                  <a:pt x="143514" y="141229"/>
                </a:moveTo>
                <a:cubicBezTo>
                  <a:pt x="160698" y="141229"/>
                  <a:pt x="186813" y="123464"/>
                  <a:pt x="186813" y="69933"/>
                </a:cubicBezTo>
                <a:cubicBezTo>
                  <a:pt x="186813" y="47380"/>
                  <a:pt x="181456" y="28020"/>
                  <a:pt x="171634" y="14807"/>
                </a:cubicBezTo>
                <a:cubicBezTo>
                  <a:pt x="165831" y="6836"/>
                  <a:pt x="156458" y="0"/>
                  <a:pt x="144406" y="0"/>
                </a:cubicBezTo>
                <a:cubicBezTo>
                  <a:pt x="122310" y="0"/>
                  <a:pt x="101328" y="26880"/>
                  <a:pt x="101328" y="71984"/>
                </a:cubicBezTo>
                <a:cubicBezTo>
                  <a:pt x="101328" y="96358"/>
                  <a:pt x="108695" y="119138"/>
                  <a:pt x="120972" y="131665"/>
                </a:cubicBezTo>
                <a:cubicBezTo>
                  <a:pt x="127221" y="138042"/>
                  <a:pt x="134809" y="141229"/>
                  <a:pt x="143514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Text 𝑘+">
            <a:extLst xmlns:a="http://schemas.openxmlformats.org/drawingml/2006/main">
              <a:ext uri="{FF2B5EF4-FFF2-40B4-BE49-F238E27FC236}">
                <a16:creationId xmlns:a16="http://schemas.microsoft.com/office/drawing/2014/main" id="{D0B8B51A-D80C-494C-8875-6310640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9913" y="5037799"/>
            <a:ext cx="241758" cy="161246"/>
          </a:xfrm>
          <a:custGeom xmlns:a="http://schemas.openxmlformats.org/drawingml/2006/main">
            <a:pathLst>
              <a:path w="241758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50" y="93856"/>
                </a:moveTo>
                <a:lnTo>
                  <a:pt x="126975" y="93856"/>
                </a:lnTo>
                <a:lnTo>
                  <a:pt x="126975" y="108889"/>
                </a:lnTo>
                <a:lnTo>
                  <a:pt x="176850" y="108889"/>
                </a:lnTo>
                <a:lnTo>
                  <a:pt x="176850" y="159022"/>
                </a:lnTo>
                <a:lnTo>
                  <a:pt x="191880" y="159022"/>
                </a:lnTo>
                <a:lnTo>
                  <a:pt x="191880" y="108889"/>
                </a:lnTo>
                <a:lnTo>
                  <a:pt x="241758" y="108889"/>
                </a:lnTo>
                <a:lnTo>
                  <a:pt x="241758" y="93856"/>
                </a:lnTo>
                <a:lnTo>
                  <a:pt x="191880" y="93856"/>
                </a:lnTo>
                <a:lnTo>
                  <a:pt x="191880" y="43755"/>
                </a:lnTo>
                <a:lnTo>
                  <a:pt x="176850" y="43755"/>
                </a:lnTo>
                <a:lnTo>
                  <a:pt x="176850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1">
            <a:extLst xmlns:a="http://schemas.openxmlformats.org/drawingml/2006/main">
              <a:ext uri="{FF2B5EF4-FFF2-40B4-BE49-F238E27FC236}">
                <a16:creationId xmlns:a16="http://schemas.microsoft.com/office/drawing/2014/main" id="{0F1C678A-3E3F-4436-B8AC-26BC8D81D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0877" y="5058261"/>
            <a:ext cx="65173" cy="139005"/>
          </a:xfrm>
          <a:custGeom xmlns:a="http://schemas.openxmlformats.org/drawingml/2006/main">
            <a:pathLst>
              <a:path w="65173" h="139005">
                <a:moveTo>
                  <a:pt x="44416" y="110752"/>
                </a:moveTo>
                <a:lnTo>
                  <a:pt x="44416" y="31676"/>
                </a:lnTo>
                <a:cubicBezTo>
                  <a:pt x="44416" y="18005"/>
                  <a:pt x="44637" y="4104"/>
                  <a:pt x="45087" y="1140"/>
                </a:cubicBezTo>
                <a:cubicBezTo>
                  <a:pt x="45087" y="0"/>
                  <a:pt x="44637" y="0"/>
                  <a:pt x="43745" y="0"/>
                </a:cubicBezTo>
                <a:cubicBezTo>
                  <a:pt x="31471" y="7750"/>
                  <a:pt x="19640" y="13445"/>
                  <a:pt x="0" y="22790"/>
                </a:cubicBezTo>
                <a:cubicBezTo>
                  <a:pt x="446" y="25295"/>
                  <a:pt x="1338" y="27575"/>
                  <a:pt x="3348" y="28944"/>
                </a:cubicBezTo>
                <a:cubicBezTo>
                  <a:pt x="13616" y="24614"/>
                  <a:pt x="18527" y="23245"/>
                  <a:pt x="22767" y="23245"/>
                </a:cubicBezTo>
                <a:cubicBezTo>
                  <a:pt x="26560" y="23245"/>
                  <a:pt x="27231" y="28715"/>
                  <a:pt x="27231" y="36464"/>
                </a:cubicBezTo>
                <a:lnTo>
                  <a:pt x="27231" y="110752"/>
                </a:lnTo>
                <a:cubicBezTo>
                  <a:pt x="27231" y="129667"/>
                  <a:pt x="21203" y="130807"/>
                  <a:pt x="5582" y="131492"/>
                </a:cubicBezTo>
                <a:cubicBezTo>
                  <a:pt x="4240" y="132857"/>
                  <a:pt x="4240" y="137639"/>
                  <a:pt x="5582" y="139005"/>
                </a:cubicBezTo>
                <a:cubicBezTo>
                  <a:pt x="16517" y="138779"/>
                  <a:pt x="24551" y="138550"/>
                  <a:pt x="36604" y="138550"/>
                </a:cubicBezTo>
                <a:cubicBezTo>
                  <a:pt x="47318" y="138550"/>
                  <a:pt x="52675" y="138779"/>
                  <a:pt x="63835" y="139005"/>
                </a:cubicBezTo>
                <a:cubicBezTo>
                  <a:pt x="65173" y="137639"/>
                  <a:pt x="65173" y="132857"/>
                  <a:pt x="63835" y="131492"/>
                </a:cubicBezTo>
                <a:cubicBezTo>
                  <a:pt x="48210" y="130807"/>
                  <a:pt x="44416" y="129667"/>
                  <a:pt x="44416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𝑚+">
            <a:extLst xmlns:a="http://schemas.openxmlformats.org/drawingml/2006/main">
              <a:ext uri="{FF2B5EF4-FFF2-40B4-BE49-F238E27FC236}">
                <a16:creationId xmlns:a16="http://schemas.microsoft.com/office/drawing/2014/main" id="{6E7CA312-A768-4E3D-AE16-3F365812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755" y="5081555"/>
            <a:ext cx="301884" cy="117490"/>
          </a:xfrm>
          <a:custGeom xmlns:a="http://schemas.openxmlformats.org/drawingml/2006/main">
            <a:pathLst>
              <a:path w="301884" h="117490">
                <a:moveTo>
                  <a:pt x="17310" y="42066"/>
                </a:moveTo>
                <a:lnTo>
                  <a:pt x="3187" y="98815"/>
                </a:lnTo>
                <a:cubicBezTo>
                  <a:pt x="2050" y="103371"/>
                  <a:pt x="0" y="109067"/>
                  <a:pt x="0" y="111343"/>
                </a:cubicBezTo>
                <a:cubicBezTo>
                  <a:pt x="0" y="115214"/>
                  <a:pt x="2276" y="117490"/>
                  <a:pt x="10703" y="117490"/>
                </a:cubicBezTo>
                <a:cubicBezTo>
                  <a:pt x="20496" y="117490"/>
                  <a:pt x="20041" y="107472"/>
                  <a:pt x="22772" y="98815"/>
                </a:cubicBezTo>
                <a:lnTo>
                  <a:pt x="31884" y="62121"/>
                </a:lnTo>
                <a:cubicBezTo>
                  <a:pt x="51699" y="36371"/>
                  <a:pt x="65819" y="28850"/>
                  <a:pt x="73791" y="28850"/>
                </a:cubicBezTo>
                <a:cubicBezTo>
                  <a:pt x="78798" y="28850"/>
                  <a:pt x="80393" y="30446"/>
                  <a:pt x="80393" y="37281"/>
                </a:cubicBezTo>
                <a:cubicBezTo>
                  <a:pt x="80393" y="40016"/>
                  <a:pt x="79709" y="45486"/>
                  <a:pt x="77888" y="52551"/>
                </a:cubicBezTo>
                <a:lnTo>
                  <a:pt x="66045" y="98815"/>
                </a:lnTo>
                <a:cubicBezTo>
                  <a:pt x="64908" y="103371"/>
                  <a:pt x="62858" y="109067"/>
                  <a:pt x="62858" y="111343"/>
                </a:cubicBezTo>
                <a:cubicBezTo>
                  <a:pt x="62858" y="115214"/>
                  <a:pt x="65134" y="117490"/>
                  <a:pt x="73561" y="117490"/>
                </a:cubicBezTo>
                <a:cubicBezTo>
                  <a:pt x="83354" y="117490"/>
                  <a:pt x="83128" y="107472"/>
                  <a:pt x="85630" y="98815"/>
                </a:cubicBezTo>
                <a:lnTo>
                  <a:pt x="94968" y="63035"/>
                </a:lnTo>
                <a:cubicBezTo>
                  <a:pt x="115923" y="35915"/>
                  <a:pt x="125716" y="28850"/>
                  <a:pt x="133459" y="28850"/>
                </a:cubicBezTo>
                <a:cubicBezTo>
                  <a:pt x="138014" y="28850"/>
                  <a:pt x="140746" y="30446"/>
                  <a:pt x="140746" y="37281"/>
                </a:cubicBezTo>
                <a:cubicBezTo>
                  <a:pt x="140746" y="39790"/>
                  <a:pt x="139606" y="46396"/>
                  <a:pt x="138014" y="53461"/>
                </a:cubicBezTo>
                <a:lnTo>
                  <a:pt x="127992" y="89241"/>
                </a:lnTo>
                <a:cubicBezTo>
                  <a:pt x="125261" y="98586"/>
                  <a:pt x="123210" y="107927"/>
                  <a:pt x="123210" y="109977"/>
                </a:cubicBezTo>
                <a:cubicBezTo>
                  <a:pt x="123210" y="114533"/>
                  <a:pt x="127766" y="117490"/>
                  <a:pt x="131408" y="117490"/>
                </a:cubicBezTo>
                <a:cubicBezTo>
                  <a:pt x="148488" y="117490"/>
                  <a:pt x="161472" y="110888"/>
                  <a:pt x="170354" y="92205"/>
                </a:cubicBezTo>
                <a:cubicBezTo>
                  <a:pt x="169899" y="90155"/>
                  <a:pt x="168078" y="89015"/>
                  <a:pt x="164888" y="89015"/>
                </a:cubicBezTo>
                <a:cubicBezTo>
                  <a:pt x="158511" y="97675"/>
                  <a:pt x="151223" y="103826"/>
                  <a:pt x="146442" y="103826"/>
                </a:cubicBezTo>
                <a:cubicBezTo>
                  <a:pt x="145302" y="103826"/>
                  <a:pt x="144617" y="102461"/>
                  <a:pt x="144617" y="101321"/>
                </a:cubicBezTo>
                <a:cubicBezTo>
                  <a:pt x="144617" y="100410"/>
                  <a:pt x="145072" y="94711"/>
                  <a:pt x="145757" y="92205"/>
                </a:cubicBezTo>
                <a:lnTo>
                  <a:pt x="158281" y="51640"/>
                </a:lnTo>
                <a:cubicBezTo>
                  <a:pt x="159876" y="46396"/>
                  <a:pt x="161242" y="39331"/>
                  <a:pt x="161242" y="35001"/>
                </a:cubicBezTo>
                <a:cubicBezTo>
                  <a:pt x="161242" y="20649"/>
                  <a:pt x="153500" y="15183"/>
                  <a:pt x="145757" y="15183"/>
                </a:cubicBezTo>
                <a:cubicBezTo>
                  <a:pt x="127992" y="15183"/>
                  <a:pt x="114099" y="29076"/>
                  <a:pt x="99753" y="45715"/>
                </a:cubicBezTo>
                <a:cubicBezTo>
                  <a:pt x="100435" y="42066"/>
                  <a:pt x="100890" y="37966"/>
                  <a:pt x="100890" y="35001"/>
                </a:cubicBezTo>
                <a:cubicBezTo>
                  <a:pt x="100890" y="19058"/>
                  <a:pt x="93147" y="15183"/>
                  <a:pt x="86086" y="15183"/>
                </a:cubicBezTo>
                <a:cubicBezTo>
                  <a:pt x="67869" y="15183"/>
                  <a:pt x="51925" y="27255"/>
                  <a:pt x="36895" y="44575"/>
                </a:cubicBezTo>
                <a:lnTo>
                  <a:pt x="36440" y="44346"/>
                </a:lnTo>
                <a:lnTo>
                  <a:pt x="36895" y="42296"/>
                </a:lnTo>
                <a:cubicBezTo>
                  <a:pt x="39401" y="33406"/>
                  <a:pt x="42362" y="24520"/>
                  <a:pt x="42362" y="20649"/>
                </a:cubicBezTo>
                <a:cubicBezTo>
                  <a:pt x="42362" y="17462"/>
                  <a:pt x="40537" y="15867"/>
                  <a:pt x="37121" y="15867"/>
                </a:cubicBezTo>
                <a:cubicBezTo>
                  <a:pt x="28694" y="15857"/>
                  <a:pt x="17765" y="17449"/>
                  <a:pt x="5692" y="18814"/>
                </a:cubicBezTo>
                <a:cubicBezTo>
                  <a:pt x="3642" y="20639"/>
                  <a:pt x="4556" y="23144"/>
                  <a:pt x="5922" y="25191"/>
                </a:cubicBezTo>
                <a:lnTo>
                  <a:pt x="15715" y="25876"/>
                </a:lnTo>
                <a:cubicBezTo>
                  <a:pt x="18675" y="26105"/>
                  <a:pt x="20041" y="28155"/>
                  <a:pt x="20041" y="30435"/>
                </a:cubicBezTo>
                <a:cubicBezTo>
                  <a:pt x="20041" y="32496"/>
                  <a:pt x="19131" y="35686"/>
                  <a:pt x="17310" y="42066"/>
                </a:cubicBezTo>
                <a:close/>
                <a:moveTo>
                  <a:pt x="236976" y="50101"/>
                </a:moveTo>
                <a:lnTo>
                  <a:pt x="187101" y="50101"/>
                </a:lnTo>
                <a:lnTo>
                  <a:pt x="187101" y="65134"/>
                </a:lnTo>
                <a:lnTo>
                  <a:pt x="236976" y="65134"/>
                </a:lnTo>
                <a:lnTo>
                  <a:pt x="236976" y="115266"/>
                </a:lnTo>
                <a:lnTo>
                  <a:pt x="252006" y="115266"/>
                </a:lnTo>
                <a:lnTo>
                  <a:pt x="252006" y="65134"/>
                </a:lnTo>
                <a:lnTo>
                  <a:pt x="301884" y="65134"/>
                </a:lnTo>
                <a:lnTo>
                  <a:pt x="301884" y="50101"/>
                </a:lnTo>
                <a:lnTo>
                  <a:pt x="252006" y="50101"/>
                </a:lnTo>
                <a:lnTo>
                  <a:pt x="252006" y="0"/>
                </a:lnTo>
                <a:lnTo>
                  <a:pt x="236976" y="0"/>
                </a:lnTo>
                <a:lnTo>
                  <a:pt x="236976" y="50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Text 10">
            <a:extLst xmlns:a="http://schemas.openxmlformats.org/drawingml/2006/main">
              <a:ext uri="{FF2B5EF4-FFF2-40B4-BE49-F238E27FC236}">
                <a16:creationId xmlns:a16="http://schemas.microsoft.com/office/drawing/2014/main" id="{A4D846B7-C7CC-4F3C-BEC2-5EA121D4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8845" y="5057816"/>
            <a:ext cx="178108" cy="141229"/>
          </a:xfrm>
          <a:custGeom xmlns:a="http://schemas.openxmlformats.org/drawingml/2006/main">
            <a:pathLst>
              <a:path w="178108" h="141229">
                <a:moveTo>
                  <a:pt x="44416" y="111197"/>
                </a:moveTo>
                <a:lnTo>
                  <a:pt x="44416" y="32121"/>
                </a:lnTo>
                <a:cubicBezTo>
                  <a:pt x="44416" y="18449"/>
                  <a:pt x="44637" y="4549"/>
                  <a:pt x="45087" y="1585"/>
                </a:cubicBezTo>
                <a:cubicBezTo>
                  <a:pt x="45087" y="445"/>
                  <a:pt x="44637" y="445"/>
                  <a:pt x="43745" y="445"/>
                </a:cubicBezTo>
                <a:cubicBezTo>
                  <a:pt x="31471" y="8194"/>
                  <a:pt x="19640" y="13890"/>
                  <a:pt x="0" y="23235"/>
                </a:cubicBezTo>
                <a:cubicBezTo>
                  <a:pt x="446" y="25740"/>
                  <a:pt x="1338" y="28020"/>
                  <a:pt x="3348" y="29389"/>
                </a:cubicBezTo>
                <a:cubicBezTo>
                  <a:pt x="13616" y="25059"/>
                  <a:pt x="18527" y="23690"/>
                  <a:pt x="22767" y="23690"/>
                </a:cubicBezTo>
                <a:cubicBezTo>
                  <a:pt x="26560" y="23690"/>
                  <a:pt x="27231" y="29160"/>
                  <a:pt x="27231" y="36909"/>
                </a:cubicBezTo>
                <a:lnTo>
                  <a:pt x="27231" y="111197"/>
                </a:lnTo>
                <a:cubicBezTo>
                  <a:pt x="27231" y="130112"/>
                  <a:pt x="21203" y="131252"/>
                  <a:pt x="5582" y="131936"/>
                </a:cubicBezTo>
                <a:cubicBezTo>
                  <a:pt x="4240" y="133302"/>
                  <a:pt x="4240" y="138084"/>
                  <a:pt x="5582" y="139450"/>
                </a:cubicBezTo>
                <a:cubicBezTo>
                  <a:pt x="16517" y="139224"/>
                  <a:pt x="24551" y="138994"/>
                  <a:pt x="36604" y="138994"/>
                </a:cubicBezTo>
                <a:cubicBezTo>
                  <a:pt x="47318" y="138994"/>
                  <a:pt x="52675" y="139224"/>
                  <a:pt x="63835" y="139450"/>
                </a:cubicBezTo>
                <a:cubicBezTo>
                  <a:pt x="65173" y="138084"/>
                  <a:pt x="65173" y="133302"/>
                  <a:pt x="63835" y="131936"/>
                </a:cubicBezTo>
                <a:cubicBezTo>
                  <a:pt x="48210" y="131252"/>
                  <a:pt x="44416" y="130112"/>
                  <a:pt x="44416" y="111197"/>
                </a:cubicBezTo>
                <a:close/>
                <a:moveTo>
                  <a:pt x="135701" y="7972"/>
                </a:moveTo>
                <a:cubicBezTo>
                  <a:pt x="139495" y="7972"/>
                  <a:pt x="143067" y="9341"/>
                  <a:pt x="145744" y="11847"/>
                </a:cubicBezTo>
                <a:cubicBezTo>
                  <a:pt x="152664" y="17768"/>
                  <a:pt x="158689" y="35081"/>
                  <a:pt x="158689" y="65603"/>
                </a:cubicBezTo>
                <a:cubicBezTo>
                  <a:pt x="158689" y="86562"/>
                  <a:pt x="158018" y="100914"/>
                  <a:pt x="154895" y="112531"/>
                </a:cubicBezTo>
                <a:cubicBezTo>
                  <a:pt x="149984" y="131210"/>
                  <a:pt x="139049" y="133261"/>
                  <a:pt x="135030" y="133261"/>
                </a:cubicBezTo>
                <a:cubicBezTo>
                  <a:pt x="114273" y="133261"/>
                  <a:pt x="112042" y="94308"/>
                  <a:pt x="112042" y="74489"/>
                </a:cubicBezTo>
                <a:cubicBezTo>
                  <a:pt x="112042" y="18453"/>
                  <a:pt x="125658" y="7972"/>
                  <a:pt x="135701" y="7972"/>
                </a:cubicBezTo>
                <a:moveTo>
                  <a:pt x="134809" y="141229"/>
                </a:moveTo>
                <a:cubicBezTo>
                  <a:pt x="151993" y="141229"/>
                  <a:pt x="178108" y="123464"/>
                  <a:pt x="178108" y="69933"/>
                </a:cubicBezTo>
                <a:cubicBezTo>
                  <a:pt x="178108" y="47380"/>
                  <a:pt x="172751" y="28020"/>
                  <a:pt x="162929" y="14807"/>
                </a:cubicBezTo>
                <a:cubicBezTo>
                  <a:pt x="157126" y="6836"/>
                  <a:pt x="147754" y="0"/>
                  <a:pt x="135701" y="0"/>
                </a:cubicBezTo>
                <a:cubicBezTo>
                  <a:pt x="113605" y="0"/>
                  <a:pt x="92623" y="26880"/>
                  <a:pt x="92623" y="71984"/>
                </a:cubicBezTo>
                <a:cubicBezTo>
                  <a:pt x="92623" y="96358"/>
                  <a:pt x="99990" y="119138"/>
                  <a:pt x="112267" y="131665"/>
                </a:cubicBezTo>
                <a:cubicBezTo>
                  <a:pt x="118516" y="138042"/>
                  <a:pt x="126104" y="141229"/>
                  <a:pt x="134809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Text 𝑘+">
            <a:extLst xmlns:a="http://schemas.openxmlformats.org/drawingml/2006/main">
              <a:ext uri="{FF2B5EF4-FFF2-40B4-BE49-F238E27FC236}">
                <a16:creationId xmlns:a16="http://schemas.microsoft.com/office/drawing/2014/main" id="{7728C07B-61FA-43E6-A14C-85E596C1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5883" y="5037799"/>
            <a:ext cx="241730" cy="161246"/>
          </a:xfrm>
          <a:custGeom xmlns:a="http://schemas.openxmlformats.org/drawingml/2006/main">
            <a:pathLst>
              <a:path w="241730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21" y="93856"/>
                </a:moveTo>
                <a:lnTo>
                  <a:pt x="126946" y="93856"/>
                </a:lnTo>
                <a:lnTo>
                  <a:pt x="126946" y="108889"/>
                </a:lnTo>
                <a:lnTo>
                  <a:pt x="176821" y="108889"/>
                </a:lnTo>
                <a:lnTo>
                  <a:pt x="176821" y="159022"/>
                </a:lnTo>
                <a:lnTo>
                  <a:pt x="191851" y="159022"/>
                </a:lnTo>
                <a:lnTo>
                  <a:pt x="191851" y="108889"/>
                </a:lnTo>
                <a:lnTo>
                  <a:pt x="241730" y="108889"/>
                </a:lnTo>
                <a:lnTo>
                  <a:pt x="241730" y="93856"/>
                </a:lnTo>
                <a:lnTo>
                  <a:pt x="191851" y="93856"/>
                </a:lnTo>
                <a:lnTo>
                  <a:pt x="191851" y="43755"/>
                </a:lnTo>
                <a:lnTo>
                  <a:pt x="176821" y="43755"/>
                </a:lnTo>
                <a:lnTo>
                  <a:pt x="176821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Text 5">
            <a:extLst xmlns:a="http://schemas.openxmlformats.org/drawingml/2006/main">
              <a:ext uri="{FF2B5EF4-FFF2-40B4-BE49-F238E27FC236}">
                <a16:creationId xmlns:a16="http://schemas.microsoft.com/office/drawing/2014/main" id="{E35379EC-93B9-4940-A30F-5E19BFBB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9005" y="5057594"/>
            <a:ext cx="79010" cy="141674"/>
          </a:xfrm>
          <a:custGeom xmlns:a="http://schemas.openxmlformats.org/drawingml/2006/main">
            <a:pathLst>
              <a:path w="79010" h="141674">
                <a:moveTo>
                  <a:pt x="59149" y="96177"/>
                </a:moveTo>
                <a:cubicBezTo>
                  <a:pt x="59149" y="117786"/>
                  <a:pt x="47989" y="133705"/>
                  <a:pt x="34598" y="133705"/>
                </a:cubicBezTo>
                <a:cubicBezTo>
                  <a:pt x="26114" y="133705"/>
                  <a:pt x="23213" y="128020"/>
                  <a:pt x="19865" y="123471"/>
                </a:cubicBezTo>
                <a:cubicBezTo>
                  <a:pt x="16963" y="119603"/>
                  <a:pt x="13170" y="116191"/>
                  <a:pt x="8483" y="116191"/>
                </a:cubicBezTo>
                <a:cubicBezTo>
                  <a:pt x="4243" y="116191"/>
                  <a:pt x="0" y="120059"/>
                  <a:pt x="0" y="124607"/>
                </a:cubicBezTo>
                <a:cubicBezTo>
                  <a:pt x="0" y="133931"/>
                  <a:pt x="18973" y="141674"/>
                  <a:pt x="31696" y="141674"/>
                </a:cubicBezTo>
                <a:cubicBezTo>
                  <a:pt x="59370" y="141674"/>
                  <a:pt x="79010" y="120740"/>
                  <a:pt x="79010" y="92084"/>
                </a:cubicBezTo>
                <a:cubicBezTo>
                  <a:pt x="79010" y="70024"/>
                  <a:pt x="64056" y="50222"/>
                  <a:pt x="39059" y="50222"/>
                </a:cubicBezTo>
                <a:cubicBezTo>
                  <a:pt x="29462" y="50222"/>
                  <a:pt x="21203" y="52273"/>
                  <a:pt x="17188" y="53864"/>
                </a:cubicBezTo>
                <a:lnTo>
                  <a:pt x="21650" y="15881"/>
                </a:lnTo>
                <a:cubicBezTo>
                  <a:pt x="29908" y="16792"/>
                  <a:pt x="37050" y="17928"/>
                  <a:pt x="47764" y="17928"/>
                </a:cubicBezTo>
                <a:cubicBezTo>
                  <a:pt x="54459" y="17772"/>
                  <a:pt x="62047" y="17313"/>
                  <a:pt x="71198" y="16399"/>
                </a:cubicBezTo>
                <a:lnTo>
                  <a:pt x="74770" y="914"/>
                </a:lnTo>
                <a:lnTo>
                  <a:pt x="73207" y="0"/>
                </a:lnTo>
                <a:cubicBezTo>
                  <a:pt x="60487" y="1533"/>
                  <a:pt x="48435" y="2669"/>
                  <a:pt x="36604" y="2669"/>
                </a:cubicBezTo>
                <a:cubicBezTo>
                  <a:pt x="28348" y="2669"/>
                  <a:pt x="20311" y="2214"/>
                  <a:pt x="12499" y="1533"/>
                </a:cubicBezTo>
                <a:lnTo>
                  <a:pt x="4911" y="67066"/>
                </a:lnTo>
                <a:cubicBezTo>
                  <a:pt x="16742" y="62517"/>
                  <a:pt x="25222" y="61607"/>
                  <a:pt x="33256" y="61607"/>
                </a:cubicBezTo>
                <a:cubicBezTo>
                  <a:pt x="47764" y="61607"/>
                  <a:pt x="59149" y="71389"/>
                  <a:pt x="59149" y="96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𝑘+">
            <a:extLst xmlns:a="http://schemas.openxmlformats.org/drawingml/2006/main">
              <a:ext uri="{FF2B5EF4-FFF2-40B4-BE49-F238E27FC236}">
                <a16:creationId xmlns:a16="http://schemas.microsoft.com/office/drawing/2014/main" id="{787418DD-7946-4937-93A3-C90144D6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0071" y="5037799"/>
            <a:ext cx="241758" cy="161246"/>
          </a:xfrm>
          <a:custGeom xmlns:a="http://schemas.openxmlformats.org/drawingml/2006/main">
            <a:pathLst>
              <a:path w="241758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50" y="93856"/>
                </a:moveTo>
                <a:lnTo>
                  <a:pt x="126975" y="93856"/>
                </a:lnTo>
                <a:lnTo>
                  <a:pt x="126975" y="108889"/>
                </a:lnTo>
                <a:lnTo>
                  <a:pt x="176850" y="108889"/>
                </a:lnTo>
                <a:lnTo>
                  <a:pt x="176850" y="159022"/>
                </a:lnTo>
                <a:lnTo>
                  <a:pt x="191880" y="159022"/>
                </a:lnTo>
                <a:lnTo>
                  <a:pt x="191880" y="108889"/>
                </a:lnTo>
                <a:lnTo>
                  <a:pt x="241758" y="108889"/>
                </a:lnTo>
                <a:lnTo>
                  <a:pt x="241758" y="93856"/>
                </a:lnTo>
                <a:lnTo>
                  <a:pt x="191880" y="93856"/>
                </a:lnTo>
                <a:lnTo>
                  <a:pt x="191880" y="43755"/>
                </a:lnTo>
                <a:lnTo>
                  <a:pt x="176850" y="43755"/>
                </a:lnTo>
                <a:lnTo>
                  <a:pt x="176850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Text 2">
            <a:extLst xmlns:a="http://schemas.openxmlformats.org/drawingml/2006/main">
              <a:ext uri="{FF2B5EF4-FFF2-40B4-BE49-F238E27FC236}">
                <a16:creationId xmlns:a16="http://schemas.microsoft.com/office/drawing/2014/main" id="{4A5E9FE1-5D22-4E6C-B7A0-C348C46C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776" y="5057816"/>
            <a:ext cx="80349" cy="139464"/>
          </a:xfrm>
          <a:custGeom xmlns:a="http://schemas.openxmlformats.org/drawingml/2006/main">
            <a:pathLst>
              <a:path w="80349" h="139464">
                <a:moveTo>
                  <a:pt x="2009" y="32284"/>
                </a:moveTo>
                <a:cubicBezTo>
                  <a:pt x="2009" y="37059"/>
                  <a:pt x="6249" y="41145"/>
                  <a:pt x="10939" y="41145"/>
                </a:cubicBezTo>
                <a:cubicBezTo>
                  <a:pt x="14733" y="41145"/>
                  <a:pt x="21428" y="37059"/>
                  <a:pt x="21428" y="32058"/>
                </a:cubicBezTo>
                <a:cubicBezTo>
                  <a:pt x="21428" y="30241"/>
                  <a:pt x="20982" y="28878"/>
                  <a:pt x="20536" y="27287"/>
                </a:cubicBezTo>
                <a:cubicBezTo>
                  <a:pt x="20090" y="25695"/>
                  <a:pt x="18748" y="23652"/>
                  <a:pt x="18748" y="21834"/>
                </a:cubicBezTo>
                <a:cubicBezTo>
                  <a:pt x="18748" y="16152"/>
                  <a:pt x="24551" y="7972"/>
                  <a:pt x="40844" y="7972"/>
                </a:cubicBezTo>
                <a:cubicBezTo>
                  <a:pt x="48881" y="7972"/>
                  <a:pt x="60262" y="13654"/>
                  <a:pt x="60262" y="35467"/>
                </a:cubicBezTo>
                <a:cubicBezTo>
                  <a:pt x="60262" y="50045"/>
                  <a:pt x="55130" y="61909"/>
                  <a:pt x="41961" y="75601"/>
                </a:cubicBezTo>
                <a:lnTo>
                  <a:pt x="25443" y="92258"/>
                </a:lnTo>
                <a:cubicBezTo>
                  <a:pt x="3572" y="115075"/>
                  <a:pt x="0" y="126025"/>
                  <a:pt x="0" y="139464"/>
                </a:cubicBezTo>
                <a:cubicBezTo>
                  <a:pt x="0" y="139464"/>
                  <a:pt x="11385" y="139005"/>
                  <a:pt x="18527" y="139005"/>
                </a:cubicBezTo>
                <a:lnTo>
                  <a:pt x="57586" y="139005"/>
                </a:lnTo>
                <a:cubicBezTo>
                  <a:pt x="64727" y="139005"/>
                  <a:pt x="74995" y="139464"/>
                  <a:pt x="74995" y="139464"/>
                </a:cubicBezTo>
                <a:cubicBezTo>
                  <a:pt x="77893" y="127391"/>
                  <a:pt x="80127" y="110283"/>
                  <a:pt x="80349" y="103440"/>
                </a:cubicBezTo>
                <a:cubicBezTo>
                  <a:pt x="79010" y="102297"/>
                  <a:pt x="76109" y="101842"/>
                  <a:pt x="73878" y="102297"/>
                </a:cubicBezTo>
                <a:cubicBezTo>
                  <a:pt x="70084" y="118498"/>
                  <a:pt x="66290" y="124204"/>
                  <a:pt x="58253" y="124204"/>
                </a:cubicBezTo>
                <a:lnTo>
                  <a:pt x="18527" y="124204"/>
                </a:lnTo>
                <a:cubicBezTo>
                  <a:pt x="18527" y="113251"/>
                  <a:pt x="33927" y="97734"/>
                  <a:pt x="35044" y="96595"/>
                </a:cubicBezTo>
                <a:lnTo>
                  <a:pt x="57586" y="74461"/>
                </a:lnTo>
                <a:cubicBezTo>
                  <a:pt x="70306" y="61909"/>
                  <a:pt x="79903" y="51870"/>
                  <a:pt x="79903" y="34557"/>
                </a:cubicBezTo>
                <a:cubicBezTo>
                  <a:pt x="79903" y="10019"/>
                  <a:pt x="60262" y="0"/>
                  <a:pt x="42185" y="0"/>
                </a:cubicBezTo>
                <a:cubicBezTo>
                  <a:pt x="17410" y="0"/>
                  <a:pt x="2009" y="18651"/>
                  <a:pt x="2009" y="3228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Text 𝑘+">
            <a:extLst xmlns:a="http://schemas.openxmlformats.org/drawingml/2006/main">
              <a:ext uri="{FF2B5EF4-FFF2-40B4-BE49-F238E27FC236}">
                <a16:creationId xmlns:a16="http://schemas.microsoft.com/office/drawing/2014/main" id="{4124DD8A-2ED1-4BE4-979C-36EA910A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88" y="5037799"/>
            <a:ext cx="241758" cy="161246"/>
          </a:xfrm>
          <a:custGeom xmlns:a="http://schemas.openxmlformats.org/drawingml/2006/main">
            <a:pathLst>
              <a:path w="241758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50" y="93856"/>
                </a:moveTo>
                <a:lnTo>
                  <a:pt x="126975" y="93856"/>
                </a:lnTo>
                <a:lnTo>
                  <a:pt x="126975" y="108889"/>
                </a:lnTo>
                <a:lnTo>
                  <a:pt x="176850" y="108889"/>
                </a:lnTo>
                <a:lnTo>
                  <a:pt x="176850" y="159022"/>
                </a:lnTo>
                <a:lnTo>
                  <a:pt x="191880" y="159022"/>
                </a:lnTo>
                <a:lnTo>
                  <a:pt x="191880" y="108889"/>
                </a:lnTo>
                <a:lnTo>
                  <a:pt x="241758" y="108889"/>
                </a:lnTo>
                <a:lnTo>
                  <a:pt x="241758" y="93856"/>
                </a:lnTo>
                <a:lnTo>
                  <a:pt x="191880" y="93856"/>
                </a:lnTo>
                <a:lnTo>
                  <a:pt x="191880" y="43755"/>
                </a:lnTo>
                <a:lnTo>
                  <a:pt x="176850" y="43755"/>
                </a:lnTo>
                <a:lnTo>
                  <a:pt x="176850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1">
            <a:extLst xmlns:a="http://schemas.openxmlformats.org/drawingml/2006/main">
              <a:ext uri="{FF2B5EF4-FFF2-40B4-BE49-F238E27FC236}">
                <a16:creationId xmlns:a16="http://schemas.microsoft.com/office/drawing/2014/main" id="{B74838B1-0C93-4C98-8952-CBCAB9A5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223" y="5058261"/>
            <a:ext cx="65173" cy="139005"/>
          </a:xfrm>
          <a:custGeom xmlns:a="http://schemas.openxmlformats.org/drawingml/2006/main">
            <a:pathLst>
              <a:path w="65173" h="139005">
                <a:moveTo>
                  <a:pt x="44416" y="110752"/>
                </a:moveTo>
                <a:lnTo>
                  <a:pt x="44416" y="31676"/>
                </a:lnTo>
                <a:cubicBezTo>
                  <a:pt x="44416" y="18005"/>
                  <a:pt x="44637" y="4104"/>
                  <a:pt x="45087" y="1140"/>
                </a:cubicBezTo>
                <a:cubicBezTo>
                  <a:pt x="45087" y="0"/>
                  <a:pt x="44637" y="0"/>
                  <a:pt x="43745" y="0"/>
                </a:cubicBezTo>
                <a:cubicBezTo>
                  <a:pt x="31471" y="7750"/>
                  <a:pt x="19640" y="13445"/>
                  <a:pt x="0" y="22790"/>
                </a:cubicBezTo>
                <a:cubicBezTo>
                  <a:pt x="446" y="25295"/>
                  <a:pt x="1338" y="27575"/>
                  <a:pt x="3348" y="28944"/>
                </a:cubicBezTo>
                <a:cubicBezTo>
                  <a:pt x="13616" y="24614"/>
                  <a:pt x="18527" y="23245"/>
                  <a:pt x="22767" y="23245"/>
                </a:cubicBezTo>
                <a:cubicBezTo>
                  <a:pt x="26560" y="23245"/>
                  <a:pt x="27231" y="28715"/>
                  <a:pt x="27231" y="36464"/>
                </a:cubicBezTo>
                <a:lnTo>
                  <a:pt x="27231" y="110752"/>
                </a:lnTo>
                <a:cubicBezTo>
                  <a:pt x="27231" y="129667"/>
                  <a:pt x="21203" y="130807"/>
                  <a:pt x="5582" y="131492"/>
                </a:cubicBezTo>
                <a:cubicBezTo>
                  <a:pt x="4240" y="132857"/>
                  <a:pt x="4240" y="137639"/>
                  <a:pt x="5582" y="139005"/>
                </a:cubicBezTo>
                <a:cubicBezTo>
                  <a:pt x="16517" y="138779"/>
                  <a:pt x="24551" y="138550"/>
                  <a:pt x="36604" y="138550"/>
                </a:cubicBezTo>
                <a:cubicBezTo>
                  <a:pt x="47318" y="138550"/>
                  <a:pt x="52675" y="138779"/>
                  <a:pt x="63835" y="139005"/>
                </a:cubicBezTo>
                <a:cubicBezTo>
                  <a:pt x="65173" y="137639"/>
                  <a:pt x="65173" y="132857"/>
                  <a:pt x="63835" y="131492"/>
                </a:cubicBezTo>
                <a:cubicBezTo>
                  <a:pt x="48210" y="130807"/>
                  <a:pt x="44416" y="129667"/>
                  <a:pt x="44416" y="1107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Text 𝑘+">
            <a:extLst xmlns:a="http://schemas.openxmlformats.org/drawingml/2006/main">
              <a:ext uri="{FF2B5EF4-FFF2-40B4-BE49-F238E27FC236}">
                <a16:creationId xmlns:a16="http://schemas.microsoft.com/office/drawing/2014/main" id="{C0F6DAFB-0E78-44FE-A197-261E2AF1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8476" y="5037799"/>
            <a:ext cx="241758" cy="161246"/>
          </a:xfrm>
          <a:custGeom xmlns:a="http://schemas.openxmlformats.org/drawingml/2006/main">
            <a:pathLst>
              <a:path w="241758" h="161246">
                <a:moveTo>
                  <a:pt x="3187" y="142567"/>
                </a:moveTo>
                <a:cubicBezTo>
                  <a:pt x="2050" y="147126"/>
                  <a:pt x="0" y="152822"/>
                  <a:pt x="0" y="155098"/>
                </a:cubicBezTo>
                <a:cubicBezTo>
                  <a:pt x="0" y="158969"/>
                  <a:pt x="2276" y="161246"/>
                  <a:pt x="10022" y="161246"/>
                </a:cubicBezTo>
                <a:cubicBezTo>
                  <a:pt x="19356" y="161246"/>
                  <a:pt x="19131" y="150998"/>
                  <a:pt x="21181" y="142567"/>
                </a:cubicBezTo>
                <a:lnTo>
                  <a:pt x="30063" y="106106"/>
                </a:lnTo>
                <a:cubicBezTo>
                  <a:pt x="32114" y="105421"/>
                  <a:pt x="33705" y="105421"/>
                  <a:pt x="35300" y="105421"/>
                </a:cubicBezTo>
                <a:cubicBezTo>
                  <a:pt x="37351" y="105421"/>
                  <a:pt x="39172" y="107016"/>
                  <a:pt x="40311" y="109070"/>
                </a:cubicBezTo>
                <a:cubicBezTo>
                  <a:pt x="44638" y="116361"/>
                  <a:pt x="47369" y="127527"/>
                  <a:pt x="52155" y="137782"/>
                </a:cubicBezTo>
                <a:cubicBezTo>
                  <a:pt x="60123" y="154188"/>
                  <a:pt x="66274" y="161246"/>
                  <a:pt x="76296" y="161246"/>
                </a:cubicBezTo>
                <a:cubicBezTo>
                  <a:pt x="84494" y="161246"/>
                  <a:pt x="93147" y="154188"/>
                  <a:pt x="100890" y="141427"/>
                </a:cubicBezTo>
                <a:cubicBezTo>
                  <a:pt x="99298" y="139606"/>
                  <a:pt x="98388" y="138466"/>
                  <a:pt x="95653" y="138466"/>
                </a:cubicBezTo>
                <a:cubicBezTo>
                  <a:pt x="90871" y="145076"/>
                  <a:pt x="85634" y="149406"/>
                  <a:pt x="82899" y="149406"/>
                </a:cubicBezTo>
                <a:cubicBezTo>
                  <a:pt x="78343" y="149406"/>
                  <a:pt x="76752" y="145302"/>
                  <a:pt x="74246" y="140746"/>
                </a:cubicBezTo>
                <a:cubicBezTo>
                  <a:pt x="67414" y="128211"/>
                  <a:pt x="64224" y="119325"/>
                  <a:pt x="60808" y="112941"/>
                </a:cubicBezTo>
                <a:cubicBezTo>
                  <a:pt x="56936" y="105880"/>
                  <a:pt x="55341" y="102690"/>
                  <a:pt x="47369" y="100640"/>
                </a:cubicBezTo>
                <a:lnTo>
                  <a:pt x="47369" y="99729"/>
                </a:lnTo>
                <a:lnTo>
                  <a:pt x="59897" y="89269"/>
                </a:lnTo>
                <a:cubicBezTo>
                  <a:pt x="71740" y="79268"/>
                  <a:pt x="78573" y="75174"/>
                  <a:pt x="83354" y="75174"/>
                </a:cubicBezTo>
                <a:cubicBezTo>
                  <a:pt x="89731" y="75174"/>
                  <a:pt x="88821" y="78357"/>
                  <a:pt x="97018" y="78357"/>
                </a:cubicBezTo>
                <a:cubicBezTo>
                  <a:pt x="100435" y="78357"/>
                  <a:pt x="108181" y="74037"/>
                  <a:pt x="108181" y="66976"/>
                </a:cubicBezTo>
                <a:cubicBezTo>
                  <a:pt x="108181" y="60599"/>
                  <a:pt x="102940" y="59004"/>
                  <a:pt x="96337" y="59004"/>
                </a:cubicBezTo>
                <a:cubicBezTo>
                  <a:pt x="88591" y="59004"/>
                  <a:pt x="73561" y="67661"/>
                  <a:pt x="56026" y="82221"/>
                </a:cubicBezTo>
                <a:lnTo>
                  <a:pt x="46459" y="89950"/>
                </a:lnTo>
                <a:cubicBezTo>
                  <a:pt x="42362" y="93359"/>
                  <a:pt x="36895" y="96998"/>
                  <a:pt x="31884" y="96998"/>
                </a:cubicBezTo>
                <a:lnTo>
                  <a:pt x="49420" y="26258"/>
                </a:lnTo>
                <a:cubicBezTo>
                  <a:pt x="53065" y="11471"/>
                  <a:pt x="55571" y="2311"/>
                  <a:pt x="55571" y="2311"/>
                </a:cubicBezTo>
                <a:cubicBezTo>
                  <a:pt x="55571" y="695"/>
                  <a:pt x="54886" y="0"/>
                  <a:pt x="52610" y="0"/>
                </a:cubicBezTo>
                <a:cubicBezTo>
                  <a:pt x="46004" y="2311"/>
                  <a:pt x="28694" y="5313"/>
                  <a:pt x="18675" y="6005"/>
                </a:cubicBezTo>
                <a:lnTo>
                  <a:pt x="17765" y="11927"/>
                </a:lnTo>
                <a:cubicBezTo>
                  <a:pt x="17765" y="12611"/>
                  <a:pt x="18220" y="13066"/>
                  <a:pt x="19131" y="13066"/>
                </a:cubicBezTo>
                <a:lnTo>
                  <a:pt x="26647" y="13522"/>
                </a:lnTo>
                <a:cubicBezTo>
                  <a:pt x="29834" y="13522"/>
                  <a:pt x="31655" y="14887"/>
                  <a:pt x="31655" y="19888"/>
                </a:cubicBezTo>
                <a:cubicBezTo>
                  <a:pt x="31655" y="22390"/>
                  <a:pt x="31200" y="26258"/>
                  <a:pt x="30063" y="31259"/>
                </a:cubicBezTo>
                <a:lnTo>
                  <a:pt x="3187" y="142567"/>
                </a:lnTo>
                <a:close/>
                <a:moveTo>
                  <a:pt x="176850" y="93856"/>
                </a:moveTo>
                <a:lnTo>
                  <a:pt x="126975" y="93856"/>
                </a:lnTo>
                <a:lnTo>
                  <a:pt x="126975" y="108889"/>
                </a:lnTo>
                <a:lnTo>
                  <a:pt x="176850" y="108889"/>
                </a:lnTo>
                <a:lnTo>
                  <a:pt x="176850" y="159022"/>
                </a:lnTo>
                <a:lnTo>
                  <a:pt x="191880" y="159022"/>
                </a:lnTo>
                <a:lnTo>
                  <a:pt x="191880" y="108889"/>
                </a:lnTo>
                <a:lnTo>
                  <a:pt x="241758" y="108889"/>
                </a:lnTo>
                <a:lnTo>
                  <a:pt x="241758" y="93856"/>
                </a:lnTo>
                <a:lnTo>
                  <a:pt x="191880" y="93856"/>
                </a:lnTo>
                <a:lnTo>
                  <a:pt x="191880" y="43755"/>
                </a:lnTo>
                <a:lnTo>
                  <a:pt x="176850" y="43755"/>
                </a:lnTo>
                <a:lnTo>
                  <a:pt x="176850" y="938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900">
            <a:extLst xmlns:a="http://schemas.openxmlformats.org/drawingml/2006/main">
              <a:ext uri="{FF2B5EF4-FFF2-40B4-BE49-F238E27FC236}">
                <a16:creationId xmlns:a16="http://schemas.microsoft.com/office/drawing/2014/main" id="{6F915BED-520D-4111-8D5B-6D2A76FC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735" y="5057816"/>
            <a:ext cx="290596" cy="141674"/>
          </a:xfrm>
          <a:custGeom xmlns:a="http://schemas.openxmlformats.org/drawingml/2006/main">
            <a:pathLst>
              <a:path w="290596" h="141674">
                <a:moveTo>
                  <a:pt x="63835" y="72422"/>
                </a:moveTo>
                <a:cubicBezTo>
                  <a:pt x="56469" y="77429"/>
                  <a:pt x="49102" y="77659"/>
                  <a:pt x="45308" y="77659"/>
                </a:cubicBezTo>
                <a:cubicBezTo>
                  <a:pt x="23437" y="77659"/>
                  <a:pt x="18527" y="55797"/>
                  <a:pt x="18527" y="44409"/>
                </a:cubicBezTo>
                <a:cubicBezTo>
                  <a:pt x="18527" y="19360"/>
                  <a:pt x="27899" y="7972"/>
                  <a:pt x="38838" y="7972"/>
                </a:cubicBezTo>
                <a:cubicBezTo>
                  <a:pt x="52896" y="7972"/>
                  <a:pt x="65619" y="15715"/>
                  <a:pt x="65619" y="54657"/>
                </a:cubicBezTo>
                <a:cubicBezTo>
                  <a:pt x="65619" y="59668"/>
                  <a:pt x="65173" y="65815"/>
                  <a:pt x="63835" y="72422"/>
                </a:cubicBezTo>
                <a:moveTo>
                  <a:pt x="61826" y="80619"/>
                </a:moveTo>
                <a:cubicBezTo>
                  <a:pt x="55798" y="101348"/>
                  <a:pt x="41515" y="124361"/>
                  <a:pt x="11831" y="135756"/>
                </a:cubicBezTo>
                <a:cubicBezTo>
                  <a:pt x="11831" y="138487"/>
                  <a:pt x="12723" y="140537"/>
                  <a:pt x="14508" y="141674"/>
                </a:cubicBezTo>
                <a:cubicBezTo>
                  <a:pt x="37050" y="134842"/>
                  <a:pt x="50890" y="125275"/>
                  <a:pt x="63389" y="110464"/>
                </a:cubicBezTo>
                <a:cubicBezTo>
                  <a:pt x="77226" y="94058"/>
                  <a:pt x="84143" y="73332"/>
                  <a:pt x="84143" y="55341"/>
                </a:cubicBezTo>
                <a:cubicBezTo>
                  <a:pt x="84143" y="9112"/>
                  <a:pt x="58478" y="0"/>
                  <a:pt x="41290" y="0"/>
                </a:cubicBezTo>
                <a:cubicBezTo>
                  <a:pt x="12052" y="0"/>
                  <a:pt x="0" y="28923"/>
                  <a:pt x="0" y="48509"/>
                </a:cubicBezTo>
                <a:cubicBezTo>
                  <a:pt x="0" y="68092"/>
                  <a:pt x="10268" y="85627"/>
                  <a:pt x="40622" y="85627"/>
                </a:cubicBezTo>
                <a:cubicBezTo>
                  <a:pt x="46425" y="85627"/>
                  <a:pt x="55130" y="83806"/>
                  <a:pt x="61826" y="80619"/>
                </a:cubicBezTo>
                <a:close/>
                <a:moveTo>
                  <a:pt x="144406" y="7972"/>
                </a:moveTo>
                <a:cubicBezTo>
                  <a:pt x="148200" y="7972"/>
                  <a:pt x="151772" y="9341"/>
                  <a:pt x="154449" y="11847"/>
                </a:cubicBezTo>
                <a:cubicBezTo>
                  <a:pt x="161369" y="17768"/>
                  <a:pt x="167394" y="35081"/>
                  <a:pt x="167394" y="65603"/>
                </a:cubicBezTo>
                <a:cubicBezTo>
                  <a:pt x="167394" y="86562"/>
                  <a:pt x="166723" y="100914"/>
                  <a:pt x="163600" y="112531"/>
                </a:cubicBezTo>
                <a:cubicBezTo>
                  <a:pt x="158689" y="131210"/>
                  <a:pt x="147753" y="133261"/>
                  <a:pt x="143735" y="133261"/>
                </a:cubicBezTo>
                <a:cubicBezTo>
                  <a:pt x="122978" y="133261"/>
                  <a:pt x="120747" y="94308"/>
                  <a:pt x="120747" y="74489"/>
                </a:cubicBezTo>
                <a:cubicBezTo>
                  <a:pt x="120747" y="18453"/>
                  <a:pt x="134363" y="7972"/>
                  <a:pt x="144406" y="7972"/>
                </a:cubicBezTo>
                <a:moveTo>
                  <a:pt x="143514" y="141229"/>
                </a:moveTo>
                <a:cubicBezTo>
                  <a:pt x="160698" y="141229"/>
                  <a:pt x="186813" y="123464"/>
                  <a:pt x="186813" y="69933"/>
                </a:cubicBezTo>
                <a:cubicBezTo>
                  <a:pt x="186813" y="47380"/>
                  <a:pt x="181456" y="28020"/>
                  <a:pt x="171634" y="14807"/>
                </a:cubicBezTo>
                <a:cubicBezTo>
                  <a:pt x="165831" y="6836"/>
                  <a:pt x="156458" y="0"/>
                  <a:pt x="144406" y="0"/>
                </a:cubicBezTo>
                <a:cubicBezTo>
                  <a:pt x="122310" y="0"/>
                  <a:pt x="101328" y="26880"/>
                  <a:pt x="101328" y="71984"/>
                </a:cubicBezTo>
                <a:cubicBezTo>
                  <a:pt x="101328" y="96358"/>
                  <a:pt x="108694" y="119138"/>
                  <a:pt x="120972" y="131665"/>
                </a:cubicBezTo>
                <a:cubicBezTo>
                  <a:pt x="127221" y="138042"/>
                  <a:pt x="134809" y="141229"/>
                  <a:pt x="143514" y="141229"/>
                </a:cubicBezTo>
                <a:close/>
                <a:moveTo>
                  <a:pt x="248190" y="7972"/>
                </a:moveTo>
                <a:cubicBezTo>
                  <a:pt x="251983" y="7972"/>
                  <a:pt x="255556" y="9341"/>
                  <a:pt x="258233" y="11847"/>
                </a:cubicBezTo>
                <a:cubicBezTo>
                  <a:pt x="265153" y="17768"/>
                  <a:pt x="271178" y="35081"/>
                  <a:pt x="271178" y="65603"/>
                </a:cubicBezTo>
                <a:cubicBezTo>
                  <a:pt x="271178" y="86562"/>
                  <a:pt x="270507" y="100914"/>
                  <a:pt x="267384" y="112531"/>
                </a:cubicBezTo>
                <a:cubicBezTo>
                  <a:pt x="262473" y="131210"/>
                  <a:pt x="251537" y="133261"/>
                  <a:pt x="247519" y="133261"/>
                </a:cubicBezTo>
                <a:cubicBezTo>
                  <a:pt x="226761" y="133261"/>
                  <a:pt x="224531" y="94308"/>
                  <a:pt x="224531" y="74489"/>
                </a:cubicBezTo>
                <a:cubicBezTo>
                  <a:pt x="224531" y="18453"/>
                  <a:pt x="238146" y="7972"/>
                  <a:pt x="248190" y="7972"/>
                </a:cubicBezTo>
                <a:moveTo>
                  <a:pt x="247297" y="141229"/>
                </a:moveTo>
                <a:cubicBezTo>
                  <a:pt x="264482" y="141229"/>
                  <a:pt x="290596" y="123464"/>
                  <a:pt x="290596" y="69933"/>
                </a:cubicBezTo>
                <a:cubicBezTo>
                  <a:pt x="290596" y="47380"/>
                  <a:pt x="285239" y="28020"/>
                  <a:pt x="275418" y="14807"/>
                </a:cubicBezTo>
                <a:cubicBezTo>
                  <a:pt x="269614" y="6836"/>
                  <a:pt x="260242" y="0"/>
                  <a:pt x="248190" y="0"/>
                </a:cubicBezTo>
                <a:cubicBezTo>
                  <a:pt x="226094" y="0"/>
                  <a:pt x="205112" y="26880"/>
                  <a:pt x="205112" y="71984"/>
                </a:cubicBezTo>
                <a:cubicBezTo>
                  <a:pt x="205112" y="96358"/>
                  <a:pt x="212478" y="119138"/>
                  <a:pt x="224756" y="131665"/>
                </a:cubicBezTo>
                <a:cubicBezTo>
                  <a:pt x="231005" y="138042"/>
                  <a:pt x="238593" y="141229"/>
                  <a:pt x="247297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+">
            <a:extLst xmlns:a="http://schemas.openxmlformats.org/drawingml/2006/main">
              <a:ext uri="{FF2B5EF4-FFF2-40B4-BE49-F238E27FC236}">
                <a16:creationId xmlns:a16="http://schemas.microsoft.com/office/drawing/2014/main" id="{C7010983-5E64-4ACB-B401-390BC2B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0249" y="5081555"/>
            <a:ext cx="114783" cy="115266"/>
          </a:xfrm>
          <a:custGeom xmlns:a="http://schemas.openxmlformats.org/drawingml/2006/main">
            <a:pathLst>
              <a:path w="114783" h="115266">
                <a:moveTo>
                  <a:pt x="49875" y="50101"/>
                </a:moveTo>
                <a:lnTo>
                  <a:pt x="0" y="50101"/>
                </a:lnTo>
                <a:lnTo>
                  <a:pt x="0" y="65134"/>
                </a:lnTo>
                <a:lnTo>
                  <a:pt x="49875" y="65134"/>
                </a:lnTo>
                <a:lnTo>
                  <a:pt x="49875" y="115266"/>
                </a:lnTo>
                <a:lnTo>
                  <a:pt x="64905" y="115266"/>
                </a:lnTo>
                <a:lnTo>
                  <a:pt x="64905" y="65134"/>
                </a:lnTo>
                <a:lnTo>
                  <a:pt x="114783" y="65134"/>
                </a:lnTo>
                <a:lnTo>
                  <a:pt x="114783" y="50101"/>
                </a:lnTo>
                <a:lnTo>
                  <a:pt x="64905" y="50101"/>
                </a:lnTo>
                <a:lnTo>
                  <a:pt x="64905" y="0"/>
                </a:lnTo>
                <a:lnTo>
                  <a:pt x="49875" y="0"/>
                </a:lnTo>
                <a:lnTo>
                  <a:pt x="49875" y="501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500">
            <a:extLst xmlns:a="http://schemas.openxmlformats.org/drawingml/2006/main">
              <a:ext uri="{FF2B5EF4-FFF2-40B4-BE49-F238E27FC236}">
                <a16:creationId xmlns:a16="http://schemas.microsoft.com/office/drawing/2014/main" id="{B30ED120-E29B-4EC9-97D6-B51E13FA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6426" y="5057594"/>
            <a:ext cx="289704" cy="141674"/>
          </a:xfrm>
          <a:custGeom xmlns:a="http://schemas.openxmlformats.org/drawingml/2006/main">
            <a:pathLst>
              <a:path w="289704" h="141674">
                <a:moveTo>
                  <a:pt x="59149" y="96177"/>
                </a:moveTo>
                <a:cubicBezTo>
                  <a:pt x="59149" y="117786"/>
                  <a:pt x="47989" y="133705"/>
                  <a:pt x="34598" y="133705"/>
                </a:cubicBezTo>
                <a:cubicBezTo>
                  <a:pt x="26114" y="133705"/>
                  <a:pt x="23213" y="128020"/>
                  <a:pt x="19865" y="123471"/>
                </a:cubicBezTo>
                <a:cubicBezTo>
                  <a:pt x="16963" y="119603"/>
                  <a:pt x="13170" y="116191"/>
                  <a:pt x="8483" y="116191"/>
                </a:cubicBezTo>
                <a:cubicBezTo>
                  <a:pt x="4243" y="116191"/>
                  <a:pt x="0" y="120059"/>
                  <a:pt x="0" y="124607"/>
                </a:cubicBezTo>
                <a:cubicBezTo>
                  <a:pt x="0" y="133931"/>
                  <a:pt x="18973" y="141674"/>
                  <a:pt x="31696" y="141674"/>
                </a:cubicBezTo>
                <a:cubicBezTo>
                  <a:pt x="59370" y="141674"/>
                  <a:pt x="79010" y="120740"/>
                  <a:pt x="79010" y="92084"/>
                </a:cubicBezTo>
                <a:cubicBezTo>
                  <a:pt x="79010" y="70024"/>
                  <a:pt x="64056" y="50222"/>
                  <a:pt x="39059" y="50222"/>
                </a:cubicBezTo>
                <a:cubicBezTo>
                  <a:pt x="29462" y="50222"/>
                  <a:pt x="21203" y="52273"/>
                  <a:pt x="17188" y="53864"/>
                </a:cubicBezTo>
                <a:lnTo>
                  <a:pt x="21650" y="15881"/>
                </a:lnTo>
                <a:cubicBezTo>
                  <a:pt x="29908" y="16792"/>
                  <a:pt x="37050" y="17928"/>
                  <a:pt x="47764" y="17928"/>
                </a:cubicBezTo>
                <a:cubicBezTo>
                  <a:pt x="54459" y="17772"/>
                  <a:pt x="62047" y="17313"/>
                  <a:pt x="71198" y="16399"/>
                </a:cubicBezTo>
                <a:lnTo>
                  <a:pt x="74770" y="914"/>
                </a:lnTo>
                <a:lnTo>
                  <a:pt x="73207" y="0"/>
                </a:lnTo>
                <a:cubicBezTo>
                  <a:pt x="60487" y="1533"/>
                  <a:pt x="48435" y="2669"/>
                  <a:pt x="36604" y="2669"/>
                </a:cubicBezTo>
                <a:cubicBezTo>
                  <a:pt x="28348" y="2669"/>
                  <a:pt x="20311" y="2214"/>
                  <a:pt x="12499" y="1533"/>
                </a:cubicBezTo>
                <a:lnTo>
                  <a:pt x="4911" y="67066"/>
                </a:lnTo>
                <a:cubicBezTo>
                  <a:pt x="16742" y="62517"/>
                  <a:pt x="25222" y="61607"/>
                  <a:pt x="33256" y="61607"/>
                </a:cubicBezTo>
                <a:cubicBezTo>
                  <a:pt x="47764" y="61607"/>
                  <a:pt x="59149" y="71389"/>
                  <a:pt x="59149" y="96177"/>
                </a:cubicBezTo>
                <a:close/>
                <a:moveTo>
                  <a:pt x="143514" y="8194"/>
                </a:moveTo>
                <a:cubicBezTo>
                  <a:pt x="147308" y="8194"/>
                  <a:pt x="150880" y="9564"/>
                  <a:pt x="153557" y="12069"/>
                </a:cubicBezTo>
                <a:cubicBezTo>
                  <a:pt x="160477" y="17991"/>
                  <a:pt x="166502" y="35304"/>
                  <a:pt x="166502" y="65826"/>
                </a:cubicBezTo>
                <a:cubicBezTo>
                  <a:pt x="166502" y="86784"/>
                  <a:pt x="165831" y="101136"/>
                  <a:pt x="162708" y="112754"/>
                </a:cubicBezTo>
                <a:cubicBezTo>
                  <a:pt x="157797" y="131433"/>
                  <a:pt x="146862" y="133483"/>
                  <a:pt x="142843" y="133483"/>
                </a:cubicBezTo>
                <a:cubicBezTo>
                  <a:pt x="122086" y="133483"/>
                  <a:pt x="119855" y="94530"/>
                  <a:pt x="119855" y="74712"/>
                </a:cubicBezTo>
                <a:cubicBezTo>
                  <a:pt x="119855" y="18675"/>
                  <a:pt x="133471" y="8194"/>
                  <a:pt x="143514" y="8194"/>
                </a:cubicBezTo>
                <a:moveTo>
                  <a:pt x="142622" y="141451"/>
                </a:moveTo>
                <a:cubicBezTo>
                  <a:pt x="159806" y="141451"/>
                  <a:pt x="185921" y="123687"/>
                  <a:pt x="185921" y="70156"/>
                </a:cubicBezTo>
                <a:cubicBezTo>
                  <a:pt x="185921" y="47602"/>
                  <a:pt x="180564" y="28242"/>
                  <a:pt x="170742" y="15030"/>
                </a:cubicBezTo>
                <a:cubicBezTo>
                  <a:pt x="164939" y="7058"/>
                  <a:pt x="155566" y="222"/>
                  <a:pt x="143514" y="222"/>
                </a:cubicBezTo>
                <a:cubicBezTo>
                  <a:pt x="121418" y="222"/>
                  <a:pt x="100436" y="27102"/>
                  <a:pt x="100436" y="72206"/>
                </a:cubicBezTo>
                <a:cubicBezTo>
                  <a:pt x="100436" y="96581"/>
                  <a:pt x="107802" y="119360"/>
                  <a:pt x="120080" y="131888"/>
                </a:cubicBezTo>
                <a:cubicBezTo>
                  <a:pt x="126329" y="138265"/>
                  <a:pt x="133917" y="141451"/>
                  <a:pt x="142622" y="141451"/>
                </a:cubicBezTo>
                <a:close/>
                <a:moveTo>
                  <a:pt x="247297" y="8194"/>
                </a:moveTo>
                <a:cubicBezTo>
                  <a:pt x="251091" y="8194"/>
                  <a:pt x="254664" y="9564"/>
                  <a:pt x="257341" y="12069"/>
                </a:cubicBezTo>
                <a:cubicBezTo>
                  <a:pt x="264261" y="17991"/>
                  <a:pt x="270285" y="35304"/>
                  <a:pt x="270285" y="65826"/>
                </a:cubicBezTo>
                <a:cubicBezTo>
                  <a:pt x="270285" y="86784"/>
                  <a:pt x="269614" y="101136"/>
                  <a:pt x="266491" y="112754"/>
                </a:cubicBezTo>
                <a:cubicBezTo>
                  <a:pt x="261581" y="131433"/>
                  <a:pt x="250645" y="133483"/>
                  <a:pt x="246626" y="133483"/>
                </a:cubicBezTo>
                <a:cubicBezTo>
                  <a:pt x="225869" y="133483"/>
                  <a:pt x="223638" y="94530"/>
                  <a:pt x="223638" y="74712"/>
                </a:cubicBezTo>
                <a:cubicBezTo>
                  <a:pt x="223638" y="18675"/>
                  <a:pt x="237254" y="8194"/>
                  <a:pt x="247297" y="8194"/>
                </a:cubicBezTo>
                <a:moveTo>
                  <a:pt x="246405" y="141451"/>
                </a:moveTo>
                <a:cubicBezTo>
                  <a:pt x="263590" y="141451"/>
                  <a:pt x="289704" y="123687"/>
                  <a:pt x="289704" y="70156"/>
                </a:cubicBezTo>
                <a:cubicBezTo>
                  <a:pt x="289704" y="47602"/>
                  <a:pt x="284347" y="28242"/>
                  <a:pt x="274525" y="15030"/>
                </a:cubicBezTo>
                <a:cubicBezTo>
                  <a:pt x="268722" y="7058"/>
                  <a:pt x="259350" y="222"/>
                  <a:pt x="247297" y="222"/>
                </a:cubicBezTo>
                <a:cubicBezTo>
                  <a:pt x="225202" y="222"/>
                  <a:pt x="204220" y="27102"/>
                  <a:pt x="204220" y="72206"/>
                </a:cubicBezTo>
                <a:cubicBezTo>
                  <a:pt x="204220" y="96581"/>
                  <a:pt x="211586" y="119360"/>
                  <a:pt x="223863" y="131888"/>
                </a:cubicBezTo>
                <a:cubicBezTo>
                  <a:pt x="230113" y="138265"/>
                  <a:pt x="237700" y="141451"/>
                  <a:pt x="246405" y="14145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)≈">
            <a:extLst xmlns:a="http://schemas.openxmlformats.org/drawingml/2006/main">
              <a:ext uri="{FF2B5EF4-FFF2-40B4-BE49-F238E27FC236}">
                <a16:creationId xmlns:a16="http://schemas.microsoft.com/office/drawing/2014/main" id="{F82CBF26-8035-4DBF-98C8-6480EB85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3705" y="5033528"/>
            <a:ext cx="283088" cy="209300"/>
          </a:xfrm>
          <a:custGeom xmlns:a="http://schemas.openxmlformats.org/drawingml/2006/main">
            <a:pathLst>
              <a:path w="283088" h="209300">
                <a:moveTo>
                  <a:pt x="2050" y="0"/>
                </a:moveTo>
                <a:lnTo>
                  <a:pt x="0" y="3645"/>
                </a:lnTo>
                <a:cubicBezTo>
                  <a:pt x="29379" y="27328"/>
                  <a:pt x="38716" y="53520"/>
                  <a:pt x="38716" y="104080"/>
                </a:cubicBezTo>
                <a:cubicBezTo>
                  <a:pt x="38716" y="154414"/>
                  <a:pt x="30063" y="181968"/>
                  <a:pt x="0" y="205654"/>
                </a:cubicBezTo>
                <a:lnTo>
                  <a:pt x="2731" y="209300"/>
                </a:lnTo>
                <a:cubicBezTo>
                  <a:pt x="34160" y="189940"/>
                  <a:pt x="58302" y="147123"/>
                  <a:pt x="58302" y="104765"/>
                </a:cubicBezTo>
                <a:cubicBezTo>
                  <a:pt x="58302" y="58302"/>
                  <a:pt x="35074" y="21407"/>
                  <a:pt x="2050" y="0"/>
                </a:cubicBezTo>
                <a:close/>
                <a:moveTo>
                  <a:pt x="283088" y="65655"/>
                </a:moveTo>
                <a:lnTo>
                  <a:pt x="278532" y="63605"/>
                </a:lnTo>
                <a:cubicBezTo>
                  <a:pt x="274890" y="76804"/>
                  <a:pt x="267829" y="88341"/>
                  <a:pt x="252799" y="88341"/>
                </a:cubicBezTo>
                <a:cubicBezTo>
                  <a:pt x="235034" y="88341"/>
                  <a:pt x="220001" y="63379"/>
                  <a:pt x="199505" y="63379"/>
                </a:cubicBezTo>
                <a:cubicBezTo>
                  <a:pt x="179693" y="63379"/>
                  <a:pt x="169215" y="75448"/>
                  <a:pt x="163978" y="93582"/>
                </a:cubicBezTo>
                <a:lnTo>
                  <a:pt x="168531" y="95403"/>
                </a:lnTo>
                <a:cubicBezTo>
                  <a:pt x="173542" y="83591"/>
                  <a:pt x="181740" y="75219"/>
                  <a:pt x="195178" y="75219"/>
                </a:cubicBezTo>
                <a:cubicBezTo>
                  <a:pt x="212943" y="75219"/>
                  <a:pt x="226152" y="99958"/>
                  <a:pt x="248243" y="99958"/>
                </a:cubicBezTo>
                <a:cubicBezTo>
                  <a:pt x="270105" y="99958"/>
                  <a:pt x="279898" y="85853"/>
                  <a:pt x="283088" y="65655"/>
                </a:cubicBezTo>
                <a:moveTo>
                  <a:pt x="282859" y="111975"/>
                </a:moveTo>
                <a:lnTo>
                  <a:pt x="278306" y="109699"/>
                </a:lnTo>
                <a:cubicBezTo>
                  <a:pt x="274661" y="122919"/>
                  <a:pt x="267603" y="134602"/>
                  <a:pt x="252570" y="134602"/>
                </a:cubicBezTo>
                <a:cubicBezTo>
                  <a:pt x="234805" y="134602"/>
                  <a:pt x="219775" y="109470"/>
                  <a:pt x="199279" y="109470"/>
                </a:cubicBezTo>
                <a:cubicBezTo>
                  <a:pt x="179464" y="109470"/>
                  <a:pt x="168760" y="121542"/>
                  <a:pt x="163523" y="139842"/>
                </a:cubicBezTo>
                <a:lnTo>
                  <a:pt x="168305" y="141663"/>
                </a:lnTo>
                <a:cubicBezTo>
                  <a:pt x="173316" y="129792"/>
                  <a:pt x="181514" y="121313"/>
                  <a:pt x="194952" y="121313"/>
                </a:cubicBezTo>
                <a:cubicBezTo>
                  <a:pt x="212714" y="121313"/>
                  <a:pt x="225923" y="146219"/>
                  <a:pt x="248014" y="146219"/>
                </a:cubicBezTo>
                <a:cubicBezTo>
                  <a:pt x="269879" y="146219"/>
                  <a:pt x="279672" y="132312"/>
                  <a:pt x="282859" y="1119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0">
            <a:extLst xmlns:a="http://schemas.openxmlformats.org/drawingml/2006/main">
              <a:ext uri="{FF2B5EF4-FFF2-40B4-BE49-F238E27FC236}">
                <a16:creationId xmlns:a16="http://schemas.microsoft.com/office/drawing/2014/main" id="{2F8A491F-E4C0-4A21-BAC9-6A9D126B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1250" y="5057816"/>
            <a:ext cx="85484" cy="141229"/>
          </a:xfrm>
          <a:custGeom xmlns:a="http://schemas.openxmlformats.org/drawingml/2006/main">
            <a:pathLst>
              <a:path w="85484" h="141229">
                <a:moveTo>
                  <a:pt x="43078" y="7972"/>
                </a:moveTo>
                <a:cubicBezTo>
                  <a:pt x="46872" y="7972"/>
                  <a:pt x="50444" y="9341"/>
                  <a:pt x="53121" y="11847"/>
                </a:cubicBezTo>
                <a:cubicBezTo>
                  <a:pt x="60041" y="17768"/>
                  <a:pt x="66066" y="35081"/>
                  <a:pt x="66066" y="65603"/>
                </a:cubicBezTo>
                <a:cubicBezTo>
                  <a:pt x="66066" y="86562"/>
                  <a:pt x="65395" y="100914"/>
                  <a:pt x="62272" y="112531"/>
                </a:cubicBezTo>
                <a:cubicBezTo>
                  <a:pt x="57361" y="131210"/>
                  <a:pt x="46425" y="133261"/>
                  <a:pt x="42407" y="133261"/>
                </a:cubicBezTo>
                <a:cubicBezTo>
                  <a:pt x="21650" y="133261"/>
                  <a:pt x="19419" y="94308"/>
                  <a:pt x="19419" y="74489"/>
                </a:cubicBezTo>
                <a:cubicBezTo>
                  <a:pt x="19419" y="18453"/>
                  <a:pt x="33035" y="7972"/>
                  <a:pt x="43078" y="7972"/>
                </a:cubicBezTo>
                <a:moveTo>
                  <a:pt x="42185" y="141229"/>
                </a:moveTo>
                <a:cubicBezTo>
                  <a:pt x="59370" y="141229"/>
                  <a:pt x="85484" y="123464"/>
                  <a:pt x="85484" y="69933"/>
                </a:cubicBezTo>
                <a:cubicBezTo>
                  <a:pt x="85484" y="47380"/>
                  <a:pt x="80127" y="28020"/>
                  <a:pt x="70306" y="14807"/>
                </a:cubicBezTo>
                <a:cubicBezTo>
                  <a:pt x="64502" y="6836"/>
                  <a:pt x="55130" y="0"/>
                  <a:pt x="43078" y="0"/>
                </a:cubicBezTo>
                <a:cubicBezTo>
                  <a:pt x="20982" y="0"/>
                  <a:pt x="0" y="26880"/>
                  <a:pt x="0" y="71984"/>
                </a:cubicBezTo>
                <a:cubicBezTo>
                  <a:pt x="0" y="96358"/>
                  <a:pt x="7366" y="119138"/>
                  <a:pt x="19644" y="131665"/>
                </a:cubicBezTo>
                <a:cubicBezTo>
                  <a:pt x="25893" y="138042"/>
                  <a:pt x="33481" y="141229"/>
                  <a:pt x="42185" y="1412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.">
            <a:extLst xmlns:a="http://schemas.openxmlformats.org/drawingml/2006/main">
              <a:ext uri="{FF2B5EF4-FFF2-40B4-BE49-F238E27FC236}">
                <a16:creationId xmlns:a16="http://schemas.microsoft.com/office/drawing/2014/main" id="{1EB7AA1F-BC95-4542-AF45-6C2134372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852" y="5175188"/>
            <a:ext cx="28013" cy="24368"/>
          </a:xfrm>
          <a:custGeom xmlns:a="http://schemas.openxmlformats.org/drawingml/2006/main">
            <a:pathLst>
              <a:path w="28013" h="24368">
                <a:moveTo>
                  <a:pt x="0" y="12069"/>
                </a:moveTo>
                <a:cubicBezTo>
                  <a:pt x="0" y="18675"/>
                  <a:pt x="6377" y="24368"/>
                  <a:pt x="13894" y="24368"/>
                </a:cubicBezTo>
                <a:cubicBezTo>
                  <a:pt x="21410" y="24368"/>
                  <a:pt x="28013" y="18675"/>
                  <a:pt x="28013" y="12069"/>
                </a:cubicBezTo>
                <a:cubicBezTo>
                  <a:pt x="28013" y="5463"/>
                  <a:pt x="21410" y="0"/>
                  <a:pt x="13894" y="0"/>
                </a:cubicBezTo>
                <a:cubicBezTo>
                  <a:pt x="6377" y="0"/>
                  <a:pt x="0" y="5463"/>
                  <a:pt x="0" y="120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92.">
            <a:extLst xmlns:a="http://schemas.openxmlformats.org/drawingml/2006/main">
              <a:ext uri="{FF2B5EF4-FFF2-40B4-BE49-F238E27FC236}">
                <a16:creationId xmlns:a16="http://schemas.microsoft.com/office/drawing/2014/main" id="{98B3EDCF-7442-4734-9FD7-938E03D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583" y="5057816"/>
            <a:ext cx="232762" cy="141674"/>
          </a:xfrm>
          <a:custGeom xmlns:a="http://schemas.openxmlformats.org/drawingml/2006/main">
            <a:pathLst>
              <a:path w="232762" h="141674">
                <a:moveTo>
                  <a:pt x="63835" y="72422"/>
                </a:moveTo>
                <a:cubicBezTo>
                  <a:pt x="56469" y="77429"/>
                  <a:pt x="49102" y="77659"/>
                  <a:pt x="45308" y="77659"/>
                </a:cubicBezTo>
                <a:cubicBezTo>
                  <a:pt x="23437" y="77659"/>
                  <a:pt x="18527" y="55797"/>
                  <a:pt x="18527" y="44409"/>
                </a:cubicBezTo>
                <a:cubicBezTo>
                  <a:pt x="18527" y="19360"/>
                  <a:pt x="27899" y="7972"/>
                  <a:pt x="38838" y="7972"/>
                </a:cubicBezTo>
                <a:cubicBezTo>
                  <a:pt x="52896" y="7972"/>
                  <a:pt x="65619" y="15715"/>
                  <a:pt x="65619" y="54657"/>
                </a:cubicBezTo>
                <a:cubicBezTo>
                  <a:pt x="65619" y="59668"/>
                  <a:pt x="65173" y="65815"/>
                  <a:pt x="63835" y="72422"/>
                </a:cubicBezTo>
                <a:moveTo>
                  <a:pt x="61826" y="80619"/>
                </a:moveTo>
                <a:cubicBezTo>
                  <a:pt x="55798" y="101348"/>
                  <a:pt x="41515" y="124361"/>
                  <a:pt x="11831" y="135756"/>
                </a:cubicBezTo>
                <a:cubicBezTo>
                  <a:pt x="11831" y="138487"/>
                  <a:pt x="12723" y="140537"/>
                  <a:pt x="14508" y="141674"/>
                </a:cubicBezTo>
                <a:cubicBezTo>
                  <a:pt x="37050" y="134842"/>
                  <a:pt x="50890" y="125275"/>
                  <a:pt x="63389" y="110464"/>
                </a:cubicBezTo>
                <a:cubicBezTo>
                  <a:pt x="77226" y="94058"/>
                  <a:pt x="84143" y="73332"/>
                  <a:pt x="84143" y="55341"/>
                </a:cubicBezTo>
                <a:cubicBezTo>
                  <a:pt x="84143" y="9112"/>
                  <a:pt x="58478" y="0"/>
                  <a:pt x="41290" y="0"/>
                </a:cubicBezTo>
                <a:cubicBezTo>
                  <a:pt x="12052" y="0"/>
                  <a:pt x="0" y="28923"/>
                  <a:pt x="0" y="48509"/>
                </a:cubicBezTo>
                <a:cubicBezTo>
                  <a:pt x="0" y="68092"/>
                  <a:pt x="10268" y="85627"/>
                  <a:pt x="40622" y="85627"/>
                </a:cubicBezTo>
                <a:cubicBezTo>
                  <a:pt x="46425" y="85627"/>
                  <a:pt x="55130" y="83806"/>
                  <a:pt x="61826" y="80619"/>
                </a:cubicBezTo>
                <a:close/>
                <a:moveTo>
                  <a:pt x="106239" y="32284"/>
                </a:moveTo>
                <a:cubicBezTo>
                  <a:pt x="106239" y="37059"/>
                  <a:pt x="110479" y="41145"/>
                  <a:pt x="115169" y="41145"/>
                </a:cubicBezTo>
                <a:cubicBezTo>
                  <a:pt x="118962" y="41145"/>
                  <a:pt x="125658" y="37059"/>
                  <a:pt x="125658" y="32058"/>
                </a:cubicBezTo>
                <a:cubicBezTo>
                  <a:pt x="125658" y="30241"/>
                  <a:pt x="125212" y="28878"/>
                  <a:pt x="124766" y="27287"/>
                </a:cubicBezTo>
                <a:cubicBezTo>
                  <a:pt x="124319" y="25695"/>
                  <a:pt x="122978" y="23652"/>
                  <a:pt x="122978" y="21834"/>
                </a:cubicBezTo>
                <a:cubicBezTo>
                  <a:pt x="122978" y="16152"/>
                  <a:pt x="128781" y="7972"/>
                  <a:pt x="145073" y="7972"/>
                </a:cubicBezTo>
                <a:cubicBezTo>
                  <a:pt x="153111" y="7972"/>
                  <a:pt x="164492" y="13654"/>
                  <a:pt x="164492" y="35467"/>
                </a:cubicBezTo>
                <a:cubicBezTo>
                  <a:pt x="164492" y="50045"/>
                  <a:pt x="159360" y="61909"/>
                  <a:pt x="146190" y="75601"/>
                </a:cubicBezTo>
                <a:lnTo>
                  <a:pt x="129673" y="92258"/>
                </a:lnTo>
                <a:cubicBezTo>
                  <a:pt x="107802" y="115075"/>
                  <a:pt x="104230" y="126025"/>
                  <a:pt x="104230" y="139464"/>
                </a:cubicBezTo>
                <a:cubicBezTo>
                  <a:pt x="104230" y="139464"/>
                  <a:pt x="115615" y="139005"/>
                  <a:pt x="122756" y="139005"/>
                </a:cubicBezTo>
                <a:lnTo>
                  <a:pt x="161815" y="139005"/>
                </a:lnTo>
                <a:cubicBezTo>
                  <a:pt x="168957" y="139005"/>
                  <a:pt x="179225" y="139464"/>
                  <a:pt x="179225" y="139464"/>
                </a:cubicBezTo>
                <a:cubicBezTo>
                  <a:pt x="182123" y="127391"/>
                  <a:pt x="184357" y="110283"/>
                  <a:pt x="184578" y="103440"/>
                </a:cubicBezTo>
                <a:cubicBezTo>
                  <a:pt x="183240" y="102297"/>
                  <a:pt x="180338" y="101842"/>
                  <a:pt x="178108" y="102297"/>
                </a:cubicBezTo>
                <a:cubicBezTo>
                  <a:pt x="174314" y="118498"/>
                  <a:pt x="170520" y="124204"/>
                  <a:pt x="162483" y="124204"/>
                </a:cubicBezTo>
                <a:lnTo>
                  <a:pt x="122756" y="124204"/>
                </a:lnTo>
                <a:cubicBezTo>
                  <a:pt x="122756" y="113251"/>
                  <a:pt x="138156" y="97734"/>
                  <a:pt x="139274" y="96595"/>
                </a:cubicBezTo>
                <a:lnTo>
                  <a:pt x="161815" y="74461"/>
                </a:lnTo>
                <a:cubicBezTo>
                  <a:pt x="174535" y="61909"/>
                  <a:pt x="184132" y="51870"/>
                  <a:pt x="184132" y="34557"/>
                </a:cubicBezTo>
                <a:cubicBezTo>
                  <a:pt x="184132" y="10019"/>
                  <a:pt x="164492" y="0"/>
                  <a:pt x="146415" y="0"/>
                </a:cubicBezTo>
                <a:cubicBezTo>
                  <a:pt x="121639" y="0"/>
                  <a:pt x="106239" y="18651"/>
                  <a:pt x="106239" y="32284"/>
                </a:cubicBezTo>
                <a:close/>
                <a:moveTo>
                  <a:pt x="209103" y="129160"/>
                </a:moveTo>
                <a:cubicBezTo>
                  <a:pt x="209103" y="135766"/>
                  <a:pt x="214460" y="141229"/>
                  <a:pt x="220931" y="141229"/>
                </a:cubicBezTo>
                <a:cubicBezTo>
                  <a:pt x="227405" y="141229"/>
                  <a:pt x="232762" y="135766"/>
                  <a:pt x="232762" y="129160"/>
                </a:cubicBezTo>
                <a:cubicBezTo>
                  <a:pt x="232762" y="122557"/>
                  <a:pt x="227405" y="117091"/>
                  <a:pt x="220931" y="117091"/>
                </a:cubicBezTo>
                <a:cubicBezTo>
                  <a:pt x="214460" y="117091"/>
                  <a:pt x="209103" y="122557"/>
                  <a:pt x="209103" y="12916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715646-EF47-454F-8C96-FE6B0503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0673" y="104599"/>
            <a:ext cx="5408905" cy="3042509"/>
          </a:xfrm>
          <a:custGeom xmlns:a="http://schemas.openxmlformats.org/drawingml/2006/main">
            <a:pathLst>
              <a:path w="5408905" h="3042509">
                <a:moveTo>
                  <a:pt x="0" y="3042509"/>
                </a:moveTo>
                <a:lnTo>
                  <a:pt x="0" y="0"/>
                </a:lnTo>
                <a:lnTo>
                  <a:pt x="5408905" y="0"/>
                </a:lnTo>
                <a:lnTo>
                  <a:pt x="5408905" y="3042509"/>
                </a:lnTo>
                <a:lnTo>
                  <a:pt x="0" y="30425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FDF630-727D-41DD-95FB-4D0BD9F3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040" y="172580"/>
            <a:ext cx="2201538" cy="619149"/>
          </a:xfrm>
          <a:custGeom xmlns:a="http://schemas.openxmlformats.org/drawingml/2006/main">
            <a:pathLst>
              <a:path w="2201538" h="619149">
                <a:moveTo>
                  <a:pt x="0" y="619149"/>
                </a:moveTo>
                <a:lnTo>
                  <a:pt x="0" y="0"/>
                </a:lnTo>
                <a:lnTo>
                  <a:pt x="2201538" y="0"/>
                </a:lnTo>
                <a:lnTo>
                  <a:pt x="2201538" y="619149"/>
                </a:lnTo>
                <a:lnTo>
                  <a:pt x="0" y="61914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Text reachable(B)ifFdoes">
            <a:extLst xmlns:a="http://schemas.openxmlformats.org/drawingml/2006/main">
              <a:ext uri="{FF2B5EF4-FFF2-40B4-BE49-F238E27FC236}">
                <a16:creationId xmlns:a16="http://schemas.microsoft.com/office/drawing/2014/main" id="{7EB44FAB-D109-427F-A667-6845BFE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408" y="271980"/>
            <a:ext cx="2046140" cy="197610"/>
          </a:xfrm>
          <a:custGeom xmlns:a="http://schemas.openxmlformats.org/drawingml/2006/main">
            <a:pathLst>
              <a:path w="2046140" h="197610">
                <a:moveTo>
                  <a:pt x="0" y="153241"/>
                </a:moveTo>
                <a:lnTo>
                  <a:pt x="0" y="44164"/>
                </a:lnTo>
                <a:lnTo>
                  <a:pt x="16639" y="44164"/>
                </a:lnTo>
                <a:lnTo>
                  <a:pt x="16639" y="60701"/>
                </a:lnTo>
                <a:cubicBezTo>
                  <a:pt x="20884" y="52963"/>
                  <a:pt x="24804" y="47862"/>
                  <a:pt x="28399" y="45397"/>
                </a:cubicBezTo>
                <a:cubicBezTo>
                  <a:pt x="31994" y="42932"/>
                  <a:pt x="35948" y="41699"/>
                  <a:pt x="40262" y="41699"/>
                </a:cubicBezTo>
                <a:cubicBezTo>
                  <a:pt x="46493" y="41699"/>
                  <a:pt x="52826" y="43685"/>
                  <a:pt x="59263" y="47657"/>
                </a:cubicBezTo>
                <a:lnTo>
                  <a:pt x="52895" y="64796"/>
                </a:lnTo>
                <a:cubicBezTo>
                  <a:pt x="48376" y="62134"/>
                  <a:pt x="43856" y="60803"/>
                  <a:pt x="39337" y="60803"/>
                </a:cubicBezTo>
                <a:cubicBezTo>
                  <a:pt x="35297" y="60803"/>
                  <a:pt x="31668" y="62019"/>
                  <a:pt x="28450" y="64449"/>
                </a:cubicBezTo>
                <a:cubicBezTo>
                  <a:pt x="25232" y="66880"/>
                  <a:pt x="22938" y="70252"/>
                  <a:pt x="21569" y="74566"/>
                </a:cubicBezTo>
                <a:cubicBezTo>
                  <a:pt x="19515" y="81139"/>
                  <a:pt x="18487" y="88329"/>
                  <a:pt x="18487" y="96135"/>
                </a:cubicBezTo>
                <a:lnTo>
                  <a:pt x="18487" y="153241"/>
                </a:lnTo>
                <a:lnTo>
                  <a:pt x="0" y="153241"/>
                </a:lnTo>
                <a:close/>
                <a:moveTo>
                  <a:pt x="144920" y="117909"/>
                </a:moveTo>
                <a:lnTo>
                  <a:pt x="164024" y="120374"/>
                </a:lnTo>
                <a:cubicBezTo>
                  <a:pt x="161011" y="131567"/>
                  <a:pt x="155431" y="140254"/>
                  <a:pt x="147282" y="146436"/>
                </a:cubicBezTo>
                <a:cubicBezTo>
                  <a:pt x="139134" y="152616"/>
                  <a:pt x="128726" y="155706"/>
                  <a:pt x="116059" y="155706"/>
                </a:cubicBezTo>
                <a:cubicBezTo>
                  <a:pt x="100105" y="155706"/>
                  <a:pt x="87455" y="150793"/>
                  <a:pt x="78108" y="140967"/>
                </a:cubicBezTo>
                <a:cubicBezTo>
                  <a:pt x="68762" y="131141"/>
                  <a:pt x="64089" y="117361"/>
                  <a:pt x="64089" y="99627"/>
                </a:cubicBezTo>
                <a:cubicBezTo>
                  <a:pt x="64089" y="81276"/>
                  <a:pt x="68813" y="67034"/>
                  <a:pt x="78263" y="56900"/>
                </a:cubicBezTo>
                <a:cubicBezTo>
                  <a:pt x="87712" y="46766"/>
                  <a:pt x="99968" y="41699"/>
                  <a:pt x="115032" y="41699"/>
                </a:cubicBezTo>
                <a:cubicBezTo>
                  <a:pt x="129617" y="41699"/>
                  <a:pt x="141531" y="46656"/>
                  <a:pt x="150774" y="56570"/>
                </a:cubicBezTo>
                <a:cubicBezTo>
                  <a:pt x="160018" y="66481"/>
                  <a:pt x="164640" y="80426"/>
                  <a:pt x="164640" y="98404"/>
                </a:cubicBezTo>
                <a:cubicBezTo>
                  <a:pt x="164640" y="99497"/>
                  <a:pt x="164606" y="101138"/>
                  <a:pt x="164537" y="103324"/>
                </a:cubicBezTo>
                <a:lnTo>
                  <a:pt x="83193" y="103324"/>
                </a:lnTo>
                <a:cubicBezTo>
                  <a:pt x="83877" y="115341"/>
                  <a:pt x="87267" y="124542"/>
                  <a:pt x="93361" y="130927"/>
                </a:cubicBezTo>
                <a:cubicBezTo>
                  <a:pt x="99455" y="137312"/>
                  <a:pt x="107055" y="140505"/>
                  <a:pt x="116162" y="140505"/>
                </a:cubicBezTo>
                <a:cubicBezTo>
                  <a:pt x="122941" y="140505"/>
                  <a:pt x="128726" y="138708"/>
                  <a:pt x="133520" y="135116"/>
                </a:cubicBezTo>
                <a:cubicBezTo>
                  <a:pt x="138313" y="131521"/>
                  <a:pt x="142113" y="125785"/>
                  <a:pt x="144920" y="117909"/>
                </a:cubicBezTo>
                <a:moveTo>
                  <a:pt x="84220" y="88124"/>
                </a:moveTo>
                <a:lnTo>
                  <a:pt x="145126" y="88124"/>
                </a:lnTo>
                <a:cubicBezTo>
                  <a:pt x="144304" y="78978"/>
                  <a:pt x="141976" y="72119"/>
                  <a:pt x="138141" y="67547"/>
                </a:cubicBezTo>
                <a:cubicBezTo>
                  <a:pt x="132253" y="60449"/>
                  <a:pt x="124618" y="56900"/>
                  <a:pt x="115237" y="56900"/>
                </a:cubicBezTo>
                <a:cubicBezTo>
                  <a:pt x="106747" y="56900"/>
                  <a:pt x="99609" y="59733"/>
                  <a:pt x="93823" y="65399"/>
                </a:cubicBezTo>
                <a:cubicBezTo>
                  <a:pt x="88037" y="71063"/>
                  <a:pt x="84836" y="78638"/>
                  <a:pt x="84220" y="88124"/>
                </a:cubicBezTo>
                <a:close/>
                <a:moveTo>
                  <a:pt x="258381" y="139478"/>
                </a:moveTo>
                <a:cubicBezTo>
                  <a:pt x="251533" y="145411"/>
                  <a:pt x="244943" y="149600"/>
                  <a:pt x="238609" y="152043"/>
                </a:cubicBezTo>
                <a:cubicBezTo>
                  <a:pt x="232276" y="154485"/>
                  <a:pt x="225480" y="155706"/>
                  <a:pt x="218222" y="155706"/>
                </a:cubicBezTo>
                <a:cubicBezTo>
                  <a:pt x="206239" y="155706"/>
                  <a:pt x="197030" y="152778"/>
                  <a:pt x="190593" y="146924"/>
                </a:cubicBezTo>
                <a:cubicBezTo>
                  <a:pt x="184157" y="141070"/>
                  <a:pt x="180939" y="133589"/>
                  <a:pt x="180939" y="124482"/>
                </a:cubicBezTo>
                <a:cubicBezTo>
                  <a:pt x="180939" y="119141"/>
                  <a:pt x="182154" y="114263"/>
                  <a:pt x="184585" y="109846"/>
                </a:cubicBezTo>
                <a:cubicBezTo>
                  <a:pt x="187016" y="105430"/>
                  <a:pt x="190200" y="101886"/>
                  <a:pt x="194137" y="99216"/>
                </a:cubicBezTo>
                <a:cubicBezTo>
                  <a:pt x="198074" y="96546"/>
                  <a:pt x="202507" y="94526"/>
                  <a:pt x="207437" y="93156"/>
                </a:cubicBezTo>
                <a:cubicBezTo>
                  <a:pt x="211066" y="92198"/>
                  <a:pt x="216544" y="91273"/>
                  <a:pt x="223871" y="90383"/>
                </a:cubicBezTo>
                <a:cubicBezTo>
                  <a:pt x="238798" y="88603"/>
                  <a:pt x="249787" y="86480"/>
                  <a:pt x="256840" y="84015"/>
                </a:cubicBezTo>
                <a:cubicBezTo>
                  <a:pt x="256909" y="81492"/>
                  <a:pt x="256943" y="79890"/>
                  <a:pt x="256943" y="79207"/>
                </a:cubicBezTo>
                <a:cubicBezTo>
                  <a:pt x="256943" y="71703"/>
                  <a:pt x="255197" y="66417"/>
                  <a:pt x="251705" y="63348"/>
                </a:cubicBezTo>
                <a:cubicBezTo>
                  <a:pt x="246980" y="59187"/>
                  <a:pt x="239962" y="57106"/>
                  <a:pt x="230649" y="57106"/>
                </a:cubicBezTo>
                <a:cubicBezTo>
                  <a:pt x="221954" y="57106"/>
                  <a:pt x="215534" y="58629"/>
                  <a:pt x="211392" y="61676"/>
                </a:cubicBezTo>
                <a:cubicBezTo>
                  <a:pt x="207249" y="64723"/>
                  <a:pt x="204185" y="70115"/>
                  <a:pt x="202199" y="77853"/>
                </a:cubicBezTo>
                <a:lnTo>
                  <a:pt x="184123" y="75388"/>
                </a:lnTo>
                <a:cubicBezTo>
                  <a:pt x="185766" y="67627"/>
                  <a:pt x="188471" y="61360"/>
                  <a:pt x="192237" y="56586"/>
                </a:cubicBezTo>
                <a:cubicBezTo>
                  <a:pt x="196003" y="51812"/>
                  <a:pt x="201446" y="48138"/>
                  <a:pt x="208567" y="45564"/>
                </a:cubicBezTo>
                <a:cubicBezTo>
                  <a:pt x="215688" y="42988"/>
                  <a:pt x="223939" y="41699"/>
                  <a:pt x="233320" y="41699"/>
                </a:cubicBezTo>
                <a:cubicBezTo>
                  <a:pt x="242632" y="41699"/>
                  <a:pt x="250198" y="42799"/>
                  <a:pt x="256018" y="44999"/>
                </a:cubicBezTo>
                <a:cubicBezTo>
                  <a:pt x="261839" y="47197"/>
                  <a:pt x="266118" y="49962"/>
                  <a:pt x="268857" y="53296"/>
                </a:cubicBezTo>
                <a:cubicBezTo>
                  <a:pt x="271596" y="56627"/>
                  <a:pt x="273513" y="60836"/>
                  <a:pt x="274609" y="65923"/>
                </a:cubicBezTo>
                <a:cubicBezTo>
                  <a:pt x="275225" y="69083"/>
                  <a:pt x="275533" y="74760"/>
                  <a:pt x="275533" y="82953"/>
                </a:cubicBezTo>
                <a:lnTo>
                  <a:pt x="275533" y="107532"/>
                </a:lnTo>
                <a:cubicBezTo>
                  <a:pt x="275533" y="124669"/>
                  <a:pt x="275927" y="135523"/>
                  <a:pt x="276714" y="140094"/>
                </a:cubicBezTo>
                <a:cubicBezTo>
                  <a:pt x="277502" y="144664"/>
                  <a:pt x="279059" y="149047"/>
                  <a:pt x="281387" y="153241"/>
                </a:cubicBezTo>
                <a:lnTo>
                  <a:pt x="262078" y="153241"/>
                </a:lnTo>
                <a:cubicBezTo>
                  <a:pt x="260161" y="149318"/>
                  <a:pt x="258928" y="144731"/>
                  <a:pt x="258381" y="139478"/>
                </a:cubicBezTo>
                <a:moveTo>
                  <a:pt x="256840" y="98600"/>
                </a:moveTo>
                <a:cubicBezTo>
                  <a:pt x="250130" y="101326"/>
                  <a:pt x="240064" y="103643"/>
                  <a:pt x="226644" y="105552"/>
                </a:cubicBezTo>
                <a:cubicBezTo>
                  <a:pt x="219043" y="106641"/>
                  <a:pt x="213668" y="107867"/>
                  <a:pt x="210519" y="109230"/>
                </a:cubicBezTo>
                <a:cubicBezTo>
                  <a:pt x="207369" y="110593"/>
                  <a:pt x="204938" y="112586"/>
                  <a:pt x="203226" y="115210"/>
                </a:cubicBezTo>
                <a:cubicBezTo>
                  <a:pt x="201515" y="117833"/>
                  <a:pt x="200659" y="120746"/>
                  <a:pt x="200659" y="123949"/>
                </a:cubicBezTo>
                <a:cubicBezTo>
                  <a:pt x="200659" y="128856"/>
                  <a:pt x="202525" y="132945"/>
                  <a:pt x="206256" y="136217"/>
                </a:cubicBezTo>
                <a:cubicBezTo>
                  <a:pt x="209988" y="139486"/>
                  <a:pt x="215449" y="141121"/>
                  <a:pt x="222638" y="141121"/>
                </a:cubicBezTo>
                <a:cubicBezTo>
                  <a:pt x="229759" y="141121"/>
                  <a:pt x="236093" y="139569"/>
                  <a:pt x="241639" y="136464"/>
                </a:cubicBezTo>
                <a:cubicBezTo>
                  <a:pt x="247185" y="133357"/>
                  <a:pt x="251260" y="129113"/>
                  <a:pt x="253862" y="123731"/>
                </a:cubicBezTo>
                <a:cubicBezTo>
                  <a:pt x="255847" y="119578"/>
                  <a:pt x="256840" y="113449"/>
                  <a:pt x="256840" y="105343"/>
                </a:cubicBezTo>
                <a:lnTo>
                  <a:pt x="256840" y="98600"/>
                </a:lnTo>
                <a:close/>
                <a:moveTo>
                  <a:pt x="375332" y="113184"/>
                </a:moveTo>
                <a:lnTo>
                  <a:pt x="393512" y="115649"/>
                </a:lnTo>
                <a:cubicBezTo>
                  <a:pt x="391526" y="128180"/>
                  <a:pt x="386442" y="137988"/>
                  <a:pt x="378260" y="145075"/>
                </a:cubicBezTo>
                <a:cubicBezTo>
                  <a:pt x="370077" y="152162"/>
                  <a:pt x="360029" y="155706"/>
                  <a:pt x="348115" y="155706"/>
                </a:cubicBezTo>
                <a:cubicBezTo>
                  <a:pt x="333188" y="155706"/>
                  <a:pt x="321188" y="150827"/>
                  <a:pt x="312116" y="141070"/>
                </a:cubicBezTo>
                <a:cubicBezTo>
                  <a:pt x="303043" y="131312"/>
                  <a:pt x="298507" y="117327"/>
                  <a:pt x="298507" y="99113"/>
                </a:cubicBezTo>
                <a:cubicBezTo>
                  <a:pt x="298507" y="87336"/>
                  <a:pt x="300458" y="77031"/>
                  <a:pt x="304361" y="68198"/>
                </a:cubicBezTo>
                <a:cubicBezTo>
                  <a:pt x="308264" y="59365"/>
                  <a:pt x="314204" y="52741"/>
                  <a:pt x="322181" y="48324"/>
                </a:cubicBezTo>
                <a:cubicBezTo>
                  <a:pt x="330158" y="43908"/>
                  <a:pt x="338837" y="41699"/>
                  <a:pt x="348217" y="41699"/>
                </a:cubicBezTo>
                <a:cubicBezTo>
                  <a:pt x="360063" y="41699"/>
                  <a:pt x="369752" y="44678"/>
                  <a:pt x="377284" y="50635"/>
                </a:cubicBezTo>
                <a:cubicBezTo>
                  <a:pt x="384816" y="56590"/>
                  <a:pt x="389643" y="65046"/>
                  <a:pt x="391766" y="76004"/>
                </a:cubicBezTo>
                <a:lnTo>
                  <a:pt x="373792" y="78880"/>
                </a:lnTo>
                <a:cubicBezTo>
                  <a:pt x="372080" y="71588"/>
                  <a:pt x="369050" y="66101"/>
                  <a:pt x="364702" y="62421"/>
                </a:cubicBezTo>
                <a:cubicBezTo>
                  <a:pt x="360354" y="58740"/>
                  <a:pt x="355099" y="56900"/>
                  <a:pt x="348936" y="56900"/>
                </a:cubicBezTo>
                <a:cubicBezTo>
                  <a:pt x="339624" y="56900"/>
                  <a:pt x="332058" y="60238"/>
                  <a:pt x="326238" y="66914"/>
                </a:cubicBezTo>
                <a:cubicBezTo>
                  <a:pt x="320418" y="73590"/>
                  <a:pt x="317508" y="84152"/>
                  <a:pt x="317508" y="98600"/>
                </a:cubicBezTo>
                <a:cubicBezTo>
                  <a:pt x="317508" y="113253"/>
                  <a:pt x="320315" y="123900"/>
                  <a:pt x="325930" y="130542"/>
                </a:cubicBezTo>
                <a:cubicBezTo>
                  <a:pt x="331545" y="137184"/>
                  <a:pt x="338871" y="140505"/>
                  <a:pt x="347909" y="140505"/>
                </a:cubicBezTo>
                <a:cubicBezTo>
                  <a:pt x="355167" y="140505"/>
                  <a:pt x="361227" y="138271"/>
                  <a:pt x="366089" y="133803"/>
                </a:cubicBezTo>
                <a:cubicBezTo>
                  <a:pt x="370950" y="129335"/>
                  <a:pt x="374031" y="122462"/>
                  <a:pt x="375332" y="113184"/>
                </a:cubicBezTo>
                <a:close/>
                <a:moveTo>
                  <a:pt x="409329" y="153241"/>
                </a:moveTo>
                <a:lnTo>
                  <a:pt x="409329" y="2670"/>
                </a:lnTo>
                <a:lnTo>
                  <a:pt x="427817" y="2670"/>
                </a:lnTo>
                <a:lnTo>
                  <a:pt x="427817" y="56791"/>
                </a:lnTo>
                <a:cubicBezTo>
                  <a:pt x="436444" y="46730"/>
                  <a:pt x="447331" y="41699"/>
                  <a:pt x="460478" y="41699"/>
                </a:cubicBezTo>
                <a:cubicBezTo>
                  <a:pt x="468557" y="41699"/>
                  <a:pt x="475576" y="43291"/>
                  <a:pt x="481533" y="46475"/>
                </a:cubicBezTo>
                <a:cubicBezTo>
                  <a:pt x="487490" y="49659"/>
                  <a:pt x="491752" y="54059"/>
                  <a:pt x="494320" y="59673"/>
                </a:cubicBezTo>
                <a:cubicBezTo>
                  <a:pt x="496888" y="65288"/>
                  <a:pt x="498172" y="73436"/>
                  <a:pt x="498172" y="84118"/>
                </a:cubicBezTo>
                <a:lnTo>
                  <a:pt x="498172" y="153241"/>
                </a:lnTo>
                <a:lnTo>
                  <a:pt x="479684" y="153241"/>
                </a:lnTo>
                <a:lnTo>
                  <a:pt x="479684" y="84192"/>
                </a:lnTo>
                <a:cubicBezTo>
                  <a:pt x="479684" y="74959"/>
                  <a:pt x="477681" y="68239"/>
                  <a:pt x="473676" y="64032"/>
                </a:cubicBezTo>
                <a:cubicBezTo>
                  <a:pt x="469670" y="59825"/>
                  <a:pt x="464004" y="57722"/>
                  <a:pt x="456678" y="57722"/>
                </a:cubicBezTo>
                <a:cubicBezTo>
                  <a:pt x="451200" y="57722"/>
                  <a:pt x="446047" y="59142"/>
                  <a:pt x="441220" y="61981"/>
                </a:cubicBezTo>
                <a:cubicBezTo>
                  <a:pt x="436393" y="64818"/>
                  <a:pt x="432952" y="68666"/>
                  <a:pt x="430898" y="73523"/>
                </a:cubicBezTo>
                <a:cubicBezTo>
                  <a:pt x="428844" y="78378"/>
                  <a:pt x="427817" y="85081"/>
                  <a:pt x="427817" y="93631"/>
                </a:cubicBezTo>
                <a:lnTo>
                  <a:pt x="427817" y="153241"/>
                </a:lnTo>
                <a:lnTo>
                  <a:pt x="409329" y="153241"/>
                </a:lnTo>
                <a:close/>
                <a:moveTo>
                  <a:pt x="597458" y="139478"/>
                </a:moveTo>
                <a:cubicBezTo>
                  <a:pt x="590611" y="145411"/>
                  <a:pt x="584021" y="149600"/>
                  <a:pt x="577687" y="152043"/>
                </a:cubicBezTo>
                <a:cubicBezTo>
                  <a:pt x="571353" y="154485"/>
                  <a:pt x="564558" y="155706"/>
                  <a:pt x="557300" y="155706"/>
                </a:cubicBezTo>
                <a:cubicBezTo>
                  <a:pt x="545317" y="155706"/>
                  <a:pt x="536107" y="152778"/>
                  <a:pt x="529671" y="146924"/>
                </a:cubicBezTo>
                <a:cubicBezTo>
                  <a:pt x="523235" y="141070"/>
                  <a:pt x="520017" y="133589"/>
                  <a:pt x="520017" y="124482"/>
                </a:cubicBezTo>
                <a:cubicBezTo>
                  <a:pt x="520017" y="119141"/>
                  <a:pt x="521232" y="114263"/>
                  <a:pt x="523663" y="109846"/>
                </a:cubicBezTo>
                <a:cubicBezTo>
                  <a:pt x="526093" y="105430"/>
                  <a:pt x="529277" y="101886"/>
                  <a:pt x="533215" y="99216"/>
                </a:cubicBezTo>
                <a:cubicBezTo>
                  <a:pt x="537152" y="96546"/>
                  <a:pt x="541585" y="94526"/>
                  <a:pt x="546515" y="93156"/>
                </a:cubicBezTo>
                <a:cubicBezTo>
                  <a:pt x="550144" y="92198"/>
                  <a:pt x="555622" y="91273"/>
                  <a:pt x="562949" y="90383"/>
                </a:cubicBezTo>
                <a:cubicBezTo>
                  <a:pt x="577875" y="88603"/>
                  <a:pt x="588865" y="86480"/>
                  <a:pt x="595918" y="84015"/>
                </a:cubicBezTo>
                <a:cubicBezTo>
                  <a:pt x="595986" y="81492"/>
                  <a:pt x="596021" y="79890"/>
                  <a:pt x="596021" y="79207"/>
                </a:cubicBezTo>
                <a:cubicBezTo>
                  <a:pt x="596021" y="71703"/>
                  <a:pt x="594275" y="66417"/>
                  <a:pt x="590782" y="63348"/>
                </a:cubicBezTo>
                <a:cubicBezTo>
                  <a:pt x="586058" y="59187"/>
                  <a:pt x="579039" y="57106"/>
                  <a:pt x="569727" y="57106"/>
                </a:cubicBezTo>
                <a:cubicBezTo>
                  <a:pt x="561031" y="57106"/>
                  <a:pt x="554612" y="58629"/>
                  <a:pt x="550470" y="61676"/>
                </a:cubicBezTo>
                <a:cubicBezTo>
                  <a:pt x="546327" y="64723"/>
                  <a:pt x="543263" y="70115"/>
                  <a:pt x="541277" y="77853"/>
                </a:cubicBezTo>
                <a:lnTo>
                  <a:pt x="523200" y="75388"/>
                </a:lnTo>
                <a:cubicBezTo>
                  <a:pt x="524844" y="67627"/>
                  <a:pt x="527548" y="61360"/>
                  <a:pt x="531314" y="56586"/>
                </a:cubicBezTo>
                <a:cubicBezTo>
                  <a:pt x="535080" y="51812"/>
                  <a:pt x="540524" y="48138"/>
                  <a:pt x="547645" y="45564"/>
                </a:cubicBezTo>
                <a:cubicBezTo>
                  <a:pt x="554766" y="42988"/>
                  <a:pt x="563017" y="41699"/>
                  <a:pt x="572398" y="41699"/>
                </a:cubicBezTo>
                <a:cubicBezTo>
                  <a:pt x="581710" y="41699"/>
                  <a:pt x="589276" y="42799"/>
                  <a:pt x="595096" y="44999"/>
                </a:cubicBezTo>
                <a:cubicBezTo>
                  <a:pt x="600916" y="47197"/>
                  <a:pt x="605196" y="49962"/>
                  <a:pt x="607935" y="53296"/>
                </a:cubicBezTo>
                <a:cubicBezTo>
                  <a:pt x="610674" y="56627"/>
                  <a:pt x="612591" y="60836"/>
                  <a:pt x="613686" y="65923"/>
                </a:cubicBezTo>
                <a:cubicBezTo>
                  <a:pt x="614303" y="69083"/>
                  <a:pt x="614611" y="74760"/>
                  <a:pt x="614611" y="82953"/>
                </a:cubicBezTo>
                <a:lnTo>
                  <a:pt x="614611" y="107532"/>
                </a:lnTo>
                <a:cubicBezTo>
                  <a:pt x="614611" y="124669"/>
                  <a:pt x="615004" y="135523"/>
                  <a:pt x="615792" y="140094"/>
                </a:cubicBezTo>
                <a:cubicBezTo>
                  <a:pt x="616579" y="144664"/>
                  <a:pt x="618137" y="149047"/>
                  <a:pt x="620465" y="153241"/>
                </a:cubicBezTo>
                <a:lnTo>
                  <a:pt x="601156" y="153241"/>
                </a:lnTo>
                <a:cubicBezTo>
                  <a:pt x="599239" y="149318"/>
                  <a:pt x="598006" y="144731"/>
                  <a:pt x="597458" y="139478"/>
                </a:cubicBezTo>
                <a:moveTo>
                  <a:pt x="595918" y="98600"/>
                </a:moveTo>
                <a:cubicBezTo>
                  <a:pt x="589208" y="101326"/>
                  <a:pt x="579142" y="103643"/>
                  <a:pt x="565722" y="105552"/>
                </a:cubicBezTo>
                <a:cubicBezTo>
                  <a:pt x="558121" y="106641"/>
                  <a:pt x="552746" y="107867"/>
                  <a:pt x="549596" y="109230"/>
                </a:cubicBezTo>
                <a:cubicBezTo>
                  <a:pt x="546447" y="110593"/>
                  <a:pt x="544016" y="112586"/>
                  <a:pt x="542304" y="115210"/>
                </a:cubicBezTo>
                <a:cubicBezTo>
                  <a:pt x="540592" y="117833"/>
                  <a:pt x="539737" y="120746"/>
                  <a:pt x="539737" y="123949"/>
                </a:cubicBezTo>
                <a:cubicBezTo>
                  <a:pt x="539737" y="128856"/>
                  <a:pt x="541602" y="132945"/>
                  <a:pt x="545334" y="136217"/>
                </a:cubicBezTo>
                <a:cubicBezTo>
                  <a:pt x="549066" y="139486"/>
                  <a:pt x="554526" y="141121"/>
                  <a:pt x="561716" y="141121"/>
                </a:cubicBezTo>
                <a:cubicBezTo>
                  <a:pt x="568837" y="141121"/>
                  <a:pt x="575171" y="139569"/>
                  <a:pt x="580717" y="136464"/>
                </a:cubicBezTo>
                <a:cubicBezTo>
                  <a:pt x="586263" y="133357"/>
                  <a:pt x="590337" y="129113"/>
                  <a:pt x="592939" y="123731"/>
                </a:cubicBezTo>
                <a:cubicBezTo>
                  <a:pt x="594925" y="119578"/>
                  <a:pt x="595918" y="113449"/>
                  <a:pt x="595918" y="105343"/>
                </a:cubicBezTo>
                <a:lnTo>
                  <a:pt x="595918" y="98600"/>
                </a:lnTo>
                <a:close/>
                <a:moveTo>
                  <a:pt x="660284" y="153241"/>
                </a:moveTo>
                <a:lnTo>
                  <a:pt x="643132" y="153241"/>
                </a:lnTo>
                <a:lnTo>
                  <a:pt x="643132" y="2670"/>
                </a:lnTo>
                <a:lnTo>
                  <a:pt x="661619" y="2670"/>
                </a:lnTo>
                <a:lnTo>
                  <a:pt x="661619" y="56387"/>
                </a:lnTo>
                <a:cubicBezTo>
                  <a:pt x="669425" y="46595"/>
                  <a:pt x="679388" y="41699"/>
                  <a:pt x="691507" y="41699"/>
                </a:cubicBezTo>
                <a:cubicBezTo>
                  <a:pt x="698218" y="41699"/>
                  <a:pt x="704569" y="43052"/>
                  <a:pt x="710560" y="45756"/>
                </a:cubicBezTo>
                <a:cubicBezTo>
                  <a:pt x="716551" y="48461"/>
                  <a:pt x="721481" y="52261"/>
                  <a:pt x="725350" y="57157"/>
                </a:cubicBezTo>
                <a:cubicBezTo>
                  <a:pt x="729218" y="62053"/>
                  <a:pt x="732248" y="67959"/>
                  <a:pt x="734439" y="74874"/>
                </a:cubicBezTo>
                <a:cubicBezTo>
                  <a:pt x="736631" y="81790"/>
                  <a:pt x="737726" y="89185"/>
                  <a:pt x="737726" y="97059"/>
                </a:cubicBezTo>
                <a:cubicBezTo>
                  <a:pt x="737726" y="115752"/>
                  <a:pt x="733104" y="130200"/>
                  <a:pt x="723861" y="140402"/>
                </a:cubicBezTo>
                <a:cubicBezTo>
                  <a:pt x="714617" y="150604"/>
                  <a:pt x="703524" y="155706"/>
                  <a:pt x="690583" y="155706"/>
                </a:cubicBezTo>
                <a:cubicBezTo>
                  <a:pt x="677710" y="155706"/>
                  <a:pt x="667611" y="150330"/>
                  <a:pt x="660284" y="139580"/>
                </a:cubicBezTo>
                <a:lnTo>
                  <a:pt x="660284" y="153241"/>
                </a:lnTo>
                <a:moveTo>
                  <a:pt x="660079" y="97881"/>
                </a:moveTo>
                <a:cubicBezTo>
                  <a:pt x="660079" y="110959"/>
                  <a:pt x="661859" y="120408"/>
                  <a:pt x="665420" y="126228"/>
                </a:cubicBezTo>
                <a:cubicBezTo>
                  <a:pt x="671240" y="135746"/>
                  <a:pt x="679114" y="140505"/>
                  <a:pt x="689042" y="140505"/>
                </a:cubicBezTo>
                <a:cubicBezTo>
                  <a:pt x="697122" y="140505"/>
                  <a:pt x="704106" y="136996"/>
                  <a:pt x="709995" y="129977"/>
                </a:cubicBezTo>
                <a:cubicBezTo>
                  <a:pt x="715884" y="122959"/>
                  <a:pt x="718828" y="112500"/>
                  <a:pt x="718828" y="98600"/>
                </a:cubicBezTo>
                <a:cubicBezTo>
                  <a:pt x="718828" y="84358"/>
                  <a:pt x="716003" y="73847"/>
                  <a:pt x="710354" y="67068"/>
                </a:cubicBezTo>
                <a:cubicBezTo>
                  <a:pt x="704705" y="60290"/>
                  <a:pt x="697875" y="56900"/>
                  <a:pt x="689864" y="56900"/>
                </a:cubicBezTo>
                <a:cubicBezTo>
                  <a:pt x="681784" y="56900"/>
                  <a:pt x="674800" y="60409"/>
                  <a:pt x="668912" y="67428"/>
                </a:cubicBezTo>
                <a:cubicBezTo>
                  <a:pt x="663023" y="74446"/>
                  <a:pt x="660079" y="84597"/>
                  <a:pt x="660079" y="97881"/>
                </a:cubicBezTo>
                <a:close/>
                <a:moveTo>
                  <a:pt x="759776" y="153241"/>
                </a:moveTo>
                <a:lnTo>
                  <a:pt x="759776" y="2670"/>
                </a:lnTo>
                <a:lnTo>
                  <a:pt x="778263" y="2670"/>
                </a:lnTo>
                <a:lnTo>
                  <a:pt x="778263" y="153241"/>
                </a:lnTo>
                <a:lnTo>
                  <a:pt x="759776" y="153241"/>
                </a:lnTo>
                <a:close/>
                <a:moveTo>
                  <a:pt x="881552" y="117909"/>
                </a:moveTo>
                <a:lnTo>
                  <a:pt x="900656" y="120374"/>
                </a:lnTo>
                <a:cubicBezTo>
                  <a:pt x="897643" y="131567"/>
                  <a:pt x="892063" y="140254"/>
                  <a:pt x="883914" y="146436"/>
                </a:cubicBezTo>
                <a:cubicBezTo>
                  <a:pt x="875766" y="152616"/>
                  <a:pt x="865359" y="155706"/>
                  <a:pt x="852691" y="155706"/>
                </a:cubicBezTo>
                <a:cubicBezTo>
                  <a:pt x="836737" y="155706"/>
                  <a:pt x="824087" y="150793"/>
                  <a:pt x="814741" y="140967"/>
                </a:cubicBezTo>
                <a:cubicBezTo>
                  <a:pt x="805394" y="131141"/>
                  <a:pt x="800721" y="117361"/>
                  <a:pt x="800721" y="99627"/>
                </a:cubicBezTo>
                <a:cubicBezTo>
                  <a:pt x="800721" y="81276"/>
                  <a:pt x="805445" y="67034"/>
                  <a:pt x="814895" y="56900"/>
                </a:cubicBezTo>
                <a:cubicBezTo>
                  <a:pt x="824344" y="46766"/>
                  <a:pt x="836600" y="41699"/>
                  <a:pt x="851664" y="41699"/>
                </a:cubicBezTo>
                <a:cubicBezTo>
                  <a:pt x="866249" y="41699"/>
                  <a:pt x="878163" y="46656"/>
                  <a:pt x="887407" y="56570"/>
                </a:cubicBezTo>
                <a:cubicBezTo>
                  <a:pt x="896650" y="66481"/>
                  <a:pt x="901272" y="80426"/>
                  <a:pt x="901272" y="98404"/>
                </a:cubicBezTo>
                <a:cubicBezTo>
                  <a:pt x="901272" y="99497"/>
                  <a:pt x="901238" y="101138"/>
                  <a:pt x="901169" y="103324"/>
                </a:cubicBezTo>
                <a:lnTo>
                  <a:pt x="819825" y="103324"/>
                </a:lnTo>
                <a:cubicBezTo>
                  <a:pt x="820509" y="115341"/>
                  <a:pt x="823899" y="124542"/>
                  <a:pt x="829993" y="130927"/>
                </a:cubicBezTo>
                <a:cubicBezTo>
                  <a:pt x="836087" y="137312"/>
                  <a:pt x="843687" y="140505"/>
                  <a:pt x="852794" y="140505"/>
                </a:cubicBezTo>
                <a:cubicBezTo>
                  <a:pt x="859573" y="140505"/>
                  <a:pt x="865359" y="138708"/>
                  <a:pt x="870152" y="135116"/>
                </a:cubicBezTo>
                <a:cubicBezTo>
                  <a:pt x="874945" y="131521"/>
                  <a:pt x="878745" y="125785"/>
                  <a:pt x="881552" y="117909"/>
                </a:cubicBezTo>
                <a:moveTo>
                  <a:pt x="820852" y="88124"/>
                </a:moveTo>
                <a:lnTo>
                  <a:pt x="881758" y="88124"/>
                </a:lnTo>
                <a:cubicBezTo>
                  <a:pt x="880936" y="78978"/>
                  <a:pt x="878608" y="72119"/>
                  <a:pt x="874773" y="67547"/>
                </a:cubicBezTo>
                <a:cubicBezTo>
                  <a:pt x="868885" y="60449"/>
                  <a:pt x="861250" y="56900"/>
                  <a:pt x="851870" y="56900"/>
                </a:cubicBezTo>
                <a:cubicBezTo>
                  <a:pt x="843379" y="56900"/>
                  <a:pt x="836241" y="59733"/>
                  <a:pt x="830455" y="65399"/>
                </a:cubicBezTo>
                <a:cubicBezTo>
                  <a:pt x="824669" y="71063"/>
                  <a:pt x="821468" y="78638"/>
                  <a:pt x="820852" y="88124"/>
                </a:cubicBezTo>
                <a:close/>
                <a:moveTo>
                  <a:pt x="959168" y="197610"/>
                </a:moveTo>
                <a:cubicBezTo>
                  <a:pt x="948965" y="184725"/>
                  <a:pt x="940338" y="169646"/>
                  <a:pt x="933285" y="152374"/>
                </a:cubicBezTo>
                <a:cubicBezTo>
                  <a:pt x="926233" y="135100"/>
                  <a:pt x="922706" y="117209"/>
                  <a:pt x="922706" y="98703"/>
                </a:cubicBezTo>
                <a:cubicBezTo>
                  <a:pt x="922706" y="82389"/>
                  <a:pt x="925342" y="66761"/>
                  <a:pt x="930615" y="51819"/>
                </a:cubicBezTo>
                <a:cubicBezTo>
                  <a:pt x="936777" y="34477"/>
                  <a:pt x="946295" y="17204"/>
                  <a:pt x="959168" y="0"/>
                </a:cubicBezTo>
                <a:lnTo>
                  <a:pt x="972417" y="0"/>
                </a:lnTo>
                <a:cubicBezTo>
                  <a:pt x="964132" y="14257"/>
                  <a:pt x="958654" y="24436"/>
                  <a:pt x="955984" y="30536"/>
                </a:cubicBezTo>
                <a:cubicBezTo>
                  <a:pt x="951807" y="39994"/>
                  <a:pt x="948520" y="49864"/>
                  <a:pt x="946124" y="60145"/>
                </a:cubicBezTo>
                <a:cubicBezTo>
                  <a:pt x="943179" y="72964"/>
                  <a:pt x="941707" y="85851"/>
                  <a:pt x="941707" y="98805"/>
                </a:cubicBezTo>
                <a:cubicBezTo>
                  <a:pt x="941707" y="131775"/>
                  <a:pt x="951944" y="164710"/>
                  <a:pt x="972417" y="197610"/>
                </a:cubicBezTo>
                <a:lnTo>
                  <a:pt x="959168" y="197610"/>
                </a:lnTo>
                <a:close/>
                <a:moveTo>
                  <a:pt x="995422" y="153241"/>
                </a:moveTo>
                <a:lnTo>
                  <a:pt x="995422" y="2670"/>
                </a:lnTo>
                <a:lnTo>
                  <a:pt x="1051912" y="2670"/>
                </a:lnTo>
                <a:cubicBezTo>
                  <a:pt x="1063415" y="2670"/>
                  <a:pt x="1072642" y="4190"/>
                  <a:pt x="1079592" y="7228"/>
                </a:cubicBezTo>
                <a:cubicBezTo>
                  <a:pt x="1086541" y="10267"/>
                  <a:pt x="1091985" y="14943"/>
                  <a:pt x="1095922" y="21257"/>
                </a:cubicBezTo>
                <a:cubicBezTo>
                  <a:pt x="1099859" y="27572"/>
                  <a:pt x="1101828" y="34177"/>
                  <a:pt x="1101828" y="41074"/>
                </a:cubicBezTo>
                <a:cubicBezTo>
                  <a:pt x="1101828" y="47491"/>
                  <a:pt x="1100082" y="53533"/>
                  <a:pt x="1096590" y="59202"/>
                </a:cubicBezTo>
                <a:cubicBezTo>
                  <a:pt x="1093098" y="64868"/>
                  <a:pt x="1087825" y="69441"/>
                  <a:pt x="1080773" y="72923"/>
                </a:cubicBezTo>
                <a:cubicBezTo>
                  <a:pt x="1089879" y="75600"/>
                  <a:pt x="1096881" y="80165"/>
                  <a:pt x="1101777" y="86618"/>
                </a:cubicBezTo>
                <a:cubicBezTo>
                  <a:pt x="1106672" y="93072"/>
                  <a:pt x="1109120" y="100691"/>
                  <a:pt x="1109120" y="109477"/>
                </a:cubicBezTo>
                <a:cubicBezTo>
                  <a:pt x="1109120" y="116549"/>
                  <a:pt x="1107631" y="123122"/>
                  <a:pt x="1104652" y="129197"/>
                </a:cubicBezTo>
                <a:cubicBezTo>
                  <a:pt x="1101674" y="135272"/>
                  <a:pt x="1097993" y="139957"/>
                  <a:pt x="1093611" y="143252"/>
                </a:cubicBezTo>
                <a:cubicBezTo>
                  <a:pt x="1089229" y="146547"/>
                  <a:pt x="1083734" y="149036"/>
                  <a:pt x="1077127" y="150718"/>
                </a:cubicBezTo>
                <a:cubicBezTo>
                  <a:pt x="1070519" y="152400"/>
                  <a:pt x="1062422" y="153241"/>
                  <a:pt x="1052836" y="153241"/>
                </a:cubicBezTo>
                <a:lnTo>
                  <a:pt x="995422" y="153241"/>
                </a:lnTo>
                <a:moveTo>
                  <a:pt x="1015348" y="65733"/>
                </a:moveTo>
                <a:lnTo>
                  <a:pt x="1047906" y="65733"/>
                </a:lnTo>
                <a:cubicBezTo>
                  <a:pt x="1056739" y="65733"/>
                  <a:pt x="1063073" y="65154"/>
                  <a:pt x="1066907" y="63997"/>
                </a:cubicBezTo>
                <a:cubicBezTo>
                  <a:pt x="1071974" y="62501"/>
                  <a:pt x="1075791" y="60019"/>
                  <a:pt x="1078359" y="56550"/>
                </a:cubicBezTo>
                <a:cubicBezTo>
                  <a:pt x="1080927" y="53082"/>
                  <a:pt x="1082211" y="48730"/>
                  <a:pt x="1082211" y="43494"/>
                </a:cubicBezTo>
                <a:cubicBezTo>
                  <a:pt x="1082211" y="38529"/>
                  <a:pt x="1081012" y="34160"/>
                  <a:pt x="1078616" y="30386"/>
                </a:cubicBezTo>
                <a:cubicBezTo>
                  <a:pt x="1076219" y="26611"/>
                  <a:pt x="1072796" y="24027"/>
                  <a:pt x="1068345" y="22634"/>
                </a:cubicBezTo>
                <a:cubicBezTo>
                  <a:pt x="1063894" y="21239"/>
                  <a:pt x="1056260" y="20542"/>
                  <a:pt x="1045441" y="20542"/>
                </a:cubicBezTo>
                <a:lnTo>
                  <a:pt x="1015348" y="20542"/>
                </a:lnTo>
                <a:lnTo>
                  <a:pt x="1015348" y="65733"/>
                </a:lnTo>
                <a:moveTo>
                  <a:pt x="1015348" y="135369"/>
                </a:moveTo>
                <a:lnTo>
                  <a:pt x="1052836" y="135369"/>
                </a:lnTo>
                <a:cubicBezTo>
                  <a:pt x="1059272" y="135369"/>
                  <a:pt x="1063792" y="135130"/>
                  <a:pt x="1066394" y="134650"/>
                </a:cubicBezTo>
                <a:cubicBezTo>
                  <a:pt x="1070981" y="133829"/>
                  <a:pt x="1074816" y="132459"/>
                  <a:pt x="1077897" y="130542"/>
                </a:cubicBezTo>
                <a:cubicBezTo>
                  <a:pt x="1080978" y="128625"/>
                  <a:pt x="1083512" y="125835"/>
                  <a:pt x="1085497" y="122171"/>
                </a:cubicBezTo>
                <a:cubicBezTo>
                  <a:pt x="1087483" y="118508"/>
                  <a:pt x="1088476" y="114280"/>
                  <a:pt x="1088476" y="109487"/>
                </a:cubicBezTo>
                <a:cubicBezTo>
                  <a:pt x="1088476" y="103872"/>
                  <a:pt x="1087038" y="98994"/>
                  <a:pt x="1084162" y="94851"/>
                </a:cubicBezTo>
                <a:cubicBezTo>
                  <a:pt x="1081286" y="90708"/>
                  <a:pt x="1077298" y="87798"/>
                  <a:pt x="1072197" y="86121"/>
                </a:cubicBezTo>
                <a:cubicBezTo>
                  <a:pt x="1067095" y="84443"/>
                  <a:pt x="1059752" y="83604"/>
                  <a:pt x="1050166" y="83604"/>
                </a:cubicBezTo>
                <a:lnTo>
                  <a:pt x="1015348" y="83604"/>
                </a:lnTo>
                <a:lnTo>
                  <a:pt x="1015348" y="135369"/>
                </a:lnTo>
                <a:close/>
                <a:moveTo>
                  <a:pt x="1146092" y="197610"/>
                </a:moveTo>
                <a:lnTo>
                  <a:pt x="1132842" y="197610"/>
                </a:lnTo>
                <a:cubicBezTo>
                  <a:pt x="1153316" y="164710"/>
                  <a:pt x="1163552" y="131775"/>
                  <a:pt x="1163552" y="98805"/>
                </a:cubicBezTo>
                <a:cubicBezTo>
                  <a:pt x="1163552" y="85920"/>
                  <a:pt x="1162080" y="73137"/>
                  <a:pt x="1159136" y="60457"/>
                </a:cubicBezTo>
                <a:cubicBezTo>
                  <a:pt x="1156808" y="50175"/>
                  <a:pt x="1153555" y="40304"/>
                  <a:pt x="1149378" y="30845"/>
                </a:cubicBezTo>
                <a:cubicBezTo>
                  <a:pt x="1146708" y="24676"/>
                  <a:pt x="1141196" y="14394"/>
                  <a:pt x="1132842" y="0"/>
                </a:cubicBezTo>
                <a:lnTo>
                  <a:pt x="1146092" y="0"/>
                </a:lnTo>
                <a:cubicBezTo>
                  <a:pt x="1158965" y="17204"/>
                  <a:pt x="1168482" y="34477"/>
                  <a:pt x="1174645" y="51819"/>
                </a:cubicBezTo>
                <a:cubicBezTo>
                  <a:pt x="1179917" y="66761"/>
                  <a:pt x="1182553" y="82389"/>
                  <a:pt x="1182553" y="98703"/>
                </a:cubicBezTo>
                <a:cubicBezTo>
                  <a:pt x="1182553" y="117209"/>
                  <a:pt x="1179010" y="135100"/>
                  <a:pt x="1171923" y="152374"/>
                </a:cubicBezTo>
                <a:cubicBezTo>
                  <a:pt x="1164836" y="169646"/>
                  <a:pt x="1156226" y="184725"/>
                  <a:pt x="1146092" y="197610"/>
                </a:cubicBezTo>
                <a:close/>
                <a:moveTo>
                  <a:pt x="1262386" y="23828"/>
                </a:moveTo>
                <a:lnTo>
                  <a:pt x="1262386" y="2670"/>
                </a:lnTo>
                <a:lnTo>
                  <a:pt x="1280874" y="2670"/>
                </a:lnTo>
                <a:lnTo>
                  <a:pt x="1280874" y="23828"/>
                </a:lnTo>
                <a:lnTo>
                  <a:pt x="1262386" y="23828"/>
                </a:lnTo>
                <a:moveTo>
                  <a:pt x="1262386" y="153241"/>
                </a:moveTo>
                <a:lnTo>
                  <a:pt x="1262386" y="44164"/>
                </a:lnTo>
                <a:lnTo>
                  <a:pt x="1280874" y="44164"/>
                </a:lnTo>
                <a:lnTo>
                  <a:pt x="1280874" y="153241"/>
                </a:lnTo>
                <a:lnTo>
                  <a:pt x="1262386" y="153241"/>
                </a:lnTo>
                <a:close/>
                <a:moveTo>
                  <a:pt x="1313397" y="153241"/>
                </a:moveTo>
                <a:lnTo>
                  <a:pt x="1313397" y="58544"/>
                </a:lnTo>
                <a:lnTo>
                  <a:pt x="1297066" y="58544"/>
                </a:lnTo>
                <a:lnTo>
                  <a:pt x="1297066" y="44164"/>
                </a:lnTo>
                <a:lnTo>
                  <a:pt x="1313397" y="44164"/>
                </a:lnTo>
                <a:lnTo>
                  <a:pt x="1313397" y="32584"/>
                </a:lnTo>
                <a:cubicBezTo>
                  <a:pt x="1313397" y="25275"/>
                  <a:pt x="1314047" y="19844"/>
                  <a:pt x="1315348" y="16292"/>
                </a:cubicBezTo>
                <a:cubicBezTo>
                  <a:pt x="1317128" y="11512"/>
                  <a:pt x="1320261" y="7636"/>
                  <a:pt x="1324746" y="4664"/>
                </a:cubicBezTo>
                <a:cubicBezTo>
                  <a:pt x="1329231" y="1691"/>
                  <a:pt x="1335513" y="205"/>
                  <a:pt x="1343593" y="205"/>
                </a:cubicBezTo>
                <a:cubicBezTo>
                  <a:pt x="1348797" y="205"/>
                  <a:pt x="1354548" y="825"/>
                  <a:pt x="1360848" y="2064"/>
                </a:cubicBezTo>
                <a:lnTo>
                  <a:pt x="1358075" y="18276"/>
                </a:lnTo>
                <a:cubicBezTo>
                  <a:pt x="1354240" y="17595"/>
                  <a:pt x="1350611" y="17255"/>
                  <a:pt x="1347188" y="17255"/>
                </a:cubicBezTo>
                <a:cubicBezTo>
                  <a:pt x="1341573" y="17255"/>
                  <a:pt x="1337601" y="18445"/>
                  <a:pt x="1335273" y="20824"/>
                </a:cubicBezTo>
                <a:cubicBezTo>
                  <a:pt x="1332945" y="23201"/>
                  <a:pt x="1331781" y="27652"/>
                  <a:pt x="1331781" y="34176"/>
                </a:cubicBezTo>
                <a:lnTo>
                  <a:pt x="1331781" y="44164"/>
                </a:lnTo>
                <a:lnTo>
                  <a:pt x="1353042" y="44164"/>
                </a:lnTo>
                <a:lnTo>
                  <a:pt x="1353042" y="58544"/>
                </a:lnTo>
                <a:lnTo>
                  <a:pt x="1331781" y="58544"/>
                </a:lnTo>
                <a:lnTo>
                  <a:pt x="1331781" y="153241"/>
                </a:lnTo>
                <a:lnTo>
                  <a:pt x="1313397" y="153241"/>
                </a:lnTo>
                <a:close/>
                <a:moveTo>
                  <a:pt x="1428901" y="153241"/>
                </a:moveTo>
                <a:lnTo>
                  <a:pt x="1428901" y="2670"/>
                </a:lnTo>
                <a:lnTo>
                  <a:pt x="1530480" y="2670"/>
                </a:lnTo>
                <a:lnTo>
                  <a:pt x="1530480" y="20542"/>
                </a:lnTo>
                <a:lnTo>
                  <a:pt x="1448827" y="20542"/>
                </a:lnTo>
                <a:lnTo>
                  <a:pt x="1448827" y="66966"/>
                </a:lnTo>
                <a:lnTo>
                  <a:pt x="1519490" y="66966"/>
                </a:lnTo>
                <a:lnTo>
                  <a:pt x="1519490" y="84837"/>
                </a:lnTo>
                <a:lnTo>
                  <a:pt x="1448827" y="84837"/>
                </a:lnTo>
                <a:lnTo>
                  <a:pt x="1448827" y="153241"/>
                </a:lnTo>
                <a:lnTo>
                  <a:pt x="1428901" y="153241"/>
                </a:lnTo>
                <a:close/>
                <a:moveTo>
                  <a:pt x="1682855" y="153241"/>
                </a:moveTo>
                <a:lnTo>
                  <a:pt x="1682855" y="139478"/>
                </a:lnTo>
                <a:cubicBezTo>
                  <a:pt x="1675939" y="150296"/>
                  <a:pt x="1665771" y="155706"/>
                  <a:pt x="1652351" y="155706"/>
                </a:cubicBezTo>
                <a:cubicBezTo>
                  <a:pt x="1643655" y="155706"/>
                  <a:pt x="1635661" y="153309"/>
                  <a:pt x="1628368" y="148516"/>
                </a:cubicBezTo>
                <a:cubicBezTo>
                  <a:pt x="1621076" y="143723"/>
                  <a:pt x="1615427" y="137030"/>
                  <a:pt x="1611422" y="128437"/>
                </a:cubicBezTo>
                <a:cubicBezTo>
                  <a:pt x="1607416" y="119843"/>
                  <a:pt x="1605413" y="109966"/>
                  <a:pt x="1605413" y="98805"/>
                </a:cubicBezTo>
                <a:cubicBezTo>
                  <a:pt x="1605413" y="87918"/>
                  <a:pt x="1607228" y="78041"/>
                  <a:pt x="1610857" y="69174"/>
                </a:cubicBezTo>
                <a:cubicBezTo>
                  <a:pt x="1614486" y="60307"/>
                  <a:pt x="1619929" y="53511"/>
                  <a:pt x="1627187" y="48786"/>
                </a:cubicBezTo>
                <a:cubicBezTo>
                  <a:pt x="1634445" y="44062"/>
                  <a:pt x="1642559" y="41699"/>
                  <a:pt x="1651529" y="41699"/>
                </a:cubicBezTo>
                <a:cubicBezTo>
                  <a:pt x="1658102" y="41699"/>
                  <a:pt x="1663957" y="43096"/>
                  <a:pt x="1669092" y="45888"/>
                </a:cubicBezTo>
                <a:cubicBezTo>
                  <a:pt x="1674228" y="48678"/>
                  <a:pt x="1678404" y="52314"/>
                  <a:pt x="1681623" y="56794"/>
                </a:cubicBezTo>
                <a:lnTo>
                  <a:pt x="1681623" y="2670"/>
                </a:lnTo>
                <a:lnTo>
                  <a:pt x="1700007" y="2670"/>
                </a:lnTo>
                <a:lnTo>
                  <a:pt x="1700007" y="153241"/>
                </a:lnTo>
                <a:lnTo>
                  <a:pt x="1682855" y="153241"/>
                </a:lnTo>
                <a:moveTo>
                  <a:pt x="1624414" y="98857"/>
                </a:moveTo>
                <a:cubicBezTo>
                  <a:pt x="1624414" y="112808"/>
                  <a:pt x="1627358" y="123237"/>
                  <a:pt x="1633247" y="130144"/>
                </a:cubicBezTo>
                <a:cubicBezTo>
                  <a:pt x="1639136" y="137051"/>
                  <a:pt x="1646086" y="140505"/>
                  <a:pt x="1654097" y="140505"/>
                </a:cubicBezTo>
                <a:cubicBezTo>
                  <a:pt x="1662177" y="140505"/>
                  <a:pt x="1669041" y="137205"/>
                  <a:pt x="1674690" y="130606"/>
                </a:cubicBezTo>
                <a:cubicBezTo>
                  <a:pt x="1680339" y="124007"/>
                  <a:pt x="1683163" y="113936"/>
                  <a:pt x="1683163" y="100394"/>
                </a:cubicBezTo>
                <a:cubicBezTo>
                  <a:pt x="1683163" y="85486"/>
                  <a:pt x="1680287" y="74545"/>
                  <a:pt x="1674536" y="67569"/>
                </a:cubicBezTo>
                <a:cubicBezTo>
                  <a:pt x="1668784" y="60594"/>
                  <a:pt x="1661697" y="57106"/>
                  <a:pt x="1653275" y="57106"/>
                </a:cubicBezTo>
                <a:cubicBezTo>
                  <a:pt x="1645058" y="57106"/>
                  <a:pt x="1638194" y="60457"/>
                  <a:pt x="1632682" y="67158"/>
                </a:cubicBezTo>
                <a:cubicBezTo>
                  <a:pt x="1627170" y="73860"/>
                  <a:pt x="1624414" y="84426"/>
                  <a:pt x="1624414" y="98857"/>
                </a:cubicBezTo>
                <a:close/>
                <a:moveTo>
                  <a:pt x="1722160" y="98703"/>
                </a:moveTo>
                <a:cubicBezTo>
                  <a:pt x="1722160" y="78503"/>
                  <a:pt x="1727775" y="63542"/>
                  <a:pt x="1739004" y="53819"/>
                </a:cubicBezTo>
                <a:cubicBezTo>
                  <a:pt x="1748385" y="45739"/>
                  <a:pt x="1759820" y="41699"/>
                  <a:pt x="1773309" y="41699"/>
                </a:cubicBezTo>
                <a:cubicBezTo>
                  <a:pt x="1788304" y="41699"/>
                  <a:pt x="1800561" y="46612"/>
                  <a:pt x="1810078" y="56438"/>
                </a:cubicBezTo>
                <a:cubicBezTo>
                  <a:pt x="1819596" y="66264"/>
                  <a:pt x="1824355" y="79838"/>
                  <a:pt x="1824355" y="97162"/>
                </a:cubicBezTo>
                <a:cubicBezTo>
                  <a:pt x="1824355" y="111199"/>
                  <a:pt x="1822249" y="122240"/>
                  <a:pt x="1818038" y="130285"/>
                </a:cubicBezTo>
                <a:cubicBezTo>
                  <a:pt x="1813827" y="138331"/>
                  <a:pt x="1807699" y="144579"/>
                  <a:pt x="1799654" y="149029"/>
                </a:cubicBezTo>
                <a:cubicBezTo>
                  <a:pt x="1791608" y="153480"/>
                  <a:pt x="1782827" y="155706"/>
                  <a:pt x="1773309" y="155706"/>
                </a:cubicBezTo>
                <a:cubicBezTo>
                  <a:pt x="1758040" y="155706"/>
                  <a:pt x="1745698" y="150810"/>
                  <a:pt x="1736283" y="141018"/>
                </a:cubicBezTo>
                <a:cubicBezTo>
                  <a:pt x="1726868" y="131227"/>
                  <a:pt x="1722160" y="117122"/>
                  <a:pt x="1722160" y="98703"/>
                </a:cubicBezTo>
                <a:moveTo>
                  <a:pt x="1741161" y="98754"/>
                </a:moveTo>
                <a:cubicBezTo>
                  <a:pt x="1741161" y="112705"/>
                  <a:pt x="1744208" y="123151"/>
                  <a:pt x="1750302" y="130093"/>
                </a:cubicBezTo>
                <a:cubicBezTo>
                  <a:pt x="1756396" y="137034"/>
                  <a:pt x="1764065" y="140505"/>
                  <a:pt x="1773309" y="140505"/>
                </a:cubicBezTo>
                <a:cubicBezTo>
                  <a:pt x="1782484" y="140505"/>
                  <a:pt x="1790119" y="137017"/>
                  <a:pt x="1796213" y="130041"/>
                </a:cubicBezTo>
                <a:cubicBezTo>
                  <a:pt x="1802307" y="123066"/>
                  <a:pt x="1805354" y="112431"/>
                  <a:pt x="1805354" y="98138"/>
                </a:cubicBezTo>
                <a:cubicBezTo>
                  <a:pt x="1805354" y="84666"/>
                  <a:pt x="1802290" y="74459"/>
                  <a:pt x="1796162" y="67518"/>
                </a:cubicBezTo>
                <a:cubicBezTo>
                  <a:pt x="1790033" y="60576"/>
                  <a:pt x="1782416" y="57106"/>
                  <a:pt x="1773309" y="57106"/>
                </a:cubicBezTo>
                <a:cubicBezTo>
                  <a:pt x="1764065" y="57106"/>
                  <a:pt x="1756396" y="60559"/>
                  <a:pt x="1750302" y="67466"/>
                </a:cubicBezTo>
                <a:cubicBezTo>
                  <a:pt x="1744208" y="74374"/>
                  <a:pt x="1741161" y="84803"/>
                  <a:pt x="1741161" y="98754"/>
                </a:cubicBezTo>
                <a:close/>
                <a:moveTo>
                  <a:pt x="1920662" y="117909"/>
                </a:moveTo>
                <a:lnTo>
                  <a:pt x="1939766" y="120374"/>
                </a:lnTo>
                <a:cubicBezTo>
                  <a:pt x="1936753" y="131567"/>
                  <a:pt x="1931173" y="140254"/>
                  <a:pt x="1923025" y="146436"/>
                </a:cubicBezTo>
                <a:cubicBezTo>
                  <a:pt x="1914876" y="152616"/>
                  <a:pt x="1904469" y="155706"/>
                  <a:pt x="1891801" y="155706"/>
                </a:cubicBezTo>
                <a:cubicBezTo>
                  <a:pt x="1875847" y="155706"/>
                  <a:pt x="1863197" y="150793"/>
                  <a:pt x="1853851" y="140967"/>
                </a:cubicBezTo>
                <a:cubicBezTo>
                  <a:pt x="1844504" y="131141"/>
                  <a:pt x="1839831" y="117361"/>
                  <a:pt x="1839831" y="99627"/>
                </a:cubicBezTo>
                <a:cubicBezTo>
                  <a:pt x="1839831" y="81276"/>
                  <a:pt x="1844556" y="67034"/>
                  <a:pt x="1854005" y="56900"/>
                </a:cubicBezTo>
                <a:cubicBezTo>
                  <a:pt x="1863454" y="46766"/>
                  <a:pt x="1875710" y="41699"/>
                  <a:pt x="1890774" y="41699"/>
                </a:cubicBezTo>
                <a:cubicBezTo>
                  <a:pt x="1905359" y="41699"/>
                  <a:pt x="1917273" y="46656"/>
                  <a:pt x="1926517" y="56570"/>
                </a:cubicBezTo>
                <a:cubicBezTo>
                  <a:pt x="1935760" y="66481"/>
                  <a:pt x="1940382" y="80426"/>
                  <a:pt x="1940382" y="98404"/>
                </a:cubicBezTo>
                <a:cubicBezTo>
                  <a:pt x="1940382" y="99497"/>
                  <a:pt x="1940348" y="101138"/>
                  <a:pt x="1940280" y="103324"/>
                </a:cubicBezTo>
                <a:lnTo>
                  <a:pt x="1858935" y="103324"/>
                </a:lnTo>
                <a:cubicBezTo>
                  <a:pt x="1859619" y="115341"/>
                  <a:pt x="1863009" y="124542"/>
                  <a:pt x="1869103" y="130927"/>
                </a:cubicBezTo>
                <a:cubicBezTo>
                  <a:pt x="1875197" y="137312"/>
                  <a:pt x="1882797" y="140505"/>
                  <a:pt x="1891904" y="140505"/>
                </a:cubicBezTo>
                <a:cubicBezTo>
                  <a:pt x="1898683" y="140505"/>
                  <a:pt x="1904469" y="138708"/>
                  <a:pt x="1909262" y="135116"/>
                </a:cubicBezTo>
                <a:cubicBezTo>
                  <a:pt x="1914055" y="131521"/>
                  <a:pt x="1917855" y="125785"/>
                  <a:pt x="1920662" y="117909"/>
                </a:cubicBezTo>
                <a:moveTo>
                  <a:pt x="1859962" y="88124"/>
                </a:moveTo>
                <a:lnTo>
                  <a:pt x="1920868" y="88124"/>
                </a:lnTo>
                <a:cubicBezTo>
                  <a:pt x="1920046" y="78978"/>
                  <a:pt x="1917718" y="72119"/>
                  <a:pt x="1913884" y="67547"/>
                </a:cubicBezTo>
                <a:cubicBezTo>
                  <a:pt x="1907995" y="60449"/>
                  <a:pt x="1900360" y="56900"/>
                  <a:pt x="1890980" y="56900"/>
                </a:cubicBezTo>
                <a:cubicBezTo>
                  <a:pt x="1882489" y="56900"/>
                  <a:pt x="1875351" y="59733"/>
                  <a:pt x="1869565" y="65399"/>
                </a:cubicBezTo>
                <a:cubicBezTo>
                  <a:pt x="1863779" y="71063"/>
                  <a:pt x="1860578" y="78638"/>
                  <a:pt x="1859962" y="88124"/>
                </a:cubicBezTo>
                <a:close/>
                <a:moveTo>
                  <a:pt x="1955551" y="120579"/>
                </a:moveTo>
                <a:lnTo>
                  <a:pt x="1973833" y="117704"/>
                </a:lnTo>
                <a:cubicBezTo>
                  <a:pt x="1974860" y="125062"/>
                  <a:pt x="1977719" y="130703"/>
                  <a:pt x="1982409" y="134625"/>
                </a:cubicBezTo>
                <a:cubicBezTo>
                  <a:pt x="1987100" y="138545"/>
                  <a:pt x="1993656" y="140505"/>
                  <a:pt x="2002078" y="140505"/>
                </a:cubicBezTo>
                <a:cubicBezTo>
                  <a:pt x="2010568" y="140505"/>
                  <a:pt x="2016868" y="138776"/>
                  <a:pt x="2020976" y="135318"/>
                </a:cubicBezTo>
                <a:cubicBezTo>
                  <a:pt x="2025085" y="131860"/>
                  <a:pt x="2027139" y="127803"/>
                  <a:pt x="2027139" y="123147"/>
                </a:cubicBezTo>
                <a:cubicBezTo>
                  <a:pt x="2027139" y="118970"/>
                  <a:pt x="2025324" y="115684"/>
                  <a:pt x="2021695" y="113287"/>
                </a:cubicBezTo>
                <a:cubicBezTo>
                  <a:pt x="2019162" y="111644"/>
                  <a:pt x="2012862" y="109555"/>
                  <a:pt x="2002797" y="107022"/>
                </a:cubicBezTo>
                <a:cubicBezTo>
                  <a:pt x="1989239" y="103598"/>
                  <a:pt x="1979842" y="100637"/>
                  <a:pt x="1974604" y="98138"/>
                </a:cubicBezTo>
                <a:cubicBezTo>
                  <a:pt x="1969365" y="95638"/>
                  <a:pt x="1965394" y="92181"/>
                  <a:pt x="1962689" y="87764"/>
                </a:cubicBezTo>
                <a:cubicBezTo>
                  <a:pt x="1959985" y="83348"/>
                  <a:pt x="1958632" y="78469"/>
                  <a:pt x="1958632" y="73128"/>
                </a:cubicBezTo>
                <a:cubicBezTo>
                  <a:pt x="1958632" y="68267"/>
                  <a:pt x="1959745" y="63765"/>
                  <a:pt x="1961970" y="59622"/>
                </a:cubicBezTo>
                <a:cubicBezTo>
                  <a:pt x="1964196" y="55480"/>
                  <a:pt x="1967226" y="52039"/>
                  <a:pt x="1971060" y="49300"/>
                </a:cubicBezTo>
                <a:cubicBezTo>
                  <a:pt x="1973936" y="47177"/>
                  <a:pt x="1977856" y="45380"/>
                  <a:pt x="1982820" y="43908"/>
                </a:cubicBezTo>
                <a:cubicBezTo>
                  <a:pt x="1987784" y="42436"/>
                  <a:pt x="1993108" y="41699"/>
                  <a:pt x="1998791" y="41699"/>
                </a:cubicBezTo>
                <a:cubicBezTo>
                  <a:pt x="2007350" y="41699"/>
                  <a:pt x="2014865" y="42932"/>
                  <a:pt x="2021336" y="45397"/>
                </a:cubicBezTo>
                <a:cubicBezTo>
                  <a:pt x="2027806" y="47862"/>
                  <a:pt x="2032582" y="51200"/>
                  <a:pt x="2035664" y="55411"/>
                </a:cubicBezTo>
                <a:cubicBezTo>
                  <a:pt x="2038745" y="59622"/>
                  <a:pt x="2040867" y="65254"/>
                  <a:pt x="2042031" y="72307"/>
                </a:cubicBezTo>
                <a:lnTo>
                  <a:pt x="2023955" y="74772"/>
                </a:lnTo>
                <a:cubicBezTo>
                  <a:pt x="2023133" y="69157"/>
                  <a:pt x="2020754" y="64775"/>
                  <a:pt x="2016817" y="61625"/>
                </a:cubicBezTo>
                <a:cubicBezTo>
                  <a:pt x="2012879" y="58475"/>
                  <a:pt x="2007316" y="56900"/>
                  <a:pt x="2000127" y="56900"/>
                </a:cubicBezTo>
                <a:cubicBezTo>
                  <a:pt x="1991636" y="56900"/>
                  <a:pt x="1985576" y="58304"/>
                  <a:pt x="1981947" y="61111"/>
                </a:cubicBezTo>
                <a:cubicBezTo>
                  <a:pt x="1978318" y="63919"/>
                  <a:pt x="1976504" y="67205"/>
                  <a:pt x="1976504" y="70971"/>
                </a:cubicBezTo>
                <a:cubicBezTo>
                  <a:pt x="1976504" y="73368"/>
                  <a:pt x="1977257" y="75525"/>
                  <a:pt x="1978763" y="77442"/>
                </a:cubicBezTo>
                <a:cubicBezTo>
                  <a:pt x="1980270" y="79428"/>
                  <a:pt x="1982632" y="81071"/>
                  <a:pt x="1985850" y="82372"/>
                </a:cubicBezTo>
                <a:cubicBezTo>
                  <a:pt x="1987699" y="83057"/>
                  <a:pt x="1993142" y="84631"/>
                  <a:pt x="2002181" y="87096"/>
                </a:cubicBezTo>
                <a:cubicBezTo>
                  <a:pt x="2015259" y="90589"/>
                  <a:pt x="2024383" y="93447"/>
                  <a:pt x="2029552" y="95673"/>
                </a:cubicBezTo>
                <a:cubicBezTo>
                  <a:pt x="2034722" y="97898"/>
                  <a:pt x="2038779" y="101133"/>
                  <a:pt x="2041723" y="105379"/>
                </a:cubicBezTo>
                <a:cubicBezTo>
                  <a:pt x="2044668" y="109624"/>
                  <a:pt x="2046140" y="114896"/>
                  <a:pt x="2046140" y="121196"/>
                </a:cubicBezTo>
                <a:cubicBezTo>
                  <a:pt x="2046140" y="127358"/>
                  <a:pt x="2044342" y="133161"/>
                  <a:pt x="2040748" y="138605"/>
                </a:cubicBezTo>
                <a:cubicBezTo>
                  <a:pt x="2037153" y="144048"/>
                  <a:pt x="2031966" y="148259"/>
                  <a:pt x="2025187" y="151238"/>
                </a:cubicBezTo>
                <a:cubicBezTo>
                  <a:pt x="2018409" y="154216"/>
                  <a:pt x="2010740" y="155706"/>
                  <a:pt x="2002181" y="155706"/>
                </a:cubicBezTo>
                <a:cubicBezTo>
                  <a:pt x="1988007" y="155706"/>
                  <a:pt x="1977205" y="152753"/>
                  <a:pt x="1969776" y="146847"/>
                </a:cubicBezTo>
                <a:cubicBezTo>
                  <a:pt x="1962347" y="140941"/>
                  <a:pt x="1957605" y="132185"/>
                  <a:pt x="1955551" y="120579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Text transitivepinning">
            <a:extLst xmlns:a="http://schemas.openxmlformats.org/drawingml/2006/main">
              <a:ext uri="{FF2B5EF4-FFF2-40B4-BE49-F238E27FC236}">
                <a16:creationId xmlns:a16="http://schemas.microsoft.com/office/drawing/2014/main" id="{4FB19D48-C754-406C-9CD3-D262CBF0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2445" y="527066"/>
            <a:ext cx="1559861" cy="194940"/>
          </a:xfrm>
          <a:custGeom xmlns:a="http://schemas.openxmlformats.org/drawingml/2006/main">
            <a:pathLst>
              <a:path w="1559861" h="194940">
                <a:moveTo>
                  <a:pt x="50532" y="134034"/>
                </a:moveTo>
                <a:lnTo>
                  <a:pt x="53203" y="150365"/>
                </a:lnTo>
                <a:cubicBezTo>
                  <a:pt x="47999" y="151460"/>
                  <a:pt x="43343" y="152008"/>
                  <a:pt x="39235" y="152008"/>
                </a:cubicBezTo>
                <a:cubicBezTo>
                  <a:pt x="32524" y="152008"/>
                  <a:pt x="27320" y="150947"/>
                  <a:pt x="23623" y="148824"/>
                </a:cubicBezTo>
                <a:cubicBezTo>
                  <a:pt x="19925" y="146701"/>
                  <a:pt x="17323" y="143911"/>
                  <a:pt x="15817" y="140453"/>
                </a:cubicBezTo>
                <a:cubicBezTo>
                  <a:pt x="14311" y="136996"/>
                  <a:pt x="13557" y="129720"/>
                  <a:pt x="13557" y="118628"/>
                </a:cubicBezTo>
                <a:lnTo>
                  <a:pt x="13557" y="55873"/>
                </a:lnTo>
                <a:lnTo>
                  <a:pt x="0" y="55873"/>
                </a:lnTo>
                <a:lnTo>
                  <a:pt x="0" y="41494"/>
                </a:lnTo>
                <a:lnTo>
                  <a:pt x="13557" y="41494"/>
                </a:lnTo>
                <a:lnTo>
                  <a:pt x="13557" y="14482"/>
                </a:lnTo>
                <a:lnTo>
                  <a:pt x="31942" y="3389"/>
                </a:lnTo>
                <a:lnTo>
                  <a:pt x="31942" y="41494"/>
                </a:lnTo>
                <a:lnTo>
                  <a:pt x="50532" y="41494"/>
                </a:lnTo>
                <a:lnTo>
                  <a:pt x="50532" y="55873"/>
                </a:lnTo>
                <a:lnTo>
                  <a:pt x="31942" y="55873"/>
                </a:lnTo>
                <a:lnTo>
                  <a:pt x="31942" y="119655"/>
                </a:lnTo>
                <a:cubicBezTo>
                  <a:pt x="31942" y="124927"/>
                  <a:pt x="32267" y="128317"/>
                  <a:pt x="32918" y="129823"/>
                </a:cubicBezTo>
                <a:cubicBezTo>
                  <a:pt x="33568" y="131329"/>
                  <a:pt x="34630" y="132528"/>
                  <a:pt x="36102" y="133418"/>
                </a:cubicBezTo>
                <a:cubicBezTo>
                  <a:pt x="37574" y="134308"/>
                  <a:pt x="39680" y="134753"/>
                  <a:pt x="42418" y="134753"/>
                </a:cubicBezTo>
                <a:cubicBezTo>
                  <a:pt x="44473" y="134753"/>
                  <a:pt x="47177" y="134513"/>
                  <a:pt x="50532" y="134034"/>
                </a:cubicBezTo>
                <a:close/>
                <a:moveTo>
                  <a:pt x="68228" y="150570"/>
                </a:moveTo>
                <a:lnTo>
                  <a:pt x="68228" y="41494"/>
                </a:lnTo>
                <a:lnTo>
                  <a:pt x="84867" y="41494"/>
                </a:lnTo>
                <a:lnTo>
                  <a:pt x="84867" y="58030"/>
                </a:lnTo>
                <a:cubicBezTo>
                  <a:pt x="89112" y="50293"/>
                  <a:pt x="93032" y="45192"/>
                  <a:pt x="96627" y="42727"/>
                </a:cubicBezTo>
                <a:cubicBezTo>
                  <a:pt x="100222" y="40262"/>
                  <a:pt x="104176" y="39029"/>
                  <a:pt x="108490" y="39029"/>
                </a:cubicBezTo>
                <a:cubicBezTo>
                  <a:pt x="114721" y="39029"/>
                  <a:pt x="121054" y="41015"/>
                  <a:pt x="127491" y="44986"/>
                </a:cubicBezTo>
                <a:lnTo>
                  <a:pt x="121123" y="62126"/>
                </a:lnTo>
                <a:cubicBezTo>
                  <a:pt x="116604" y="59464"/>
                  <a:pt x="112085" y="58133"/>
                  <a:pt x="107565" y="58133"/>
                </a:cubicBezTo>
                <a:cubicBezTo>
                  <a:pt x="103526" y="58133"/>
                  <a:pt x="99897" y="59348"/>
                  <a:pt x="96678" y="61779"/>
                </a:cubicBezTo>
                <a:cubicBezTo>
                  <a:pt x="93460" y="64210"/>
                  <a:pt x="91166" y="67582"/>
                  <a:pt x="89797" y="71896"/>
                </a:cubicBezTo>
                <a:cubicBezTo>
                  <a:pt x="87743" y="78469"/>
                  <a:pt x="86716" y="85659"/>
                  <a:pt x="86716" y="93464"/>
                </a:cubicBezTo>
                <a:lnTo>
                  <a:pt x="86716" y="150570"/>
                </a:lnTo>
                <a:lnTo>
                  <a:pt x="68228" y="150570"/>
                </a:lnTo>
                <a:close/>
                <a:moveTo>
                  <a:pt x="209656" y="136807"/>
                </a:moveTo>
                <a:cubicBezTo>
                  <a:pt x="202809" y="142741"/>
                  <a:pt x="196218" y="146929"/>
                  <a:pt x="189885" y="149373"/>
                </a:cubicBezTo>
                <a:cubicBezTo>
                  <a:pt x="183551" y="151814"/>
                  <a:pt x="176755" y="153035"/>
                  <a:pt x="169497" y="153035"/>
                </a:cubicBezTo>
                <a:cubicBezTo>
                  <a:pt x="157515" y="153035"/>
                  <a:pt x="148305" y="150108"/>
                  <a:pt x="141869" y="144254"/>
                </a:cubicBezTo>
                <a:cubicBezTo>
                  <a:pt x="135432" y="138399"/>
                  <a:pt x="132214" y="130919"/>
                  <a:pt x="132214" y="121812"/>
                </a:cubicBezTo>
                <a:cubicBezTo>
                  <a:pt x="132214" y="116471"/>
                  <a:pt x="133429" y="111592"/>
                  <a:pt x="135860" y="107176"/>
                </a:cubicBezTo>
                <a:cubicBezTo>
                  <a:pt x="138291" y="102759"/>
                  <a:pt x="141475" y="99216"/>
                  <a:pt x="145412" y="96546"/>
                </a:cubicBezTo>
                <a:cubicBezTo>
                  <a:pt x="149349" y="93875"/>
                  <a:pt x="153783" y="91855"/>
                  <a:pt x="158713" y="90486"/>
                </a:cubicBezTo>
                <a:cubicBezTo>
                  <a:pt x="162342" y="89527"/>
                  <a:pt x="167820" y="88603"/>
                  <a:pt x="175146" y="87713"/>
                </a:cubicBezTo>
                <a:cubicBezTo>
                  <a:pt x="190073" y="85932"/>
                  <a:pt x="201063" y="83810"/>
                  <a:pt x="208115" y="81345"/>
                </a:cubicBezTo>
                <a:cubicBezTo>
                  <a:pt x="208184" y="78822"/>
                  <a:pt x="208218" y="77219"/>
                  <a:pt x="208218" y="76537"/>
                </a:cubicBezTo>
                <a:cubicBezTo>
                  <a:pt x="208218" y="69033"/>
                  <a:pt x="206472" y="63746"/>
                  <a:pt x="202980" y="60678"/>
                </a:cubicBezTo>
                <a:cubicBezTo>
                  <a:pt x="198255" y="56516"/>
                  <a:pt x="191237" y="54435"/>
                  <a:pt x="181925" y="54435"/>
                </a:cubicBezTo>
                <a:cubicBezTo>
                  <a:pt x="173229" y="54435"/>
                  <a:pt x="166810" y="55959"/>
                  <a:pt x="162667" y="59006"/>
                </a:cubicBezTo>
                <a:cubicBezTo>
                  <a:pt x="158524" y="62053"/>
                  <a:pt x="155460" y="67445"/>
                  <a:pt x="153475" y="75182"/>
                </a:cubicBezTo>
                <a:lnTo>
                  <a:pt x="135398" y="72717"/>
                </a:lnTo>
                <a:cubicBezTo>
                  <a:pt x="137041" y="64956"/>
                  <a:pt x="139746" y="58689"/>
                  <a:pt x="143512" y="53915"/>
                </a:cubicBezTo>
                <a:cubicBezTo>
                  <a:pt x="147278" y="49142"/>
                  <a:pt x="152721" y="45468"/>
                  <a:pt x="159843" y="42893"/>
                </a:cubicBezTo>
                <a:cubicBezTo>
                  <a:pt x="166964" y="40317"/>
                  <a:pt x="175215" y="39029"/>
                  <a:pt x="184595" y="39029"/>
                </a:cubicBezTo>
                <a:cubicBezTo>
                  <a:pt x="193907" y="39029"/>
                  <a:pt x="201474" y="40129"/>
                  <a:pt x="207294" y="42329"/>
                </a:cubicBezTo>
                <a:cubicBezTo>
                  <a:pt x="213114" y="44526"/>
                  <a:pt x="217393" y="47292"/>
                  <a:pt x="220132" y="50625"/>
                </a:cubicBezTo>
                <a:cubicBezTo>
                  <a:pt x="222871" y="53957"/>
                  <a:pt x="224788" y="58166"/>
                  <a:pt x="225884" y="63252"/>
                </a:cubicBezTo>
                <a:cubicBezTo>
                  <a:pt x="226500" y="66413"/>
                  <a:pt x="226808" y="72089"/>
                  <a:pt x="226808" y="80282"/>
                </a:cubicBezTo>
                <a:lnTo>
                  <a:pt x="226808" y="104862"/>
                </a:lnTo>
                <a:cubicBezTo>
                  <a:pt x="226808" y="121999"/>
                  <a:pt x="227202" y="132853"/>
                  <a:pt x="227989" y="137423"/>
                </a:cubicBezTo>
                <a:cubicBezTo>
                  <a:pt x="228777" y="141994"/>
                  <a:pt x="230335" y="146376"/>
                  <a:pt x="232663" y="150570"/>
                </a:cubicBezTo>
                <a:lnTo>
                  <a:pt x="213354" y="150570"/>
                </a:lnTo>
                <a:cubicBezTo>
                  <a:pt x="211436" y="146648"/>
                  <a:pt x="210204" y="142060"/>
                  <a:pt x="209656" y="136807"/>
                </a:cubicBezTo>
                <a:moveTo>
                  <a:pt x="208115" y="95929"/>
                </a:moveTo>
                <a:cubicBezTo>
                  <a:pt x="201405" y="98655"/>
                  <a:pt x="191340" y="100973"/>
                  <a:pt x="177919" y="102881"/>
                </a:cubicBezTo>
                <a:cubicBezTo>
                  <a:pt x="170319" y="103971"/>
                  <a:pt x="164944" y="105197"/>
                  <a:pt x="161794" y="106560"/>
                </a:cubicBezTo>
                <a:cubicBezTo>
                  <a:pt x="158644" y="107923"/>
                  <a:pt x="156214" y="109916"/>
                  <a:pt x="154502" y="112539"/>
                </a:cubicBezTo>
                <a:cubicBezTo>
                  <a:pt x="152790" y="115163"/>
                  <a:pt x="151934" y="118076"/>
                  <a:pt x="151934" y="121279"/>
                </a:cubicBezTo>
                <a:cubicBezTo>
                  <a:pt x="151934" y="126186"/>
                  <a:pt x="153800" y="130275"/>
                  <a:pt x="157532" y="133546"/>
                </a:cubicBezTo>
                <a:cubicBezTo>
                  <a:pt x="161263" y="136816"/>
                  <a:pt x="166724" y="138451"/>
                  <a:pt x="173914" y="138451"/>
                </a:cubicBezTo>
                <a:cubicBezTo>
                  <a:pt x="181035" y="138451"/>
                  <a:pt x="187368" y="136898"/>
                  <a:pt x="192915" y="133793"/>
                </a:cubicBezTo>
                <a:cubicBezTo>
                  <a:pt x="198461" y="130686"/>
                  <a:pt x="202535" y="126442"/>
                  <a:pt x="205137" y="121061"/>
                </a:cubicBezTo>
                <a:cubicBezTo>
                  <a:pt x="207123" y="116908"/>
                  <a:pt x="208115" y="110778"/>
                  <a:pt x="208115" y="102673"/>
                </a:cubicBezTo>
                <a:lnTo>
                  <a:pt x="208115" y="95929"/>
                </a:lnTo>
                <a:close/>
                <a:moveTo>
                  <a:pt x="255431" y="150570"/>
                </a:moveTo>
                <a:lnTo>
                  <a:pt x="255431" y="41494"/>
                </a:lnTo>
                <a:lnTo>
                  <a:pt x="272070" y="41494"/>
                </a:lnTo>
                <a:lnTo>
                  <a:pt x="272070" y="57003"/>
                </a:lnTo>
                <a:cubicBezTo>
                  <a:pt x="280081" y="45020"/>
                  <a:pt x="291653" y="39029"/>
                  <a:pt x="306785" y="39029"/>
                </a:cubicBezTo>
                <a:cubicBezTo>
                  <a:pt x="313359" y="39029"/>
                  <a:pt x="319401" y="40210"/>
                  <a:pt x="324913" y="42573"/>
                </a:cubicBezTo>
                <a:cubicBezTo>
                  <a:pt x="330425" y="44935"/>
                  <a:pt x="334551" y="48033"/>
                  <a:pt x="337290" y="51868"/>
                </a:cubicBezTo>
                <a:cubicBezTo>
                  <a:pt x="340029" y="55702"/>
                  <a:pt x="341946" y="60255"/>
                  <a:pt x="343041" y="65528"/>
                </a:cubicBezTo>
                <a:cubicBezTo>
                  <a:pt x="343726" y="68951"/>
                  <a:pt x="344068" y="74943"/>
                  <a:pt x="344068" y="83502"/>
                </a:cubicBezTo>
                <a:lnTo>
                  <a:pt x="344068" y="150570"/>
                </a:lnTo>
                <a:lnTo>
                  <a:pt x="325581" y="150570"/>
                </a:lnTo>
                <a:lnTo>
                  <a:pt x="325581" y="84221"/>
                </a:lnTo>
                <a:cubicBezTo>
                  <a:pt x="325581" y="76689"/>
                  <a:pt x="324862" y="71057"/>
                  <a:pt x="323424" y="67325"/>
                </a:cubicBezTo>
                <a:cubicBezTo>
                  <a:pt x="321986" y="63593"/>
                  <a:pt x="319436" y="60615"/>
                  <a:pt x="315772" y="58390"/>
                </a:cubicBezTo>
                <a:cubicBezTo>
                  <a:pt x="312109" y="56164"/>
                  <a:pt x="307812" y="55052"/>
                  <a:pt x="302882" y="55052"/>
                </a:cubicBezTo>
                <a:cubicBezTo>
                  <a:pt x="295008" y="55052"/>
                  <a:pt x="288212" y="57551"/>
                  <a:pt x="282495" y="62549"/>
                </a:cubicBezTo>
                <a:cubicBezTo>
                  <a:pt x="276778" y="67548"/>
                  <a:pt x="273919" y="77031"/>
                  <a:pt x="273919" y="90999"/>
                </a:cubicBezTo>
                <a:lnTo>
                  <a:pt x="273919" y="150570"/>
                </a:lnTo>
                <a:lnTo>
                  <a:pt x="255431" y="150570"/>
                </a:lnTo>
                <a:close/>
                <a:moveTo>
                  <a:pt x="364990" y="117909"/>
                </a:moveTo>
                <a:lnTo>
                  <a:pt x="383272" y="115033"/>
                </a:lnTo>
                <a:cubicBezTo>
                  <a:pt x="384299" y="122392"/>
                  <a:pt x="387158" y="128032"/>
                  <a:pt x="391848" y="131954"/>
                </a:cubicBezTo>
                <a:cubicBezTo>
                  <a:pt x="396538" y="135874"/>
                  <a:pt x="403095" y="137834"/>
                  <a:pt x="411517" y="137834"/>
                </a:cubicBezTo>
                <a:cubicBezTo>
                  <a:pt x="420007" y="137834"/>
                  <a:pt x="426307" y="136105"/>
                  <a:pt x="430415" y="132648"/>
                </a:cubicBezTo>
                <a:cubicBezTo>
                  <a:pt x="434523" y="129190"/>
                  <a:pt x="436577" y="125133"/>
                  <a:pt x="436577" y="120477"/>
                </a:cubicBezTo>
                <a:cubicBezTo>
                  <a:pt x="436577" y="116300"/>
                  <a:pt x="434763" y="113013"/>
                  <a:pt x="431134" y="110617"/>
                </a:cubicBezTo>
                <a:cubicBezTo>
                  <a:pt x="428600" y="108973"/>
                  <a:pt x="422301" y="106885"/>
                  <a:pt x="412236" y="104351"/>
                </a:cubicBezTo>
                <a:cubicBezTo>
                  <a:pt x="398678" y="100928"/>
                  <a:pt x="389280" y="97966"/>
                  <a:pt x="384042" y="95467"/>
                </a:cubicBezTo>
                <a:cubicBezTo>
                  <a:pt x="378804" y="92968"/>
                  <a:pt x="374833" y="89510"/>
                  <a:pt x="372128" y="85094"/>
                </a:cubicBezTo>
                <a:cubicBezTo>
                  <a:pt x="369423" y="80677"/>
                  <a:pt x="368071" y="75799"/>
                  <a:pt x="368071" y="70458"/>
                </a:cubicBezTo>
                <a:cubicBezTo>
                  <a:pt x="368071" y="65596"/>
                  <a:pt x="369184" y="61094"/>
                  <a:pt x="371409" y="56952"/>
                </a:cubicBezTo>
                <a:cubicBezTo>
                  <a:pt x="373634" y="52809"/>
                  <a:pt x="376664" y="49368"/>
                  <a:pt x="380499" y="46629"/>
                </a:cubicBezTo>
                <a:cubicBezTo>
                  <a:pt x="383375" y="44507"/>
                  <a:pt x="387295" y="42709"/>
                  <a:pt x="392259" y="41237"/>
                </a:cubicBezTo>
                <a:cubicBezTo>
                  <a:pt x="397223" y="39765"/>
                  <a:pt x="402547" y="39029"/>
                  <a:pt x="408230" y="39029"/>
                </a:cubicBezTo>
                <a:cubicBezTo>
                  <a:pt x="416789" y="39029"/>
                  <a:pt x="424304" y="40262"/>
                  <a:pt x="430774" y="42727"/>
                </a:cubicBezTo>
                <a:cubicBezTo>
                  <a:pt x="437245" y="45192"/>
                  <a:pt x="442021" y="48530"/>
                  <a:pt x="445102" y="52741"/>
                </a:cubicBezTo>
                <a:cubicBezTo>
                  <a:pt x="448183" y="56952"/>
                  <a:pt x="450306" y="62583"/>
                  <a:pt x="451470" y="69636"/>
                </a:cubicBezTo>
                <a:lnTo>
                  <a:pt x="433393" y="72101"/>
                </a:lnTo>
                <a:cubicBezTo>
                  <a:pt x="432572" y="66486"/>
                  <a:pt x="430192" y="62104"/>
                  <a:pt x="426255" y="58954"/>
                </a:cubicBezTo>
                <a:cubicBezTo>
                  <a:pt x="422318" y="55805"/>
                  <a:pt x="416755" y="54230"/>
                  <a:pt x="409565" y="54230"/>
                </a:cubicBezTo>
                <a:cubicBezTo>
                  <a:pt x="401075" y="54230"/>
                  <a:pt x="395015" y="55634"/>
                  <a:pt x="391386" y="58441"/>
                </a:cubicBezTo>
                <a:cubicBezTo>
                  <a:pt x="387757" y="61248"/>
                  <a:pt x="385942" y="64535"/>
                  <a:pt x="385942" y="68301"/>
                </a:cubicBezTo>
                <a:cubicBezTo>
                  <a:pt x="385942" y="70697"/>
                  <a:pt x="386695" y="72854"/>
                  <a:pt x="388202" y="74772"/>
                </a:cubicBezTo>
                <a:cubicBezTo>
                  <a:pt x="389708" y="76757"/>
                  <a:pt x="392071" y="78401"/>
                  <a:pt x="395289" y="79702"/>
                </a:cubicBezTo>
                <a:cubicBezTo>
                  <a:pt x="397137" y="80386"/>
                  <a:pt x="402581" y="81961"/>
                  <a:pt x="411619" y="84426"/>
                </a:cubicBezTo>
                <a:cubicBezTo>
                  <a:pt x="424697" y="87918"/>
                  <a:pt x="433821" y="90777"/>
                  <a:pt x="438991" y="93002"/>
                </a:cubicBezTo>
                <a:cubicBezTo>
                  <a:pt x="444161" y="95228"/>
                  <a:pt x="448218" y="98463"/>
                  <a:pt x="451162" y="102708"/>
                </a:cubicBezTo>
                <a:cubicBezTo>
                  <a:pt x="454106" y="106953"/>
                  <a:pt x="455578" y="112226"/>
                  <a:pt x="455578" y="118525"/>
                </a:cubicBezTo>
                <a:cubicBezTo>
                  <a:pt x="455578" y="124688"/>
                  <a:pt x="453781" y="130491"/>
                  <a:pt x="450186" y="135934"/>
                </a:cubicBezTo>
                <a:cubicBezTo>
                  <a:pt x="446591" y="141378"/>
                  <a:pt x="441405" y="145589"/>
                  <a:pt x="434626" y="148567"/>
                </a:cubicBezTo>
                <a:cubicBezTo>
                  <a:pt x="427847" y="151546"/>
                  <a:pt x="420178" y="153035"/>
                  <a:pt x="411619" y="153035"/>
                </a:cubicBezTo>
                <a:cubicBezTo>
                  <a:pt x="397446" y="153035"/>
                  <a:pt x="386644" y="150082"/>
                  <a:pt x="379215" y="144177"/>
                </a:cubicBezTo>
                <a:cubicBezTo>
                  <a:pt x="371786" y="138271"/>
                  <a:pt x="367044" y="129515"/>
                  <a:pt x="364990" y="117909"/>
                </a:cubicBezTo>
                <a:close/>
                <a:moveTo>
                  <a:pt x="477661" y="21158"/>
                </a:moveTo>
                <a:lnTo>
                  <a:pt x="477661" y="0"/>
                </a:lnTo>
                <a:lnTo>
                  <a:pt x="496148" y="0"/>
                </a:lnTo>
                <a:lnTo>
                  <a:pt x="496148" y="21158"/>
                </a:lnTo>
                <a:lnTo>
                  <a:pt x="477661" y="21158"/>
                </a:lnTo>
                <a:moveTo>
                  <a:pt x="477661" y="150570"/>
                </a:moveTo>
                <a:lnTo>
                  <a:pt x="477661" y="41494"/>
                </a:lnTo>
                <a:lnTo>
                  <a:pt x="496148" y="41494"/>
                </a:lnTo>
                <a:lnTo>
                  <a:pt x="496148" y="150570"/>
                </a:lnTo>
                <a:lnTo>
                  <a:pt x="477661" y="150570"/>
                </a:lnTo>
                <a:close/>
                <a:moveTo>
                  <a:pt x="564619" y="134034"/>
                </a:moveTo>
                <a:lnTo>
                  <a:pt x="567290" y="150365"/>
                </a:lnTo>
                <a:cubicBezTo>
                  <a:pt x="562086" y="151460"/>
                  <a:pt x="557430" y="152008"/>
                  <a:pt x="553321" y="152008"/>
                </a:cubicBezTo>
                <a:cubicBezTo>
                  <a:pt x="546611" y="152008"/>
                  <a:pt x="541407" y="150947"/>
                  <a:pt x="537710" y="148824"/>
                </a:cubicBezTo>
                <a:cubicBezTo>
                  <a:pt x="534012" y="146701"/>
                  <a:pt x="531410" y="143911"/>
                  <a:pt x="529904" y="140453"/>
                </a:cubicBezTo>
                <a:cubicBezTo>
                  <a:pt x="528397" y="136996"/>
                  <a:pt x="527644" y="129720"/>
                  <a:pt x="527644" y="118628"/>
                </a:cubicBezTo>
                <a:lnTo>
                  <a:pt x="527644" y="55873"/>
                </a:lnTo>
                <a:lnTo>
                  <a:pt x="514087" y="55873"/>
                </a:lnTo>
                <a:lnTo>
                  <a:pt x="514087" y="41494"/>
                </a:lnTo>
                <a:lnTo>
                  <a:pt x="527644" y="41494"/>
                </a:lnTo>
                <a:lnTo>
                  <a:pt x="527644" y="14482"/>
                </a:lnTo>
                <a:lnTo>
                  <a:pt x="546029" y="3389"/>
                </a:lnTo>
                <a:lnTo>
                  <a:pt x="546029" y="41494"/>
                </a:lnTo>
                <a:lnTo>
                  <a:pt x="564619" y="41494"/>
                </a:lnTo>
                <a:lnTo>
                  <a:pt x="564619" y="55873"/>
                </a:lnTo>
                <a:lnTo>
                  <a:pt x="546029" y="55873"/>
                </a:lnTo>
                <a:lnTo>
                  <a:pt x="546029" y="119655"/>
                </a:lnTo>
                <a:cubicBezTo>
                  <a:pt x="546029" y="124927"/>
                  <a:pt x="546354" y="128317"/>
                  <a:pt x="547005" y="129823"/>
                </a:cubicBezTo>
                <a:cubicBezTo>
                  <a:pt x="547655" y="131329"/>
                  <a:pt x="548717" y="132528"/>
                  <a:pt x="550189" y="133418"/>
                </a:cubicBezTo>
                <a:cubicBezTo>
                  <a:pt x="551661" y="134308"/>
                  <a:pt x="553766" y="134753"/>
                  <a:pt x="556505" y="134753"/>
                </a:cubicBezTo>
                <a:cubicBezTo>
                  <a:pt x="558559" y="134753"/>
                  <a:pt x="561264" y="134513"/>
                  <a:pt x="564619" y="134034"/>
                </a:cubicBezTo>
                <a:close/>
                <a:moveTo>
                  <a:pt x="582623" y="21158"/>
                </a:moveTo>
                <a:lnTo>
                  <a:pt x="582623" y="0"/>
                </a:lnTo>
                <a:lnTo>
                  <a:pt x="601110" y="0"/>
                </a:lnTo>
                <a:lnTo>
                  <a:pt x="601110" y="21158"/>
                </a:lnTo>
                <a:lnTo>
                  <a:pt x="582623" y="21158"/>
                </a:lnTo>
                <a:moveTo>
                  <a:pt x="582623" y="150570"/>
                </a:moveTo>
                <a:lnTo>
                  <a:pt x="582623" y="41494"/>
                </a:lnTo>
                <a:lnTo>
                  <a:pt x="601110" y="41494"/>
                </a:lnTo>
                <a:lnTo>
                  <a:pt x="601110" y="150570"/>
                </a:lnTo>
                <a:lnTo>
                  <a:pt x="582623" y="150570"/>
                </a:lnTo>
                <a:close/>
                <a:moveTo>
                  <a:pt x="659517" y="150570"/>
                </a:moveTo>
                <a:lnTo>
                  <a:pt x="618023" y="41494"/>
                </a:lnTo>
                <a:lnTo>
                  <a:pt x="637537" y="41494"/>
                </a:lnTo>
                <a:lnTo>
                  <a:pt x="660955" y="106816"/>
                </a:lnTo>
                <a:cubicBezTo>
                  <a:pt x="663488" y="113869"/>
                  <a:pt x="665816" y="121196"/>
                  <a:pt x="667939" y="128796"/>
                </a:cubicBezTo>
                <a:cubicBezTo>
                  <a:pt x="669582" y="123044"/>
                  <a:pt x="671876" y="116129"/>
                  <a:pt x="674820" y="108049"/>
                </a:cubicBezTo>
                <a:lnTo>
                  <a:pt x="699059" y="41494"/>
                </a:lnTo>
                <a:lnTo>
                  <a:pt x="718060" y="41494"/>
                </a:lnTo>
                <a:lnTo>
                  <a:pt x="676772" y="150570"/>
                </a:lnTo>
                <a:lnTo>
                  <a:pt x="659517" y="150570"/>
                </a:lnTo>
                <a:close/>
                <a:moveTo>
                  <a:pt x="809060" y="115239"/>
                </a:moveTo>
                <a:lnTo>
                  <a:pt x="828164" y="117704"/>
                </a:lnTo>
                <a:cubicBezTo>
                  <a:pt x="825151" y="128897"/>
                  <a:pt x="819570" y="137584"/>
                  <a:pt x="811422" y="143766"/>
                </a:cubicBezTo>
                <a:cubicBezTo>
                  <a:pt x="803274" y="149945"/>
                  <a:pt x="792866" y="153035"/>
                  <a:pt x="780199" y="153035"/>
                </a:cubicBezTo>
                <a:cubicBezTo>
                  <a:pt x="764245" y="153035"/>
                  <a:pt x="751595" y="148122"/>
                  <a:pt x="742248" y="138297"/>
                </a:cubicBezTo>
                <a:cubicBezTo>
                  <a:pt x="732902" y="128471"/>
                  <a:pt x="728229" y="114691"/>
                  <a:pt x="728229" y="96956"/>
                </a:cubicBezTo>
                <a:cubicBezTo>
                  <a:pt x="728229" y="78606"/>
                  <a:pt x="732953" y="64364"/>
                  <a:pt x="742402" y="54230"/>
                </a:cubicBezTo>
                <a:cubicBezTo>
                  <a:pt x="751852" y="44096"/>
                  <a:pt x="764108" y="39029"/>
                  <a:pt x="779172" y="39029"/>
                </a:cubicBezTo>
                <a:cubicBezTo>
                  <a:pt x="793756" y="39029"/>
                  <a:pt x="805671" y="43986"/>
                  <a:pt x="814914" y="53899"/>
                </a:cubicBezTo>
                <a:cubicBezTo>
                  <a:pt x="824158" y="63811"/>
                  <a:pt x="828780" y="77755"/>
                  <a:pt x="828780" y="95734"/>
                </a:cubicBezTo>
                <a:cubicBezTo>
                  <a:pt x="828780" y="96827"/>
                  <a:pt x="828746" y="98467"/>
                  <a:pt x="828677" y="100654"/>
                </a:cubicBezTo>
                <a:lnTo>
                  <a:pt x="747332" y="100654"/>
                </a:lnTo>
                <a:cubicBezTo>
                  <a:pt x="748017" y="112671"/>
                  <a:pt x="751407" y="121872"/>
                  <a:pt x="757501" y="128257"/>
                </a:cubicBezTo>
                <a:cubicBezTo>
                  <a:pt x="763595" y="134642"/>
                  <a:pt x="771195" y="137834"/>
                  <a:pt x="780302" y="137834"/>
                </a:cubicBezTo>
                <a:cubicBezTo>
                  <a:pt x="787080" y="137834"/>
                  <a:pt x="792866" y="136038"/>
                  <a:pt x="797659" y="132445"/>
                </a:cubicBezTo>
                <a:cubicBezTo>
                  <a:pt x="802452" y="128851"/>
                  <a:pt x="806253" y="123115"/>
                  <a:pt x="809060" y="115239"/>
                </a:cubicBezTo>
                <a:moveTo>
                  <a:pt x="748360" y="85453"/>
                </a:moveTo>
                <a:lnTo>
                  <a:pt x="809265" y="85453"/>
                </a:lnTo>
                <a:cubicBezTo>
                  <a:pt x="808444" y="76308"/>
                  <a:pt x="806116" y="69449"/>
                  <a:pt x="802281" y="64876"/>
                </a:cubicBezTo>
                <a:cubicBezTo>
                  <a:pt x="796393" y="57779"/>
                  <a:pt x="788758" y="54230"/>
                  <a:pt x="779377" y="54230"/>
                </a:cubicBezTo>
                <a:cubicBezTo>
                  <a:pt x="770887" y="54230"/>
                  <a:pt x="763749" y="57063"/>
                  <a:pt x="757963" y="62729"/>
                </a:cubicBezTo>
                <a:cubicBezTo>
                  <a:pt x="752177" y="68393"/>
                  <a:pt x="748976" y="75968"/>
                  <a:pt x="748360" y="85453"/>
                </a:cubicBezTo>
                <a:close/>
                <a:moveTo>
                  <a:pt x="909609" y="192475"/>
                </a:moveTo>
                <a:lnTo>
                  <a:pt x="909609" y="41494"/>
                </a:lnTo>
                <a:lnTo>
                  <a:pt x="926453" y="41494"/>
                </a:lnTo>
                <a:lnTo>
                  <a:pt x="926453" y="55767"/>
                </a:lnTo>
                <a:cubicBezTo>
                  <a:pt x="930425" y="50187"/>
                  <a:pt x="934910" y="46003"/>
                  <a:pt x="939908" y="43214"/>
                </a:cubicBezTo>
                <a:cubicBezTo>
                  <a:pt x="944906" y="40424"/>
                  <a:pt x="950966" y="39029"/>
                  <a:pt x="958087" y="39029"/>
                </a:cubicBezTo>
                <a:cubicBezTo>
                  <a:pt x="967400" y="39029"/>
                  <a:pt x="975616" y="41426"/>
                  <a:pt x="982737" y="46219"/>
                </a:cubicBezTo>
                <a:cubicBezTo>
                  <a:pt x="989858" y="51012"/>
                  <a:pt x="995233" y="57773"/>
                  <a:pt x="998862" y="66504"/>
                </a:cubicBezTo>
                <a:cubicBezTo>
                  <a:pt x="1002491" y="75234"/>
                  <a:pt x="1004306" y="84803"/>
                  <a:pt x="1004306" y="95210"/>
                </a:cubicBezTo>
                <a:cubicBezTo>
                  <a:pt x="1004306" y="106371"/>
                  <a:pt x="1002303" y="116420"/>
                  <a:pt x="998298" y="125355"/>
                </a:cubicBezTo>
                <a:cubicBezTo>
                  <a:pt x="994292" y="134291"/>
                  <a:pt x="988472" y="141138"/>
                  <a:pt x="980837" y="145897"/>
                </a:cubicBezTo>
                <a:cubicBezTo>
                  <a:pt x="973203" y="150656"/>
                  <a:pt x="965174" y="153035"/>
                  <a:pt x="956752" y="153035"/>
                </a:cubicBezTo>
                <a:cubicBezTo>
                  <a:pt x="950590" y="153035"/>
                  <a:pt x="945061" y="151734"/>
                  <a:pt x="940165" y="149132"/>
                </a:cubicBezTo>
                <a:cubicBezTo>
                  <a:pt x="935269" y="146530"/>
                  <a:pt x="931246" y="143244"/>
                  <a:pt x="928097" y="139272"/>
                </a:cubicBezTo>
                <a:lnTo>
                  <a:pt x="928097" y="192475"/>
                </a:lnTo>
                <a:lnTo>
                  <a:pt x="909609" y="192475"/>
                </a:lnTo>
                <a:moveTo>
                  <a:pt x="926351" y="96700"/>
                </a:moveTo>
                <a:cubicBezTo>
                  <a:pt x="926351" y="110719"/>
                  <a:pt x="929192" y="121080"/>
                  <a:pt x="934875" y="127782"/>
                </a:cubicBezTo>
                <a:cubicBezTo>
                  <a:pt x="940558" y="134483"/>
                  <a:pt x="947440" y="137834"/>
                  <a:pt x="955520" y="137834"/>
                </a:cubicBezTo>
                <a:cubicBezTo>
                  <a:pt x="963736" y="137834"/>
                  <a:pt x="970772" y="134364"/>
                  <a:pt x="976626" y="127422"/>
                </a:cubicBezTo>
                <a:cubicBezTo>
                  <a:pt x="982481" y="120481"/>
                  <a:pt x="985408" y="109727"/>
                  <a:pt x="985408" y="95159"/>
                </a:cubicBezTo>
                <a:cubicBezTo>
                  <a:pt x="985408" y="81276"/>
                  <a:pt x="982549" y="70881"/>
                  <a:pt x="976832" y="63974"/>
                </a:cubicBezTo>
                <a:cubicBezTo>
                  <a:pt x="971114" y="57067"/>
                  <a:pt x="964284" y="53614"/>
                  <a:pt x="956341" y="53614"/>
                </a:cubicBezTo>
                <a:cubicBezTo>
                  <a:pt x="948467" y="53614"/>
                  <a:pt x="941500" y="57290"/>
                  <a:pt x="935440" y="64642"/>
                </a:cubicBezTo>
                <a:cubicBezTo>
                  <a:pt x="929380" y="71994"/>
                  <a:pt x="926351" y="82680"/>
                  <a:pt x="926351" y="96700"/>
                </a:cubicBezTo>
                <a:close/>
                <a:moveTo>
                  <a:pt x="1026665" y="21158"/>
                </a:moveTo>
                <a:lnTo>
                  <a:pt x="1026665" y="0"/>
                </a:lnTo>
                <a:lnTo>
                  <a:pt x="1045152" y="0"/>
                </a:lnTo>
                <a:lnTo>
                  <a:pt x="1045152" y="21158"/>
                </a:lnTo>
                <a:lnTo>
                  <a:pt x="1026665" y="21158"/>
                </a:lnTo>
                <a:moveTo>
                  <a:pt x="1026665" y="150570"/>
                </a:moveTo>
                <a:lnTo>
                  <a:pt x="1026665" y="41494"/>
                </a:lnTo>
                <a:lnTo>
                  <a:pt x="1045152" y="41494"/>
                </a:lnTo>
                <a:lnTo>
                  <a:pt x="1045152" y="150570"/>
                </a:lnTo>
                <a:lnTo>
                  <a:pt x="1026665" y="150570"/>
                </a:lnTo>
                <a:close/>
                <a:moveTo>
                  <a:pt x="1073259" y="150570"/>
                </a:moveTo>
                <a:lnTo>
                  <a:pt x="1073259" y="41494"/>
                </a:lnTo>
                <a:lnTo>
                  <a:pt x="1089897" y="41494"/>
                </a:lnTo>
                <a:lnTo>
                  <a:pt x="1089897" y="57003"/>
                </a:lnTo>
                <a:cubicBezTo>
                  <a:pt x="1097909" y="45020"/>
                  <a:pt x="1109480" y="39029"/>
                  <a:pt x="1124613" y="39029"/>
                </a:cubicBezTo>
                <a:cubicBezTo>
                  <a:pt x="1131186" y="39029"/>
                  <a:pt x="1137229" y="40210"/>
                  <a:pt x="1142741" y="42573"/>
                </a:cubicBezTo>
                <a:cubicBezTo>
                  <a:pt x="1148253" y="44935"/>
                  <a:pt x="1152378" y="48033"/>
                  <a:pt x="1155117" y="51868"/>
                </a:cubicBezTo>
                <a:cubicBezTo>
                  <a:pt x="1157856" y="55702"/>
                  <a:pt x="1159773" y="60255"/>
                  <a:pt x="1160869" y="65528"/>
                </a:cubicBezTo>
                <a:cubicBezTo>
                  <a:pt x="1161553" y="68951"/>
                  <a:pt x="1161896" y="74943"/>
                  <a:pt x="1161896" y="83502"/>
                </a:cubicBezTo>
                <a:lnTo>
                  <a:pt x="1161896" y="150570"/>
                </a:lnTo>
                <a:lnTo>
                  <a:pt x="1143408" y="150570"/>
                </a:lnTo>
                <a:lnTo>
                  <a:pt x="1143408" y="84221"/>
                </a:lnTo>
                <a:cubicBezTo>
                  <a:pt x="1143408" y="76689"/>
                  <a:pt x="1142689" y="71057"/>
                  <a:pt x="1141251" y="67325"/>
                </a:cubicBezTo>
                <a:cubicBezTo>
                  <a:pt x="1139814" y="63593"/>
                  <a:pt x="1137263" y="60615"/>
                  <a:pt x="1133600" y="58390"/>
                </a:cubicBezTo>
                <a:cubicBezTo>
                  <a:pt x="1129936" y="56164"/>
                  <a:pt x="1125640" y="55052"/>
                  <a:pt x="1120710" y="55052"/>
                </a:cubicBezTo>
                <a:cubicBezTo>
                  <a:pt x="1112836" y="55052"/>
                  <a:pt x="1106040" y="57551"/>
                  <a:pt x="1100322" y="62549"/>
                </a:cubicBezTo>
                <a:cubicBezTo>
                  <a:pt x="1094605" y="67548"/>
                  <a:pt x="1091746" y="77031"/>
                  <a:pt x="1091746" y="90999"/>
                </a:cubicBezTo>
                <a:lnTo>
                  <a:pt x="1091746" y="150570"/>
                </a:lnTo>
                <a:lnTo>
                  <a:pt x="1073259" y="150570"/>
                </a:lnTo>
                <a:close/>
                <a:moveTo>
                  <a:pt x="1190211" y="150570"/>
                </a:moveTo>
                <a:lnTo>
                  <a:pt x="1190211" y="41494"/>
                </a:lnTo>
                <a:lnTo>
                  <a:pt x="1206849" y="41494"/>
                </a:lnTo>
                <a:lnTo>
                  <a:pt x="1206849" y="57003"/>
                </a:lnTo>
                <a:cubicBezTo>
                  <a:pt x="1214861" y="45020"/>
                  <a:pt x="1226432" y="39029"/>
                  <a:pt x="1241565" y="39029"/>
                </a:cubicBezTo>
                <a:cubicBezTo>
                  <a:pt x="1248138" y="39029"/>
                  <a:pt x="1254181" y="40210"/>
                  <a:pt x="1259693" y="42573"/>
                </a:cubicBezTo>
                <a:cubicBezTo>
                  <a:pt x="1265205" y="44935"/>
                  <a:pt x="1269330" y="48033"/>
                  <a:pt x="1272069" y="51868"/>
                </a:cubicBezTo>
                <a:cubicBezTo>
                  <a:pt x="1274808" y="55702"/>
                  <a:pt x="1276725" y="60255"/>
                  <a:pt x="1277821" y="65528"/>
                </a:cubicBezTo>
                <a:cubicBezTo>
                  <a:pt x="1278505" y="68951"/>
                  <a:pt x="1278848" y="74943"/>
                  <a:pt x="1278848" y="83502"/>
                </a:cubicBezTo>
                <a:lnTo>
                  <a:pt x="1278848" y="150570"/>
                </a:lnTo>
                <a:lnTo>
                  <a:pt x="1260360" y="150570"/>
                </a:lnTo>
                <a:lnTo>
                  <a:pt x="1260360" y="84221"/>
                </a:lnTo>
                <a:cubicBezTo>
                  <a:pt x="1260360" y="76689"/>
                  <a:pt x="1259641" y="71057"/>
                  <a:pt x="1258204" y="67325"/>
                </a:cubicBezTo>
                <a:cubicBezTo>
                  <a:pt x="1256766" y="63593"/>
                  <a:pt x="1254215" y="60615"/>
                  <a:pt x="1250552" y="58390"/>
                </a:cubicBezTo>
                <a:cubicBezTo>
                  <a:pt x="1246889" y="56164"/>
                  <a:pt x="1242592" y="55052"/>
                  <a:pt x="1237662" y="55052"/>
                </a:cubicBezTo>
                <a:cubicBezTo>
                  <a:pt x="1229788" y="55052"/>
                  <a:pt x="1222992" y="57551"/>
                  <a:pt x="1217274" y="62549"/>
                </a:cubicBezTo>
                <a:cubicBezTo>
                  <a:pt x="1211557" y="67548"/>
                  <a:pt x="1208698" y="77031"/>
                  <a:pt x="1208698" y="90999"/>
                </a:cubicBezTo>
                <a:lnTo>
                  <a:pt x="1208698" y="150570"/>
                </a:lnTo>
                <a:lnTo>
                  <a:pt x="1190211" y="150570"/>
                </a:lnTo>
                <a:close/>
                <a:moveTo>
                  <a:pt x="1307265" y="21158"/>
                </a:moveTo>
                <a:lnTo>
                  <a:pt x="1307265" y="0"/>
                </a:lnTo>
                <a:lnTo>
                  <a:pt x="1325753" y="0"/>
                </a:lnTo>
                <a:lnTo>
                  <a:pt x="1325753" y="21158"/>
                </a:lnTo>
                <a:lnTo>
                  <a:pt x="1307265" y="21158"/>
                </a:lnTo>
                <a:moveTo>
                  <a:pt x="1307265" y="150570"/>
                </a:moveTo>
                <a:lnTo>
                  <a:pt x="1307265" y="41494"/>
                </a:lnTo>
                <a:lnTo>
                  <a:pt x="1325753" y="41494"/>
                </a:lnTo>
                <a:lnTo>
                  <a:pt x="1325753" y="150570"/>
                </a:lnTo>
                <a:lnTo>
                  <a:pt x="1307265" y="150570"/>
                </a:lnTo>
                <a:close/>
                <a:moveTo>
                  <a:pt x="1353860" y="150570"/>
                </a:moveTo>
                <a:lnTo>
                  <a:pt x="1353860" y="41494"/>
                </a:lnTo>
                <a:lnTo>
                  <a:pt x="1370499" y="41494"/>
                </a:lnTo>
                <a:lnTo>
                  <a:pt x="1370499" y="57003"/>
                </a:lnTo>
                <a:cubicBezTo>
                  <a:pt x="1378510" y="45020"/>
                  <a:pt x="1390082" y="39029"/>
                  <a:pt x="1405214" y="39029"/>
                </a:cubicBezTo>
                <a:cubicBezTo>
                  <a:pt x="1411787" y="39029"/>
                  <a:pt x="1417830" y="40210"/>
                  <a:pt x="1423342" y="42573"/>
                </a:cubicBezTo>
                <a:cubicBezTo>
                  <a:pt x="1428854" y="44935"/>
                  <a:pt x="1432980" y="48033"/>
                  <a:pt x="1435718" y="51868"/>
                </a:cubicBezTo>
                <a:cubicBezTo>
                  <a:pt x="1438457" y="55702"/>
                  <a:pt x="1440375" y="60255"/>
                  <a:pt x="1441470" y="65528"/>
                </a:cubicBezTo>
                <a:cubicBezTo>
                  <a:pt x="1442155" y="68951"/>
                  <a:pt x="1442497" y="74943"/>
                  <a:pt x="1442497" y="83502"/>
                </a:cubicBezTo>
                <a:lnTo>
                  <a:pt x="1442497" y="150570"/>
                </a:lnTo>
                <a:lnTo>
                  <a:pt x="1424010" y="150570"/>
                </a:lnTo>
                <a:lnTo>
                  <a:pt x="1424010" y="84221"/>
                </a:lnTo>
                <a:cubicBezTo>
                  <a:pt x="1424010" y="76689"/>
                  <a:pt x="1423291" y="71057"/>
                  <a:pt x="1421853" y="67325"/>
                </a:cubicBezTo>
                <a:cubicBezTo>
                  <a:pt x="1420415" y="63593"/>
                  <a:pt x="1417864" y="60615"/>
                  <a:pt x="1414201" y="58390"/>
                </a:cubicBezTo>
                <a:cubicBezTo>
                  <a:pt x="1410538" y="56164"/>
                  <a:pt x="1406241" y="55052"/>
                  <a:pt x="1401311" y="55052"/>
                </a:cubicBezTo>
                <a:cubicBezTo>
                  <a:pt x="1393437" y="55052"/>
                  <a:pt x="1386641" y="57551"/>
                  <a:pt x="1380924" y="62549"/>
                </a:cubicBezTo>
                <a:cubicBezTo>
                  <a:pt x="1375206" y="67548"/>
                  <a:pt x="1372348" y="77031"/>
                  <a:pt x="1372348" y="90999"/>
                </a:cubicBezTo>
                <a:lnTo>
                  <a:pt x="1372348" y="150570"/>
                </a:lnTo>
                <a:lnTo>
                  <a:pt x="1353860" y="150570"/>
                </a:lnTo>
                <a:close/>
                <a:moveTo>
                  <a:pt x="1467424" y="159608"/>
                </a:moveTo>
                <a:lnTo>
                  <a:pt x="1485398" y="162073"/>
                </a:lnTo>
                <a:cubicBezTo>
                  <a:pt x="1486151" y="167686"/>
                  <a:pt x="1488239" y="171774"/>
                  <a:pt x="1491663" y="174337"/>
                </a:cubicBezTo>
                <a:cubicBezTo>
                  <a:pt x="1496250" y="177802"/>
                  <a:pt x="1502516" y="179534"/>
                  <a:pt x="1510458" y="179534"/>
                </a:cubicBezTo>
                <a:cubicBezTo>
                  <a:pt x="1519017" y="179534"/>
                  <a:pt x="1525625" y="177818"/>
                  <a:pt x="1530281" y="174386"/>
                </a:cubicBezTo>
                <a:cubicBezTo>
                  <a:pt x="1534937" y="170953"/>
                  <a:pt x="1538087" y="166150"/>
                  <a:pt x="1539730" y="159974"/>
                </a:cubicBezTo>
                <a:cubicBezTo>
                  <a:pt x="1540689" y="156198"/>
                  <a:pt x="1541134" y="148270"/>
                  <a:pt x="1541065" y="136191"/>
                </a:cubicBezTo>
                <a:cubicBezTo>
                  <a:pt x="1532986" y="145777"/>
                  <a:pt x="1522920" y="150570"/>
                  <a:pt x="1510869" y="150570"/>
                </a:cubicBezTo>
                <a:cubicBezTo>
                  <a:pt x="1495874" y="150570"/>
                  <a:pt x="1484268" y="145161"/>
                  <a:pt x="1476051" y="134342"/>
                </a:cubicBezTo>
                <a:cubicBezTo>
                  <a:pt x="1467834" y="123524"/>
                  <a:pt x="1463726" y="110548"/>
                  <a:pt x="1463726" y="95416"/>
                </a:cubicBezTo>
                <a:cubicBezTo>
                  <a:pt x="1463726" y="85008"/>
                  <a:pt x="1465609" y="75405"/>
                  <a:pt x="1469375" y="66606"/>
                </a:cubicBezTo>
                <a:cubicBezTo>
                  <a:pt x="1473141" y="57808"/>
                  <a:pt x="1478602" y="51012"/>
                  <a:pt x="1485757" y="46219"/>
                </a:cubicBezTo>
                <a:cubicBezTo>
                  <a:pt x="1492912" y="41426"/>
                  <a:pt x="1501317" y="39029"/>
                  <a:pt x="1510972" y="39029"/>
                </a:cubicBezTo>
                <a:cubicBezTo>
                  <a:pt x="1523845" y="39029"/>
                  <a:pt x="1534458" y="44301"/>
                  <a:pt x="1542811" y="54846"/>
                </a:cubicBezTo>
                <a:lnTo>
                  <a:pt x="1542811" y="41494"/>
                </a:lnTo>
                <a:lnTo>
                  <a:pt x="1559861" y="41494"/>
                </a:lnTo>
                <a:lnTo>
                  <a:pt x="1559861" y="135844"/>
                </a:lnTo>
                <a:cubicBezTo>
                  <a:pt x="1559861" y="152836"/>
                  <a:pt x="1558132" y="164878"/>
                  <a:pt x="1554674" y="171969"/>
                </a:cubicBezTo>
                <a:cubicBezTo>
                  <a:pt x="1551216" y="179060"/>
                  <a:pt x="1545739" y="184661"/>
                  <a:pt x="1538241" y="188771"/>
                </a:cubicBezTo>
                <a:cubicBezTo>
                  <a:pt x="1530743" y="192884"/>
                  <a:pt x="1521517" y="194940"/>
                  <a:pt x="1510561" y="194940"/>
                </a:cubicBezTo>
                <a:cubicBezTo>
                  <a:pt x="1497551" y="194940"/>
                  <a:pt x="1487041" y="192004"/>
                  <a:pt x="1479030" y="186133"/>
                </a:cubicBezTo>
                <a:cubicBezTo>
                  <a:pt x="1471018" y="180261"/>
                  <a:pt x="1467150" y="171420"/>
                  <a:pt x="1467424" y="159608"/>
                </a:cubicBezTo>
                <a:moveTo>
                  <a:pt x="1482727" y="94084"/>
                </a:moveTo>
                <a:cubicBezTo>
                  <a:pt x="1482727" y="108358"/>
                  <a:pt x="1485569" y="118773"/>
                  <a:pt x="1491252" y="125330"/>
                </a:cubicBezTo>
                <a:cubicBezTo>
                  <a:pt x="1496935" y="131886"/>
                  <a:pt x="1504056" y="135164"/>
                  <a:pt x="1512615" y="135164"/>
                </a:cubicBezTo>
                <a:cubicBezTo>
                  <a:pt x="1521106" y="135164"/>
                  <a:pt x="1528227" y="131903"/>
                  <a:pt x="1533978" y="125381"/>
                </a:cubicBezTo>
                <a:cubicBezTo>
                  <a:pt x="1539730" y="118859"/>
                  <a:pt x="1542606" y="108631"/>
                  <a:pt x="1542606" y="94697"/>
                </a:cubicBezTo>
                <a:cubicBezTo>
                  <a:pt x="1542606" y="81379"/>
                  <a:pt x="1539645" y="71339"/>
                  <a:pt x="1533722" y="64578"/>
                </a:cubicBezTo>
                <a:cubicBezTo>
                  <a:pt x="1527799" y="57816"/>
                  <a:pt x="1520661" y="54435"/>
                  <a:pt x="1512307" y="54435"/>
                </a:cubicBezTo>
                <a:cubicBezTo>
                  <a:pt x="1504090" y="54435"/>
                  <a:pt x="1497106" y="57765"/>
                  <a:pt x="1491355" y="64424"/>
                </a:cubicBezTo>
                <a:cubicBezTo>
                  <a:pt x="1485603" y="71083"/>
                  <a:pt x="1482727" y="80969"/>
                  <a:pt x="1482727" y="9408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570D39-D421-4ED0-BBED-68C67399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6379" y="2549342"/>
            <a:ext cx="1823198" cy="597766"/>
          </a:xfrm>
          <a:custGeom xmlns:a="http://schemas.openxmlformats.org/drawingml/2006/main">
            <a:pathLst>
              <a:path w="1823198" h="597766">
                <a:moveTo>
                  <a:pt x="0" y="0"/>
                </a:moveTo>
                <a:lnTo>
                  <a:pt x="1823198" y="0"/>
                </a:lnTo>
                <a:lnTo>
                  <a:pt x="1823198" y="597766"/>
                </a:lnTo>
                <a:lnTo>
                  <a:pt x="0" y="5977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reachable(B)ifF">
            <a:extLst xmlns:a="http://schemas.openxmlformats.org/drawingml/2006/main">
              <a:ext uri="{FF2B5EF4-FFF2-40B4-BE49-F238E27FC236}">
                <a16:creationId xmlns:a16="http://schemas.microsoft.com/office/drawing/2014/main" id="{9208A491-D4C0-40BF-9A95-8D1969242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48" y="2648743"/>
            <a:ext cx="1530479" cy="197610"/>
          </a:xfrm>
          <a:custGeom xmlns:a="http://schemas.openxmlformats.org/drawingml/2006/main">
            <a:pathLst>
              <a:path w="1530479" h="197610">
                <a:moveTo>
                  <a:pt x="0" y="153241"/>
                </a:moveTo>
                <a:lnTo>
                  <a:pt x="0" y="44164"/>
                </a:lnTo>
                <a:lnTo>
                  <a:pt x="16639" y="44164"/>
                </a:lnTo>
                <a:lnTo>
                  <a:pt x="16639" y="60701"/>
                </a:lnTo>
                <a:cubicBezTo>
                  <a:pt x="20884" y="52963"/>
                  <a:pt x="24804" y="47862"/>
                  <a:pt x="28399" y="45397"/>
                </a:cubicBezTo>
                <a:cubicBezTo>
                  <a:pt x="31994" y="42932"/>
                  <a:pt x="35948" y="41699"/>
                  <a:pt x="40262" y="41699"/>
                </a:cubicBezTo>
                <a:cubicBezTo>
                  <a:pt x="46493" y="41699"/>
                  <a:pt x="52826" y="43685"/>
                  <a:pt x="59263" y="47657"/>
                </a:cubicBezTo>
                <a:lnTo>
                  <a:pt x="52895" y="64796"/>
                </a:lnTo>
                <a:cubicBezTo>
                  <a:pt x="48376" y="62134"/>
                  <a:pt x="43856" y="60803"/>
                  <a:pt x="39337" y="60803"/>
                </a:cubicBezTo>
                <a:cubicBezTo>
                  <a:pt x="35297" y="60803"/>
                  <a:pt x="31668" y="62019"/>
                  <a:pt x="28450" y="64449"/>
                </a:cubicBezTo>
                <a:cubicBezTo>
                  <a:pt x="25232" y="66880"/>
                  <a:pt x="22938" y="70252"/>
                  <a:pt x="21569" y="74566"/>
                </a:cubicBezTo>
                <a:cubicBezTo>
                  <a:pt x="19515" y="81139"/>
                  <a:pt x="18487" y="88329"/>
                  <a:pt x="18487" y="96135"/>
                </a:cubicBezTo>
                <a:lnTo>
                  <a:pt x="18487" y="153241"/>
                </a:lnTo>
                <a:lnTo>
                  <a:pt x="0" y="153241"/>
                </a:lnTo>
                <a:close/>
                <a:moveTo>
                  <a:pt x="144920" y="117909"/>
                </a:moveTo>
                <a:lnTo>
                  <a:pt x="164024" y="120374"/>
                </a:lnTo>
                <a:cubicBezTo>
                  <a:pt x="161011" y="131567"/>
                  <a:pt x="155430" y="140254"/>
                  <a:pt x="147282" y="146436"/>
                </a:cubicBezTo>
                <a:cubicBezTo>
                  <a:pt x="139134" y="152616"/>
                  <a:pt x="128726" y="155706"/>
                  <a:pt x="116059" y="155706"/>
                </a:cubicBezTo>
                <a:cubicBezTo>
                  <a:pt x="100105" y="155706"/>
                  <a:pt x="87455" y="150793"/>
                  <a:pt x="78108" y="140967"/>
                </a:cubicBezTo>
                <a:cubicBezTo>
                  <a:pt x="68762" y="131141"/>
                  <a:pt x="64089" y="117361"/>
                  <a:pt x="64089" y="99627"/>
                </a:cubicBezTo>
                <a:cubicBezTo>
                  <a:pt x="64089" y="81276"/>
                  <a:pt x="68813" y="67034"/>
                  <a:pt x="78262" y="56900"/>
                </a:cubicBezTo>
                <a:cubicBezTo>
                  <a:pt x="87711" y="46766"/>
                  <a:pt x="99968" y="41699"/>
                  <a:pt x="115032" y="41699"/>
                </a:cubicBezTo>
                <a:cubicBezTo>
                  <a:pt x="129616" y="41699"/>
                  <a:pt x="141530" y="46656"/>
                  <a:pt x="150774" y="56570"/>
                </a:cubicBezTo>
                <a:cubicBezTo>
                  <a:pt x="160018" y="66481"/>
                  <a:pt x="164640" y="80426"/>
                  <a:pt x="164640" y="98404"/>
                </a:cubicBezTo>
                <a:cubicBezTo>
                  <a:pt x="164640" y="99497"/>
                  <a:pt x="164606" y="101138"/>
                  <a:pt x="164537" y="103324"/>
                </a:cubicBezTo>
                <a:lnTo>
                  <a:pt x="83192" y="103324"/>
                </a:lnTo>
                <a:cubicBezTo>
                  <a:pt x="83877" y="115341"/>
                  <a:pt x="87266" y="124542"/>
                  <a:pt x="93360" y="130927"/>
                </a:cubicBezTo>
                <a:cubicBezTo>
                  <a:pt x="99454" y="137312"/>
                  <a:pt x="107055" y="140505"/>
                  <a:pt x="116162" y="140505"/>
                </a:cubicBezTo>
                <a:cubicBezTo>
                  <a:pt x="122940" y="140505"/>
                  <a:pt x="128726" y="138708"/>
                  <a:pt x="133519" y="135116"/>
                </a:cubicBezTo>
                <a:cubicBezTo>
                  <a:pt x="138312" y="131521"/>
                  <a:pt x="142112" y="125785"/>
                  <a:pt x="144920" y="117909"/>
                </a:cubicBezTo>
                <a:moveTo>
                  <a:pt x="84219" y="88124"/>
                </a:moveTo>
                <a:lnTo>
                  <a:pt x="145125" y="88124"/>
                </a:lnTo>
                <a:cubicBezTo>
                  <a:pt x="144304" y="78978"/>
                  <a:pt x="141976" y="72119"/>
                  <a:pt x="138141" y="67547"/>
                </a:cubicBezTo>
                <a:cubicBezTo>
                  <a:pt x="132253" y="60449"/>
                  <a:pt x="124618" y="56900"/>
                  <a:pt x="115237" y="56900"/>
                </a:cubicBezTo>
                <a:cubicBezTo>
                  <a:pt x="106747" y="56900"/>
                  <a:pt x="99608" y="59733"/>
                  <a:pt x="93823" y="65399"/>
                </a:cubicBezTo>
                <a:cubicBezTo>
                  <a:pt x="88037" y="71063"/>
                  <a:pt x="84836" y="78638"/>
                  <a:pt x="84219" y="88124"/>
                </a:cubicBezTo>
                <a:close/>
                <a:moveTo>
                  <a:pt x="258380" y="139478"/>
                </a:moveTo>
                <a:cubicBezTo>
                  <a:pt x="251533" y="145411"/>
                  <a:pt x="244942" y="149600"/>
                  <a:pt x="238608" y="152043"/>
                </a:cubicBezTo>
                <a:cubicBezTo>
                  <a:pt x="232275" y="154485"/>
                  <a:pt x="225479" y="155706"/>
                  <a:pt x="218221" y="155706"/>
                </a:cubicBezTo>
                <a:cubicBezTo>
                  <a:pt x="206238" y="155706"/>
                  <a:pt x="197029" y="152778"/>
                  <a:pt x="190592" y="146924"/>
                </a:cubicBezTo>
                <a:cubicBezTo>
                  <a:pt x="184156" y="141070"/>
                  <a:pt x="180938" y="133589"/>
                  <a:pt x="180938" y="124482"/>
                </a:cubicBezTo>
                <a:cubicBezTo>
                  <a:pt x="180938" y="119141"/>
                  <a:pt x="182153" y="114263"/>
                  <a:pt x="184584" y="109846"/>
                </a:cubicBezTo>
                <a:cubicBezTo>
                  <a:pt x="187015" y="105430"/>
                  <a:pt x="190199" y="101886"/>
                  <a:pt x="194136" y="99216"/>
                </a:cubicBezTo>
                <a:cubicBezTo>
                  <a:pt x="198073" y="96546"/>
                  <a:pt x="202507" y="94526"/>
                  <a:pt x="207437" y="93156"/>
                </a:cubicBezTo>
                <a:cubicBezTo>
                  <a:pt x="211066" y="92198"/>
                  <a:pt x="216543" y="91273"/>
                  <a:pt x="223870" y="90383"/>
                </a:cubicBezTo>
                <a:cubicBezTo>
                  <a:pt x="238797" y="88603"/>
                  <a:pt x="249787" y="86480"/>
                  <a:pt x="256839" y="84015"/>
                </a:cubicBezTo>
                <a:cubicBezTo>
                  <a:pt x="256908" y="81492"/>
                  <a:pt x="256942" y="79890"/>
                  <a:pt x="256942" y="79207"/>
                </a:cubicBezTo>
                <a:cubicBezTo>
                  <a:pt x="256942" y="71703"/>
                  <a:pt x="255196" y="66417"/>
                  <a:pt x="251704" y="63348"/>
                </a:cubicBezTo>
                <a:cubicBezTo>
                  <a:pt x="246979" y="59187"/>
                  <a:pt x="239961" y="57106"/>
                  <a:pt x="230649" y="57106"/>
                </a:cubicBezTo>
                <a:cubicBezTo>
                  <a:pt x="221953" y="57106"/>
                  <a:pt x="215533" y="58629"/>
                  <a:pt x="211391" y="61676"/>
                </a:cubicBezTo>
                <a:cubicBezTo>
                  <a:pt x="207248" y="64723"/>
                  <a:pt x="204184" y="70115"/>
                  <a:pt x="202198" y="77853"/>
                </a:cubicBezTo>
                <a:lnTo>
                  <a:pt x="184122" y="75388"/>
                </a:lnTo>
                <a:cubicBezTo>
                  <a:pt x="185765" y="67627"/>
                  <a:pt x="188470" y="61360"/>
                  <a:pt x="192236" y="56586"/>
                </a:cubicBezTo>
                <a:cubicBezTo>
                  <a:pt x="196002" y="51812"/>
                  <a:pt x="201445" y="48138"/>
                  <a:pt x="208566" y="45564"/>
                </a:cubicBezTo>
                <a:cubicBezTo>
                  <a:pt x="215687" y="42988"/>
                  <a:pt x="223938" y="41699"/>
                  <a:pt x="233319" y="41699"/>
                </a:cubicBezTo>
                <a:cubicBezTo>
                  <a:pt x="242631" y="41699"/>
                  <a:pt x="250197" y="42799"/>
                  <a:pt x="256018" y="44999"/>
                </a:cubicBezTo>
                <a:cubicBezTo>
                  <a:pt x="261838" y="47197"/>
                  <a:pt x="266117" y="49962"/>
                  <a:pt x="268856" y="53296"/>
                </a:cubicBezTo>
                <a:cubicBezTo>
                  <a:pt x="271595" y="56627"/>
                  <a:pt x="273512" y="60836"/>
                  <a:pt x="274608" y="65923"/>
                </a:cubicBezTo>
                <a:cubicBezTo>
                  <a:pt x="275224" y="69083"/>
                  <a:pt x="275532" y="74760"/>
                  <a:pt x="275532" y="82953"/>
                </a:cubicBezTo>
                <a:lnTo>
                  <a:pt x="275532" y="107532"/>
                </a:lnTo>
                <a:cubicBezTo>
                  <a:pt x="275532" y="124669"/>
                  <a:pt x="275926" y="135523"/>
                  <a:pt x="276713" y="140094"/>
                </a:cubicBezTo>
                <a:cubicBezTo>
                  <a:pt x="277501" y="144664"/>
                  <a:pt x="279058" y="149047"/>
                  <a:pt x="281386" y="153241"/>
                </a:cubicBezTo>
                <a:lnTo>
                  <a:pt x="262077" y="153241"/>
                </a:lnTo>
                <a:cubicBezTo>
                  <a:pt x="260160" y="149318"/>
                  <a:pt x="258928" y="144731"/>
                  <a:pt x="258380" y="139478"/>
                </a:cubicBezTo>
                <a:moveTo>
                  <a:pt x="256839" y="98600"/>
                </a:moveTo>
                <a:cubicBezTo>
                  <a:pt x="250129" y="101326"/>
                  <a:pt x="240064" y="103643"/>
                  <a:pt x="226643" y="105552"/>
                </a:cubicBezTo>
                <a:cubicBezTo>
                  <a:pt x="219043" y="106641"/>
                  <a:pt x="213668" y="107867"/>
                  <a:pt x="210518" y="109230"/>
                </a:cubicBezTo>
                <a:cubicBezTo>
                  <a:pt x="207368" y="110593"/>
                  <a:pt x="204937" y="112586"/>
                  <a:pt x="203226" y="115210"/>
                </a:cubicBezTo>
                <a:cubicBezTo>
                  <a:pt x="201514" y="117833"/>
                  <a:pt x="200658" y="120746"/>
                  <a:pt x="200658" y="123949"/>
                </a:cubicBezTo>
                <a:cubicBezTo>
                  <a:pt x="200658" y="128856"/>
                  <a:pt x="202524" y="132945"/>
                  <a:pt x="206255" y="136217"/>
                </a:cubicBezTo>
                <a:cubicBezTo>
                  <a:pt x="209987" y="139486"/>
                  <a:pt x="215448" y="141121"/>
                  <a:pt x="222637" y="141121"/>
                </a:cubicBezTo>
                <a:cubicBezTo>
                  <a:pt x="229758" y="141121"/>
                  <a:pt x="236092" y="139569"/>
                  <a:pt x="241638" y="136464"/>
                </a:cubicBezTo>
                <a:cubicBezTo>
                  <a:pt x="247185" y="133357"/>
                  <a:pt x="251259" y="129113"/>
                  <a:pt x="253861" y="123731"/>
                </a:cubicBezTo>
                <a:cubicBezTo>
                  <a:pt x="255846" y="119578"/>
                  <a:pt x="256839" y="113449"/>
                  <a:pt x="256839" y="105343"/>
                </a:cubicBezTo>
                <a:lnTo>
                  <a:pt x="256839" y="98600"/>
                </a:lnTo>
                <a:close/>
                <a:moveTo>
                  <a:pt x="375332" y="113184"/>
                </a:moveTo>
                <a:lnTo>
                  <a:pt x="393512" y="115649"/>
                </a:lnTo>
                <a:cubicBezTo>
                  <a:pt x="391526" y="128180"/>
                  <a:pt x="386442" y="137988"/>
                  <a:pt x="378260" y="145075"/>
                </a:cubicBezTo>
                <a:cubicBezTo>
                  <a:pt x="370077" y="152162"/>
                  <a:pt x="360029" y="155706"/>
                  <a:pt x="348115" y="155706"/>
                </a:cubicBezTo>
                <a:cubicBezTo>
                  <a:pt x="333188" y="155706"/>
                  <a:pt x="321188" y="150827"/>
                  <a:pt x="312116" y="141070"/>
                </a:cubicBezTo>
                <a:cubicBezTo>
                  <a:pt x="303043" y="131312"/>
                  <a:pt x="298507" y="117327"/>
                  <a:pt x="298507" y="99113"/>
                </a:cubicBezTo>
                <a:cubicBezTo>
                  <a:pt x="298507" y="87336"/>
                  <a:pt x="300458" y="77031"/>
                  <a:pt x="304361" y="68198"/>
                </a:cubicBezTo>
                <a:cubicBezTo>
                  <a:pt x="308264" y="59365"/>
                  <a:pt x="314204" y="52741"/>
                  <a:pt x="322181" y="48324"/>
                </a:cubicBezTo>
                <a:cubicBezTo>
                  <a:pt x="330158" y="43908"/>
                  <a:pt x="338837" y="41699"/>
                  <a:pt x="348217" y="41699"/>
                </a:cubicBezTo>
                <a:cubicBezTo>
                  <a:pt x="360063" y="41699"/>
                  <a:pt x="369752" y="44678"/>
                  <a:pt x="377284" y="50635"/>
                </a:cubicBezTo>
                <a:cubicBezTo>
                  <a:pt x="384816" y="56590"/>
                  <a:pt x="389643" y="65046"/>
                  <a:pt x="391766" y="76004"/>
                </a:cubicBezTo>
                <a:lnTo>
                  <a:pt x="373792" y="78880"/>
                </a:lnTo>
                <a:cubicBezTo>
                  <a:pt x="372080" y="71588"/>
                  <a:pt x="369050" y="66101"/>
                  <a:pt x="364702" y="62421"/>
                </a:cubicBezTo>
                <a:cubicBezTo>
                  <a:pt x="360354" y="58740"/>
                  <a:pt x="355099" y="56900"/>
                  <a:pt x="348936" y="56900"/>
                </a:cubicBezTo>
                <a:cubicBezTo>
                  <a:pt x="339624" y="56900"/>
                  <a:pt x="332058" y="60238"/>
                  <a:pt x="326238" y="66914"/>
                </a:cubicBezTo>
                <a:cubicBezTo>
                  <a:pt x="320418" y="73590"/>
                  <a:pt x="317508" y="84152"/>
                  <a:pt x="317508" y="98600"/>
                </a:cubicBezTo>
                <a:cubicBezTo>
                  <a:pt x="317508" y="113253"/>
                  <a:pt x="320315" y="123900"/>
                  <a:pt x="325930" y="130542"/>
                </a:cubicBezTo>
                <a:cubicBezTo>
                  <a:pt x="331545" y="137184"/>
                  <a:pt x="338871" y="140505"/>
                  <a:pt x="347909" y="140505"/>
                </a:cubicBezTo>
                <a:cubicBezTo>
                  <a:pt x="355167" y="140505"/>
                  <a:pt x="361227" y="138271"/>
                  <a:pt x="366089" y="133803"/>
                </a:cubicBezTo>
                <a:cubicBezTo>
                  <a:pt x="370950" y="129335"/>
                  <a:pt x="374031" y="122462"/>
                  <a:pt x="375332" y="113184"/>
                </a:cubicBezTo>
                <a:close/>
                <a:moveTo>
                  <a:pt x="409329" y="153241"/>
                </a:moveTo>
                <a:lnTo>
                  <a:pt x="409329" y="2670"/>
                </a:lnTo>
                <a:lnTo>
                  <a:pt x="427816" y="2670"/>
                </a:lnTo>
                <a:lnTo>
                  <a:pt x="427816" y="56791"/>
                </a:lnTo>
                <a:cubicBezTo>
                  <a:pt x="436444" y="46730"/>
                  <a:pt x="447331" y="41699"/>
                  <a:pt x="460477" y="41699"/>
                </a:cubicBezTo>
                <a:cubicBezTo>
                  <a:pt x="468557" y="41699"/>
                  <a:pt x="475576" y="43291"/>
                  <a:pt x="481533" y="46475"/>
                </a:cubicBezTo>
                <a:cubicBezTo>
                  <a:pt x="487490" y="49659"/>
                  <a:pt x="491752" y="54059"/>
                  <a:pt x="494320" y="59673"/>
                </a:cubicBezTo>
                <a:cubicBezTo>
                  <a:pt x="496888" y="65288"/>
                  <a:pt x="498171" y="73436"/>
                  <a:pt x="498171" y="84118"/>
                </a:cubicBezTo>
                <a:lnTo>
                  <a:pt x="498171" y="153241"/>
                </a:lnTo>
                <a:lnTo>
                  <a:pt x="479684" y="153241"/>
                </a:lnTo>
                <a:lnTo>
                  <a:pt x="479684" y="84192"/>
                </a:lnTo>
                <a:cubicBezTo>
                  <a:pt x="479684" y="74959"/>
                  <a:pt x="477681" y="68239"/>
                  <a:pt x="473675" y="64032"/>
                </a:cubicBezTo>
                <a:cubicBezTo>
                  <a:pt x="469670" y="59825"/>
                  <a:pt x="464004" y="57722"/>
                  <a:pt x="456677" y="57722"/>
                </a:cubicBezTo>
                <a:cubicBezTo>
                  <a:pt x="451200" y="57722"/>
                  <a:pt x="446047" y="59142"/>
                  <a:pt x="441220" y="61981"/>
                </a:cubicBezTo>
                <a:cubicBezTo>
                  <a:pt x="436392" y="64818"/>
                  <a:pt x="432952" y="68666"/>
                  <a:pt x="430898" y="73523"/>
                </a:cubicBezTo>
                <a:cubicBezTo>
                  <a:pt x="428843" y="78378"/>
                  <a:pt x="427816" y="85081"/>
                  <a:pt x="427816" y="93631"/>
                </a:cubicBezTo>
                <a:lnTo>
                  <a:pt x="427816" y="153241"/>
                </a:lnTo>
                <a:lnTo>
                  <a:pt x="409329" y="153241"/>
                </a:lnTo>
                <a:close/>
                <a:moveTo>
                  <a:pt x="597458" y="139478"/>
                </a:moveTo>
                <a:cubicBezTo>
                  <a:pt x="590611" y="145411"/>
                  <a:pt x="584021" y="149600"/>
                  <a:pt x="577687" y="152043"/>
                </a:cubicBezTo>
                <a:cubicBezTo>
                  <a:pt x="571353" y="154485"/>
                  <a:pt x="564558" y="155706"/>
                  <a:pt x="557300" y="155706"/>
                </a:cubicBezTo>
                <a:cubicBezTo>
                  <a:pt x="545317" y="155706"/>
                  <a:pt x="536107" y="152778"/>
                  <a:pt x="529671" y="146924"/>
                </a:cubicBezTo>
                <a:cubicBezTo>
                  <a:pt x="523235" y="141070"/>
                  <a:pt x="520017" y="133589"/>
                  <a:pt x="520017" y="124482"/>
                </a:cubicBezTo>
                <a:cubicBezTo>
                  <a:pt x="520017" y="119141"/>
                  <a:pt x="521232" y="114263"/>
                  <a:pt x="523663" y="109846"/>
                </a:cubicBezTo>
                <a:cubicBezTo>
                  <a:pt x="526093" y="105430"/>
                  <a:pt x="529277" y="101886"/>
                  <a:pt x="533215" y="99216"/>
                </a:cubicBezTo>
                <a:cubicBezTo>
                  <a:pt x="537152" y="96546"/>
                  <a:pt x="541585" y="94526"/>
                  <a:pt x="546515" y="93156"/>
                </a:cubicBezTo>
                <a:cubicBezTo>
                  <a:pt x="550144" y="92198"/>
                  <a:pt x="555622" y="91273"/>
                  <a:pt x="562949" y="90383"/>
                </a:cubicBezTo>
                <a:cubicBezTo>
                  <a:pt x="577875" y="88603"/>
                  <a:pt x="588865" y="86480"/>
                  <a:pt x="595918" y="84015"/>
                </a:cubicBezTo>
                <a:cubicBezTo>
                  <a:pt x="595986" y="81492"/>
                  <a:pt x="596021" y="79890"/>
                  <a:pt x="596021" y="79207"/>
                </a:cubicBezTo>
                <a:cubicBezTo>
                  <a:pt x="596021" y="71703"/>
                  <a:pt x="594275" y="66417"/>
                  <a:pt x="590782" y="63348"/>
                </a:cubicBezTo>
                <a:cubicBezTo>
                  <a:pt x="586058" y="59187"/>
                  <a:pt x="579039" y="57106"/>
                  <a:pt x="569727" y="57106"/>
                </a:cubicBezTo>
                <a:cubicBezTo>
                  <a:pt x="561031" y="57106"/>
                  <a:pt x="554612" y="58629"/>
                  <a:pt x="550470" y="61676"/>
                </a:cubicBezTo>
                <a:cubicBezTo>
                  <a:pt x="546327" y="64723"/>
                  <a:pt x="543263" y="70115"/>
                  <a:pt x="541277" y="77853"/>
                </a:cubicBezTo>
                <a:lnTo>
                  <a:pt x="523200" y="75388"/>
                </a:lnTo>
                <a:cubicBezTo>
                  <a:pt x="524844" y="67627"/>
                  <a:pt x="527548" y="61360"/>
                  <a:pt x="531314" y="56586"/>
                </a:cubicBezTo>
                <a:cubicBezTo>
                  <a:pt x="535080" y="51812"/>
                  <a:pt x="540524" y="48138"/>
                  <a:pt x="547645" y="45564"/>
                </a:cubicBezTo>
                <a:cubicBezTo>
                  <a:pt x="554766" y="42988"/>
                  <a:pt x="563017" y="41699"/>
                  <a:pt x="572398" y="41699"/>
                </a:cubicBezTo>
                <a:cubicBezTo>
                  <a:pt x="581710" y="41699"/>
                  <a:pt x="589276" y="42799"/>
                  <a:pt x="595096" y="44999"/>
                </a:cubicBezTo>
                <a:cubicBezTo>
                  <a:pt x="600916" y="47197"/>
                  <a:pt x="605196" y="49962"/>
                  <a:pt x="607935" y="53296"/>
                </a:cubicBezTo>
                <a:cubicBezTo>
                  <a:pt x="610674" y="56627"/>
                  <a:pt x="612591" y="60836"/>
                  <a:pt x="613686" y="65923"/>
                </a:cubicBezTo>
                <a:cubicBezTo>
                  <a:pt x="614303" y="69083"/>
                  <a:pt x="614611" y="74760"/>
                  <a:pt x="614611" y="82953"/>
                </a:cubicBezTo>
                <a:lnTo>
                  <a:pt x="614611" y="107532"/>
                </a:lnTo>
                <a:cubicBezTo>
                  <a:pt x="614611" y="124669"/>
                  <a:pt x="615004" y="135523"/>
                  <a:pt x="615792" y="140094"/>
                </a:cubicBezTo>
                <a:cubicBezTo>
                  <a:pt x="616579" y="144664"/>
                  <a:pt x="618137" y="149047"/>
                  <a:pt x="620465" y="153241"/>
                </a:cubicBezTo>
                <a:lnTo>
                  <a:pt x="601156" y="153241"/>
                </a:lnTo>
                <a:cubicBezTo>
                  <a:pt x="599239" y="149318"/>
                  <a:pt x="598006" y="144731"/>
                  <a:pt x="597458" y="139478"/>
                </a:cubicBezTo>
                <a:moveTo>
                  <a:pt x="595918" y="98600"/>
                </a:moveTo>
                <a:cubicBezTo>
                  <a:pt x="589208" y="101326"/>
                  <a:pt x="579142" y="103643"/>
                  <a:pt x="565722" y="105552"/>
                </a:cubicBezTo>
                <a:cubicBezTo>
                  <a:pt x="558121" y="106641"/>
                  <a:pt x="552746" y="107867"/>
                  <a:pt x="549596" y="109230"/>
                </a:cubicBezTo>
                <a:cubicBezTo>
                  <a:pt x="546447" y="110593"/>
                  <a:pt x="544016" y="112586"/>
                  <a:pt x="542304" y="115210"/>
                </a:cubicBezTo>
                <a:cubicBezTo>
                  <a:pt x="540592" y="117833"/>
                  <a:pt x="539737" y="120746"/>
                  <a:pt x="539737" y="123949"/>
                </a:cubicBezTo>
                <a:cubicBezTo>
                  <a:pt x="539737" y="128856"/>
                  <a:pt x="541602" y="132945"/>
                  <a:pt x="545334" y="136217"/>
                </a:cubicBezTo>
                <a:cubicBezTo>
                  <a:pt x="549066" y="139486"/>
                  <a:pt x="554526" y="141121"/>
                  <a:pt x="561716" y="141121"/>
                </a:cubicBezTo>
                <a:cubicBezTo>
                  <a:pt x="568837" y="141121"/>
                  <a:pt x="575171" y="139569"/>
                  <a:pt x="580717" y="136464"/>
                </a:cubicBezTo>
                <a:cubicBezTo>
                  <a:pt x="586263" y="133357"/>
                  <a:pt x="590337" y="129113"/>
                  <a:pt x="592939" y="123731"/>
                </a:cubicBezTo>
                <a:cubicBezTo>
                  <a:pt x="594925" y="119578"/>
                  <a:pt x="595918" y="113449"/>
                  <a:pt x="595918" y="105343"/>
                </a:cubicBezTo>
                <a:lnTo>
                  <a:pt x="595918" y="98600"/>
                </a:lnTo>
                <a:close/>
                <a:moveTo>
                  <a:pt x="660284" y="153241"/>
                </a:moveTo>
                <a:lnTo>
                  <a:pt x="643132" y="153241"/>
                </a:lnTo>
                <a:lnTo>
                  <a:pt x="643132" y="2670"/>
                </a:lnTo>
                <a:lnTo>
                  <a:pt x="661619" y="2670"/>
                </a:lnTo>
                <a:lnTo>
                  <a:pt x="661619" y="56387"/>
                </a:lnTo>
                <a:cubicBezTo>
                  <a:pt x="669425" y="46595"/>
                  <a:pt x="679388" y="41699"/>
                  <a:pt x="691507" y="41699"/>
                </a:cubicBezTo>
                <a:cubicBezTo>
                  <a:pt x="698217" y="41699"/>
                  <a:pt x="704568" y="43052"/>
                  <a:pt x="710560" y="45756"/>
                </a:cubicBezTo>
                <a:cubicBezTo>
                  <a:pt x="716551" y="48461"/>
                  <a:pt x="721481" y="52261"/>
                  <a:pt x="725350" y="57157"/>
                </a:cubicBezTo>
                <a:cubicBezTo>
                  <a:pt x="729218" y="62053"/>
                  <a:pt x="732248" y="67959"/>
                  <a:pt x="734439" y="74874"/>
                </a:cubicBezTo>
                <a:cubicBezTo>
                  <a:pt x="736630" y="81790"/>
                  <a:pt x="737726" y="89185"/>
                  <a:pt x="737726" y="97059"/>
                </a:cubicBezTo>
                <a:cubicBezTo>
                  <a:pt x="737726" y="115752"/>
                  <a:pt x="733104" y="130200"/>
                  <a:pt x="723860" y="140402"/>
                </a:cubicBezTo>
                <a:cubicBezTo>
                  <a:pt x="714617" y="150604"/>
                  <a:pt x="703524" y="155706"/>
                  <a:pt x="690583" y="155706"/>
                </a:cubicBezTo>
                <a:cubicBezTo>
                  <a:pt x="677710" y="155706"/>
                  <a:pt x="667610" y="150330"/>
                  <a:pt x="660284" y="139580"/>
                </a:cubicBezTo>
                <a:lnTo>
                  <a:pt x="660284" y="153241"/>
                </a:lnTo>
                <a:moveTo>
                  <a:pt x="660078" y="97881"/>
                </a:moveTo>
                <a:cubicBezTo>
                  <a:pt x="660078" y="110959"/>
                  <a:pt x="661859" y="120408"/>
                  <a:pt x="665419" y="126228"/>
                </a:cubicBezTo>
                <a:cubicBezTo>
                  <a:pt x="671239" y="135746"/>
                  <a:pt x="679114" y="140505"/>
                  <a:pt x="689042" y="140505"/>
                </a:cubicBezTo>
                <a:cubicBezTo>
                  <a:pt x="697122" y="140505"/>
                  <a:pt x="704106" y="136996"/>
                  <a:pt x="709995" y="129977"/>
                </a:cubicBezTo>
                <a:cubicBezTo>
                  <a:pt x="715883" y="122959"/>
                  <a:pt x="718828" y="112500"/>
                  <a:pt x="718828" y="98600"/>
                </a:cubicBezTo>
                <a:cubicBezTo>
                  <a:pt x="718828" y="84358"/>
                  <a:pt x="716003" y="73847"/>
                  <a:pt x="710354" y="67068"/>
                </a:cubicBezTo>
                <a:cubicBezTo>
                  <a:pt x="704705" y="60290"/>
                  <a:pt x="697875" y="56900"/>
                  <a:pt x="689864" y="56900"/>
                </a:cubicBezTo>
                <a:cubicBezTo>
                  <a:pt x="681784" y="56900"/>
                  <a:pt x="674800" y="60409"/>
                  <a:pt x="668911" y="67428"/>
                </a:cubicBezTo>
                <a:cubicBezTo>
                  <a:pt x="663023" y="74446"/>
                  <a:pt x="660078" y="84597"/>
                  <a:pt x="660078" y="97881"/>
                </a:cubicBezTo>
                <a:close/>
                <a:moveTo>
                  <a:pt x="759775" y="153241"/>
                </a:moveTo>
                <a:lnTo>
                  <a:pt x="759775" y="2670"/>
                </a:lnTo>
                <a:lnTo>
                  <a:pt x="778263" y="2670"/>
                </a:lnTo>
                <a:lnTo>
                  <a:pt x="778263" y="153241"/>
                </a:lnTo>
                <a:lnTo>
                  <a:pt x="759775" y="153241"/>
                </a:lnTo>
                <a:close/>
                <a:moveTo>
                  <a:pt x="881552" y="117909"/>
                </a:moveTo>
                <a:lnTo>
                  <a:pt x="900656" y="120374"/>
                </a:lnTo>
                <a:cubicBezTo>
                  <a:pt x="897643" y="131567"/>
                  <a:pt x="892062" y="140254"/>
                  <a:pt x="883914" y="146436"/>
                </a:cubicBezTo>
                <a:cubicBezTo>
                  <a:pt x="875766" y="152616"/>
                  <a:pt x="865358" y="155706"/>
                  <a:pt x="852691" y="155706"/>
                </a:cubicBezTo>
                <a:cubicBezTo>
                  <a:pt x="836737" y="155706"/>
                  <a:pt x="824087" y="150793"/>
                  <a:pt x="814740" y="140967"/>
                </a:cubicBezTo>
                <a:cubicBezTo>
                  <a:pt x="805394" y="131141"/>
                  <a:pt x="800721" y="117361"/>
                  <a:pt x="800721" y="99627"/>
                </a:cubicBezTo>
                <a:cubicBezTo>
                  <a:pt x="800721" y="81276"/>
                  <a:pt x="805445" y="67034"/>
                  <a:pt x="814894" y="56900"/>
                </a:cubicBezTo>
                <a:cubicBezTo>
                  <a:pt x="824343" y="46766"/>
                  <a:pt x="836600" y="41699"/>
                  <a:pt x="851664" y="41699"/>
                </a:cubicBezTo>
                <a:cubicBezTo>
                  <a:pt x="866248" y="41699"/>
                  <a:pt x="878163" y="46656"/>
                  <a:pt x="887406" y="56570"/>
                </a:cubicBezTo>
                <a:cubicBezTo>
                  <a:pt x="896650" y="66481"/>
                  <a:pt x="901272" y="80426"/>
                  <a:pt x="901272" y="98404"/>
                </a:cubicBezTo>
                <a:cubicBezTo>
                  <a:pt x="901272" y="99497"/>
                  <a:pt x="901238" y="101138"/>
                  <a:pt x="901169" y="103324"/>
                </a:cubicBezTo>
                <a:lnTo>
                  <a:pt x="819824" y="103324"/>
                </a:lnTo>
                <a:cubicBezTo>
                  <a:pt x="820509" y="115341"/>
                  <a:pt x="823898" y="124542"/>
                  <a:pt x="829992" y="130927"/>
                </a:cubicBezTo>
                <a:cubicBezTo>
                  <a:pt x="836086" y="137312"/>
                  <a:pt x="843687" y="140505"/>
                  <a:pt x="852794" y="140505"/>
                </a:cubicBezTo>
                <a:cubicBezTo>
                  <a:pt x="859572" y="140505"/>
                  <a:pt x="865358" y="138708"/>
                  <a:pt x="870151" y="135116"/>
                </a:cubicBezTo>
                <a:cubicBezTo>
                  <a:pt x="874944" y="131521"/>
                  <a:pt x="878745" y="125785"/>
                  <a:pt x="881552" y="117909"/>
                </a:cubicBezTo>
                <a:moveTo>
                  <a:pt x="820851" y="88124"/>
                </a:moveTo>
                <a:lnTo>
                  <a:pt x="881757" y="88124"/>
                </a:lnTo>
                <a:cubicBezTo>
                  <a:pt x="880936" y="78978"/>
                  <a:pt x="878608" y="72119"/>
                  <a:pt x="874773" y="67547"/>
                </a:cubicBezTo>
                <a:cubicBezTo>
                  <a:pt x="868885" y="60449"/>
                  <a:pt x="861250" y="56900"/>
                  <a:pt x="851869" y="56900"/>
                </a:cubicBezTo>
                <a:cubicBezTo>
                  <a:pt x="843379" y="56900"/>
                  <a:pt x="836241" y="59733"/>
                  <a:pt x="830455" y="65399"/>
                </a:cubicBezTo>
                <a:cubicBezTo>
                  <a:pt x="824669" y="71063"/>
                  <a:pt x="821468" y="78638"/>
                  <a:pt x="820851" y="88124"/>
                </a:cubicBezTo>
                <a:close/>
                <a:moveTo>
                  <a:pt x="959167" y="197610"/>
                </a:moveTo>
                <a:cubicBezTo>
                  <a:pt x="948964" y="184725"/>
                  <a:pt x="940337" y="169646"/>
                  <a:pt x="933284" y="152374"/>
                </a:cubicBezTo>
                <a:cubicBezTo>
                  <a:pt x="926232" y="135100"/>
                  <a:pt x="922705" y="117209"/>
                  <a:pt x="922705" y="98703"/>
                </a:cubicBezTo>
                <a:cubicBezTo>
                  <a:pt x="922705" y="82389"/>
                  <a:pt x="925342" y="66761"/>
                  <a:pt x="930614" y="51819"/>
                </a:cubicBezTo>
                <a:cubicBezTo>
                  <a:pt x="936776" y="34477"/>
                  <a:pt x="946294" y="17204"/>
                  <a:pt x="959167" y="0"/>
                </a:cubicBezTo>
                <a:lnTo>
                  <a:pt x="972416" y="0"/>
                </a:lnTo>
                <a:cubicBezTo>
                  <a:pt x="964131" y="14257"/>
                  <a:pt x="958653" y="24436"/>
                  <a:pt x="955983" y="30536"/>
                </a:cubicBezTo>
                <a:cubicBezTo>
                  <a:pt x="951806" y="39994"/>
                  <a:pt x="948519" y="49864"/>
                  <a:pt x="946123" y="60145"/>
                </a:cubicBezTo>
                <a:cubicBezTo>
                  <a:pt x="943179" y="72964"/>
                  <a:pt x="941706" y="85851"/>
                  <a:pt x="941706" y="98805"/>
                </a:cubicBezTo>
                <a:cubicBezTo>
                  <a:pt x="941706" y="131775"/>
                  <a:pt x="951943" y="164710"/>
                  <a:pt x="972416" y="197610"/>
                </a:cubicBezTo>
                <a:lnTo>
                  <a:pt x="959167" y="197610"/>
                </a:lnTo>
                <a:close/>
                <a:moveTo>
                  <a:pt x="995422" y="153241"/>
                </a:moveTo>
                <a:lnTo>
                  <a:pt x="995422" y="2670"/>
                </a:lnTo>
                <a:lnTo>
                  <a:pt x="1051911" y="2670"/>
                </a:lnTo>
                <a:cubicBezTo>
                  <a:pt x="1063414" y="2670"/>
                  <a:pt x="1072641" y="4190"/>
                  <a:pt x="1079591" y="7228"/>
                </a:cubicBezTo>
                <a:cubicBezTo>
                  <a:pt x="1086541" y="10267"/>
                  <a:pt x="1091984" y="14943"/>
                  <a:pt x="1095922" y="21257"/>
                </a:cubicBezTo>
                <a:cubicBezTo>
                  <a:pt x="1099859" y="27572"/>
                  <a:pt x="1101827" y="34177"/>
                  <a:pt x="1101827" y="41074"/>
                </a:cubicBezTo>
                <a:cubicBezTo>
                  <a:pt x="1101827" y="47491"/>
                  <a:pt x="1100081" y="53533"/>
                  <a:pt x="1096589" y="59202"/>
                </a:cubicBezTo>
                <a:cubicBezTo>
                  <a:pt x="1093097" y="64868"/>
                  <a:pt x="1087825" y="69441"/>
                  <a:pt x="1080772" y="72923"/>
                </a:cubicBezTo>
                <a:cubicBezTo>
                  <a:pt x="1089879" y="75600"/>
                  <a:pt x="1096880" y="80165"/>
                  <a:pt x="1101776" y="86618"/>
                </a:cubicBezTo>
                <a:cubicBezTo>
                  <a:pt x="1106672" y="93072"/>
                  <a:pt x="1109120" y="100691"/>
                  <a:pt x="1109120" y="109477"/>
                </a:cubicBezTo>
                <a:cubicBezTo>
                  <a:pt x="1109120" y="116549"/>
                  <a:pt x="1107630" y="123122"/>
                  <a:pt x="1104652" y="129197"/>
                </a:cubicBezTo>
                <a:cubicBezTo>
                  <a:pt x="1101673" y="135272"/>
                  <a:pt x="1097993" y="139957"/>
                  <a:pt x="1093611" y="143252"/>
                </a:cubicBezTo>
                <a:cubicBezTo>
                  <a:pt x="1089228" y="146547"/>
                  <a:pt x="1083734" y="149036"/>
                  <a:pt x="1077126" y="150718"/>
                </a:cubicBezTo>
                <a:cubicBezTo>
                  <a:pt x="1070518" y="152400"/>
                  <a:pt x="1062422" y="153241"/>
                  <a:pt x="1052836" y="153241"/>
                </a:cubicBezTo>
                <a:lnTo>
                  <a:pt x="995422" y="153241"/>
                </a:lnTo>
                <a:moveTo>
                  <a:pt x="1015347" y="65733"/>
                </a:moveTo>
                <a:lnTo>
                  <a:pt x="1047906" y="65733"/>
                </a:lnTo>
                <a:cubicBezTo>
                  <a:pt x="1056738" y="65733"/>
                  <a:pt x="1063072" y="65154"/>
                  <a:pt x="1066907" y="63997"/>
                </a:cubicBezTo>
                <a:cubicBezTo>
                  <a:pt x="1071973" y="62501"/>
                  <a:pt x="1075791" y="60019"/>
                  <a:pt x="1078358" y="56550"/>
                </a:cubicBezTo>
                <a:cubicBezTo>
                  <a:pt x="1080926" y="53082"/>
                  <a:pt x="1082210" y="48730"/>
                  <a:pt x="1082210" y="43494"/>
                </a:cubicBezTo>
                <a:cubicBezTo>
                  <a:pt x="1082210" y="38529"/>
                  <a:pt x="1081012" y="34160"/>
                  <a:pt x="1078615" y="30386"/>
                </a:cubicBezTo>
                <a:cubicBezTo>
                  <a:pt x="1076219" y="26611"/>
                  <a:pt x="1072795" y="24027"/>
                  <a:pt x="1068344" y="22634"/>
                </a:cubicBezTo>
                <a:cubicBezTo>
                  <a:pt x="1063894" y="21239"/>
                  <a:pt x="1056259" y="20542"/>
                  <a:pt x="1045441" y="20542"/>
                </a:cubicBezTo>
                <a:lnTo>
                  <a:pt x="1015347" y="20542"/>
                </a:lnTo>
                <a:lnTo>
                  <a:pt x="1015347" y="65733"/>
                </a:lnTo>
                <a:moveTo>
                  <a:pt x="1015347" y="135369"/>
                </a:moveTo>
                <a:lnTo>
                  <a:pt x="1052836" y="135369"/>
                </a:lnTo>
                <a:cubicBezTo>
                  <a:pt x="1059272" y="135369"/>
                  <a:pt x="1063791" y="135130"/>
                  <a:pt x="1066393" y="134650"/>
                </a:cubicBezTo>
                <a:cubicBezTo>
                  <a:pt x="1070981" y="133829"/>
                  <a:pt x="1074815" y="132459"/>
                  <a:pt x="1077896" y="130542"/>
                </a:cubicBezTo>
                <a:cubicBezTo>
                  <a:pt x="1080978" y="128625"/>
                  <a:pt x="1083511" y="125835"/>
                  <a:pt x="1085497" y="122171"/>
                </a:cubicBezTo>
                <a:cubicBezTo>
                  <a:pt x="1087482" y="118508"/>
                  <a:pt x="1088475" y="114280"/>
                  <a:pt x="1088475" y="109487"/>
                </a:cubicBezTo>
                <a:cubicBezTo>
                  <a:pt x="1088475" y="103872"/>
                  <a:pt x="1087037" y="98994"/>
                  <a:pt x="1084161" y="94851"/>
                </a:cubicBezTo>
                <a:cubicBezTo>
                  <a:pt x="1081286" y="90708"/>
                  <a:pt x="1077297" y="87798"/>
                  <a:pt x="1072196" y="86121"/>
                </a:cubicBezTo>
                <a:cubicBezTo>
                  <a:pt x="1067095" y="84443"/>
                  <a:pt x="1059751" y="83604"/>
                  <a:pt x="1050165" y="83604"/>
                </a:cubicBezTo>
                <a:lnTo>
                  <a:pt x="1015347" y="83604"/>
                </a:lnTo>
                <a:lnTo>
                  <a:pt x="1015347" y="135369"/>
                </a:lnTo>
                <a:close/>
                <a:moveTo>
                  <a:pt x="1146092" y="197610"/>
                </a:moveTo>
                <a:lnTo>
                  <a:pt x="1132842" y="197610"/>
                </a:lnTo>
                <a:cubicBezTo>
                  <a:pt x="1153316" y="164710"/>
                  <a:pt x="1163552" y="131775"/>
                  <a:pt x="1163552" y="98805"/>
                </a:cubicBezTo>
                <a:cubicBezTo>
                  <a:pt x="1163552" y="85920"/>
                  <a:pt x="1162080" y="73137"/>
                  <a:pt x="1159136" y="60457"/>
                </a:cubicBezTo>
                <a:cubicBezTo>
                  <a:pt x="1156808" y="50175"/>
                  <a:pt x="1153555" y="40304"/>
                  <a:pt x="1149378" y="30845"/>
                </a:cubicBezTo>
                <a:cubicBezTo>
                  <a:pt x="1146708" y="24676"/>
                  <a:pt x="1141196" y="14394"/>
                  <a:pt x="1132842" y="0"/>
                </a:cubicBezTo>
                <a:lnTo>
                  <a:pt x="1146092" y="0"/>
                </a:lnTo>
                <a:cubicBezTo>
                  <a:pt x="1158965" y="17204"/>
                  <a:pt x="1168482" y="34477"/>
                  <a:pt x="1174645" y="51819"/>
                </a:cubicBezTo>
                <a:cubicBezTo>
                  <a:pt x="1179917" y="66761"/>
                  <a:pt x="1182553" y="82389"/>
                  <a:pt x="1182553" y="98703"/>
                </a:cubicBezTo>
                <a:cubicBezTo>
                  <a:pt x="1182553" y="117209"/>
                  <a:pt x="1179010" y="135100"/>
                  <a:pt x="1171923" y="152374"/>
                </a:cubicBezTo>
                <a:cubicBezTo>
                  <a:pt x="1164836" y="169646"/>
                  <a:pt x="1156226" y="184725"/>
                  <a:pt x="1146092" y="197610"/>
                </a:cubicBezTo>
                <a:close/>
                <a:moveTo>
                  <a:pt x="1262386" y="23828"/>
                </a:moveTo>
                <a:lnTo>
                  <a:pt x="1262386" y="2670"/>
                </a:lnTo>
                <a:lnTo>
                  <a:pt x="1280873" y="2670"/>
                </a:lnTo>
                <a:lnTo>
                  <a:pt x="1280873" y="23828"/>
                </a:lnTo>
                <a:lnTo>
                  <a:pt x="1262386" y="23828"/>
                </a:lnTo>
                <a:moveTo>
                  <a:pt x="1262386" y="153241"/>
                </a:moveTo>
                <a:lnTo>
                  <a:pt x="1262386" y="44164"/>
                </a:lnTo>
                <a:lnTo>
                  <a:pt x="1280873" y="44164"/>
                </a:lnTo>
                <a:lnTo>
                  <a:pt x="1280873" y="153241"/>
                </a:lnTo>
                <a:lnTo>
                  <a:pt x="1262386" y="153241"/>
                </a:lnTo>
                <a:close/>
                <a:moveTo>
                  <a:pt x="1313397" y="153241"/>
                </a:moveTo>
                <a:lnTo>
                  <a:pt x="1313397" y="58544"/>
                </a:lnTo>
                <a:lnTo>
                  <a:pt x="1297066" y="58544"/>
                </a:lnTo>
                <a:lnTo>
                  <a:pt x="1297066" y="44164"/>
                </a:lnTo>
                <a:lnTo>
                  <a:pt x="1313397" y="44164"/>
                </a:lnTo>
                <a:lnTo>
                  <a:pt x="1313397" y="32584"/>
                </a:lnTo>
                <a:cubicBezTo>
                  <a:pt x="1313397" y="25275"/>
                  <a:pt x="1314047" y="19844"/>
                  <a:pt x="1315348" y="16292"/>
                </a:cubicBezTo>
                <a:cubicBezTo>
                  <a:pt x="1317128" y="11512"/>
                  <a:pt x="1320261" y="7636"/>
                  <a:pt x="1324746" y="4664"/>
                </a:cubicBezTo>
                <a:cubicBezTo>
                  <a:pt x="1329231" y="1691"/>
                  <a:pt x="1335513" y="205"/>
                  <a:pt x="1343593" y="205"/>
                </a:cubicBezTo>
                <a:cubicBezTo>
                  <a:pt x="1348797" y="205"/>
                  <a:pt x="1354548" y="825"/>
                  <a:pt x="1360848" y="2064"/>
                </a:cubicBezTo>
                <a:lnTo>
                  <a:pt x="1358075" y="18276"/>
                </a:lnTo>
                <a:cubicBezTo>
                  <a:pt x="1354240" y="17595"/>
                  <a:pt x="1350611" y="17255"/>
                  <a:pt x="1347188" y="17255"/>
                </a:cubicBezTo>
                <a:cubicBezTo>
                  <a:pt x="1341573" y="17255"/>
                  <a:pt x="1337601" y="18445"/>
                  <a:pt x="1335273" y="20824"/>
                </a:cubicBezTo>
                <a:cubicBezTo>
                  <a:pt x="1332945" y="23201"/>
                  <a:pt x="1331781" y="27652"/>
                  <a:pt x="1331781" y="34176"/>
                </a:cubicBezTo>
                <a:lnTo>
                  <a:pt x="1331781" y="44164"/>
                </a:lnTo>
                <a:lnTo>
                  <a:pt x="1353042" y="44164"/>
                </a:lnTo>
                <a:lnTo>
                  <a:pt x="1353042" y="58544"/>
                </a:lnTo>
                <a:lnTo>
                  <a:pt x="1331781" y="58544"/>
                </a:lnTo>
                <a:lnTo>
                  <a:pt x="1331781" y="153241"/>
                </a:lnTo>
                <a:lnTo>
                  <a:pt x="1313397" y="153241"/>
                </a:lnTo>
                <a:close/>
                <a:moveTo>
                  <a:pt x="1428901" y="153241"/>
                </a:moveTo>
                <a:lnTo>
                  <a:pt x="1428901" y="2670"/>
                </a:lnTo>
                <a:lnTo>
                  <a:pt x="1530479" y="2670"/>
                </a:lnTo>
                <a:lnTo>
                  <a:pt x="1530479" y="20542"/>
                </a:lnTo>
                <a:lnTo>
                  <a:pt x="1448826" y="20542"/>
                </a:lnTo>
                <a:lnTo>
                  <a:pt x="1448826" y="66966"/>
                </a:lnTo>
                <a:lnTo>
                  <a:pt x="1519489" y="66966"/>
                </a:lnTo>
                <a:lnTo>
                  <a:pt x="1519489" y="84837"/>
                </a:lnTo>
                <a:lnTo>
                  <a:pt x="1448826" y="84837"/>
                </a:lnTo>
                <a:lnTo>
                  <a:pt x="1448826" y="153241"/>
                </a:lnTo>
                <a:lnTo>
                  <a:pt x="1428901" y="15324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Text doeslocalpinning">
            <a:extLst xmlns:a="http://schemas.openxmlformats.org/drawingml/2006/main">
              <a:ext uri="{FF2B5EF4-FFF2-40B4-BE49-F238E27FC236}">
                <a16:creationId xmlns:a16="http://schemas.microsoft.com/office/drawing/2014/main" id="{88B65A33-D0BB-4E42-B48C-5F03131B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277" y="2903829"/>
            <a:ext cx="1661962" cy="194940"/>
          </a:xfrm>
          <a:custGeom xmlns:a="http://schemas.openxmlformats.org/drawingml/2006/main">
            <a:pathLst>
              <a:path w="1661962" h="194940">
                <a:moveTo>
                  <a:pt x="77442" y="150570"/>
                </a:moveTo>
                <a:lnTo>
                  <a:pt x="77442" y="136807"/>
                </a:lnTo>
                <a:cubicBezTo>
                  <a:pt x="70526" y="147626"/>
                  <a:pt x="60358" y="153035"/>
                  <a:pt x="46938" y="153035"/>
                </a:cubicBezTo>
                <a:cubicBezTo>
                  <a:pt x="38242" y="153035"/>
                  <a:pt x="30248" y="150639"/>
                  <a:pt x="22955" y="145846"/>
                </a:cubicBezTo>
                <a:cubicBezTo>
                  <a:pt x="15663" y="141053"/>
                  <a:pt x="10014" y="134359"/>
                  <a:pt x="6008" y="125766"/>
                </a:cubicBezTo>
                <a:cubicBezTo>
                  <a:pt x="2003" y="117173"/>
                  <a:pt x="0" y="107296"/>
                  <a:pt x="0" y="96135"/>
                </a:cubicBezTo>
                <a:cubicBezTo>
                  <a:pt x="0" y="85248"/>
                  <a:pt x="1815" y="75371"/>
                  <a:pt x="5444" y="66504"/>
                </a:cubicBezTo>
                <a:cubicBezTo>
                  <a:pt x="9073" y="57636"/>
                  <a:pt x="14516" y="50841"/>
                  <a:pt x="21774" y="46116"/>
                </a:cubicBezTo>
                <a:cubicBezTo>
                  <a:pt x="29032" y="41391"/>
                  <a:pt x="37146" y="39029"/>
                  <a:pt x="46116" y="39029"/>
                </a:cubicBezTo>
                <a:cubicBezTo>
                  <a:pt x="52689" y="39029"/>
                  <a:pt x="58544" y="40425"/>
                  <a:pt x="63679" y="43218"/>
                </a:cubicBezTo>
                <a:cubicBezTo>
                  <a:pt x="68814" y="46008"/>
                  <a:pt x="72991" y="49643"/>
                  <a:pt x="76209" y="54124"/>
                </a:cubicBezTo>
                <a:lnTo>
                  <a:pt x="76209" y="0"/>
                </a:lnTo>
                <a:lnTo>
                  <a:pt x="94594" y="0"/>
                </a:lnTo>
                <a:lnTo>
                  <a:pt x="94594" y="150570"/>
                </a:lnTo>
                <a:lnTo>
                  <a:pt x="77442" y="150570"/>
                </a:lnTo>
                <a:moveTo>
                  <a:pt x="19001" y="96186"/>
                </a:moveTo>
                <a:cubicBezTo>
                  <a:pt x="19001" y="110137"/>
                  <a:pt x="21945" y="120567"/>
                  <a:pt x="27834" y="127474"/>
                </a:cubicBezTo>
                <a:cubicBezTo>
                  <a:pt x="33723" y="134381"/>
                  <a:pt x="40672" y="137834"/>
                  <a:pt x="48684" y="137834"/>
                </a:cubicBezTo>
                <a:cubicBezTo>
                  <a:pt x="56763" y="137834"/>
                  <a:pt x="63628" y="134535"/>
                  <a:pt x="69277" y="127936"/>
                </a:cubicBezTo>
                <a:cubicBezTo>
                  <a:pt x="74926" y="121337"/>
                  <a:pt x="77750" y="111266"/>
                  <a:pt x="77750" y="97724"/>
                </a:cubicBezTo>
                <a:cubicBezTo>
                  <a:pt x="77750" y="82816"/>
                  <a:pt x="74874" y="71874"/>
                  <a:pt x="69123" y="64899"/>
                </a:cubicBezTo>
                <a:cubicBezTo>
                  <a:pt x="63371" y="57923"/>
                  <a:pt x="56284" y="54435"/>
                  <a:pt x="47862" y="54435"/>
                </a:cubicBezTo>
                <a:cubicBezTo>
                  <a:pt x="39645" y="54435"/>
                  <a:pt x="32781" y="57786"/>
                  <a:pt x="27269" y="64488"/>
                </a:cubicBezTo>
                <a:cubicBezTo>
                  <a:pt x="21757" y="71190"/>
                  <a:pt x="19001" y="81756"/>
                  <a:pt x="19001" y="96186"/>
                </a:cubicBezTo>
                <a:close/>
                <a:moveTo>
                  <a:pt x="116747" y="96032"/>
                </a:moveTo>
                <a:cubicBezTo>
                  <a:pt x="116747" y="75833"/>
                  <a:pt x="122362" y="60872"/>
                  <a:pt x="133591" y="51149"/>
                </a:cubicBezTo>
                <a:cubicBezTo>
                  <a:pt x="142972" y="43069"/>
                  <a:pt x="154407" y="39029"/>
                  <a:pt x="167896" y="39029"/>
                </a:cubicBezTo>
                <a:cubicBezTo>
                  <a:pt x="182891" y="39029"/>
                  <a:pt x="195148" y="43942"/>
                  <a:pt x="204665" y="53768"/>
                </a:cubicBezTo>
                <a:cubicBezTo>
                  <a:pt x="214183" y="63593"/>
                  <a:pt x="218942" y="77168"/>
                  <a:pt x="218942" y="94491"/>
                </a:cubicBezTo>
                <a:cubicBezTo>
                  <a:pt x="218942" y="108528"/>
                  <a:pt x="216836" y="119569"/>
                  <a:pt x="212625" y="127615"/>
                </a:cubicBezTo>
                <a:cubicBezTo>
                  <a:pt x="208414" y="135660"/>
                  <a:pt x="202286" y="141908"/>
                  <a:pt x="194240" y="146359"/>
                </a:cubicBezTo>
                <a:cubicBezTo>
                  <a:pt x="186195" y="150810"/>
                  <a:pt x="177413" y="153035"/>
                  <a:pt x="167896" y="153035"/>
                </a:cubicBezTo>
                <a:cubicBezTo>
                  <a:pt x="152627" y="153035"/>
                  <a:pt x="140284" y="148139"/>
                  <a:pt x="130870" y="138348"/>
                </a:cubicBezTo>
                <a:cubicBezTo>
                  <a:pt x="121455" y="128556"/>
                  <a:pt x="116747" y="114451"/>
                  <a:pt x="116747" y="96032"/>
                </a:cubicBezTo>
                <a:moveTo>
                  <a:pt x="135748" y="96083"/>
                </a:moveTo>
                <a:cubicBezTo>
                  <a:pt x="135748" y="110035"/>
                  <a:pt x="138795" y="120481"/>
                  <a:pt x="144889" y="127422"/>
                </a:cubicBezTo>
                <a:cubicBezTo>
                  <a:pt x="150983" y="134364"/>
                  <a:pt x="158652" y="137834"/>
                  <a:pt x="167896" y="137834"/>
                </a:cubicBezTo>
                <a:cubicBezTo>
                  <a:pt x="177071" y="137834"/>
                  <a:pt x="184706" y="134347"/>
                  <a:pt x="190800" y="127371"/>
                </a:cubicBezTo>
                <a:cubicBezTo>
                  <a:pt x="196894" y="120395"/>
                  <a:pt x="199941" y="109761"/>
                  <a:pt x="199941" y="95467"/>
                </a:cubicBezTo>
                <a:cubicBezTo>
                  <a:pt x="199941" y="81995"/>
                  <a:pt x="196877" y="71789"/>
                  <a:pt x="190748" y="64847"/>
                </a:cubicBezTo>
                <a:cubicBezTo>
                  <a:pt x="184620" y="57906"/>
                  <a:pt x="177003" y="54435"/>
                  <a:pt x="167896" y="54435"/>
                </a:cubicBezTo>
                <a:cubicBezTo>
                  <a:pt x="158652" y="54435"/>
                  <a:pt x="150983" y="57889"/>
                  <a:pt x="144889" y="64796"/>
                </a:cubicBezTo>
                <a:cubicBezTo>
                  <a:pt x="138795" y="71703"/>
                  <a:pt x="135748" y="82132"/>
                  <a:pt x="135748" y="96083"/>
                </a:cubicBezTo>
                <a:close/>
                <a:moveTo>
                  <a:pt x="315250" y="115239"/>
                </a:moveTo>
                <a:lnTo>
                  <a:pt x="334354" y="117704"/>
                </a:lnTo>
                <a:cubicBezTo>
                  <a:pt x="331341" y="128897"/>
                  <a:pt x="325761" y="137584"/>
                  <a:pt x="317612" y="143766"/>
                </a:cubicBezTo>
                <a:cubicBezTo>
                  <a:pt x="309464" y="149945"/>
                  <a:pt x="299056" y="153035"/>
                  <a:pt x="286389" y="153035"/>
                </a:cubicBezTo>
                <a:cubicBezTo>
                  <a:pt x="270435" y="153035"/>
                  <a:pt x="257785" y="148122"/>
                  <a:pt x="248438" y="138297"/>
                </a:cubicBezTo>
                <a:cubicBezTo>
                  <a:pt x="239092" y="128471"/>
                  <a:pt x="234419" y="114691"/>
                  <a:pt x="234419" y="96956"/>
                </a:cubicBezTo>
                <a:cubicBezTo>
                  <a:pt x="234419" y="78606"/>
                  <a:pt x="239143" y="64364"/>
                  <a:pt x="248592" y="54230"/>
                </a:cubicBezTo>
                <a:cubicBezTo>
                  <a:pt x="258042" y="44096"/>
                  <a:pt x="270298" y="39029"/>
                  <a:pt x="285362" y="39029"/>
                </a:cubicBezTo>
                <a:cubicBezTo>
                  <a:pt x="299947" y="39029"/>
                  <a:pt x="311861" y="43986"/>
                  <a:pt x="321104" y="53899"/>
                </a:cubicBezTo>
                <a:cubicBezTo>
                  <a:pt x="330348" y="63811"/>
                  <a:pt x="334970" y="77755"/>
                  <a:pt x="334970" y="95734"/>
                </a:cubicBezTo>
                <a:cubicBezTo>
                  <a:pt x="334970" y="96827"/>
                  <a:pt x="334936" y="98467"/>
                  <a:pt x="334867" y="100654"/>
                </a:cubicBezTo>
                <a:lnTo>
                  <a:pt x="253522" y="100654"/>
                </a:lnTo>
                <a:cubicBezTo>
                  <a:pt x="254207" y="112671"/>
                  <a:pt x="257597" y="121872"/>
                  <a:pt x="263691" y="128257"/>
                </a:cubicBezTo>
                <a:cubicBezTo>
                  <a:pt x="269785" y="134642"/>
                  <a:pt x="277385" y="137834"/>
                  <a:pt x="286492" y="137834"/>
                </a:cubicBezTo>
                <a:cubicBezTo>
                  <a:pt x="293271" y="137834"/>
                  <a:pt x="299056" y="136038"/>
                  <a:pt x="303849" y="132445"/>
                </a:cubicBezTo>
                <a:cubicBezTo>
                  <a:pt x="308643" y="128851"/>
                  <a:pt x="312443" y="123115"/>
                  <a:pt x="315250" y="115239"/>
                </a:cubicBezTo>
                <a:moveTo>
                  <a:pt x="254550" y="85453"/>
                </a:moveTo>
                <a:lnTo>
                  <a:pt x="315455" y="85453"/>
                </a:lnTo>
                <a:cubicBezTo>
                  <a:pt x="314634" y="76308"/>
                  <a:pt x="312306" y="69449"/>
                  <a:pt x="308471" y="64876"/>
                </a:cubicBezTo>
                <a:cubicBezTo>
                  <a:pt x="302583" y="57779"/>
                  <a:pt x="294948" y="54230"/>
                  <a:pt x="285567" y="54230"/>
                </a:cubicBezTo>
                <a:cubicBezTo>
                  <a:pt x="277077" y="54230"/>
                  <a:pt x="269939" y="57063"/>
                  <a:pt x="264153" y="62729"/>
                </a:cubicBezTo>
                <a:cubicBezTo>
                  <a:pt x="258367" y="68393"/>
                  <a:pt x="255166" y="75968"/>
                  <a:pt x="254550" y="85453"/>
                </a:cubicBezTo>
                <a:close/>
                <a:moveTo>
                  <a:pt x="350139" y="117909"/>
                </a:moveTo>
                <a:lnTo>
                  <a:pt x="368421" y="115033"/>
                </a:lnTo>
                <a:cubicBezTo>
                  <a:pt x="369448" y="122392"/>
                  <a:pt x="372307" y="128032"/>
                  <a:pt x="376997" y="131954"/>
                </a:cubicBezTo>
                <a:cubicBezTo>
                  <a:pt x="381688" y="135874"/>
                  <a:pt x="388244" y="137834"/>
                  <a:pt x="396666" y="137834"/>
                </a:cubicBezTo>
                <a:cubicBezTo>
                  <a:pt x="405157" y="137834"/>
                  <a:pt x="411456" y="136105"/>
                  <a:pt x="415564" y="132648"/>
                </a:cubicBezTo>
                <a:cubicBezTo>
                  <a:pt x="419673" y="129190"/>
                  <a:pt x="421727" y="125133"/>
                  <a:pt x="421727" y="120477"/>
                </a:cubicBezTo>
                <a:cubicBezTo>
                  <a:pt x="421727" y="116300"/>
                  <a:pt x="419912" y="113013"/>
                  <a:pt x="416283" y="110617"/>
                </a:cubicBezTo>
                <a:cubicBezTo>
                  <a:pt x="413750" y="108973"/>
                  <a:pt x="407450" y="106885"/>
                  <a:pt x="397385" y="104351"/>
                </a:cubicBezTo>
                <a:cubicBezTo>
                  <a:pt x="383827" y="100928"/>
                  <a:pt x="374430" y="97966"/>
                  <a:pt x="369192" y="95467"/>
                </a:cubicBezTo>
                <a:cubicBezTo>
                  <a:pt x="363953" y="92968"/>
                  <a:pt x="359982" y="89510"/>
                  <a:pt x="357277" y="85094"/>
                </a:cubicBezTo>
                <a:cubicBezTo>
                  <a:pt x="354573" y="80677"/>
                  <a:pt x="353220" y="75799"/>
                  <a:pt x="353220" y="70458"/>
                </a:cubicBezTo>
                <a:cubicBezTo>
                  <a:pt x="353220" y="65596"/>
                  <a:pt x="354333" y="61094"/>
                  <a:pt x="356558" y="56952"/>
                </a:cubicBezTo>
                <a:cubicBezTo>
                  <a:pt x="358784" y="52809"/>
                  <a:pt x="361814" y="49368"/>
                  <a:pt x="365648" y="46629"/>
                </a:cubicBezTo>
                <a:cubicBezTo>
                  <a:pt x="368524" y="44507"/>
                  <a:pt x="372444" y="42709"/>
                  <a:pt x="377408" y="41237"/>
                </a:cubicBezTo>
                <a:cubicBezTo>
                  <a:pt x="382372" y="39765"/>
                  <a:pt x="387696" y="39029"/>
                  <a:pt x="393379" y="39029"/>
                </a:cubicBezTo>
                <a:cubicBezTo>
                  <a:pt x="401938" y="39029"/>
                  <a:pt x="409453" y="40262"/>
                  <a:pt x="415924" y="42727"/>
                </a:cubicBezTo>
                <a:cubicBezTo>
                  <a:pt x="422394" y="45192"/>
                  <a:pt x="427170" y="48530"/>
                  <a:pt x="430252" y="52741"/>
                </a:cubicBezTo>
                <a:cubicBezTo>
                  <a:pt x="433333" y="56952"/>
                  <a:pt x="435455" y="62583"/>
                  <a:pt x="436619" y="69636"/>
                </a:cubicBezTo>
                <a:lnTo>
                  <a:pt x="418543" y="72101"/>
                </a:lnTo>
                <a:cubicBezTo>
                  <a:pt x="417721" y="66486"/>
                  <a:pt x="415342" y="62104"/>
                  <a:pt x="411405" y="58954"/>
                </a:cubicBezTo>
                <a:cubicBezTo>
                  <a:pt x="407467" y="55805"/>
                  <a:pt x="401904" y="54230"/>
                  <a:pt x="394715" y="54230"/>
                </a:cubicBezTo>
                <a:cubicBezTo>
                  <a:pt x="386224" y="54230"/>
                  <a:pt x="380164" y="55634"/>
                  <a:pt x="376535" y="58441"/>
                </a:cubicBezTo>
                <a:cubicBezTo>
                  <a:pt x="372906" y="61248"/>
                  <a:pt x="371092" y="64535"/>
                  <a:pt x="371092" y="68301"/>
                </a:cubicBezTo>
                <a:cubicBezTo>
                  <a:pt x="371092" y="70697"/>
                  <a:pt x="371845" y="72854"/>
                  <a:pt x="373351" y="74772"/>
                </a:cubicBezTo>
                <a:cubicBezTo>
                  <a:pt x="374858" y="76757"/>
                  <a:pt x="377220" y="78401"/>
                  <a:pt x="380438" y="79702"/>
                </a:cubicBezTo>
                <a:cubicBezTo>
                  <a:pt x="382287" y="80386"/>
                  <a:pt x="387730" y="81961"/>
                  <a:pt x="396769" y="84426"/>
                </a:cubicBezTo>
                <a:cubicBezTo>
                  <a:pt x="409847" y="87918"/>
                  <a:pt x="418971" y="90777"/>
                  <a:pt x="424140" y="93002"/>
                </a:cubicBezTo>
                <a:cubicBezTo>
                  <a:pt x="429310" y="95228"/>
                  <a:pt x="433367" y="98463"/>
                  <a:pt x="436311" y="102708"/>
                </a:cubicBezTo>
                <a:cubicBezTo>
                  <a:pt x="439256" y="106953"/>
                  <a:pt x="440728" y="112226"/>
                  <a:pt x="440728" y="118525"/>
                </a:cubicBezTo>
                <a:cubicBezTo>
                  <a:pt x="440728" y="124688"/>
                  <a:pt x="438930" y="130491"/>
                  <a:pt x="435336" y="135934"/>
                </a:cubicBezTo>
                <a:cubicBezTo>
                  <a:pt x="431741" y="141378"/>
                  <a:pt x="426554" y="145589"/>
                  <a:pt x="419775" y="148567"/>
                </a:cubicBezTo>
                <a:cubicBezTo>
                  <a:pt x="412997" y="151546"/>
                  <a:pt x="405328" y="153035"/>
                  <a:pt x="396769" y="153035"/>
                </a:cubicBezTo>
                <a:cubicBezTo>
                  <a:pt x="382595" y="153035"/>
                  <a:pt x="371793" y="150082"/>
                  <a:pt x="364364" y="144177"/>
                </a:cubicBezTo>
                <a:cubicBezTo>
                  <a:pt x="356935" y="138271"/>
                  <a:pt x="352193" y="129515"/>
                  <a:pt x="350139" y="117909"/>
                </a:cubicBezTo>
                <a:close/>
                <a:moveTo>
                  <a:pt x="520562" y="150570"/>
                </a:moveTo>
                <a:lnTo>
                  <a:pt x="520562" y="0"/>
                </a:lnTo>
                <a:lnTo>
                  <a:pt x="539049" y="0"/>
                </a:lnTo>
                <a:lnTo>
                  <a:pt x="539049" y="150570"/>
                </a:lnTo>
                <a:lnTo>
                  <a:pt x="520562" y="150570"/>
                </a:lnTo>
                <a:close/>
                <a:moveTo>
                  <a:pt x="560788" y="96032"/>
                </a:moveTo>
                <a:cubicBezTo>
                  <a:pt x="560788" y="75833"/>
                  <a:pt x="566402" y="60872"/>
                  <a:pt x="577632" y="51149"/>
                </a:cubicBezTo>
                <a:cubicBezTo>
                  <a:pt x="587012" y="43069"/>
                  <a:pt x="598447" y="39029"/>
                  <a:pt x="611936" y="39029"/>
                </a:cubicBezTo>
                <a:cubicBezTo>
                  <a:pt x="626932" y="39029"/>
                  <a:pt x="639188" y="43942"/>
                  <a:pt x="648706" y="53768"/>
                </a:cubicBezTo>
                <a:cubicBezTo>
                  <a:pt x="658223" y="63593"/>
                  <a:pt x="662982" y="77168"/>
                  <a:pt x="662982" y="94491"/>
                </a:cubicBezTo>
                <a:cubicBezTo>
                  <a:pt x="662982" y="108528"/>
                  <a:pt x="660877" y="119569"/>
                  <a:pt x="656666" y="127615"/>
                </a:cubicBezTo>
                <a:cubicBezTo>
                  <a:pt x="652455" y="135660"/>
                  <a:pt x="646326" y="141908"/>
                  <a:pt x="638281" y="146359"/>
                </a:cubicBezTo>
                <a:cubicBezTo>
                  <a:pt x="630235" y="150810"/>
                  <a:pt x="621454" y="153035"/>
                  <a:pt x="611936" y="153035"/>
                </a:cubicBezTo>
                <a:cubicBezTo>
                  <a:pt x="596667" y="153035"/>
                  <a:pt x="584325" y="148139"/>
                  <a:pt x="574910" y="138348"/>
                </a:cubicBezTo>
                <a:cubicBezTo>
                  <a:pt x="565495" y="128556"/>
                  <a:pt x="560788" y="114451"/>
                  <a:pt x="560788" y="96032"/>
                </a:cubicBezTo>
                <a:moveTo>
                  <a:pt x="579789" y="96083"/>
                </a:moveTo>
                <a:cubicBezTo>
                  <a:pt x="579789" y="110035"/>
                  <a:pt x="582836" y="120481"/>
                  <a:pt x="588930" y="127422"/>
                </a:cubicBezTo>
                <a:cubicBezTo>
                  <a:pt x="595024" y="134364"/>
                  <a:pt x="602692" y="137834"/>
                  <a:pt x="611936" y="137834"/>
                </a:cubicBezTo>
                <a:cubicBezTo>
                  <a:pt x="621111" y="137834"/>
                  <a:pt x="628746" y="134347"/>
                  <a:pt x="634840" y="127371"/>
                </a:cubicBezTo>
                <a:cubicBezTo>
                  <a:pt x="640934" y="120395"/>
                  <a:pt x="643981" y="109761"/>
                  <a:pt x="643981" y="95467"/>
                </a:cubicBezTo>
                <a:cubicBezTo>
                  <a:pt x="643981" y="81995"/>
                  <a:pt x="640917" y="71789"/>
                  <a:pt x="634789" y="64847"/>
                </a:cubicBezTo>
                <a:cubicBezTo>
                  <a:pt x="628661" y="57906"/>
                  <a:pt x="621043" y="54435"/>
                  <a:pt x="611936" y="54435"/>
                </a:cubicBezTo>
                <a:cubicBezTo>
                  <a:pt x="602692" y="54435"/>
                  <a:pt x="595024" y="57889"/>
                  <a:pt x="588930" y="64796"/>
                </a:cubicBezTo>
                <a:cubicBezTo>
                  <a:pt x="582836" y="71703"/>
                  <a:pt x="579789" y="82132"/>
                  <a:pt x="579789" y="96083"/>
                </a:cubicBezTo>
                <a:close/>
                <a:moveTo>
                  <a:pt x="755799" y="110514"/>
                </a:moveTo>
                <a:lnTo>
                  <a:pt x="773978" y="112979"/>
                </a:lnTo>
                <a:cubicBezTo>
                  <a:pt x="771993" y="125509"/>
                  <a:pt x="766909" y="135318"/>
                  <a:pt x="758726" y="142405"/>
                </a:cubicBezTo>
                <a:cubicBezTo>
                  <a:pt x="750544" y="149492"/>
                  <a:pt x="740495" y="153035"/>
                  <a:pt x="728581" y="153035"/>
                </a:cubicBezTo>
                <a:cubicBezTo>
                  <a:pt x="713654" y="153035"/>
                  <a:pt x="701655" y="148156"/>
                  <a:pt x="692582" y="138399"/>
                </a:cubicBezTo>
                <a:cubicBezTo>
                  <a:pt x="683510" y="128642"/>
                  <a:pt x="678973" y="114657"/>
                  <a:pt x="678973" y="96443"/>
                </a:cubicBezTo>
                <a:cubicBezTo>
                  <a:pt x="678973" y="84666"/>
                  <a:pt x="680925" y="74361"/>
                  <a:pt x="684828" y="65528"/>
                </a:cubicBezTo>
                <a:cubicBezTo>
                  <a:pt x="688731" y="56695"/>
                  <a:pt x="694670" y="50070"/>
                  <a:pt x="702647" y="45654"/>
                </a:cubicBezTo>
                <a:cubicBezTo>
                  <a:pt x="710624" y="41237"/>
                  <a:pt x="719303" y="39029"/>
                  <a:pt x="728684" y="39029"/>
                </a:cubicBezTo>
                <a:cubicBezTo>
                  <a:pt x="740530" y="39029"/>
                  <a:pt x="750218" y="42008"/>
                  <a:pt x="757750" y="47965"/>
                </a:cubicBezTo>
                <a:cubicBezTo>
                  <a:pt x="765282" y="53920"/>
                  <a:pt x="770110" y="62376"/>
                  <a:pt x="772232" y="73334"/>
                </a:cubicBezTo>
                <a:lnTo>
                  <a:pt x="754258" y="76209"/>
                </a:lnTo>
                <a:cubicBezTo>
                  <a:pt x="752547" y="68917"/>
                  <a:pt x="749517" y="63431"/>
                  <a:pt x="745169" y="59750"/>
                </a:cubicBezTo>
                <a:cubicBezTo>
                  <a:pt x="740821" y="56070"/>
                  <a:pt x="735565" y="54230"/>
                  <a:pt x="729403" y="54230"/>
                </a:cubicBezTo>
                <a:cubicBezTo>
                  <a:pt x="720091" y="54230"/>
                  <a:pt x="712525" y="57568"/>
                  <a:pt x="706704" y="64244"/>
                </a:cubicBezTo>
                <a:cubicBezTo>
                  <a:pt x="700884" y="70920"/>
                  <a:pt x="697974" y="81482"/>
                  <a:pt x="697974" y="95929"/>
                </a:cubicBezTo>
                <a:cubicBezTo>
                  <a:pt x="697974" y="110582"/>
                  <a:pt x="700782" y="121230"/>
                  <a:pt x="706396" y="127872"/>
                </a:cubicBezTo>
                <a:cubicBezTo>
                  <a:pt x="712011" y="134513"/>
                  <a:pt x="719338" y="137834"/>
                  <a:pt x="728376" y="137834"/>
                </a:cubicBezTo>
                <a:cubicBezTo>
                  <a:pt x="735634" y="137834"/>
                  <a:pt x="741694" y="135600"/>
                  <a:pt x="746555" y="131133"/>
                </a:cubicBezTo>
                <a:cubicBezTo>
                  <a:pt x="751417" y="126665"/>
                  <a:pt x="754498" y="119792"/>
                  <a:pt x="755799" y="110514"/>
                </a:cubicBezTo>
                <a:close/>
                <a:moveTo>
                  <a:pt x="860972" y="136807"/>
                </a:moveTo>
                <a:cubicBezTo>
                  <a:pt x="854125" y="142741"/>
                  <a:pt x="847535" y="146929"/>
                  <a:pt x="841201" y="149373"/>
                </a:cubicBezTo>
                <a:cubicBezTo>
                  <a:pt x="834867" y="151814"/>
                  <a:pt x="828072" y="153035"/>
                  <a:pt x="820813" y="153035"/>
                </a:cubicBezTo>
                <a:cubicBezTo>
                  <a:pt x="808831" y="153035"/>
                  <a:pt x="799621" y="150108"/>
                  <a:pt x="793185" y="144254"/>
                </a:cubicBezTo>
                <a:cubicBezTo>
                  <a:pt x="786749" y="138399"/>
                  <a:pt x="783530" y="130919"/>
                  <a:pt x="783530" y="121812"/>
                </a:cubicBezTo>
                <a:cubicBezTo>
                  <a:pt x="783530" y="116471"/>
                  <a:pt x="784746" y="111592"/>
                  <a:pt x="787177" y="107176"/>
                </a:cubicBezTo>
                <a:cubicBezTo>
                  <a:pt x="789607" y="102759"/>
                  <a:pt x="792791" y="99216"/>
                  <a:pt x="796728" y="96546"/>
                </a:cubicBezTo>
                <a:cubicBezTo>
                  <a:pt x="800666" y="93875"/>
                  <a:pt x="805099" y="91855"/>
                  <a:pt x="810029" y="90486"/>
                </a:cubicBezTo>
                <a:cubicBezTo>
                  <a:pt x="813658" y="89527"/>
                  <a:pt x="819136" y="88603"/>
                  <a:pt x="826462" y="87713"/>
                </a:cubicBezTo>
                <a:cubicBezTo>
                  <a:pt x="841389" y="85932"/>
                  <a:pt x="852379" y="83810"/>
                  <a:pt x="859432" y="81345"/>
                </a:cubicBezTo>
                <a:cubicBezTo>
                  <a:pt x="859500" y="78822"/>
                  <a:pt x="859534" y="77219"/>
                  <a:pt x="859534" y="76537"/>
                </a:cubicBezTo>
                <a:cubicBezTo>
                  <a:pt x="859534" y="69033"/>
                  <a:pt x="857788" y="63746"/>
                  <a:pt x="854296" y="60678"/>
                </a:cubicBezTo>
                <a:cubicBezTo>
                  <a:pt x="849572" y="56516"/>
                  <a:pt x="842553" y="54435"/>
                  <a:pt x="833241" y="54435"/>
                </a:cubicBezTo>
                <a:cubicBezTo>
                  <a:pt x="824545" y="54435"/>
                  <a:pt x="818126" y="55959"/>
                  <a:pt x="813983" y="59006"/>
                </a:cubicBezTo>
                <a:cubicBezTo>
                  <a:pt x="809841" y="62053"/>
                  <a:pt x="806777" y="67445"/>
                  <a:pt x="804791" y="75182"/>
                </a:cubicBezTo>
                <a:lnTo>
                  <a:pt x="786714" y="72717"/>
                </a:lnTo>
                <a:cubicBezTo>
                  <a:pt x="788358" y="64956"/>
                  <a:pt x="791062" y="58689"/>
                  <a:pt x="794828" y="53915"/>
                </a:cubicBezTo>
                <a:cubicBezTo>
                  <a:pt x="798594" y="49142"/>
                  <a:pt x="804038" y="45468"/>
                  <a:pt x="811159" y="42893"/>
                </a:cubicBezTo>
                <a:cubicBezTo>
                  <a:pt x="818280" y="40317"/>
                  <a:pt x="826531" y="39029"/>
                  <a:pt x="835912" y="39029"/>
                </a:cubicBezTo>
                <a:cubicBezTo>
                  <a:pt x="845224" y="39029"/>
                  <a:pt x="852790" y="40129"/>
                  <a:pt x="858610" y="42329"/>
                </a:cubicBezTo>
                <a:cubicBezTo>
                  <a:pt x="864430" y="44526"/>
                  <a:pt x="868710" y="47292"/>
                  <a:pt x="871449" y="50625"/>
                </a:cubicBezTo>
                <a:cubicBezTo>
                  <a:pt x="874187" y="53957"/>
                  <a:pt x="876105" y="58166"/>
                  <a:pt x="877200" y="63252"/>
                </a:cubicBezTo>
                <a:cubicBezTo>
                  <a:pt x="877816" y="66413"/>
                  <a:pt x="878125" y="72089"/>
                  <a:pt x="878125" y="80282"/>
                </a:cubicBezTo>
                <a:lnTo>
                  <a:pt x="878125" y="104862"/>
                </a:lnTo>
                <a:cubicBezTo>
                  <a:pt x="878125" y="121999"/>
                  <a:pt x="878518" y="132853"/>
                  <a:pt x="879306" y="137423"/>
                </a:cubicBezTo>
                <a:cubicBezTo>
                  <a:pt x="880093" y="141994"/>
                  <a:pt x="881651" y="146376"/>
                  <a:pt x="883979" y="150570"/>
                </a:cubicBezTo>
                <a:lnTo>
                  <a:pt x="864670" y="150570"/>
                </a:lnTo>
                <a:cubicBezTo>
                  <a:pt x="862753" y="146648"/>
                  <a:pt x="861520" y="142060"/>
                  <a:pt x="860972" y="136807"/>
                </a:cubicBezTo>
                <a:moveTo>
                  <a:pt x="859432" y="95929"/>
                </a:moveTo>
                <a:cubicBezTo>
                  <a:pt x="852721" y="98655"/>
                  <a:pt x="842656" y="100973"/>
                  <a:pt x="829236" y="102881"/>
                </a:cubicBezTo>
                <a:cubicBezTo>
                  <a:pt x="821635" y="103971"/>
                  <a:pt x="816260" y="105197"/>
                  <a:pt x="813110" y="106560"/>
                </a:cubicBezTo>
                <a:cubicBezTo>
                  <a:pt x="809961" y="107923"/>
                  <a:pt x="807530" y="109916"/>
                  <a:pt x="805818" y="112539"/>
                </a:cubicBezTo>
                <a:cubicBezTo>
                  <a:pt x="804106" y="115163"/>
                  <a:pt x="803250" y="118076"/>
                  <a:pt x="803250" y="121279"/>
                </a:cubicBezTo>
                <a:cubicBezTo>
                  <a:pt x="803250" y="126186"/>
                  <a:pt x="805116" y="130275"/>
                  <a:pt x="808848" y="133546"/>
                </a:cubicBezTo>
                <a:cubicBezTo>
                  <a:pt x="812580" y="136816"/>
                  <a:pt x="818040" y="138451"/>
                  <a:pt x="825230" y="138451"/>
                </a:cubicBezTo>
                <a:cubicBezTo>
                  <a:pt x="832351" y="138451"/>
                  <a:pt x="838685" y="136898"/>
                  <a:pt x="844231" y="133793"/>
                </a:cubicBezTo>
                <a:cubicBezTo>
                  <a:pt x="849777" y="130686"/>
                  <a:pt x="853851" y="126442"/>
                  <a:pt x="856453" y="121061"/>
                </a:cubicBezTo>
                <a:cubicBezTo>
                  <a:pt x="858439" y="116908"/>
                  <a:pt x="859432" y="110778"/>
                  <a:pt x="859432" y="102673"/>
                </a:cubicBezTo>
                <a:lnTo>
                  <a:pt x="859432" y="95929"/>
                </a:lnTo>
                <a:close/>
                <a:moveTo>
                  <a:pt x="906337" y="150570"/>
                </a:moveTo>
                <a:lnTo>
                  <a:pt x="906337" y="0"/>
                </a:lnTo>
                <a:lnTo>
                  <a:pt x="924824" y="0"/>
                </a:lnTo>
                <a:lnTo>
                  <a:pt x="924824" y="150570"/>
                </a:lnTo>
                <a:lnTo>
                  <a:pt x="906337" y="150570"/>
                </a:lnTo>
                <a:close/>
                <a:moveTo>
                  <a:pt x="1011710" y="192475"/>
                </a:moveTo>
                <a:lnTo>
                  <a:pt x="1011710" y="41494"/>
                </a:lnTo>
                <a:lnTo>
                  <a:pt x="1028554" y="41494"/>
                </a:lnTo>
                <a:lnTo>
                  <a:pt x="1028554" y="55767"/>
                </a:lnTo>
                <a:cubicBezTo>
                  <a:pt x="1032526" y="50187"/>
                  <a:pt x="1037011" y="46003"/>
                  <a:pt x="1042009" y="43214"/>
                </a:cubicBezTo>
                <a:cubicBezTo>
                  <a:pt x="1047008" y="40424"/>
                  <a:pt x="1053067" y="39029"/>
                  <a:pt x="1060188" y="39029"/>
                </a:cubicBezTo>
                <a:cubicBezTo>
                  <a:pt x="1069501" y="39029"/>
                  <a:pt x="1077717" y="41426"/>
                  <a:pt x="1084838" y="46219"/>
                </a:cubicBezTo>
                <a:cubicBezTo>
                  <a:pt x="1091960" y="51012"/>
                  <a:pt x="1097335" y="57773"/>
                  <a:pt x="1100964" y="66504"/>
                </a:cubicBezTo>
                <a:cubicBezTo>
                  <a:pt x="1104593" y="75234"/>
                  <a:pt x="1106407" y="84803"/>
                  <a:pt x="1106407" y="95210"/>
                </a:cubicBezTo>
                <a:cubicBezTo>
                  <a:pt x="1106407" y="106371"/>
                  <a:pt x="1104404" y="116420"/>
                  <a:pt x="1100399" y="125355"/>
                </a:cubicBezTo>
                <a:cubicBezTo>
                  <a:pt x="1096393" y="134291"/>
                  <a:pt x="1090573" y="141138"/>
                  <a:pt x="1082938" y="145897"/>
                </a:cubicBezTo>
                <a:cubicBezTo>
                  <a:pt x="1075304" y="150656"/>
                  <a:pt x="1067275" y="153035"/>
                  <a:pt x="1058853" y="153035"/>
                </a:cubicBezTo>
                <a:cubicBezTo>
                  <a:pt x="1052691" y="153035"/>
                  <a:pt x="1047162" y="151734"/>
                  <a:pt x="1042266" y="149132"/>
                </a:cubicBezTo>
                <a:cubicBezTo>
                  <a:pt x="1037370" y="146530"/>
                  <a:pt x="1033347" y="143244"/>
                  <a:pt x="1030198" y="139272"/>
                </a:cubicBezTo>
                <a:lnTo>
                  <a:pt x="1030198" y="192475"/>
                </a:lnTo>
                <a:lnTo>
                  <a:pt x="1011710" y="192475"/>
                </a:lnTo>
                <a:moveTo>
                  <a:pt x="1028452" y="96700"/>
                </a:moveTo>
                <a:cubicBezTo>
                  <a:pt x="1028452" y="110719"/>
                  <a:pt x="1031293" y="121080"/>
                  <a:pt x="1036976" y="127782"/>
                </a:cubicBezTo>
                <a:cubicBezTo>
                  <a:pt x="1042660" y="134483"/>
                  <a:pt x="1049541" y="137834"/>
                  <a:pt x="1057621" y="137834"/>
                </a:cubicBezTo>
                <a:cubicBezTo>
                  <a:pt x="1065837" y="137834"/>
                  <a:pt x="1072873" y="134364"/>
                  <a:pt x="1078727" y="127422"/>
                </a:cubicBezTo>
                <a:cubicBezTo>
                  <a:pt x="1084582" y="120481"/>
                  <a:pt x="1087509" y="109727"/>
                  <a:pt x="1087509" y="95159"/>
                </a:cubicBezTo>
                <a:cubicBezTo>
                  <a:pt x="1087509" y="81276"/>
                  <a:pt x="1084650" y="70881"/>
                  <a:pt x="1078933" y="63974"/>
                </a:cubicBezTo>
                <a:cubicBezTo>
                  <a:pt x="1073215" y="57067"/>
                  <a:pt x="1066385" y="53614"/>
                  <a:pt x="1058442" y="53614"/>
                </a:cubicBezTo>
                <a:cubicBezTo>
                  <a:pt x="1050568" y="53614"/>
                  <a:pt x="1043601" y="57290"/>
                  <a:pt x="1037541" y="64642"/>
                </a:cubicBezTo>
                <a:cubicBezTo>
                  <a:pt x="1031482" y="71994"/>
                  <a:pt x="1028452" y="82680"/>
                  <a:pt x="1028452" y="96700"/>
                </a:cubicBezTo>
                <a:close/>
                <a:moveTo>
                  <a:pt x="1128766" y="21158"/>
                </a:moveTo>
                <a:lnTo>
                  <a:pt x="1128766" y="0"/>
                </a:lnTo>
                <a:lnTo>
                  <a:pt x="1147253" y="0"/>
                </a:lnTo>
                <a:lnTo>
                  <a:pt x="1147253" y="21158"/>
                </a:lnTo>
                <a:lnTo>
                  <a:pt x="1128766" y="21158"/>
                </a:lnTo>
                <a:moveTo>
                  <a:pt x="1128766" y="150570"/>
                </a:moveTo>
                <a:lnTo>
                  <a:pt x="1128766" y="41494"/>
                </a:lnTo>
                <a:lnTo>
                  <a:pt x="1147253" y="41494"/>
                </a:lnTo>
                <a:lnTo>
                  <a:pt x="1147253" y="150570"/>
                </a:lnTo>
                <a:lnTo>
                  <a:pt x="1128766" y="150570"/>
                </a:lnTo>
                <a:close/>
                <a:moveTo>
                  <a:pt x="1175360" y="150570"/>
                </a:moveTo>
                <a:lnTo>
                  <a:pt x="1175360" y="41494"/>
                </a:lnTo>
                <a:lnTo>
                  <a:pt x="1191999" y="41494"/>
                </a:lnTo>
                <a:lnTo>
                  <a:pt x="1191999" y="57003"/>
                </a:lnTo>
                <a:cubicBezTo>
                  <a:pt x="1200010" y="45020"/>
                  <a:pt x="1211582" y="39029"/>
                  <a:pt x="1226714" y="39029"/>
                </a:cubicBezTo>
                <a:cubicBezTo>
                  <a:pt x="1233287" y="39029"/>
                  <a:pt x="1239330" y="40210"/>
                  <a:pt x="1244842" y="42573"/>
                </a:cubicBezTo>
                <a:cubicBezTo>
                  <a:pt x="1250354" y="44935"/>
                  <a:pt x="1254480" y="48033"/>
                  <a:pt x="1257218" y="51868"/>
                </a:cubicBezTo>
                <a:cubicBezTo>
                  <a:pt x="1259957" y="55702"/>
                  <a:pt x="1261875" y="60255"/>
                  <a:pt x="1262970" y="65528"/>
                </a:cubicBezTo>
                <a:cubicBezTo>
                  <a:pt x="1263655" y="68951"/>
                  <a:pt x="1263997" y="74943"/>
                  <a:pt x="1263997" y="83502"/>
                </a:cubicBezTo>
                <a:lnTo>
                  <a:pt x="1263997" y="150570"/>
                </a:lnTo>
                <a:lnTo>
                  <a:pt x="1245510" y="150570"/>
                </a:lnTo>
                <a:lnTo>
                  <a:pt x="1245510" y="84221"/>
                </a:lnTo>
                <a:cubicBezTo>
                  <a:pt x="1245510" y="76689"/>
                  <a:pt x="1244791" y="71057"/>
                  <a:pt x="1243353" y="67325"/>
                </a:cubicBezTo>
                <a:cubicBezTo>
                  <a:pt x="1241915" y="63593"/>
                  <a:pt x="1239364" y="60615"/>
                  <a:pt x="1235701" y="58390"/>
                </a:cubicBezTo>
                <a:cubicBezTo>
                  <a:pt x="1232038" y="56164"/>
                  <a:pt x="1227741" y="55052"/>
                  <a:pt x="1222811" y="55052"/>
                </a:cubicBezTo>
                <a:cubicBezTo>
                  <a:pt x="1214937" y="55052"/>
                  <a:pt x="1208141" y="57551"/>
                  <a:pt x="1202424" y="62549"/>
                </a:cubicBezTo>
                <a:cubicBezTo>
                  <a:pt x="1196706" y="67548"/>
                  <a:pt x="1193848" y="77031"/>
                  <a:pt x="1193848" y="90999"/>
                </a:cubicBezTo>
                <a:lnTo>
                  <a:pt x="1193848" y="150570"/>
                </a:lnTo>
                <a:lnTo>
                  <a:pt x="1175360" y="150570"/>
                </a:lnTo>
                <a:close/>
                <a:moveTo>
                  <a:pt x="1292312" y="150570"/>
                </a:moveTo>
                <a:lnTo>
                  <a:pt x="1292312" y="41494"/>
                </a:lnTo>
                <a:lnTo>
                  <a:pt x="1308951" y="41494"/>
                </a:lnTo>
                <a:lnTo>
                  <a:pt x="1308951" y="57003"/>
                </a:lnTo>
                <a:cubicBezTo>
                  <a:pt x="1316962" y="45020"/>
                  <a:pt x="1328534" y="39029"/>
                  <a:pt x="1343666" y="39029"/>
                </a:cubicBezTo>
                <a:cubicBezTo>
                  <a:pt x="1350239" y="39029"/>
                  <a:pt x="1356282" y="40210"/>
                  <a:pt x="1361794" y="42573"/>
                </a:cubicBezTo>
                <a:cubicBezTo>
                  <a:pt x="1367306" y="44935"/>
                  <a:pt x="1371431" y="48033"/>
                  <a:pt x="1374170" y="51868"/>
                </a:cubicBezTo>
                <a:cubicBezTo>
                  <a:pt x="1376909" y="55702"/>
                  <a:pt x="1378826" y="60255"/>
                  <a:pt x="1379922" y="65528"/>
                </a:cubicBezTo>
                <a:cubicBezTo>
                  <a:pt x="1380607" y="68951"/>
                  <a:pt x="1380949" y="74943"/>
                  <a:pt x="1380949" y="83502"/>
                </a:cubicBezTo>
                <a:lnTo>
                  <a:pt x="1380949" y="150570"/>
                </a:lnTo>
                <a:lnTo>
                  <a:pt x="1362462" y="150570"/>
                </a:lnTo>
                <a:lnTo>
                  <a:pt x="1362462" y="84221"/>
                </a:lnTo>
                <a:cubicBezTo>
                  <a:pt x="1362462" y="76689"/>
                  <a:pt x="1361743" y="71057"/>
                  <a:pt x="1360305" y="67325"/>
                </a:cubicBezTo>
                <a:cubicBezTo>
                  <a:pt x="1358867" y="63593"/>
                  <a:pt x="1356316" y="60615"/>
                  <a:pt x="1352653" y="58390"/>
                </a:cubicBezTo>
                <a:cubicBezTo>
                  <a:pt x="1348990" y="56164"/>
                  <a:pt x="1344693" y="55052"/>
                  <a:pt x="1339763" y="55052"/>
                </a:cubicBezTo>
                <a:cubicBezTo>
                  <a:pt x="1331889" y="55052"/>
                  <a:pt x="1325093" y="57551"/>
                  <a:pt x="1319375" y="62549"/>
                </a:cubicBezTo>
                <a:cubicBezTo>
                  <a:pt x="1313658" y="67548"/>
                  <a:pt x="1310799" y="77031"/>
                  <a:pt x="1310799" y="90999"/>
                </a:cubicBezTo>
                <a:lnTo>
                  <a:pt x="1310799" y="150570"/>
                </a:lnTo>
                <a:lnTo>
                  <a:pt x="1292312" y="150570"/>
                </a:lnTo>
                <a:close/>
                <a:moveTo>
                  <a:pt x="1409367" y="21158"/>
                </a:moveTo>
                <a:lnTo>
                  <a:pt x="1409367" y="0"/>
                </a:lnTo>
                <a:lnTo>
                  <a:pt x="1427855" y="0"/>
                </a:lnTo>
                <a:lnTo>
                  <a:pt x="1427855" y="21158"/>
                </a:lnTo>
                <a:lnTo>
                  <a:pt x="1409367" y="21158"/>
                </a:lnTo>
                <a:moveTo>
                  <a:pt x="1409367" y="150570"/>
                </a:moveTo>
                <a:lnTo>
                  <a:pt x="1409367" y="41494"/>
                </a:lnTo>
                <a:lnTo>
                  <a:pt x="1427855" y="41494"/>
                </a:lnTo>
                <a:lnTo>
                  <a:pt x="1427855" y="150570"/>
                </a:lnTo>
                <a:lnTo>
                  <a:pt x="1409367" y="150570"/>
                </a:lnTo>
                <a:close/>
                <a:moveTo>
                  <a:pt x="1455961" y="150570"/>
                </a:moveTo>
                <a:lnTo>
                  <a:pt x="1455961" y="41494"/>
                </a:lnTo>
                <a:lnTo>
                  <a:pt x="1472600" y="41494"/>
                </a:lnTo>
                <a:lnTo>
                  <a:pt x="1472600" y="57003"/>
                </a:lnTo>
                <a:cubicBezTo>
                  <a:pt x="1480611" y="45020"/>
                  <a:pt x="1492183" y="39029"/>
                  <a:pt x="1507316" y="39029"/>
                </a:cubicBezTo>
                <a:cubicBezTo>
                  <a:pt x="1513889" y="39029"/>
                  <a:pt x="1519932" y="40210"/>
                  <a:pt x="1525444" y="42573"/>
                </a:cubicBezTo>
                <a:cubicBezTo>
                  <a:pt x="1530956" y="44935"/>
                  <a:pt x="1535081" y="48033"/>
                  <a:pt x="1537820" y="51868"/>
                </a:cubicBezTo>
                <a:cubicBezTo>
                  <a:pt x="1540559" y="55702"/>
                  <a:pt x="1542476" y="60255"/>
                  <a:pt x="1543571" y="65528"/>
                </a:cubicBezTo>
                <a:cubicBezTo>
                  <a:pt x="1544256" y="68951"/>
                  <a:pt x="1544599" y="74943"/>
                  <a:pt x="1544599" y="83502"/>
                </a:cubicBezTo>
                <a:lnTo>
                  <a:pt x="1544599" y="150570"/>
                </a:lnTo>
                <a:lnTo>
                  <a:pt x="1526111" y="150570"/>
                </a:lnTo>
                <a:lnTo>
                  <a:pt x="1526111" y="84221"/>
                </a:lnTo>
                <a:cubicBezTo>
                  <a:pt x="1526111" y="76689"/>
                  <a:pt x="1525392" y="71057"/>
                  <a:pt x="1523954" y="67325"/>
                </a:cubicBezTo>
                <a:cubicBezTo>
                  <a:pt x="1522516" y="63593"/>
                  <a:pt x="1519966" y="60615"/>
                  <a:pt x="1516302" y="58390"/>
                </a:cubicBezTo>
                <a:cubicBezTo>
                  <a:pt x="1512639" y="56164"/>
                  <a:pt x="1508343" y="55052"/>
                  <a:pt x="1503413" y="55052"/>
                </a:cubicBezTo>
                <a:cubicBezTo>
                  <a:pt x="1495538" y="55052"/>
                  <a:pt x="1488742" y="57551"/>
                  <a:pt x="1483025" y="62549"/>
                </a:cubicBezTo>
                <a:cubicBezTo>
                  <a:pt x="1477308" y="67548"/>
                  <a:pt x="1474449" y="77031"/>
                  <a:pt x="1474449" y="90999"/>
                </a:cubicBezTo>
                <a:lnTo>
                  <a:pt x="1474449" y="150570"/>
                </a:lnTo>
                <a:lnTo>
                  <a:pt x="1455961" y="150570"/>
                </a:lnTo>
                <a:close/>
                <a:moveTo>
                  <a:pt x="1569525" y="159608"/>
                </a:moveTo>
                <a:lnTo>
                  <a:pt x="1587499" y="162073"/>
                </a:lnTo>
                <a:cubicBezTo>
                  <a:pt x="1588252" y="167686"/>
                  <a:pt x="1590341" y="171774"/>
                  <a:pt x="1593764" y="174337"/>
                </a:cubicBezTo>
                <a:cubicBezTo>
                  <a:pt x="1598352" y="177802"/>
                  <a:pt x="1604617" y="179534"/>
                  <a:pt x="1612560" y="179534"/>
                </a:cubicBezTo>
                <a:cubicBezTo>
                  <a:pt x="1621119" y="179534"/>
                  <a:pt x="1627726" y="177818"/>
                  <a:pt x="1632382" y="174386"/>
                </a:cubicBezTo>
                <a:cubicBezTo>
                  <a:pt x="1637038" y="170953"/>
                  <a:pt x="1640188" y="166150"/>
                  <a:pt x="1641832" y="159974"/>
                </a:cubicBezTo>
                <a:cubicBezTo>
                  <a:pt x="1642790" y="156198"/>
                  <a:pt x="1643235" y="148270"/>
                  <a:pt x="1643167" y="136191"/>
                </a:cubicBezTo>
                <a:cubicBezTo>
                  <a:pt x="1635087" y="145777"/>
                  <a:pt x="1625022" y="150570"/>
                  <a:pt x="1612971" y="150570"/>
                </a:cubicBezTo>
                <a:cubicBezTo>
                  <a:pt x="1597975" y="150570"/>
                  <a:pt x="1586369" y="145161"/>
                  <a:pt x="1578152" y="134342"/>
                </a:cubicBezTo>
                <a:cubicBezTo>
                  <a:pt x="1569936" y="123524"/>
                  <a:pt x="1565827" y="110548"/>
                  <a:pt x="1565827" y="95416"/>
                </a:cubicBezTo>
                <a:cubicBezTo>
                  <a:pt x="1565827" y="85008"/>
                  <a:pt x="1567710" y="75405"/>
                  <a:pt x="1571476" y="66606"/>
                </a:cubicBezTo>
                <a:cubicBezTo>
                  <a:pt x="1575242" y="57808"/>
                  <a:pt x="1580703" y="51012"/>
                  <a:pt x="1587858" y="46219"/>
                </a:cubicBezTo>
                <a:cubicBezTo>
                  <a:pt x="1595014" y="41426"/>
                  <a:pt x="1603419" y="39029"/>
                  <a:pt x="1613073" y="39029"/>
                </a:cubicBezTo>
                <a:cubicBezTo>
                  <a:pt x="1625946" y="39029"/>
                  <a:pt x="1636559" y="44301"/>
                  <a:pt x="1644913" y="54846"/>
                </a:cubicBezTo>
                <a:lnTo>
                  <a:pt x="1644913" y="41494"/>
                </a:lnTo>
                <a:lnTo>
                  <a:pt x="1661962" y="41494"/>
                </a:lnTo>
                <a:lnTo>
                  <a:pt x="1661962" y="135844"/>
                </a:lnTo>
                <a:cubicBezTo>
                  <a:pt x="1661962" y="152836"/>
                  <a:pt x="1660233" y="164878"/>
                  <a:pt x="1656776" y="171969"/>
                </a:cubicBezTo>
                <a:cubicBezTo>
                  <a:pt x="1653318" y="179060"/>
                  <a:pt x="1647840" y="184661"/>
                  <a:pt x="1640342" y="188771"/>
                </a:cubicBezTo>
                <a:cubicBezTo>
                  <a:pt x="1632845" y="192884"/>
                  <a:pt x="1623618" y="194940"/>
                  <a:pt x="1612662" y="194940"/>
                </a:cubicBezTo>
                <a:cubicBezTo>
                  <a:pt x="1599653" y="194940"/>
                  <a:pt x="1589142" y="192004"/>
                  <a:pt x="1581131" y="186133"/>
                </a:cubicBezTo>
                <a:cubicBezTo>
                  <a:pt x="1573120" y="180261"/>
                  <a:pt x="1569251" y="171420"/>
                  <a:pt x="1569525" y="159608"/>
                </a:cubicBezTo>
                <a:moveTo>
                  <a:pt x="1584828" y="94084"/>
                </a:moveTo>
                <a:cubicBezTo>
                  <a:pt x="1584828" y="108358"/>
                  <a:pt x="1587670" y="118773"/>
                  <a:pt x="1593353" y="125330"/>
                </a:cubicBezTo>
                <a:cubicBezTo>
                  <a:pt x="1599036" y="131886"/>
                  <a:pt x="1606158" y="135164"/>
                  <a:pt x="1614717" y="135164"/>
                </a:cubicBezTo>
                <a:cubicBezTo>
                  <a:pt x="1623207" y="135164"/>
                  <a:pt x="1630328" y="131903"/>
                  <a:pt x="1636080" y="125381"/>
                </a:cubicBezTo>
                <a:cubicBezTo>
                  <a:pt x="1641832" y="118859"/>
                  <a:pt x="1644707" y="108631"/>
                  <a:pt x="1644707" y="94697"/>
                </a:cubicBezTo>
                <a:cubicBezTo>
                  <a:pt x="1644707" y="81379"/>
                  <a:pt x="1641746" y="71339"/>
                  <a:pt x="1635823" y="64578"/>
                </a:cubicBezTo>
                <a:cubicBezTo>
                  <a:pt x="1629900" y="57816"/>
                  <a:pt x="1622762" y="54435"/>
                  <a:pt x="1614408" y="54435"/>
                </a:cubicBezTo>
                <a:cubicBezTo>
                  <a:pt x="1606192" y="54435"/>
                  <a:pt x="1599208" y="57765"/>
                  <a:pt x="1593456" y="64424"/>
                </a:cubicBezTo>
                <a:cubicBezTo>
                  <a:pt x="1587704" y="71083"/>
                  <a:pt x="1584828" y="80969"/>
                  <a:pt x="1584828" y="9408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862EA-56A9-4B42-BE9D-56346A09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6684" y="1111375"/>
            <a:ext cx="1827280" cy="619149"/>
          </a:xfrm>
          <a:custGeom xmlns:a="http://schemas.openxmlformats.org/drawingml/2006/main">
            <a:pathLst>
              <a:path w="1827280" h="619149">
                <a:moveTo>
                  <a:pt x="0" y="619149"/>
                </a:moveTo>
                <a:lnTo>
                  <a:pt x="0" y="0"/>
                </a:lnTo>
                <a:lnTo>
                  <a:pt x="1827280" y="0"/>
                </a:lnTo>
                <a:lnTo>
                  <a:pt x="1827280" y="619149"/>
                </a:lnTo>
                <a:lnTo>
                  <a:pt x="0" y="619149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Text reachable(B)ifC">
            <a:extLst xmlns:a="http://schemas.openxmlformats.org/drawingml/2006/main">
              <a:ext uri="{FF2B5EF4-FFF2-40B4-BE49-F238E27FC236}">
                <a16:creationId xmlns:a16="http://schemas.microsoft.com/office/drawing/2014/main" id="{D2206825-F565-4132-A18C-B8B5C8A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052" y="1210775"/>
            <a:ext cx="1555233" cy="197610"/>
          </a:xfrm>
          <a:custGeom xmlns:a="http://schemas.openxmlformats.org/drawingml/2006/main">
            <a:pathLst>
              <a:path w="1555233" h="197610">
                <a:moveTo>
                  <a:pt x="0" y="153241"/>
                </a:moveTo>
                <a:lnTo>
                  <a:pt x="0" y="44164"/>
                </a:lnTo>
                <a:lnTo>
                  <a:pt x="16639" y="44164"/>
                </a:lnTo>
                <a:lnTo>
                  <a:pt x="16639" y="60701"/>
                </a:lnTo>
                <a:cubicBezTo>
                  <a:pt x="20884" y="52963"/>
                  <a:pt x="24804" y="47862"/>
                  <a:pt x="28399" y="45397"/>
                </a:cubicBezTo>
                <a:cubicBezTo>
                  <a:pt x="31994" y="42932"/>
                  <a:pt x="35948" y="41699"/>
                  <a:pt x="40262" y="41699"/>
                </a:cubicBezTo>
                <a:cubicBezTo>
                  <a:pt x="46493" y="41699"/>
                  <a:pt x="52826" y="43685"/>
                  <a:pt x="59263" y="47657"/>
                </a:cubicBezTo>
                <a:lnTo>
                  <a:pt x="52895" y="64796"/>
                </a:lnTo>
                <a:cubicBezTo>
                  <a:pt x="48376" y="62134"/>
                  <a:pt x="43856" y="60803"/>
                  <a:pt x="39337" y="60803"/>
                </a:cubicBezTo>
                <a:cubicBezTo>
                  <a:pt x="35297" y="60803"/>
                  <a:pt x="31668" y="62019"/>
                  <a:pt x="28450" y="64449"/>
                </a:cubicBezTo>
                <a:cubicBezTo>
                  <a:pt x="25232" y="66880"/>
                  <a:pt x="22938" y="70252"/>
                  <a:pt x="21569" y="74566"/>
                </a:cubicBezTo>
                <a:cubicBezTo>
                  <a:pt x="19515" y="81139"/>
                  <a:pt x="18487" y="88329"/>
                  <a:pt x="18487" y="96135"/>
                </a:cubicBezTo>
                <a:lnTo>
                  <a:pt x="18487" y="153241"/>
                </a:lnTo>
                <a:lnTo>
                  <a:pt x="0" y="153241"/>
                </a:lnTo>
                <a:close/>
                <a:moveTo>
                  <a:pt x="144920" y="117909"/>
                </a:moveTo>
                <a:lnTo>
                  <a:pt x="164024" y="120374"/>
                </a:lnTo>
                <a:cubicBezTo>
                  <a:pt x="161011" y="131567"/>
                  <a:pt x="155431" y="140254"/>
                  <a:pt x="147282" y="146436"/>
                </a:cubicBezTo>
                <a:cubicBezTo>
                  <a:pt x="139134" y="152616"/>
                  <a:pt x="128726" y="155706"/>
                  <a:pt x="116059" y="155706"/>
                </a:cubicBezTo>
                <a:cubicBezTo>
                  <a:pt x="100105" y="155706"/>
                  <a:pt x="87455" y="150793"/>
                  <a:pt x="78108" y="140967"/>
                </a:cubicBezTo>
                <a:cubicBezTo>
                  <a:pt x="68762" y="131141"/>
                  <a:pt x="64089" y="117361"/>
                  <a:pt x="64089" y="99627"/>
                </a:cubicBezTo>
                <a:cubicBezTo>
                  <a:pt x="64089" y="81276"/>
                  <a:pt x="68813" y="67034"/>
                  <a:pt x="78263" y="56900"/>
                </a:cubicBezTo>
                <a:cubicBezTo>
                  <a:pt x="87712" y="46766"/>
                  <a:pt x="99968" y="41699"/>
                  <a:pt x="115032" y="41699"/>
                </a:cubicBezTo>
                <a:cubicBezTo>
                  <a:pt x="129617" y="41699"/>
                  <a:pt x="141531" y="46656"/>
                  <a:pt x="150774" y="56570"/>
                </a:cubicBezTo>
                <a:cubicBezTo>
                  <a:pt x="160018" y="66481"/>
                  <a:pt x="164640" y="80426"/>
                  <a:pt x="164640" y="98404"/>
                </a:cubicBezTo>
                <a:cubicBezTo>
                  <a:pt x="164640" y="99497"/>
                  <a:pt x="164606" y="101138"/>
                  <a:pt x="164537" y="103324"/>
                </a:cubicBezTo>
                <a:lnTo>
                  <a:pt x="83193" y="103324"/>
                </a:lnTo>
                <a:cubicBezTo>
                  <a:pt x="83877" y="115341"/>
                  <a:pt x="87267" y="124542"/>
                  <a:pt x="93361" y="130927"/>
                </a:cubicBezTo>
                <a:cubicBezTo>
                  <a:pt x="99455" y="137312"/>
                  <a:pt x="107055" y="140505"/>
                  <a:pt x="116162" y="140505"/>
                </a:cubicBezTo>
                <a:cubicBezTo>
                  <a:pt x="122941" y="140505"/>
                  <a:pt x="128726" y="138708"/>
                  <a:pt x="133520" y="135116"/>
                </a:cubicBezTo>
                <a:cubicBezTo>
                  <a:pt x="138313" y="131521"/>
                  <a:pt x="142113" y="125785"/>
                  <a:pt x="144920" y="117909"/>
                </a:cubicBezTo>
                <a:moveTo>
                  <a:pt x="84220" y="88124"/>
                </a:moveTo>
                <a:lnTo>
                  <a:pt x="145126" y="88124"/>
                </a:lnTo>
                <a:cubicBezTo>
                  <a:pt x="144304" y="78978"/>
                  <a:pt x="141976" y="72119"/>
                  <a:pt x="138141" y="67547"/>
                </a:cubicBezTo>
                <a:cubicBezTo>
                  <a:pt x="132253" y="60449"/>
                  <a:pt x="124618" y="56900"/>
                  <a:pt x="115237" y="56900"/>
                </a:cubicBezTo>
                <a:cubicBezTo>
                  <a:pt x="106747" y="56900"/>
                  <a:pt x="99609" y="59733"/>
                  <a:pt x="93823" y="65399"/>
                </a:cubicBezTo>
                <a:cubicBezTo>
                  <a:pt x="88037" y="71063"/>
                  <a:pt x="84836" y="78638"/>
                  <a:pt x="84220" y="88124"/>
                </a:cubicBezTo>
                <a:close/>
                <a:moveTo>
                  <a:pt x="258381" y="139478"/>
                </a:moveTo>
                <a:cubicBezTo>
                  <a:pt x="251534" y="145411"/>
                  <a:pt x="244943" y="149600"/>
                  <a:pt x="238610" y="152043"/>
                </a:cubicBezTo>
                <a:cubicBezTo>
                  <a:pt x="232276" y="154485"/>
                  <a:pt x="225480" y="155706"/>
                  <a:pt x="218222" y="155706"/>
                </a:cubicBezTo>
                <a:cubicBezTo>
                  <a:pt x="206239" y="155706"/>
                  <a:pt x="197030" y="152778"/>
                  <a:pt x="190594" y="146924"/>
                </a:cubicBezTo>
                <a:cubicBezTo>
                  <a:pt x="184157" y="141070"/>
                  <a:pt x="180939" y="133589"/>
                  <a:pt x="180939" y="124482"/>
                </a:cubicBezTo>
                <a:cubicBezTo>
                  <a:pt x="180939" y="119141"/>
                  <a:pt x="182154" y="114263"/>
                  <a:pt x="184585" y="109846"/>
                </a:cubicBezTo>
                <a:cubicBezTo>
                  <a:pt x="187016" y="105430"/>
                  <a:pt x="190200" y="101886"/>
                  <a:pt x="194137" y="99216"/>
                </a:cubicBezTo>
                <a:cubicBezTo>
                  <a:pt x="198074" y="96546"/>
                  <a:pt x="202508" y="94526"/>
                  <a:pt x="207438" y="93156"/>
                </a:cubicBezTo>
                <a:cubicBezTo>
                  <a:pt x="211067" y="92198"/>
                  <a:pt x="216545" y="91273"/>
                  <a:pt x="223871" y="90383"/>
                </a:cubicBezTo>
                <a:cubicBezTo>
                  <a:pt x="238798" y="88603"/>
                  <a:pt x="249788" y="86480"/>
                  <a:pt x="256840" y="84015"/>
                </a:cubicBezTo>
                <a:cubicBezTo>
                  <a:pt x="256909" y="81492"/>
                  <a:pt x="256943" y="79890"/>
                  <a:pt x="256943" y="79207"/>
                </a:cubicBezTo>
                <a:cubicBezTo>
                  <a:pt x="256943" y="71703"/>
                  <a:pt x="255197" y="66417"/>
                  <a:pt x="251705" y="63348"/>
                </a:cubicBezTo>
                <a:cubicBezTo>
                  <a:pt x="246980" y="59187"/>
                  <a:pt x="239962" y="57106"/>
                  <a:pt x="230650" y="57106"/>
                </a:cubicBezTo>
                <a:cubicBezTo>
                  <a:pt x="221954" y="57106"/>
                  <a:pt x="215535" y="58629"/>
                  <a:pt x="211392" y="61676"/>
                </a:cubicBezTo>
                <a:cubicBezTo>
                  <a:pt x="207249" y="64723"/>
                  <a:pt x="204185" y="70115"/>
                  <a:pt x="202200" y="77853"/>
                </a:cubicBezTo>
                <a:lnTo>
                  <a:pt x="184123" y="75388"/>
                </a:lnTo>
                <a:cubicBezTo>
                  <a:pt x="185766" y="67627"/>
                  <a:pt x="188471" y="61360"/>
                  <a:pt x="192237" y="56586"/>
                </a:cubicBezTo>
                <a:cubicBezTo>
                  <a:pt x="196003" y="51812"/>
                  <a:pt x="201446" y="48138"/>
                  <a:pt x="208568" y="45564"/>
                </a:cubicBezTo>
                <a:cubicBezTo>
                  <a:pt x="215689" y="42988"/>
                  <a:pt x="223939" y="41699"/>
                  <a:pt x="233320" y="41699"/>
                </a:cubicBezTo>
                <a:cubicBezTo>
                  <a:pt x="242632" y="41699"/>
                  <a:pt x="250199" y="42799"/>
                  <a:pt x="256019" y="44999"/>
                </a:cubicBezTo>
                <a:cubicBezTo>
                  <a:pt x="261839" y="47197"/>
                  <a:pt x="266118" y="49962"/>
                  <a:pt x="268857" y="53296"/>
                </a:cubicBezTo>
                <a:cubicBezTo>
                  <a:pt x="271596" y="56627"/>
                  <a:pt x="273513" y="60836"/>
                  <a:pt x="274609" y="65923"/>
                </a:cubicBezTo>
                <a:cubicBezTo>
                  <a:pt x="275225" y="69083"/>
                  <a:pt x="275533" y="74760"/>
                  <a:pt x="275533" y="82953"/>
                </a:cubicBezTo>
                <a:lnTo>
                  <a:pt x="275533" y="107532"/>
                </a:lnTo>
                <a:cubicBezTo>
                  <a:pt x="275533" y="124669"/>
                  <a:pt x="275927" y="135523"/>
                  <a:pt x="276714" y="140094"/>
                </a:cubicBezTo>
                <a:cubicBezTo>
                  <a:pt x="277502" y="144664"/>
                  <a:pt x="279060" y="149047"/>
                  <a:pt x="281388" y="153241"/>
                </a:cubicBezTo>
                <a:lnTo>
                  <a:pt x="262078" y="153241"/>
                </a:lnTo>
                <a:cubicBezTo>
                  <a:pt x="260161" y="149318"/>
                  <a:pt x="258929" y="144731"/>
                  <a:pt x="258381" y="139478"/>
                </a:cubicBezTo>
                <a:moveTo>
                  <a:pt x="256840" y="98600"/>
                </a:moveTo>
                <a:cubicBezTo>
                  <a:pt x="250130" y="101326"/>
                  <a:pt x="240065" y="103643"/>
                  <a:pt x="226644" y="105552"/>
                </a:cubicBezTo>
                <a:cubicBezTo>
                  <a:pt x="219044" y="106641"/>
                  <a:pt x="213669" y="107867"/>
                  <a:pt x="210519" y="109230"/>
                </a:cubicBezTo>
                <a:cubicBezTo>
                  <a:pt x="207369" y="110593"/>
                  <a:pt x="204938" y="112586"/>
                  <a:pt x="203227" y="115210"/>
                </a:cubicBezTo>
                <a:cubicBezTo>
                  <a:pt x="201515" y="117833"/>
                  <a:pt x="200659" y="120746"/>
                  <a:pt x="200659" y="123949"/>
                </a:cubicBezTo>
                <a:cubicBezTo>
                  <a:pt x="200659" y="128856"/>
                  <a:pt x="202525" y="132945"/>
                  <a:pt x="206257" y="136217"/>
                </a:cubicBezTo>
                <a:cubicBezTo>
                  <a:pt x="209988" y="139486"/>
                  <a:pt x="215449" y="141121"/>
                  <a:pt x="222639" y="141121"/>
                </a:cubicBezTo>
                <a:cubicBezTo>
                  <a:pt x="229760" y="141121"/>
                  <a:pt x="236093" y="139569"/>
                  <a:pt x="241640" y="136464"/>
                </a:cubicBezTo>
                <a:cubicBezTo>
                  <a:pt x="247186" y="133357"/>
                  <a:pt x="251260" y="129113"/>
                  <a:pt x="253862" y="123731"/>
                </a:cubicBezTo>
                <a:cubicBezTo>
                  <a:pt x="255847" y="119578"/>
                  <a:pt x="256840" y="113449"/>
                  <a:pt x="256840" y="105343"/>
                </a:cubicBezTo>
                <a:lnTo>
                  <a:pt x="256840" y="98600"/>
                </a:lnTo>
                <a:close/>
                <a:moveTo>
                  <a:pt x="375333" y="113184"/>
                </a:moveTo>
                <a:lnTo>
                  <a:pt x="393512" y="115649"/>
                </a:lnTo>
                <a:cubicBezTo>
                  <a:pt x="391526" y="128180"/>
                  <a:pt x="386442" y="137988"/>
                  <a:pt x="378260" y="145075"/>
                </a:cubicBezTo>
                <a:cubicBezTo>
                  <a:pt x="370077" y="152162"/>
                  <a:pt x="360029" y="155706"/>
                  <a:pt x="348115" y="155706"/>
                </a:cubicBezTo>
                <a:cubicBezTo>
                  <a:pt x="333188" y="155706"/>
                  <a:pt x="321188" y="150827"/>
                  <a:pt x="312116" y="141070"/>
                </a:cubicBezTo>
                <a:cubicBezTo>
                  <a:pt x="303043" y="131312"/>
                  <a:pt x="298507" y="117327"/>
                  <a:pt x="298507" y="99113"/>
                </a:cubicBezTo>
                <a:cubicBezTo>
                  <a:pt x="298507" y="87336"/>
                  <a:pt x="300458" y="77031"/>
                  <a:pt x="304361" y="68198"/>
                </a:cubicBezTo>
                <a:cubicBezTo>
                  <a:pt x="308264" y="59365"/>
                  <a:pt x="314204" y="52741"/>
                  <a:pt x="322181" y="48324"/>
                </a:cubicBezTo>
                <a:cubicBezTo>
                  <a:pt x="330158" y="43908"/>
                  <a:pt x="338837" y="41699"/>
                  <a:pt x="348218" y="41699"/>
                </a:cubicBezTo>
                <a:cubicBezTo>
                  <a:pt x="360063" y="41699"/>
                  <a:pt x="369752" y="44678"/>
                  <a:pt x="377284" y="50635"/>
                </a:cubicBezTo>
                <a:cubicBezTo>
                  <a:pt x="384816" y="56590"/>
                  <a:pt x="389643" y="65046"/>
                  <a:pt x="391766" y="76004"/>
                </a:cubicBezTo>
                <a:lnTo>
                  <a:pt x="373792" y="78880"/>
                </a:lnTo>
                <a:cubicBezTo>
                  <a:pt x="372080" y="71588"/>
                  <a:pt x="369050" y="66101"/>
                  <a:pt x="364702" y="62421"/>
                </a:cubicBezTo>
                <a:cubicBezTo>
                  <a:pt x="360354" y="58740"/>
                  <a:pt x="355099" y="56900"/>
                  <a:pt x="348937" y="56900"/>
                </a:cubicBezTo>
                <a:cubicBezTo>
                  <a:pt x="339625" y="56900"/>
                  <a:pt x="332058" y="60238"/>
                  <a:pt x="326238" y="66914"/>
                </a:cubicBezTo>
                <a:cubicBezTo>
                  <a:pt x="320418" y="73590"/>
                  <a:pt x="317508" y="84152"/>
                  <a:pt x="317508" y="98600"/>
                </a:cubicBezTo>
                <a:cubicBezTo>
                  <a:pt x="317508" y="113253"/>
                  <a:pt x="320315" y="123900"/>
                  <a:pt x="325930" y="130542"/>
                </a:cubicBezTo>
                <a:cubicBezTo>
                  <a:pt x="331545" y="137184"/>
                  <a:pt x="338871" y="140505"/>
                  <a:pt x="347910" y="140505"/>
                </a:cubicBezTo>
                <a:cubicBezTo>
                  <a:pt x="355168" y="140505"/>
                  <a:pt x="361227" y="138271"/>
                  <a:pt x="366089" y="133803"/>
                </a:cubicBezTo>
                <a:cubicBezTo>
                  <a:pt x="370950" y="129335"/>
                  <a:pt x="374032" y="122462"/>
                  <a:pt x="375333" y="113184"/>
                </a:cubicBezTo>
                <a:close/>
                <a:moveTo>
                  <a:pt x="409329" y="153241"/>
                </a:moveTo>
                <a:lnTo>
                  <a:pt x="409329" y="2670"/>
                </a:lnTo>
                <a:lnTo>
                  <a:pt x="427817" y="2670"/>
                </a:lnTo>
                <a:lnTo>
                  <a:pt x="427817" y="56791"/>
                </a:lnTo>
                <a:cubicBezTo>
                  <a:pt x="436444" y="46730"/>
                  <a:pt x="447331" y="41699"/>
                  <a:pt x="460478" y="41699"/>
                </a:cubicBezTo>
                <a:cubicBezTo>
                  <a:pt x="468558" y="41699"/>
                  <a:pt x="475576" y="43291"/>
                  <a:pt x="481533" y="46475"/>
                </a:cubicBezTo>
                <a:cubicBezTo>
                  <a:pt x="487490" y="49659"/>
                  <a:pt x="491753" y="54059"/>
                  <a:pt x="494320" y="59673"/>
                </a:cubicBezTo>
                <a:cubicBezTo>
                  <a:pt x="496888" y="65288"/>
                  <a:pt x="498172" y="73436"/>
                  <a:pt x="498172" y="84118"/>
                </a:cubicBezTo>
                <a:lnTo>
                  <a:pt x="498172" y="153241"/>
                </a:lnTo>
                <a:lnTo>
                  <a:pt x="479684" y="153241"/>
                </a:lnTo>
                <a:lnTo>
                  <a:pt x="479684" y="84192"/>
                </a:lnTo>
                <a:cubicBezTo>
                  <a:pt x="479684" y="74959"/>
                  <a:pt x="477682" y="68239"/>
                  <a:pt x="473676" y="64032"/>
                </a:cubicBezTo>
                <a:cubicBezTo>
                  <a:pt x="469670" y="59825"/>
                  <a:pt x="464004" y="57722"/>
                  <a:pt x="456678" y="57722"/>
                </a:cubicBezTo>
                <a:cubicBezTo>
                  <a:pt x="451200" y="57722"/>
                  <a:pt x="446048" y="59142"/>
                  <a:pt x="441220" y="61981"/>
                </a:cubicBezTo>
                <a:cubicBezTo>
                  <a:pt x="436393" y="64818"/>
                  <a:pt x="432952" y="68666"/>
                  <a:pt x="430898" y="73523"/>
                </a:cubicBezTo>
                <a:cubicBezTo>
                  <a:pt x="428844" y="78378"/>
                  <a:pt x="427817" y="85081"/>
                  <a:pt x="427817" y="93631"/>
                </a:cubicBezTo>
                <a:lnTo>
                  <a:pt x="427817" y="153241"/>
                </a:lnTo>
                <a:lnTo>
                  <a:pt x="409329" y="153241"/>
                </a:lnTo>
                <a:close/>
                <a:moveTo>
                  <a:pt x="597459" y="139478"/>
                </a:moveTo>
                <a:cubicBezTo>
                  <a:pt x="590612" y="145411"/>
                  <a:pt x="584021" y="149600"/>
                  <a:pt x="577687" y="152043"/>
                </a:cubicBezTo>
                <a:cubicBezTo>
                  <a:pt x="571354" y="154485"/>
                  <a:pt x="564558" y="155706"/>
                  <a:pt x="557300" y="155706"/>
                </a:cubicBezTo>
                <a:cubicBezTo>
                  <a:pt x="545317" y="155706"/>
                  <a:pt x="536108" y="152778"/>
                  <a:pt x="529671" y="146924"/>
                </a:cubicBezTo>
                <a:cubicBezTo>
                  <a:pt x="523235" y="141070"/>
                  <a:pt x="520017" y="133589"/>
                  <a:pt x="520017" y="124482"/>
                </a:cubicBezTo>
                <a:cubicBezTo>
                  <a:pt x="520017" y="119141"/>
                  <a:pt x="521232" y="114263"/>
                  <a:pt x="523663" y="109846"/>
                </a:cubicBezTo>
                <a:cubicBezTo>
                  <a:pt x="526094" y="105430"/>
                  <a:pt x="529278" y="101886"/>
                  <a:pt x="533215" y="99216"/>
                </a:cubicBezTo>
                <a:cubicBezTo>
                  <a:pt x="537152" y="96546"/>
                  <a:pt x="541586" y="94526"/>
                  <a:pt x="546516" y="93156"/>
                </a:cubicBezTo>
                <a:cubicBezTo>
                  <a:pt x="550145" y="92198"/>
                  <a:pt x="555622" y="91273"/>
                  <a:pt x="562949" y="90383"/>
                </a:cubicBezTo>
                <a:cubicBezTo>
                  <a:pt x="577876" y="88603"/>
                  <a:pt x="588866" y="86480"/>
                  <a:pt x="595918" y="84015"/>
                </a:cubicBezTo>
                <a:cubicBezTo>
                  <a:pt x="595987" y="81492"/>
                  <a:pt x="596021" y="79890"/>
                  <a:pt x="596021" y="79207"/>
                </a:cubicBezTo>
                <a:cubicBezTo>
                  <a:pt x="596021" y="71703"/>
                  <a:pt x="594275" y="66417"/>
                  <a:pt x="590783" y="63348"/>
                </a:cubicBezTo>
                <a:cubicBezTo>
                  <a:pt x="586058" y="59187"/>
                  <a:pt x="579040" y="57106"/>
                  <a:pt x="569728" y="57106"/>
                </a:cubicBezTo>
                <a:cubicBezTo>
                  <a:pt x="561032" y="57106"/>
                  <a:pt x="554612" y="58629"/>
                  <a:pt x="550470" y="61676"/>
                </a:cubicBezTo>
                <a:cubicBezTo>
                  <a:pt x="546327" y="64723"/>
                  <a:pt x="543263" y="70115"/>
                  <a:pt x="541277" y="77853"/>
                </a:cubicBezTo>
                <a:lnTo>
                  <a:pt x="523201" y="75388"/>
                </a:lnTo>
                <a:cubicBezTo>
                  <a:pt x="524844" y="67627"/>
                  <a:pt x="527549" y="61360"/>
                  <a:pt x="531315" y="56586"/>
                </a:cubicBezTo>
                <a:cubicBezTo>
                  <a:pt x="535081" y="51812"/>
                  <a:pt x="540524" y="48138"/>
                  <a:pt x="547645" y="45564"/>
                </a:cubicBezTo>
                <a:cubicBezTo>
                  <a:pt x="554766" y="42988"/>
                  <a:pt x="563017" y="41699"/>
                  <a:pt x="572398" y="41699"/>
                </a:cubicBezTo>
                <a:cubicBezTo>
                  <a:pt x="581710" y="41699"/>
                  <a:pt x="589276" y="42799"/>
                  <a:pt x="595096" y="44999"/>
                </a:cubicBezTo>
                <a:cubicBezTo>
                  <a:pt x="600917" y="47197"/>
                  <a:pt x="605196" y="49962"/>
                  <a:pt x="607935" y="53296"/>
                </a:cubicBezTo>
                <a:cubicBezTo>
                  <a:pt x="610674" y="56627"/>
                  <a:pt x="612591" y="60836"/>
                  <a:pt x="613687" y="65923"/>
                </a:cubicBezTo>
                <a:cubicBezTo>
                  <a:pt x="614303" y="69083"/>
                  <a:pt x="614611" y="74760"/>
                  <a:pt x="614611" y="82953"/>
                </a:cubicBezTo>
                <a:lnTo>
                  <a:pt x="614611" y="107532"/>
                </a:lnTo>
                <a:cubicBezTo>
                  <a:pt x="614611" y="124669"/>
                  <a:pt x="615005" y="135523"/>
                  <a:pt x="615792" y="140094"/>
                </a:cubicBezTo>
                <a:cubicBezTo>
                  <a:pt x="616580" y="144664"/>
                  <a:pt x="618137" y="149047"/>
                  <a:pt x="620465" y="153241"/>
                </a:cubicBezTo>
                <a:lnTo>
                  <a:pt x="601156" y="153241"/>
                </a:lnTo>
                <a:cubicBezTo>
                  <a:pt x="599239" y="149318"/>
                  <a:pt x="598007" y="144731"/>
                  <a:pt x="597459" y="139478"/>
                </a:cubicBezTo>
                <a:moveTo>
                  <a:pt x="595918" y="98600"/>
                </a:moveTo>
                <a:cubicBezTo>
                  <a:pt x="589208" y="101326"/>
                  <a:pt x="579142" y="103643"/>
                  <a:pt x="565722" y="105552"/>
                </a:cubicBezTo>
                <a:cubicBezTo>
                  <a:pt x="558122" y="106641"/>
                  <a:pt x="552746" y="107867"/>
                  <a:pt x="549597" y="109230"/>
                </a:cubicBezTo>
                <a:cubicBezTo>
                  <a:pt x="546447" y="110593"/>
                  <a:pt x="544016" y="112586"/>
                  <a:pt x="542304" y="115210"/>
                </a:cubicBezTo>
                <a:cubicBezTo>
                  <a:pt x="540593" y="117833"/>
                  <a:pt x="539737" y="120746"/>
                  <a:pt x="539737" y="123949"/>
                </a:cubicBezTo>
                <a:cubicBezTo>
                  <a:pt x="539737" y="128856"/>
                  <a:pt x="541603" y="132945"/>
                  <a:pt x="545334" y="136217"/>
                </a:cubicBezTo>
                <a:cubicBezTo>
                  <a:pt x="549066" y="139486"/>
                  <a:pt x="554527" y="141121"/>
                  <a:pt x="561716" y="141121"/>
                </a:cubicBezTo>
                <a:cubicBezTo>
                  <a:pt x="568837" y="141121"/>
                  <a:pt x="575171" y="139569"/>
                  <a:pt x="580717" y="136464"/>
                </a:cubicBezTo>
                <a:cubicBezTo>
                  <a:pt x="586264" y="133357"/>
                  <a:pt x="590338" y="129113"/>
                  <a:pt x="592940" y="123731"/>
                </a:cubicBezTo>
                <a:cubicBezTo>
                  <a:pt x="594925" y="119578"/>
                  <a:pt x="595918" y="113449"/>
                  <a:pt x="595918" y="105343"/>
                </a:cubicBezTo>
                <a:lnTo>
                  <a:pt x="595918" y="98600"/>
                </a:lnTo>
                <a:close/>
                <a:moveTo>
                  <a:pt x="660284" y="153241"/>
                </a:moveTo>
                <a:lnTo>
                  <a:pt x="643132" y="153241"/>
                </a:lnTo>
                <a:lnTo>
                  <a:pt x="643132" y="2670"/>
                </a:lnTo>
                <a:lnTo>
                  <a:pt x="661619" y="2670"/>
                </a:lnTo>
                <a:lnTo>
                  <a:pt x="661619" y="56387"/>
                </a:lnTo>
                <a:cubicBezTo>
                  <a:pt x="669425" y="46595"/>
                  <a:pt x="679388" y="41699"/>
                  <a:pt x="691507" y="41699"/>
                </a:cubicBezTo>
                <a:cubicBezTo>
                  <a:pt x="698217" y="41699"/>
                  <a:pt x="704568" y="43052"/>
                  <a:pt x="710560" y="45756"/>
                </a:cubicBezTo>
                <a:cubicBezTo>
                  <a:pt x="716551" y="48461"/>
                  <a:pt x="721481" y="52261"/>
                  <a:pt x="725350" y="57157"/>
                </a:cubicBezTo>
                <a:cubicBezTo>
                  <a:pt x="729218" y="62053"/>
                  <a:pt x="732248" y="67959"/>
                  <a:pt x="734439" y="74874"/>
                </a:cubicBezTo>
                <a:cubicBezTo>
                  <a:pt x="736630" y="81790"/>
                  <a:pt x="737726" y="89185"/>
                  <a:pt x="737726" y="97059"/>
                </a:cubicBezTo>
                <a:cubicBezTo>
                  <a:pt x="737726" y="115752"/>
                  <a:pt x="733104" y="130200"/>
                  <a:pt x="723860" y="140402"/>
                </a:cubicBezTo>
                <a:cubicBezTo>
                  <a:pt x="714617" y="150604"/>
                  <a:pt x="703524" y="155706"/>
                  <a:pt x="690583" y="155706"/>
                </a:cubicBezTo>
                <a:cubicBezTo>
                  <a:pt x="677710" y="155706"/>
                  <a:pt x="667610" y="150330"/>
                  <a:pt x="660284" y="139580"/>
                </a:cubicBezTo>
                <a:lnTo>
                  <a:pt x="660284" y="153241"/>
                </a:lnTo>
                <a:moveTo>
                  <a:pt x="660078" y="97881"/>
                </a:moveTo>
                <a:cubicBezTo>
                  <a:pt x="660078" y="110959"/>
                  <a:pt x="661859" y="120408"/>
                  <a:pt x="665419" y="126228"/>
                </a:cubicBezTo>
                <a:cubicBezTo>
                  <a:pt x="671239" y="135746"/>
                  <a:pt x="679114" y="140505"/>
                  <a:pt x="689042" y="140505"/>
                </a:cubicBezTo>
                <a:cubicBezTo>
                  <a:pt x="697122" y="140505"/>
                  <a:pt x="704106" y="136996"/>
                  <a:pt x="709995" y="129977"/>
                </a:cubicBezTo>
                <a:cubicBezTo>
                  <a:pt x="715883" y="122959"/>
                  <a:pt x="718828" y="112500"/>
                  <a:pt x="718828" y="98600"/>
                </a:cubicBezTo>
                <a:cubicBezTo>
                  <a:pt x="718828" y="84358"/>
                  <a:pt x="716003" y="73847"/>
                  <a:pt x="710354" y="67068"/>
                </a:cubicBezTo>
                <a:cubicBezTo>
                  <a:pt x="704705" y="60290"/>
                  <a:pt x="697875" y="56900"/>
                  <a:pt x="689864" y="56900"/>
                </a:cubicBezTo>
                <a:cubicBezTo>
                  <a:pt x="681784" y="56900"/>
                  <a:pt x="674800" y="60409"/>
                  <a:pt x="668911" y="67428"/>
                </a:cubicBezTo>
                <a:cubicBezTo>
                  <a:pt x="663023" y="74446"/>
                  <a:pt x="660078" y="84597"/>
                  <a:pt x="660078" y="97881"/>
                </a:cubicBezTo>
                <a:close/>
                <a:moveTo>
                  <a:pt x="759775" y="153241"/>
                </a:moveTo>
                <a:lnTo>
                  <a:pt x="759775" y="2670"/>
                </a:lnTo>
                <a:lnTo>
                  <a:pt x="778263" y="2670"/>
                </a:lnTo>
                <a:lnTo>
                  <a:pt x="778263" y="153241"/>
                </a:lnTo>
                <a:lnTo>
                  <a:pt x="759775" y="153241"/>
                </a:lnTo>
                <a:close/>
                <a:moveTo>
                  <a:pt x="881552" y="117909"/>
                </a:moveTo>
                <a:lnTo>
                  <a:pt x="900656" y="120374"/>
                </a:lnTo>
                <a:cubicBezTo>
                  <a:pt x="897643" y="131567"/>
                  <a:pt x="892063" y="140254"/>
                  <a:pt x="883914" y="146436"/>
                </a:cubicBezTo>
                <a:cubicBezTo>
                  <a:pt x="875766" y="152616"/>
                  <a:pt x="865359" y="155706"/>
                  <a:pt x="852691" y="155706"/>
                </a:cubicBezTo>
                <a:cubicBezTo>
                  <a:pt x="836737" y="155706"/>
                  <a:pt x="824087" y="150793"/>
                  <a:pt x="814741" y="140967"/>
                </a:cubicBezTo>
                <a:cubicBezTo>
                  <a:pt x="805394" y="131141"/>
                  <a:pt x="800721" y="117361"/>
                  <a:pt x="800721" y="99627"/>
                </a:cubicBezTo>
                <a:cubicBezTo>
                  <a:pt x="800721" y="81276"/>
                  <a:pt x="805445" y="67034"/>
                  <a:pt x="814895" y="56900"/>
                </a:cubicBezTo>
                <a:cubicBezTo>
                  <a:pt x="824344" y="46766"/>
                  <a:pt x="836600" y="41699"/>
                  <a:pt x="851664" y="41699"/>
                </a:cubicBezTo>
                <a:cubicBezTo>
                  <a:pt x="866249" y="41699"/>
                  <a:pt x="878163" y="46656"/>
                  <a:pt x="887407" y="56570"/>
                </a:cubicBezTo>
                <a:cubicBezTo>
                  <a:pt x="896650" y="66481"/>
                  <a:pt x="901272" y="80426"/>
                  <a:pt x="901272" y="98404"/>
                </a:cubicBezTo>
                <a:cubicBezTo>
                  <a:pt x="901272" y="99497"/>
                  <a:pt x="901238" y="101138"/>
                  <a:pt x="901169" y="103324"/>
                </a:cubicBezTo>
                <a:lnTo>
                  <a:pt x="819825" y="103324"/>
                </a:lnTo>
                <a:cubicBezTo>
                  <a:pt x="820509" y="115341"/>
                  <a:pt x="823899" y="124542"/>
                  <a:pt x="829993" y="130927"/>
                </a:cubicBezTo>
                <a:cubicBezTo>
                  <a:pt x="836087" y="137312"/>
                  <a:pt x="843687" y="140505"/>
                  <a:pt x="852794" y="140505"/>
                </a:cubicBezTo>
                <a:cubicBezTo>
                  <a:pt x="859573" y="140505"/>
                  <a:pt x="865359" y="138708"/>
                  <a:pt x="870152" y="135116"/>
                </a:cubicBezTo>
                <a:cubicBezTo>
                  <a:pt x="874945" y="131521"/>
                  <a:pt x="878745" y="125785"/>
                  <a:pt x="881552" y="117909"/>
                </a:cubicBezTo>
                <a:moveTo>
                  <a:pt x="820852" y="88124"/>
                </a:moveTo>
                <a:lnTo>
                  <a:pt x="881758" y="88124"/>
                </a:lnTo>
                <a:cubicBezTo>
                  <a:pt x="880936" y="78978"/>
                  <a:pt x="878608" y="72119"/>
                  <a:pt x="874773" y="67547"/>
                </a:cubicBezTo>
                <a:cubicBezTo>
                  <a:pt x="868885" y="60449"/>
                  <a:pt x="861250" y="56900"/>
                  <a:pt x="851870" y="56900"/>
                </a:cubicBezTo>
                <a:cubicBezTo>
                  <a:pt x="843379" y="56900"/>
                  <a:pt x="836241" y="59733"/>
                  <a:pt x="830455" y="65399"/>
                </a:cubicBezTo>
                <a:cubicBezTo>
                  <a:pt x="824669" y="71063"/>
                  <a:pt x="821468" y="78638"/>
                  <a:pt x="820852" y="88124"/>
                </a:cubicBezTo>
                <a:close/>
                <a:moveTo>
                  <a:pt x="959168" y="197610"/>
                </a:moveTo>
                <a:cubicBezTo>
                  <a:pt x="948966" y="184725"/>
                  <a:pt x="940338" y="169646"/>
                  <a:pt x="933285" y="152374"/>
                </a:cubicBezTo>
                <a:cubicBezTo>
                  <a:pt x="926233" y="135100"/>
                  <a:pt x="922706" y="117209"/>
                  <a:pt x="922706" y="98703"/>
                </a:cubicBezTo>
                <a:cubicBezTo>
                  <a:pt x="922706" y="82389"/>
                  <a:pt x="925343" y="66761"/>
                  <a:pt x="930615" y="51819"/>
                </a:cubicBezTo>
                <a:cubicBezTo>
                  <a:pt x="936778" y="34477"/>
                  <a:pt x="946295" y="17204"/>
                  <a:pt x="959168" y="0"/>
                </a:cubicBezTo>
                <a:lnTo>
                  <a:pt x="972417" y="0"/>
                </a:lnTo>
                <a:cubicBezTo>
                  <a:pt x="964132" y="14257"/>
                  <a:pt x="958654" y="24436"/>
                  <a:pt x="955984" y="30536"/>
                </a:cubicBezTo>
                <a:cubicBezTo>
                  <a:pt x="951807" y="39994"/>
                  <a:pt x="948520" y="49864"/>
                  <a:pt x="946124" y="60145"/>
                </a:cubicBezTo>
                <a:cubicBezTo>
                  <a:pt x="943180" y="72964"/>
                  <a:pt x="941707" y="85851"/>
                  <a:pt x="941707" y="98805"/>
                </a:cubicBezTo>
                <a:cubicBezTo>
                  <a:pt x="941707" y="131775"/>
                  <a:pt x="951944" y="164710"/>
                  <a:pt x="972417" y="197610"/>
                </a:cubicBezTo>
                <a:lnTo>
                  <a:pt x="959168" y="197610"/>
                </a:lnTo>
                <a:close/>
                <a:moveTo>
                  <a:pt x="995423" y="153241"/>
                </a:moveTo>
                <a:lnTo>
                  <a:pt x="995423" y="2670"/>
                </a:lnTo>
                <a:lnTo>
                  <a:pt x="1051912" y="2670"/>
                </a:lnTo>
                <a:cubicBezTo>
                  <a:pt x="1063415" y="2670"/>
                  <a:pt x="1072642" y="4190"/>
                  <a:pt x="1079592" y="7228"/>
                </a:cubicBezTo>
                <a:cubicBezTo>
                  <a:pt x="1086542" y="10267"/>
                  <a:pt x="1091985" y="14943"/>
                  <a:pt x="1095922" y="21257"/>
                </a:cubicBezTo>
                <a:cubicBezTo>
                  <a:pt x="1099860" y="27572"/>
                  <a:pt x="1101828" y="34177"/>
                  <a:pt x="1101828" y="41074"/>
                </a:cubicBezTo>
                <a:cubicBezTo>
                  <a:pt x="1101828" y="47491"/>
                  <a:pt x="1100082" y="53533"/>
                  <a:pt x="1096590" y="59202"/>
                </a:cubicBezTo>
                <a:cubicBezTo>
                  <a:pt x="1093098" y="64868"/>
                  <a:pt x="1087826" y="69441"/>
                  <a:pt x="1080773" y="72923"/>
                </a:cubicBezTo>
                <a:cubicBezTo>
                  <a:pt x="1089880" y="75600"/>
                  <a:pt x="1096881" y="80165"/>
                  <a:pt x="1101777" y="86618"/>
                </a:cubicBezTo>
                <a:cubicBezTo>
                  <a:pt x="1106673" y="93072"/>
                  <a:pt x="1109120" y="100691"/>
                  <a:pt x="1109120" y="109477"/>
                </a:cubicBezTo>
                <a:cubicBezTo>
                  <a:pt x="1109120" y="116549"/>
                  <a:pt x="1107631" y="123122"/>
                  <a:pt x="1104653" y="129197"/>
                </a:cubicBezTo>
                <a:cubicBezTo>
                  <a:pt x="1101674" y="135272"/>
                  <a:pt x="1097994" y="139957"/>
                  <a:pt x="1093612" y="143252"/>
                </a:cubicBezTo>
                <a:cubicBezTo>
                  <a:pt x="1089229" y="146547"/>
                  <a:pt x="1083734" y="149036"/>
                  <a:pt x="1077127" y="150718"/>
                </a:cubicBezTo>
                <a:cubicBezTo>
                  <a:pt x="1070519" y="152400"/>
                  <a:pt x="1062422" y="153241"/>
                  <a:pt x="1052836" y="153241"/>
                </a:cubicBezTo>
                <a:lnTo>
                  <a:pt x="995423" y="153241"/>
                </a:lnTo>
                <a:moveTo>
                  <a:pt x="1015348" y="65733"/>
                </a:moveTo>
                <a:lnTo>
                  <a:pt x="1047906" y="65733"/>
                </a:lnTo>
                <a:cubicBezTo>
                  <a:pt x="1056739" y="65733"/>
                  <a:pt x="1063073" y="65154"/>
                  <a:pt x="1066907" y="63997"/>
                </a:cubicBezTo>
                <a:cubicBezTo>
                  <a:pt x="1071974" y="62501"/>
                  <a:pt x="1075792" y="60019"/>
                  <a:pt x="1078359" y="56550"/>
                </a:cubicBezTo>
                <a:cubicBezTo>
                  <a:pt x="1080927" y="53082"/>
                  <a:pt x="1082211" y="48730"/>
                  <a:pt x="1082211" y="43494"/>
                </a:cubicBezTo>
                <a:cubicBezTo>
                  <a:pt x="1082211" y="38529"/>
                  <a:pt x="1081013" y="34160"/>
                  <a:pt x="1078616" y="30386"/>
                </a:cubicBezTo>
                <a:cubicBezTo>
                  <a:pt x="1076220" y="26611"/>
                  <a:pt x="1072796" y="24027"/>
                  <a:pt x="1068345" y="22634"/>
                </a:cubicBezTo>
                <a:cubicBezTo>
                  <a:pt x="1063895" y="21239"/>
                  <a:pt x="1056260" y="20542"/>
                  <a:pt x="1045441" y="20542"/>
                </a:cubicBezTo>
                <a:lnTo>
                  <a:pt x="1015348" y="20542"/>
                </a:lnTo>
                <a:lnTo>
                  <a:pt x="1015348" y="65733"/>
                </a:lnTo>
                <a:moveTo>
                  <a:pt x="1015348" y="135369"/>
                </a:moveTo>
                <a:lnTo>
                  <a:pt x="1052836" y="135369"/>
                </a:lnTo>
                <a:cubicBezTo>
                  <a:pt x="1059273" y="135369"/>
                  <a:pt x="1063792" y="135130"/>
                  <a:pt x="1066394" y="134650"/>
                </a:cubicBezTo>
                <a:cubicBezTo>
                  <a:pt x="1070981" y="133829"/>
                  <a:pt x="1074816" y="132459"/>
                  <a:pt x="1077897" y="130542"/>
                </a:cubicBezTo>
                <a:cubicBezTo>
                  <a:pt x="1080978" y="128625"/>
                  <a:pt x="1083512" y="125835"/>
                  <a:pt x="1085498" y="122171"/>
                </a:cubicBezTo>
                <a:cubicBezTo>
                  <a:pt x="1087483" y="118508"/>
                  <a:pt x="1088476" y="114280"/>
                  <a:pt x="1088476" y="109487"/>
                </a:cubicBezTo>
                <a:cubicBezTo>
                  <a:pt x="1088476" y="103872"/>
                  <a:pt x="1087038" y="98994"/>
                  <a:pt x="1084162" y="94851"/>
                </a:cubicBezTo>
                <a:cubicBezTo>
                  <a:pt x="1081287" y="90708"/>
                  <a:pt x="1077298" y="87798"/>
                  <a:pt x="1072197" y="86121"/>
                </a:cubicBezTo>
                <a:cubicBezTo>
                  <a:pt x="1067096" y="84443"/>
                  <a:pt x="1059752" y="83604"/>
                  <a:pt x="1050166" y="83604"/>
                </a:cubicBezTo>
                <a:lnTo>
                  <a:pt x="1015348" y="83604"/>
                </a:lnTo>
                <a:lnTo>
                  <a:pt x="1015348" y="135369"/>
                </a:lnTo>
                <a:close/>
                <a:moveTo>
                  <a:pt x="1146092" y="197610"/>
                </a:moveTo>
                <a:lnTo>
                  <a:pt x="1132843" y="197610"/>
                </a:lnTo>
                <a:cubicBezTo>
                  <a:pt x="1153316" y="164710"/>
                  <a:pt x="1163552" y="131775"/>
                  <a:pt x="1163552" y="98805"/>
                </a:cubicBezTo>
                <a:cubicBezTo>
                  <a:pt x="1163552" y="85920"/>
                  <a:pt x="1162080" y="73137"/>
                  <a:pt x="1159136" y="60457"/>
                </a:cubicBezTo>
                <a:cubicBezTo>
                  <a:pt x="1156808" y="50175"/>
                  <a:pt x="1153556" y="40304"/>
                  <a:pt x="1149379" y="30845"/>
                </a:cubicBezTo>
                <a:cubicBezTo>
                  <a:pt x="1146708" y="24676"/>
                  <a:pt x="1141196" y="14394"/>
                  <a:pt x="1132843" y="0"/>
                </a:cubicBezTo>
                <a:lnTo>
                  <a:pt x="1146092" y="0"/>
                </a:lnTo>
                <a:cubicBezTo>
                  <a:pt x="1158965" y="17204"/>
                  <a:pt x="1168482" y="34477"/>
                  <a:pt x="1174645" y="51819"/>
                </a:cubicBezTo>
                <a:cubicBezTo>
                  <a:pt x="1179917" y="66761"/>
                  <a:pt x="1182553" y="82389"/>
                  <a:pt x="1182553" y="98703"/>
                </a:cubicBezTo>
                <a:cubicBezTo>
                  <a:pt x="1182553" y="117209"/>
                  <a:pt x="1179010" y="135100"/>
                  <a:pt x="1171923" y="152374"/>
                </a:cubicBezTo>
                <a:cubicBezTo>
                  <a:pt x="1164836" y="169646"/>
                  <a:pt x="1156226" y="184725"/>
                  <a:pt x="1146092" y="197610"/>
                </a:cubicBezTo>
                <a:close/>
                <a:moveTo>
                  <a:pt x="1262386" y="23828"/>
                </a:moveTo>
                <a:lnTo>
                  <a:pt x="1262386" y="2670"/>
                </a:lnTo>
                <a:lnTo>
                  <a:pt x="1280873" y="2670"/>
                </a:lnTo>
                <a:lnTo>
                  <a:pt x="1280873" y="23828"/>
                </a:lnTo>
                <a:lnTo>
                  <a:pt x="1262386" y="23828"/>
                </a:lnTo>
                <a:moveTo>
                  <a:pt x="1262386" y="153241"/>
                </a:moveTo>
                <a:lnTo>
                  <a:pt x="1262386" y="44164"/>
                </a:lnTo>
                <a:lnTo>
                  <a:pt x="1280873" y="44164"/>
                </a:lnTo>
                <a:lnTo>
                  <a:pt x="1280873" y="153241"/>
                </a:lnTo>
                <a:lnTo>
                  <a:pt x="1262386" y="153241"/>
                </a:lnTo>
                <a:close/>
                <a:moveTo>
                  <a:pt x="1313397" y="153241"/>
                </a:moveTo>
                <a:lnTo>
                  <a:pt x="1313397" y="58544"/>
                </a:lnTo>
                <a:lnTo>
                  <a:pt x="1297066" y="58544"/>
                </a:lnTo>
                <a:lnTo>
                  <a:pt x="1297066" y="44164"/>
                </a:lnTo>
                <a:lnTo>
                  <a:pt x="1313397" y="44164"/>
                </a:lnTo>
                <a:lnTo>
                  <a:pt x="1313397" y="32584"/>
                </a:lnTo>
                <a:cubicBezTo>
                  <a:pt x="1313397" y="25275"/>
                  <a:pt x="1314047" y="19844"/>
                  <a:pt x="1315348" y="16292"/>
                </a:cubicBezTo>
                <a:cubicBezTo>
                  <a:pt x="1317129" y="11512"/>
                  <a:pt x="1320261" y="7636"/>
                  <a:pt x="1324746" y="4664"/>
                </a:cubicBezTo>
                <a:cubicBezTo>
                  <a:pt x="1329231" y="1691"/>
                  <a:pt x="1335513" y="205"/>
                  <a:pt x="1343593" y="205"/>
                </a:cubicBezTo>
                <a:cubicBezTo>
                  <a:pt x="1348797" y="205"/>
                  <a:pt x="1354549" y="825"/>
                  <a:pt x="1360848" y="2064"/>
                </a:cubicBezTo>
                <a:lnTo>
                  <a:pt x="1358075" y="18276"/>
                </a:lnTo>
                <a:cubicBezTo>
                  <a:pt x="1354240" y="17595"/>
                  <a:pt x="1350611" y="17255"/>
                  <a:pt x="1347188" y="17255"/>
                </a:cubicBezTo>
                <a:cubicBezTo>
                  <a:pt x="1341573" y="17255"/>
                  <a:pt x="1337602" y="18445"/>
                  <a:pt x="1335274" y="20824"/>
                </a:cubicBezTo>
                <a:cubicBezTo>
                  <a:pt x="1332946" y="23201"/>
                  <a:pt x="1331782" y="27652"/>
                  <a:pt x="1331782" y="34176"/>
                </a:cubicBezTo>
                <a:lnTo>
                  <a:pt x="1331782" y="44164"/>
                </a:lnTo>
                <a:lnTo>
                  <a:pt x="1353042" y="44164"/>
                </a:lnTo>
                <a:lnTo>
                  <a:pt x="1353042" y="58544"/>
                </a:lnTo>
                <a:lnTo>
                  <a:pt x="1331782" y="58544"/>
                </a:lnTo>
                <a:lnTo>
                  <a:pt x="1331782" y="153241"/>
                </a:lnTo>
                <a:lnTo>
                  <a:pt x="1313397" y="153241"/>
                </a:lnTo>
                <a:close/>
                <a:moveTo>
                  <a:pt x="1535307" y="100346"/>
                </a:moveTo>
                <a:lnTo>
                  <a:pt x="1555233" y="105379"/>
                </a:lnTo>
                <a:cubicBezTo>
                  <a:pt x="1551056" y="121743"/>
                  <a:pt x="1543541" y="134222"/>
                  <a:pt x="1532688" y="142816"/>
                </a:cubicBezTo>
                <a:cubicBezTo>
                  <a:pt x="1521835" y="151409"/>
                  <a:pt x="1508569" y="155706"/>
                  <a:pt x="1492889" y="155706"/>
                </a:cubicBezTo>
                <a:cubicBezTo>
                  <a:pt x="1476661" y="155706"/>
                  <a:pt x="1463463" y="152402"/>
                  <a:pt x="1453295" y="145794"/>
                </a:cubicBezTo>
                <a:cubicBezTo>
                  <a:pt x="1443127" y="139187"/>
                  <a:pt x="1435389" y="129618"/>
                  <a:pt x="1430083" y="117087"/>
                </a:cubicBezTo>
                <a:cubicBezTo>
                  <a:pt x="1424776" y="104557"/>
                  <a:pt x="1422123" y="91102"/>
                  <a:pt x="1422123" y="76723"/>
                </a:cubicBezTo>
                <a:cubicBezTo>
                  <a:pt x="1422123" y="61043"/>
                  <a:pt x="1425118" y="47366"/>
                  <a:pt x="1431110" y="35691"/>
                </a:cubicBezTo>
                <a:cubicBezTo>
                  <a:pt x="1437101" y="24017"/>
                  <a:pt x="1445626" y="15149"/>
                  <a:pt x="1456684" y="9090"/>
                </a:cubicBezTo>
                <a:cubicBezTo>
                  <a:pt x="1467742" y="3030"/>
                  <a:pt x="1479913" y="0"/>
                  <a:pt x="1493197" y="0"/>
                </a:cubicBezTo>
                <a:cubicBezTo>
                  <a:pt x="1508261" y="0"/>
                  <a:pt x="1520928" y="3834"/>
                  <a:pt x="1531199" y="11503"/>
                </a:cubicBezTo>
                <a:cubicBezTo>
                  <a:pt x="1541470" y="19172"/>
                  <a:pt x="1548625" y="29957"/>
                  <a:pt x="1552665" y="43856"/>
                </a:cubicBezTo>
                <a:lnTo>
                  <a:pt x="1533048" y="48478"/>
                </a:lnTo>
                <a:cubicBezTo>
                  <a:pt x="1529555" y="37523"/>
                  <a:pt x="1524489" y="29546"/>
                  <a:pt x="1517847" y="24547"/>
                </a:cubicBezTo>
                <a:cubicBezTo>
                  <a:pt x="1511205" y="19549"/>
                  <a:pt x="1502851" y="17050"/>
                  <a:pt x="1492786" y="17050"/>
                </a:cubicBezTo>
                <a:cubicBezTo>
                  <a:pt x="1481214" y="17050"/>
                  <a:pt x="1471542" y="19823"/>
                  <a:pt x="1463771" y="25369"/>
                </a:cubicBezTo>
                <a:cubicBezTo>
                  <a:pt x="1455999" y="30915"/>
                  <a:pt x="1450539" y="38361"/>
                  <a:pt x="1447389" y="47708"/>
                </a:cubicBezTo>
                <a:cubicBezTo>
                  <a:pt x="1444239" y="57054"/>
                  <a:pt x="1442664" y="66692"/>
                  <a:pt x="1442664" y="76620"/>
                </a:cubicBezTo>
                <a:cubicBezTo>
                  <a:pt x="1442664" y="89425"/>
                  <a:pt x="1444530" y="100603"/>
                  <a:pt x="1448262" y="110154"/>
                </a:cubicBezTo>
                <a:cubicBezTo>
                  <a:pt x="1451994" y="119706"/>
                  <a:pt x="1457797" y="126845"/>
                  <a:pt x="1465671" y="131569"/>
                </a:cubicBezTo>
                <a:cubicBezTo>
                  <a:pt x="1473545" y="136294"/>
                  <a:pt x="1482070" y="138656"/>
                  <a:pt x="1491245" y="138656"/>
                </a:cubicBezTo>
                <a:cubicBezTo>
                  <a:pt x="1502406" y="138656"/>
                  <a:pt x="1511855" y="135438"/>
                  <a:pt x="1519593" y="129001"/>
                </a:cubicBezTo>
                <a:cubicBezTo>
                  <a:pt x="1527330" y="122565"/>
                  <a:pt x="1532568" y="113013"/>
                  <a:pt x="1535307" y="100346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Text doeslocalpinning">
            <a:extLst xmlns:a="http://schemas.openxmlformats.org/drawingml/2006/main">
              <a:ext uri="{FF2B5EF4-FFF2-40B4-BE49-F238E27FC236}">
                <a16:creationId xmlns:a16="http://schemas.microsoft.com/office/drawing/2014/main" id="{9ADE2438-3F7F-442E-9E4C-AEA4EAC8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82" y="1465861"/>
            <a:ext cx="1661963" cy="194940"/>
          </a:xfrm>
          <a:custGeom xmlns:a="http://schemas.openxmlformats.org/drawingml/2006/main">
            <a:pathLst>
              <a:path w="1661963" h="194940">
                <a:moveTo>
                  <a:pt x="77442" y="150570"/>
                </a:moveTo>
                <a:lnTo>
                  <a:pt x="77442" y="136807"/>
                </a:lnTo>
                <a:cubicBezTo>
                  <a:pt x="70526" y="147626"/>
                  <a:pt x="60358" y="153035"/>
                  <a:pt x="46938" y="153035"/>
                </a:cubicBezTo>
                <a:cubicBezTo>
                  <a:pt x="38242" y="153035"/>
                  <a:pt x="30248" y="150639"/>
                  <a:pt x="22955" y="145846"/>
                </a:cubicBezTo>
                <a:cubicBezTo>
                  <a:pt x="15663" y="141053"/>
                  <a:pt x="10014" y="134359"/>
                  <a:pt x="6008" y="125766"/>
                </a:cubicBezTo>
                <a:cubicBezTo>
                  <a:pt x="2003" y="117173"/>
                  <a:pt x="0" y="107296"/>
                  <a:pt x="0" y="96135"/>
                </a:cubicBezTo>
                <a:cubicBezTo>
                  <a:pt x="0" y="85248"/>
                  <a:pt x="1815" y="75371"/>
                  <a:pt x="5444" y="66504"/>
                </a:cubicBezTo>
                <a:cubicBezTo>
                  <a:pt x="9073" y="57636"/>
                  <a:pt x="14516" y="50841"/>
                  <a:pt x="21774" y="46116"/>
                </a:cubicBezTo>
                <a:cubicBezTo>
                  <a:pt x="29032" y="41391"/>
                  <a:pt x="37146" y="39029"/>
                  <a:pt x="46116" y="39029"/>
                </a:cubicBezTo>
                <a:cubicBezTo>
                  <a:pt x="52689" y="39029"/>
                  <a:pt x="58544" y="40425"/>
                  <a:pt x="63679" y="43218"/>
                </a:cubicBezTo>
                <a:cubicBezTo>
                  <a:pt x="68814" y="46008"/>
                  <a:pt x="72991" y="49643"/>
                  <a:pt x="76209" y="54124"/>
                </a:cubicBezTo>
                <a:lnTo>
                  <a:pt x="76209" y="0"/>
                </a:lnTo>
                <a:lnTo>
                  <a:pt x="94594" y="0"/>
                </a:lnTo>
                <a:lnTo>
                  <a:pt x="94594" y="150570"/>
                </a:lnTo>
                <a:lnTo>
                  <a:pt x="77442" y="150570"/>
                </a:lnTo>
                <a:moveTo>
                  <a:pt x="19001" y="96186"/>
                </a:moveTo>
                <a:cubicBezTo>
                  <a:pt x="19001" y="110137"/>
                  <a:pt x="21945" y="120567"/>
                  <a:pt x="27834" y="127474"/>
                </a:cubicBezTo>
                <a:cubicBezTo>
                  <a:pt x="33723" y="134381"/>
                  <a:pt x="40672" y="137834"/>
                  <a:pt x="48684" y="137834"/>
                </a:cubicBezTo>
                <a:cubicBezTo>
                  <a:pt x="56763" y="137834"/>
                  <a:pt x="63628" y="134535"/>
                  <a:pt x="69277" y="127936"/>
                </a:cubicBezTo>
                <a:cubicBezTo>
                  <a:pt x="74926" y="121337"/>
                  <a:pt x="77750" y="111266"/>
                  <a:pt x="77750" y="97724"/>
                </a:cubicBezTo>
                <a:cubicBezTo>
                  <a:pt x="77750" y="82816"/>
                  <a:pt x="74874" y="71874"/>
                  <a:pt x="69123" y="64899"/>
                </a:cubicBezTo>
                <a:cubicBezTo>
                  <a:pt x="63371" y="57923"/>
                  <a:pt x="56284" y="54435"/>
                  <a:pt x="47862" y="54435"/>
                </a:cubicBezTo>
                <a:cubicBezTo>
                  <a:pt x="39645" y="54435"/>
                  <a:pt x="32781" y="57786"/>
                  <a:pt x="27269" y="64488"/>
                </a:cubicBezTo>
                <a:cubicBezTo>
                  <a:pt x="21757" y="71190"/>
                  <a:pt x="19001" y="81756"/>
                  <a:pt x="19001" y="96186"/>
                </a:cubicBezTo>
                <a:close/>
                <a:moveTo>
                  <a:pt x="116748" y="96032"/>
                </a:moveTo>
                <a:cubicBezTo>
                  <a:pt x="116748" y="75833"/>
                  <a:pt x="122362" y="60872"/>
                  <a:pt x="133592" y="51149"/>
                </a:cubicBezTo>
                <a:cubicBezTo>
                  <a:pt x="142973" y="43069"/>
                  <a:pt x="154407" y="39029"/>
                  <a:pt x="167896" y="39029"/>
                </a:cubicBezTo>
                <a:cubicBezTo>
                  <a:pt x="182892" y="39029"/>
                  <a:pt x="195148" y="43942"/>
                  <a:pt x="204666" y="53768"/>
                </a:cubicBezTo>
                <a:cubicBezTo>
                  <a:pt x="214184" y="63593"/>
                  <a:pt x="218942" y="77168"/>
                  <a:pt x="218942" y="94491"/>
                </a:cubicBezTo>
                <a:cubicBezTo>
                  <a:pt x="218942" y="108528"/>
                  <a:pt x="216837" y="119569"/>
                  <a:pt x="212626" y="127615"/>
                </a:cubicBezTo>
                <a:cubicBezTo>
                  <a:pt x="208415" y="135660"/>
                  <a:pt x="202287" y="141908"/>
                  <a:pt x="194241" y="146359"/>
                </a:cubicBezTo>
                <a:cubicBezTo>
                  <a:pt x="186196" y="150810"/>
                  <a:pt x="177414" y="153035"/>
                  <a:pt x="167896" y="153035"/>
                </a:cubicBezTo>
                <a:cubicBezTo>
                  <a:pt x="152627" y="153035"/>
                  <a:pt x="140285" y="148139"/>
                  <a:pt x="130870" y="138348"/>
                </a:cubicBezTo>
                <a:cubicBezTo>
                  <a:pt x="121455" y="128556"/>
                  <a:pt x="116748" y="114451"/>
                  <a:pt x="116748" y="96032"/>
                </a:cubicBezTo>
                <a:moveTo>
                  <a:pt x="135749" y="96083"/>
                </a:moveTo>
                <a:cubicBezTo>
                  <a:pt x="135749" y="110035"/>
                  <a:pt x="138796" y="120481"/>
                  <a:pt x="144890" y="127422"/>
                </a:cubicBezTo>
                <a:cubicBezTo>
                  <a:pt x="150984" y="134364"/>
                  <a:pt x="158653" y="137834"/>
                  <a:pt x="167896" y="137834"/>
                </a:cubicBezTo>
                <a:cubicBezTo>
                  <a:pt x="177072" y="137834"/>
                  <a:pt x="184706" y="134347"/>
                  <a:pt x="190800" y="127371"/>
                </a:cubicBezTo>
                <a:cubicBezTo>
                  <a:pt x="196894" y="120395"/>
                  <a:pt x="199941" y="109761"/>
                  <a:pt x="199941" y="95467"/>
                </a:cubicBezTo>
                <a:cubicBezTo>
                  <a:pt x="199941" y="81995"/>
                  <a:pt x="196877" y="71789"/>
                  <a:pt x="190749" y="64847"/>
                </a:cubicBezTo>
                <a:cubicBezTo>
                  <a:pt x="184621" y="57906"/>
                  <a:pt x="177003" y="54435"/>
                  <a:pt x="167896" y="54435"/>
                </a:cubicBezTo>
                <a:cubicBezTo>
                  <a:pt x="158653" y="54435"/>
                  <a:pt x="150984" y="57889"/>
                  <a:pt x="144890" y="64796"/>
                </a:cubicBezTo>
                <a:cubicBezTo>
                  <a:pt x="138796" y="71703"/>
                  <a:pt x="135749" y="82132"/>
                  <a:pt x="135749" y="96083"/>
                </a:cubicBezTo>
                <a:close/>
                <a:moveTo>
                  <a:pt x="315251" y="115239"/>
                </a:moveTo>
                <a:lnTo>
                  <a:pt x="334354" y="117704"/>
                </a:lnTo>
                <a:cubicBezTo>
                  <a:pt x="331342" y="128897"/>
                  <a:pt x="325761" y="137584"/>
                  <a:pt x="317613" y="143766"/>
                </a:cubicBezTo>
                <a:cubicBezTo>
                  <a:pt x="309465" y="149945"/>
                  <a:pt x="299057" y="153035"/>
                  <a:pt x="286390" y="153035"/>
                </a:cubicBezTo>
                <a:cubicBezTo>
                  <a:pt x="270436" y="153035"/>
                  <a:pt x="257785" y="148122"/>
                  <a:pt x="248439" y="138297"/>
                </a:cubicBezTo>
                <a:cubicBezTo>
                  <a:pt x="239093" y="128471"/>
                  <a:pt x="234419" y="114691"/>
                  <a:pt x="234419" y="96956"/>
                </a:cubicBezTo>
                <a:cubicBezTo>
                  <a:pt x="234419" y="78606"/>
                  <a:pt x="239144" y="64364"/>
                  <a:pt x="248593" y="54230"/>
                </a:cubicBezTo>
                <a:cubicBezTo>
                  <a:pt x="258042" y="44096"/>
                  <a:pt x="270299" y="39029"/>
                  <a:pt x="285363" y="39029"/>
                </a:cubicBezTo>
                <a:cubicBezTo>
                  <a:pt x="299947" y="39029"/>
                  <a:pt x="311861" y="43986"/>
                  <a:pt x="321105" y="53899"/>
                </a:cubicBezTo>
                <a:cubicBezTo>
                  <a:pt x="330349" y="63811"/>
                  <a:pt x="334971" y="77755"/>
                  <a:pt x="334971" y="95734"/>
                </a:cubicBezTo>
                <a:cubicBezTo>
                  <a:pt x="334971" y="96827"/>
                  <a:pt x="334936" y="98467"/>
                  <a:pt x="334868" y="100654"/>
                </a:cubicBezTo>
                <a:lnTo>
                  <a:pt x="253523" y="100654"/>
                </a:lnTo>
                <a:cubicBezTo>
                  <a:pt x="254208" y="112671"/>
                  <a:pt x="257597" y="121872"/>
                  <a:pt x="263691" y="128257"/>
                </a:cubicBezTo>
                <a:cubicBezTo>
                  <a:pt x="269785" y="134642"/>
                  <a:pt x="277386" y="137834"/>
                  <a:pt x="286492" y="137834"/>
                </a:cubicBezTo>
                <a:cubicBezTo>
                  <a:pt x="293271" y="137834"/>
                  <a:pt x="299057" y="136038"/>
                  <a:pt x="303850" y="132445"/>
                </a:cubicBezTo>
                <a:cubicBezTo>
                  <a:pt x="308643" y="128851"/>
                  <a:pt x="312443" y="123115"/>
                  <a:pt x="315251" y="115239"/>
                </a:cubicBezTo>
                <a:moveTo>
                  <a:pt x="254550" y="85453"/>
                </a:moveTo>
                <a:lnTo>
                  <a:pt x="315456" y="85453"/>
                </a:lnTo>
                <a:cubicBezTo>
                  <a:pt x="314634" y="76308"/>
                  <a:pt x="312306" y="69449"/>
                  <a:pt x="308472" y="64876"/>
                </a:cubicBezTo>
                <a:cubicBezTo>
                  <a:pt x="302583" y="57779"/>
                  <a:pt x="294949" y="54230"/>
                  <a:pt x="285568" y="54230"/>
                </a:cubicBezTo>
                <a:cubicBezTo>
                  <a:pt x="277077" y="54230"/>
                  <a:pt x="269939" y="57063"/>
                  <a:pt x="264153" y="62729"/>
                </a:cubicBezTo>
                <a:cubicBezTo>
                  <a:pt x="258367" y="68393"/>
                  <a:pt x="255166" y="75968"/>
                  <a:pt x="254550" y="85453"/>
                </a:cubicBezTo>
                <a:close/>
                <a:moveTo>
                  <a:pt x="350139" y="117909"/>
                </a:moveTo>
                <a:lnTo>
                  <a:pt x="368421" y="115033"/>
                </a:lnTo>
                <a:cubicBezTo>
                  <a:pt x="369448" y="122392"/>
                  <a:pt x="372307" y="128032"/>
                  <a:pt x="376997" y="131954"/>
                </a:cubicBezTo>
                <a:cubicBezTo>
                  <a:pt x="381688" y="135874"/>
                  <a:pt x="388244" y="137834"/>
                  <a:pt x="396666" y="137834"/>
                </a:cubicBezTo>
                <a:cubicBezTo>
                  <a:pt x="405157" y="137834"/>
                  <a:pt x="411456" y="136105"/>
                  <a:pt x="415564" y="132648"/>
                </a:cubicBezTo>
                <a:cubicBezTo>
                  <a:pt x="419673" y="129190"/>
                  <a:pt x="421727" y="125133"/>
                  <a:pt x="421727" y="120477"/>
                </a:cubicBezTo>
                <a:cubicBezTo>
                  <a:pt x="421727" y="116300"/>
                  <a:pt x="419912" y="113013"/>
                  <a:pt x="416283" y="110617"/>
                </a:cubicBezTo>
                <a:cubicBezTo>
                  <a:pt x="413750" y="108973"/>
                  <a:pt x="407450" y="106885"/>
                  <a:pt x="397385" y="104351"/>
                </a:cubicBezTo>
                <a:cubicBezTo>
                  <a:pt x="383827" y="100928"/>
                  <a:pt x="374430" y="97966"/>
                  <a:pt x="369192" y="95467"/>
                </a:cubicBezTo>
                <a:cubicBezTo>
                  <a:pt x="363953" y="92968"/>
                  <a:pt x="359982" y="89510"/>
                  <a:pt x="357277" y="85094"/>
                </a:cubicBezTo>
                <a:cubicBezTo>
                  <a:pt x="354573" y="80677"/>
                  <a:pt x="353220" y="75799"/>
                  <a:pt x="353220" y="70458"/>
                </a:cubicBezTo>
                <a:cubicBezTo>
                  <a:pt x="353220" y="65596"/>
                  <a:pt x="354333" y="61094"/>
                  <a:pt x="356558" y="56952"/>
                </a:cubicBezTo>
                <a:cubicBezTo>
                  <a:pt x="358784" y="52809"/>
                  <a:pt x="361814" y="49368"/>
                  <a:pt x="365648" y="46629"/>
                </a:cubicBezTo>
                <a:cubicBezTo>
                  <a:pt x="368524" y="44507"/>
                  <a:pt x="372444" y="42709"/>
                  <a:pt x="377408" y="41237"/>
                </a:cubicBezTo>
                <a:cubicBezTo>
                  <a:pt x="382372" y="39765"/>
                  <a:pt x="387696" y="39029"/>
                  <a:pt x="393379" y="39029"/>
                </a:cubicBezTo>
                <a:cubicBezTo>
                  <a:pt x="401938" y="39029"/>
                  <a:pt x="409453" y="40262"/>
                  <a:pt x="415924" y="42727"/>
                </a:cubicBezTo>
                <a:cubicBezTo>
                  <a:pt x="422394" y="45192"/>
                  <a:pt x="427170" y="48530"/>
                  <a:pt x="430252" y="52741"/>
                </a:cubicBezTo>
                <a:cubicBezTo>
                  <a:pt x="433333" y="56952"/>
                  <a:pt x="435455" y="62583"/>
                  <a:pt x="436619" y="69636"/>
                </a:cubicBezTo>
                <a:lnTo>
                  <a:pt x="418543" y="72101"/>
                </a:lnTo>
                <a:cubicBezTo>
                  <a:pt x="417721" y="66486"/>
                  <a:pt x="415342" y="62104"/>
                  <a:pt x="411405" y="58954"/>
                </a:cubicBezTo>
                <a:cubicBezTo>
                  <a:pt x="407467" y="55805"/>
                  <a:pt x="401904" y="54230"/>
                  <a:pt x="394715" y="54230"/>
                </a:cubicBezTo>
                <a:cubicBezTo>
                  <a:pt x="386224" y="54230"/>
                  <a:pt x="380164" y="55634"/>
                  <a:pt x="376535" y="58441"/>
                </a:cubicBezTo>
                <a:cubicBezTo>
                  <a:pt x="372906" y="61248"/>
                  <a:pt x="371092" y="64535"/>
                  <a:pt x="371092" y="68301"/>
                </a:cubicBezTo>
                <a:cubicBezTo>
                  <a:pt x="371092" y="70697"/>
                  <a:pt x="371845" y="72854"/>
                  <a:pt x="373351" y="74772"/>
                </a:cubicBezTo>
                <a:cubicBezTo>
                  <a:pt x="374858" y="76757"/>
                  <a:pt x="377220" y="78401"/>
                  <a:pt x="380438" y="79702"/>
                </a:cubicBezTo>
                <a:cubicBezTo>
                  <a:pt x="382287" y="80386"/>
                  <a:pt x="387730" y="81961"/>
                  <a:pt x="396769" y="84426"/>
                </a:cubicBezTo>
                <a:cubicBezTo>
                  <a:pt x="409847" y="87918"/>
                  <a:pt x="418971" y="90777"/>
                  <a:pt x="424140" y="93002"/>
                </a:cubicBezTo>
                <a:cubicBezTo>
                  <a:pt x="429310" y="95228"/>
                  <a:pt x="433367" y="98463"/>
                  <a:pt x="436311" y="102708"/>
                </a:cubicBezTo>
                <a:cubicBezTo>
                  <a:pt x="439256" y="106953"/>
                  <a:pt x="440728" y="112226"/>
                  <a:pt x="440728" y="118525"/>
                </a:cubicBezTo>
                <a:cubicBezTo>
                  <a:pt x="440728" y="124688"/>
                  <a:pt x="438930" y="130491"/>
                  <a:pt x="435336" y="135934"/>
                </a:cubicBezTo>
                <a:cubicBezTo>
                  <a:pt x="431741" y="141378"/>
                  <a:pt x="426554" y="145589"/>
                  <a:pt x="419775" y="148567"/>
                </a:cubicBezTo>
                <a:cubicBezTo>
                  <a:pt x="412997" y="151546"/>
                  <a:pt x="405328" y="153035"/>
                  <a:pt x="396769" y="153035"/>
                </a:cubicBezTo>
                <a:cubicBezTo>
                  <a:pt x="382595" y="153035"/>
                  <a:pt x="371793" y="150082"/>
                  <a:pt x="364364" y="144177"/>
                </a:cubicBezTo>
                <a:cubicBezTo>
                  <a:pt x="356935" y="138271"/>
                  <a:pt x="352193" y="129515"/>
                  <a:pt x="350139" y="117909"/>
                </a:cubicBezTo>
                <a:close/>
                <a:moveTo>
                  <a:pt x="520562" y="150570"/>
                </a:moveTo>
                <a:lnTo>
                  <a:pt x="520562" y="0"/>
                </a:lnTo>
                <a:lnTo>
                  <a:pt x="539050" y="0"/>
                </a:lnTo>
                <a:lnTo>
                  <a:pt x="539050" y="150570"/>
                </a:lnTo>
                <a:lnTo>
                  <a:pt x="520562" y="150570"/>
                </a:lnTo>
                <a:close/>
                <a:moveTo>
                  <a:pt x="560789" y="96032"/>
                </a:moveTo>
                <a:cubicBezTo>
                  <a:pt x="560789" y="75833"/>
                  <a:pt x="566403" y="60872"/>
                  <a:pt x="577633" y="51149"/>
                </a:cubicBezTo>
                <a:cubicBezTo>
                  <a:pt x="587014" y="43069"/>
                  <a:pt x="598448" y="39029"/>
                  <a:pt x="611937" y="39029"/>
                </a:cubicBezTo>
                <a:cubicBezTo>
                  <a:pt x="626933" y="39029"/>
                  <a:pt x="639189" y="43942"/>
                  <a:pt x="648707" y="53768"/>
                </a:cubicBezTo>
                <a:cubicBezTo>
                  <a:pt x="658224" y="63593"/>
                  <a:pt x="662983" y="77168"/>
                  <a:pt x="662983" y="94491"/>
                </a:cubicBezTo>
                <a:cubicBezTo>
                  <a:pt x="662983" y="108528"/>
                  <a:pt x="660878" y="119569"/>
                  <a:pt x="656667" y="127615"/>
                </a:cubicBezTo>
                <a:cubicBezTo>
                  <a:pt x="652456" y="135660"/>
                  <a:pt x="646327" y="141908"/>
                  <a:pt x="638282" y="146359"/>
                </a:cubicBezTo>
                <a:cubicBezTo>
                  <a:pt x="630237" y="150810"/>
                  <a:pt x="621455" y="153035"/>
                  <a:pt x="611937" y="153035"/>
                </a:cubicBezTo>
                <a:cubicBezTo>
                  <a:pt x="596668" y="153035"/>
                  <a:pt x="584326" y="148139"/>
                  <a:pt x="574911" y="138348"/>
                </a:cubicBezTo>
                <a:cubicBezTo>
                  <a:pt x="565496" y="128556"/>
                  <a:pt x="560789" y="114451"/>
                  <a:pt x="560789" y="96032"/>
                </a:cubicBezTo>
                <a:moveTo>
                  <a:pt x="579790" y="96083"/>
                </a:moveTo>
                <a:cubicBezTo>
                  <a:pt x="579790" y="110035"/>
                  <a:pt x="582837" y="120481"/>
                  <a:pt x="588931" y="127422"/>
                </a:cubicBezTo>
                <a:cubicBezTo>
                  <a:pt x="595025" y="134364"/>
                  <a:pt x="602694" y="137834"/>
                  <a:pt x="611937" y="137834"/>
                </a:cubicBezTo>
                <a:cubicBezTo>
                  <a:pt x="621113" y="137834"/>
                  <a:pt x="628747" y="134347"/>
                  <a:pt x="634841" y="127371"/>
                </a:cubicBezTo>
                <a:cubicBezTo>
                  <a:pt x="640935" y="120395"/>
                  <a:pt x="643982" y="109761"/>
                  <a:pt x="643982" y="95467"/>
                </a:cubicBezTo>
                <a:cubicBezTo>
                  <a:pt x="643982" y="81995"/>
                  <a:pt x="640918" y="71789"/>
                  <a:pt x="634790" y="64847"/>
                </a:cubicBezTo>
                <a:cubicBezTo>
                  <a:pt x="628662" y="57906"/>
                  <a:pt x="621044" y="54435"/>
                  <a:pt x="611937" y="54435"/>
                </a:cubicBezTo>
                <a:cubicBezTo>
                  <a:pt x="602694" y="54435"/>
                  <a:pt x="595025" y="57889"/>
                  <a:pt x="588931" y="64796"/>
                </a:cubicBezTo>
                <a:cubicBezTo>
                  <a:pt x="582837" y="71703"/>
                  <a:pt x="579790" y="82132"/>
                  <a:pt x="579790" y="96083"/>
                </a:cubicBezTo>
                <a:close/>
                <a:moveTo>
                  <a:pt x="755800" y="110514"/>
                </a:moveTo>
                <a:lnTo>
                  <a:pt x="773979" y="112979"/>
                </a:lnTo>
                <a:cubicBezTo>
                  <a:pt x="771993" y="125509"/>
                  <a:pt x="766909" y="135318"/>
                  <a:pt x="758727" y="142405"/>
                </a:cubicBezTo>
                <a:cubicBezTo>
                  <a:pt x="750544" y="149492"/>
                  <a:pt x="740496" y="153035"/>
                  <a:pt x="728582" y="153035"/>
                </a:cubicBezTo>
                <a:cubicBezTo>
                  <a:pt x="713655" y="153035"/>
                  <a:pt x="701655" y="148156"/>
                  <a:pt x="692583" y="138399"/>
                </a:cubicBezTo>
                <a:cubicBezTo>
                  <a:pt x="683510" y="128642"/>
                  <a:pt x="678974" y="114657"/>
                  <a:pt x="678974" y="96443"/>
                </a:cubicBezTo>
                <a:cubicBezTo>
                  <a:pt x="678974" y="84666"/>
                  <a:pt x="680925" y="74361"/>
                  <a:pt x="684828" y="65528"/>
                </a:cubicBezTo>
                <a:cubicBezTo>
                  <a:pt x="688731" y="56695"/>
                  <a:pt x="694671" y="50070"/>
                  <a:pt x="702648" y="45654"/>
                </a:cubicBezTo>
                <a:cubicBezTo>
                  <a:pt x="710625" y="41237"/>
                  <a:pt x="719304" y="39029"/>
                  <a:pt x="728685" y="39029"/>
                </a:cubicBezTo>
                <a:cubicBezTo>
                  <a:pt x="740530" y="39029"/>
                  <a:pt x="750219" y="42008"/>
                  <a:pt x="757751" y="47965"/>
                </a:cubicBezTo>
                <a:cubicBezTo>
                  <a:pt x="765283" y="53920"/>
                  <a:pt x="770110" y="62376"/>
                  <a:pt x="772233" y="73334"/>
                </a:cubicBezTo>
                <a:lnTo>
                  <a:pt x="754259" y="76209"/>
                </a:lnTo>
                <a:cubicBezTo>
                  <a:pt x="752547" y="68917"/>
                  <a:pt x="749517" y="63431"/>
                  <a:pt x="745169" y="59750"/>
                </a:cubicBezTo>
                <a:cubicBezTo>
                  <a:pt x="740821" y="56070"/>
                  <a:pt x="735566" y="54230"/>
                  <a:pt x="729404" y="54230"/>
                </a:cubicBezTo>
                <a:cubicBezTo>
                  <a:pt x="720091" y="54230"/>
                  <a:pt x="712525" y="57568"/>
                  <a:pt x="706705" y="64244"/>
                </a:cubicBezTo>
                <a:cubicBezTo>
                  <a:pt x="700885" y="70920"/>
                  <a:pt x="697975" y="81482"/>
                  <a:pt x="697975" y="95929"/>
                </a:cubicBezTo>
                <a:cubicBezTo>
                  <a:pt x="697975" y="110582"/>
                  <a:pt x="700782" y="121230"/>
                  <a:pt x="706397" y="127872"/>
                </a:cubicBezTo>
                <a:cubicBezTo>
                  <a:pt x="712012" y="134513"/>
                  <a:pt x="719338" y="137834"/>
                  <a:pt x="728376" y="137834"/>
                </a:cubicBezTo>
                <a:cubicBezTo>
                  <a:pt x="735634" y="137834"/>
                  <a:pt x="741694" y="135600"/>
                  <a:pt x="746556" y="131133"/>
                </a:cubicBezTo>
                <a:cubicBezTo>
                  <a:pt x="751417" y="126665"/>
                  <a:pt x="754499" y="119792"/>
                  <a:pt x="755800" y="110514"/>
                </a:cubicBezTo>
                <a:close/>
                <a:moveTo>
                  <a:pt x="860973" y="136807"/>
                </a:moveTo>
                <a:cubicBezTo>
                  <a:pt x="854125" y="142741"/>
                  <a:pt x="847535" y="146929"/>
                  <a:pt x="841201" y="149373"/>
                </a:cubicBezTo>
                <a:cubicBezTo>
                  <a:pt x="834868" y="151814"/>
                  <a:pt x="828072" y="153035"/>
                  <a:pt x="820814" y="153035"/>
                </a:cubicBezTo>
                <a:cubicBezTo>
                  <a:pt x="808831" y="153035"/>
                  <a:pt x="799622" y="150108"/>
                  <a:pt x="793185" y="144254"/>
                </a:cubicBezTo>
                <a:cubicBezTo>
                  <a:pt x="786749" y="138399"/>
                  <a:pt x="783531" y="130919"/>
                  <a:pt x="783531" y="121812"/>
                </a:cubicBezTo>
                <a:cubicBezTo>
                  <a:pt x="783531" y="116471"/>
                  <a:pt x="784746" y="111592"/>
                  <a:pt x="787177" y="107176"/>
                </a:cubicBezTo>
                <a:cubicBezTo>
                  <a:pt x="789608" y="102759"/>
                  <a:pt x="792792" y="99216"/>
                  <a:pt x="796729" y="96546"/>
                </a:cubicBezTo>
                <a:cubicBezTo>
                  <a:pt x="800666" y="93875"/>
                  <a:pt x="805099" y="91855"/>
                  <a:pt x="810029" y="90486"/>
                </a:cubicBezTo>
                <a:cubicBezTo>
                  <a:pt x="813658" y="89527"/>
                  <a:pt x="819136" y="88603"/>
                  <a:pt x="826463" y="87713"/>
                </a:cubicBezTo>
                <a:cubicBezTo>
                  <a:pt x="841390" y="85932"/>
                  <a:pt x="852379" y="83810"/>
                  <a:pt x="859432" y="81345"/>
                </a:cubicBezTo>
                <a:cubicBezTo>
                  <a:pt x="859500" y="78822"/>
                  <a:pt x="859535" y="77219"/>
                  <a:pt x="859535" y="76537"/>
                </a:cubicBezTo>
                <a:cubicBezTo>
                  <a:pt x="859535" y="69033"/>
                  <a:pt x="857789" y="63746"/>
                  <a:pt x="854297" y="60678"/>
                </a:cubicBezTo>
                <a:cubicBezTo>
                  <a:pt x="849572" y="56516"/>
                  <a:pt x="842554" y="54435"/>
                  <a:pt x="833241" y="54435"/>
                </a:cubicBezTo>
                <a:cubicBezTo>
                  <a:pt x="824545" y="54435"/>
                  <a:pt x="818126" y="55959"/>
                  <a:pt x="813984" y="59006"/>
                </a:cubicBezTo>
                <a:cubicBezTo>
                  <a:pt x="809841" y="62053"/>
                  <a:pt x="806777" y="67445"/>
                  <a:pt x="804791" y="75182"/>
                </a:cubicBezTo>
                <a:lnTo>
                  <a:pt x="786715" y="72717"/>
                </a:lnTo>
                <a:cubicBezTo>
                  <a:pt x="788358" y="64956"/>
                  <a:pt x="791063" y="58689"/>
                  <a:pt x="794829" y="53915"/>
                </a:cubicBezTo>
                <a:cubicBezTo>
                  <a:pt x="798595" y="49142"/>
                  <a:pt x="804038" y="45468"/>
                  <a:pt x="811159" y="42893"/>
                </a:cubicBezTo>
                <a:cubicBezTo>
                  <a:pt x="818280" y="40317"/>
                  <a:pt x="826531" y="39029"/>
                  <a:pt x="835912" y="39029"/>
                </a:cubicBezTo>
                <a:cubicBezTo>
                  <a:pt x="845224" y="39029"/>
                  <a:pt x="852790" y="40129"/>
                  <a:pt x="858610" y="42329"/>
                </a:cubicBezTo>
                <a:cubicBezTo>
                  <a:pt x="864430" y="44526"/>
                  <a:pt x="868710" y="47292"/>
                  <a:pt x="871449" y="50625"/>
                </a:cubicBezTo>
                <a:cubicBezTo>
                  <a:pt x="874188" y="53957"/>
                  <a:pt x="876105" y="58166"/>
                  <a:pt x="877201" y="63252"/>
                </a:cubicBezTo>
                <a:cubicBezTo>
                  <a:pt x="877817" y="66413"/>
                  <a:pt x="878125" y="72089"/>
                  <a:pt x="878125" y="80282"/>
                </a:cubicBezTo>
                <a:lnTo>
                  <a:pt x="878125" y="104862"/>
                </a:lnTo>
                <a:cubicBezTo>
                  <a:pt x="878125" y="121999"/>
                  <a:pt x="878519" y="132853"/>
                  <a:pt x="879306" y="137423"/>
                </a:cubicBezTo>
                <a:cubicBezTo>
                  <a:pt x="880093" y="141994"/>
                  <a:pt x="881651" y="146376"/>
                  <a:pt x="883979" y="150570"/>
                </a:cubicBezTo>
                <a:lnTo>
                  <a:pt x="864670" y="150570"/>
                </a:lnTo>
                <a:cubicBezTo>
                  <a:pt x="862753" y="146648"/>
                  <a:pt x="861520" y="142060"/>
                  <a:pt x="860973" y="136807"/>
                </a:cubicBezTo>
                <a:moveTo>
                  <a:pt x="859432" y="95929"/>
                </a:moveTo>
                <a:cubicBezTo>
                  <a:pt x="852722" y="98655"/>
                  <a:pt x="842656" y="100973"/>
                  <a:pt x="829236" y="102881"/>
                </a:cubicBezTo>
                <a:cubicBezTo>
                  <a:pt x="821635" y="103971"/>
                  <a:pt x="816260" y="105197"/>
                  <a:pt x="813111" y="106560"/>
                </a:cubicBezTo>
                <a:cubicBezTo>
                  <a:pt x="809961" y="107923"/>
                  <a:pt x="807530" y="109916"/>
                  <a:pt x="805818" y="112539"/>
                </a:cubicBezTo>
                <a:cubicBezTo>
                  <a:pt x="804107" y="115163"/>
                  <a:pt x="803251" y="118076"/>
                  <a:pt x="803251" y="121279"/>
                </a:cubicBezTo>
                <a:cubicBezTo>
                  <a:pt x="803251" y="126186"/>
                  <a:pt x="805117" y="130275"/>
                  <a:pt x="808848" y="133546"/>
                </a:cubicBezTo>
                <a:cubicBezTo>
                  <a:pt x="812580" y="136816"/>
                  <a:pt x="818041" y="138451"/>
                  <a:pt x="825230" y="138451"/>
                </a:cubicBezTo>
                <a:cubicBezTo>
                  <a:pt x="832351" y="138451"/>
                  <a:pt x="838685" y="136898"/>
                  <a:pt x="844231" y="133793"/>
                </a:cubicBezTo>
                <a:cubicBezTo>
                  <a:pt x="849777" y="130686"/>
                  <a:pt x="853852" y="126442"/>
                  <a:pt x="856453" y="121061"/>
                </a:cubicBezTo>
                <a:cubicBezTo>
                  <a:pt x="858439" y="116908"/>
                  <a:pt x="859432" y="110778"/>
                  <a:pt x="859432" y="102673"/>
                </a:cubicBezTo>
                <a:lnTo>
                  <a:pt x="859432" y="95929"/>
                </a:lnTo>
                <a:close/>
                <a:moveTo>
                  <a:pt x="906337" y="150570"/>
                </a:moveTo>
                <a:lnTo>
                  <a:pt x="906337" y="0"/>
                </a:lnTo>
                <a:lnTo>
                  <a:pt x="924825" y="0"/>
                </a:lnTo>
                <a:lnTo>
                  <a:pt x="924825" y="150570"/>
                </a:lnTo>
                <a:lnTo>
                  <a:pt x="906337" y="150570"/>
                </a:lnTo>
                <a:close/>
                <a:moveTo>
                  <a:pt x="1011710" y="192475"/>
                </a:moveTo>
                <a:lnTo>
                  <a:pt x="1011710" y="41494"/>
                </a:lnTo>
                <a:lnTo>
                  <a:pt x="1028554" y="41494"/>
                </a:lnTo>
                <a:lnTo>
                  <a:pt x="1028554" y="55767"/>
                </a:lnTo>
                <a:cubicBezTo>
                  <a:pt x="1032526" y="50187"/>
                  <a:pt x="1037011" y="46003"/>
                  <a:pt x="1042009" y="43214"/>
                </a:cubicBezTo>
                <a:cubicBezTo>
                  <a:pt x="1047008" y="40424"/>
                  <a:pt x="1053067" y="39029"/>
                  <a:pt x="1060188" y="39029"/>
                </a:cubicBezTo>
                <a:cubicBezTo>
                  <a:pt x="1069501" y="39029"/>
                  <a:pt x="1077717" y="41426"/>
                  <a:pt x="1084838" y="46219"/>
                </a:cubicBezTo>
                <a:cubicBezTo>
                  <a:pt x="1091960" y="51012"/>
                  <a:pt x="1097335" y="57773"/>
                  <a:pt x="1100964" y="66504"/>
                </a:cubicBezTo>
                <a:cubicBezTo>
                  <a:pt x="1104593" y="75234"/>
                  <a:pt x="1106407" y="84803"/>
                  <a:pt x="1106407" y="95210"/>
                </a:cubicBezTo>
                <a:cubicBezTo>
                  <a:pt x="1106407" y="106371"/>
                  <a:pt x="1104404" y="116420"/>
                  <a:pt x="1100399" y="125355"/>
                </a:cubicBezTo>
                <a:cubicBezTo>
                  <a:pt x="1096393" y="134291"/>
                  <a:pt x="1090573" y="141138"/>
                  <a:pt x="1082938" y="145897"/>
                </a:cubicBezTo>
                <a:cubicBezTo>
                  <a:pt x="1075304" y="150656"/>
                  <a:pt x="1067275" y="153035"/>
                  <a:pt x="1058853" y="153035"/>
                </a:cubicBezTo>
                <a:cubicBezTo>
                  <a:pt x="1052691" y="153035"/>
                  <a:pt x="1047162" y="151734"/>
                  <a:pt x="1042266" y="149132"/>
                </a:cubicBezTo>
                <a:cubicBezTo>
                  <a:pt x="1037370" y="146530"/>
                  <a:pt x="1033347" y="143244"/>
                  <a:pt x="1030198" y="139272"/>
                </a:cubicBezTo>
                <a:lnTo>
                  <a:pt x="1030198" y="192475"/>
                </a:lnTo>
                <a:lnTo>
                  <a:pt x="1011710" y="192475"/>
                </a:lnTo>
                <a:moveTo>
                  <a:pt x="1028452" y="96700"/>
                </a:moveTo>
                <a:cubicBezTo>
                  <a:pt x="1028452" y="110719"/>
                  <a:pt x="1031293" y="121080"/>
                  <a:pt x="1036976" y="127782"/>
                </a:cubicBezTo>
                <a:cubicBezTo>
                  <a:pt x="1042660" y="134483"/>
                  <a:pt x="1049541" y="137834"/>
                  <a:pt x="1057621" y="137834"/>
                </a:cubicBezTo>
                <a:cubicBezTo>
                  <a:pt x="1065837" y="137834"/>
                  <a:pt x="1072873" y="134364"/>
                  <a:pt x="1078727" y="127422"/>
                </a:cubicBezTo>
                <a:cubicBezTo>
                  <a:pt x="1084582" y="120481"/>
                  <a:pt x="1087509" y="109727"/>
                  <a:pt x="1087509" y="95159"/>
                </a:cubicBezTo>
                <a:cubicBezTo>
                  <a:pt x="1087509" y="81276"/>
                  <a:pt x="1084650" y="70881"/>
                  <a:pt x="1078933" y="63974"/>
                </a:cubicBezTo>
                <a:cubicBezTo>
                  <a:pt x="1073215" y="57067"/>
                  <a:pt x="1066385" y="53614"/>
                  <a:pt x="1058442" y="53614"/>
                </a:cubicBezTo>
                <a:cubicBezTo>
                  <a:pt x="1050568" y="53614"/>
                  <a:pt x="1043601" y="57290"/>
                  <a:pt x="1037541" y="64642"/>
                </a:cubicBezTo>
                <a:cubicBezTo>
                  <a:pt x="1031482" y="71994"/>
                  <a:pt x="1028452" y="82680"/>
                  <a:pt x="1028452" y="96700"/>
                </a:cubicBezTo>
                <a:close/>
                <a:moveTo>
                  <a:pt x="1128766" y="21158"/>
                </a:moveTo>
                <a:lnTo>
                  <a:pt x="1128766" y="0"/>
                </a:lnTo>
                <a:lnTo>
                  <a:pt x="1147254" y="0"/>
                </a:lnTo>
                <a:lnTo>
                  <a:pt x="1147254" y="21158"/>
                </a:lnTo>
                <a:lnTo>
                  <a:pt x="1128766" y="21158"/>
                </a:lnTo>
                <a:moveTo>
                  <a:pt x="1128766" y="150570"/>
                </a:moveTo>
                <a:lnTo>
                  <a:pt x="1128766" y="41494"/>
                </a:lnTo>
                <a:lnTo>
                  <a:pt x="1147254" y="41494"/>
                </a:lnTo>
                <a:lnTo>
                  <a:pt x="1147254" y="150570"/>
                </a:lnTo>
                <a:lnTo>
                  <a:pt x="1128766" y="150570"/>
                </a:lnTo>
                <a:close/>
                <a:moveTo>
                  <a:pt x="1175361" y="150570"/>
                </a:moveTo>
                <a:lnTo>
                  <a:pt x="1175361" y="41494"/>
                </a:lnTo>
                <a:lnTo>
                  <a:pt x="1191999" y="41494"/>
                </a:lnTo>
                <a:lnTo>
                  <a:pt x="1191999" y="57003"/>
                </a:lnTo>
                <a:cubicBezTo>
                  <a:pt x="1200011" y="45020"/>
                  <a:pt x="1211582" y="39029"/>
                  <a:pt x="1226715" y="39029"/>
                </a:cubicBezTo>
                <a:cubicBezTo>
                  <a:pt x="1233288" y="39029"/>
                  <a:pt x="1239331" y="40210"/>
                  <a:pt x="1244843" y="42573"/>
                </a:cubicBezTo>
                <a:cubicBezTo>
                  <a:pt x="1250355" y="44935"/>
                  <a:pt x="1254480" y="48033"/>
                  <a:pt x="1257219" y="51868"/>
                </a:cubicBezTo>
                <a:cubicBezTo>
                  <a:pt x="1259958" y="55702"/>
                  <a:pt x="1261875" y="60255"/>
                  <a:pt x="1262971" y="65528"/>
                </a:cubicBezTo>
                <a:cubicBezTo>
                  <a:pt x="1263655" y="68951"/>
                  <a:pt x="1263998" y="74943"/>
                  <a:pt x="1263998" y="83502"/>
                </a:cubicBezTo>
                <a:lnTo>
                  <a:pt x="1263998" y="150570"/>
                </a:lnTo>
                <a:lnTo>
                  <a:pt x="1245510" y="150570"/>
                </a:lnTo>
                <a:lnTo>
                  <a:pt x="1245510" y="84221"/>
                </a:lnTo>
                <a:cubicBezTo>
                  <a:pt x="1245510" y="76689"/>
                  <a:pt x="1244791" y="71057"/>
                  <a:pt x="1243353" y="67325"/>
                </a:cubicBezTo>
                <a:cubicBezTo>
                  <a:pt x="1241916" y="63593"/>
                  <a:pt x="1239365" y="60615"/>
                  <a:pt x="1235702" y="58390"/>
                </a:cubicBezTo>
                <a:cubicBezTo>
                  <a:pt x="1232038" y="56164"/>
                  <a:pt x="1227742" y="55052"/>
                  <a:pt x="1222812" y="55052"/>
                </a:cubicBezTo>
                <a:cubicBezTo>
                  <a:pt x="1214938" y="55052"/>
                  <a:pt x="1208142" y="57551"/>
                  <a:pt x="1202424" y="62549"/>
                </a:cubicBezTo>
                <a:cubicBezTo>
                  <a:pt x="1196707" y="67548"/>
                  <a:pt x="1193848" y="77031"/>
                  <a:pt x="1193848" y="90999"/>
                </a:cubicBezTo>
                <a:lnTo>
                  <a:pt x="1193848" y="150570"/>
                </a:lnTo>
                <a:lnTo>
                  <a:pt x="1175361" y="150570"/>
                </a:lnTo>
                <a:close/>
                <a:moveTo>
                  <a:pt x="1292312" y="150570"/>
                </a:moveTo>
                <a:lnTo>
                  <a:pt x="1292312" y="41494"/>
                </a:lnTo>
                <a:lnTo>
                  <a:pt x="1308951" y="41494"/>
                </a:lnTo>
                <a:lnTo>
                  <a:pt x="1308951" y="57003"/>
                </a:lnTo>
                <a:cubicBezTo>
                  <a:pt x="1316962" y="45020"/>
                  <a:pt x="1328534" y="39029"/>
                  <a:pt x="1343666" y="39029"/>
                </a:cubicBezTo>
                <a:cubicBezTo>
                  <a:pt x="1350240" y="39029"/>
                  <a:pt x="1356282" y="40210"/>
                  <a:pt x="1361794" y="42573"/>
                </a:cubicBezTo>
                <a:cubicBezTo>
                  <a:pt x="1367306" y="44935"/>
                  <a:pt x="1371432" y="48033"/>
                  <a:pt x="1374171" y="51868"/>
                </a:cubicBezTo>
                <a:cubicBezTo>
                  <a:pt x="1376910" y="55702"/>
                  <a:pt x="1378827" y="60255"/>
                  <a:pt x="1379922" y="65528"/>
                </a:cubicBezTo>
                <a:cubicBezTo>
                  <a:pt x="1380607" y="68951"/>
                  <a:pt x="1380950" y="74943"/>
                  <a:pt x="1380950" y="83502"/>
                </a:cubicBezTo>
                <a:lnTo>
                  <a:pt x="1380950" y="150570"/>
                </a:lnTo>
                <a:lnTo>
                  <a:pt x="1362462" y="150570"/>
                </a:lnTo>
                <a:lnTo>
                  <a:pt x="1362462" y="84221"/>
                </a:lnTo>
                <a:cubicBezTo>
                  <a:pt x="1362462" y="76689"/>
                  <a:pt x="1361743" y="71057"/>
                  <a:pt x="1360305" y="67325"/>
                </a:cubicBezTo>
                <a:cubicBezTo>
                  <a:pt x="1358867" y="63593"/>
                  <a:pt x="1356317" y="60615"/>
                  <a:pt x="1352653" y="58390"/>
                </a:cubicBezTo>
                <a:cubicBezTo>
                  <a:pt x="1348990" y="56164"/>
                  <a:pt x="1344694" y="55052"/>
                  <a:pt x="1339764" y="55052"/>
                </a:cubicBezTo>
                <a:cubicBezTo>
                  <a:pt x="1331889" y="55052"/>
                  <a:pt x="1325093" y="57551"/>
                  <a:pt x="1319376" y="62549"/>
                </a:cubicBezTo>
                <a:cubicBezTo>
                  <a:pt x="1313659" y="67548"/>
                  <a:pt x="1310800" y="77031"/>
                  <a:pt x="1310800" y="90999"/>
                </a:cubicBezTo>
                <a:lnTo>
                  <a:pt x="1310800" y="150570"/>
                </a:lnTo>
                <a:lnTo>
                  <a:pt x="1292312" y="150570"/>
                </a:lnTo>
                <a:close/>
                <a:moveTo>
                  <a:pt x="1409368" y="21158"/>
                </a:moveTo>
                <a:lnTo>
                  <a:pt x="1409368" y="0"/>
                </a:lnTo>
                <a:lnTo>
                  <a:pt x="1427855" y="0"/>
                </a:lnTo>
                <a:lnTo>
                  <a:pt x="1427855" y="21158"/>
                </a:lnTo>
                <a:lnTo>
                  <a:pt x="1409368" y="21158"/>
                </a:lnTo>
                <a:moveTo>
                  <a:pt x="1409368" y="150570"/>
                </a:moveTo>
                <a:lnTo>
                  <a:pt x="1409368" y="41494"/>
                </a:lnTo>
                <a:lnTo>
                  <a:pt x="1427855" y="41494"/>
                </a:lnTo>
                <a:lnTo>
                  <a:pt x="1427855" y="150570"/>
                </a:lnTo>
                <a:lnTo>
                  <a:pt x="1409368" y="150570"/>
                </a:lnTo>
                <a:close/>
                <a:moveTo>
                  <a:pt x="1455962" y="150570"/>
                </a:moveTo>
                <a:lnTo>
                  <a:pt x="1455962" y="41494"/>
                </a:lnTo>
                <a:lnTo>
                  <a:pt x="1472601" y="41494"/>
                </a:lnTo>
                <a:lnTo>
                  <a:pt x="1472601" y="57003"/>
                </a:lnTo>
                <a:cubicBezTo>
                  <a:pt x="1480612" y="45020"/>
                  <a:pt x="1492184" y="39029"/>
                  <a:pt x="1507316" y="39029"/>
                </a:cubicBezTo>
                <a:cubicBezTo>
                  <a:pt x="1513889" y="39029"/>
                  <a:pt x="1519932" y="40210"/>
                  <a:pt x="1525444" y="42573"/>
                </a:cubicBezTo>
                <a:cubicBezTo>
                  <a:pt x="1530956" y="44935"/>
                  <a:pt x="1535082" y="48033"/>
                  <a:pt x="1537820" y="51868"/>
                </a:cubicBezTo>
                <a:cubicBezTo>
                  <a:pt x="1540559" y="55702"/>
                  <a:pt x="1542477" y="60255"/>
                  <a:pt x="1543572" y="65528"/>
                </a:cubicBezTo>
                <a:cubicBezTo>
                  <a:pt x="1544257" y="68951"/>
                  <a:pt x="1544599" y="74943"/>
                  <a:pt x="1544599" y="83502"/>
                </a:cubicBezTo>
                <a:lnTo>
                  <a:pt x="1544599" y="150570"/>
                </a:lnTo>
                <a:lnTo>
                  <a:pt x="1526112" y="150570"/>
                </a:lnTo>
                <a:lnTo>
                  <a:pt x="1526112" y="84221"/>
                </a:lnTo>
                <a:cubicBezTo>
                  <a:pt x="1526112" y="76689"/>
                  <a:pt x="1525393" y="71057"/>
                  <a:pt x="1523955" y="67325"/>
                </a:cubicBezTo>
                <a:cubicBezTo>
                  <a:pt x="1522517" y="63593"/>
                  <a:pt x="1519966" y="60615"/>
                  <a:pt x="1516303" y="58390"/>
                </a:cubicBezTo>
                <a:cubicBezTo>
                  <a:pt x="1512640" y="56164"/>
                  <a:pt x="1508343" y="55052"/>
                  <a:pt x="1503413" y="55052"/>
                </a:cubicBezTo>
                <a:cubicBezTo>
                  <a:pt x="1495539" y="55052"/>
                  <a:pt x="1488743" y="57551"/>
                  <a:pt x="1483026" y="62549"/>
                </a:cubicBezTo>
                <a:cubicBezTo>
                  <a:pt x="1477308" y="67548"/>
                  <a:pt x="1474449" y="77031"/>
                  <a:pt x="1474449" y="90999"/>
                </a:cubicBezTo>
                <a:lnTo>
                  <a:pt x="1474449" y="150570"/>
                </a:lnTo>
                <a:lnTo>
                  <a:pt x="1455962" y="150570"/>
                </a:lnTo>
                <a:close/>
                <a:moveTo>
                  <a:pt x="1569525" y="159608"/>
                </a:moveTo>
                <a:lnTo>
                  <a:pt x="1587499" y="162073"/>
                </a:lnTo>
                <a:cubicBezTo>
                  <a:pt x="1588252" y="167686"/>
                  <a:pt x="1590341" y="171774"/>
                  <a:pt x="1593764" y="174337"/>
                </a:cubicBezTo>
                <a:cubicBezTo>
                  <a:pt x="1598352" y="177802"/>
                  <a:pt x="1604617" y="179534"/>
                  <a:pt x="1612560" y="179534"/>
                </a:cubicBezTo>
                <a:cubicBezTo>
                  <a:pt x="1621119" y="179534"/>
                  <a:pt x="1627727" y="177818"/>
                  <a:pt x="1632383" y="174386"/>
                </a:cubicBezTo>
                <a:cubicBezTo>
                  <a:pt x="1637039" y="170953"/>
                  <a:pt x="1640188" y="166150"/>
                  <a:pt x="1641832" y="159974"/>
                </a:cubicBezTo>
                <a:cubicBezTo>
                  <a:pt x="1642790" y="156198"/>
                  <a:pt x="1643235" y="148270"/>
                  <a:pt x="1643167" y="136191"/>
                </a:cubicBezTo>
                <a:cubicBezTo>
                  <a:pt x="1635087" y="145777"/>
                  <a:pt x="1625022" y="150570"/>
                  <a:pt x="1612971" y="150570"/>
                </a:cubicBezTo>
                <a:cubicBezTo>
                  <a:pt x="1597975" y="150570"/>
                  <a:pt x="1586369" y="145161"/>
                  <a:pt x="1578153" y="134342"/>
                </a:cubicBezTo>
                <a:cubicBezTo>
                  <a:pt x="1569936" y="123524"/>
                  <a:pt x="1565828" y="110548"/>
                  <a:pt x="1565828" y="95416"/>
                </a:cubicBezTo>
                <a:cubicBezTo>
                  <a:pt x="1565828" y="85008"/>
                  <a:pt x="1567711" y="75405"/>
                  <a:pt x="1571477" y="66606"/>
                </a:cubicBezTo>
                <a:cubicBezTo>
                  <a:pt x="1575243" y="57808"/>
                  <a:pt x="1580703" y="51012"/>
                  <a:pt x="1587859" y="46219"/>
                </a:cubicBezTo>
                <a:cubicBezTo>
                  <a:pt x="1595014" y="41426"/>
                  <a:pt x="1603419" y="39029"/>
                  <a:pt x="1613074" y="39029"/>
                </a:cubicBezTo>
                <a:cubicBezTo>
                  <a:pt x="1625946" y="39029"/>
                  <a:pt x="1636559" y="44301"/>
                  <a:pt x="1644913" y="54846"/>
                </a:cubicBezTo>
                <a:lnTo>
                  <a:pt x="1644913" y="41494"/>
                </a:lnTo>
                <a:lnTo>
                  <a:pt x="1661963" y="41494"/>
                </a:lnTo>
                <a:lnTo>
                  <a:pt x="1661963" y="135844"/>
                </a:lnTo>
                <a:cubicBezTo>
                  <a:pt x="1661963" y="152836"/>
                  <a:pt x="1660234" y="164878"/>
                  <a:pt x="1656776" y="171969"/>
                </a:cubicBezTo>
                <a:cubicBezTo>
                  <a:pt x="1653318" y="179060"/>
                  <a:pt x="1647840" y="184661"/>
                  <a:pt x="1640343" y="188771"/>
                </a:cubicBezTo>
                <a:cubicBezTo>
                  <a:pt x="1632845" y="192884"/>
                  <a:pt x="1623618" y="194940"/>
                  <a:pt x="1612663" y="194940"/>
                </a:cubicBezTo>
                <a:cubicBezTo>
                  <a:pt x="1599653" y="194940"/>
                  <a:pt x="1589143" y="192004"/>
                  <a:pt x="1581131" y="186133"/>
                </a:cubicBezTo>
                <a:cubicBezTo>
                  <a:pt x="1573120" y="180261"/>
                  <a:pt x="1569251" y="171420"/>
                  <a:pt x="1569525" y="159608"/>
                </a:cubicBezTo>
                <a:moveTo>
                  <a:pt x="1584829" y="94084"/>
                </a:moveTo>
                <a:cubicBezTo>
                  <a:pt x="1584829" y="108358"/>
                  <a:pt x="1587670" y="118773"/>
                  <a:pt x="1593354" y="125330"/>
                </a:cubicBezTo>
                <a:cubicBezTo>
                  <a:pt x="1599037" y="131886"/>
                  <a:pt x="1606158" y="135164"/>
                  <a:pt x="1614717" y="135164"/>
                </a:cubicBezTo>
                <a:cubicBezTo>
                  <a:pt x="1623207" y="135164"/>
                  <a:pt x="1630328" y="131903"/>
                  <a:pt x="1636080" y="125381"/>
                </a:cubicBezTo>
                <a:cubicBezTo>
                  <a:pt x="1641832" y="118859"/>
                  <a:pt x="1644708" y="108631"/>
                  <a:pt x="1644708" y="94697"/>
                </a:cubicBezTo>
                <a:cubicBezTo>
                  <a:pt x="1644708" y="81379"/>
                  <a:pt x="1641746" y="71339"/>
                  <a:pt x="1635823" y="64578"/>
                </a:cubicBezTo>
                <a:cubicBezTo>
                  <a:pt x="1629901" y="57816"/>
                  <a:pt x="1622762" y="54435"/>
                  <a:pt x="1614409" y="54435"/>
                </a:cubicBezTo>
                <a:cubicBezTo>
                  <a:pt x="1606192" y="54435"/>
                  <a:pt x="1599208" y="57765"/>
                  <a:pt x="1593456" y="64424"/>
                </a:cubicBezTo>
                <a:cubicBezTo>
                  <a:pt x="1587705" y="71083"/>
                  <a:pt x="1584829" y="80969"/>
                  <a:pt x="1584829" y="9408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A37B1-4547-4703-9989-A81B4786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681" y="482155"/>
            <a:ext cx="392359" cy="249150"/>
          </a:xfrm>
          <a:custGeom xmlns:a="http://schemas.openxmlformats.org/drawingml/2006/main">
            <a:pathLst>
              <a:path w="392359" h="249150">
                <a:moveTo>
                  <a:pt x="0" y="249150"/>
                </a:moveTo>
                <a:lnTo>
                  <a:pt x="39235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A8B40A-EBEC-4AB3-9E6B-2F635AC0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5681" y="482155"/>
            <a:ext cx="392359" cy="249150"/>
          </a:xfrm>
          <a:custGeom xmlns:a="http://schemas.openxmlformats.org/drawingml/2006/main">
            <a:pathLst>
              <a:path w="392359" h="249150" fill="none">
                <a:moveTo>
                  <a:pt x="0" y="249150"/>
                </a:moveTo>
                <a:lnTo>
                  <a:pt x="3923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4285F4"/>
            </a:solidFill>
            <a:round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412849-2872-45FD-AC45-EA2996FC1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298" y="2748361"/>
            <a:ext cx="226081" cy="110556"/>
          </a:xfrm>
          <a:custGeom xmlns:a="http://schemas.openxmlformats.org/drawingml/2006/main">
            <a:pathLst>
              <a:path w="226081" h="110556">
                <a:moveTo>
                  <a:pt x="0" y="0"/>
                </a:moveTo>
                <a:lnTo>
                  <a:pt x="226081" y="110556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890FE-6F3B-4D10-929C-56D56224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0298" y="2748361"/>
            <a:ext cx="226081" cy="110556"/>
          </a:xfrm>
          <a:custGeom xmlns:a="http://schemas.openxmlformats.org/drawingml/2006/main">
            <a:pathLst>
              <a:path w="226081" h="110556" fill="none">
                <a:moveTo>
                  <a:pt x="0" y="0"/>
                </a:moveTo>
                <a:lnTo>
                  <a:pt x="226081" y="110556"/>
                </a:lnTo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CC0000"/>
            </a:solidFill>
            <a:round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75F0D4-A0C8-41BE-AFDB-521BD7B6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62" y="1420949"/>
            <a:ext cx="387922" cy="95472"/>
          </a:xfrm>
          <a:custGeom xmlns:a="http://schemas.openxmlformats.org/drawingml/2006/main">
            <a:pathLst>
              <a:path w="387922" h="95472">
                <a:moveTo>
                  <a:pt x="0" y="95472"/>
                </a:moveTo>
                <a:lnTo>
                  <a:pt x="38792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3E6170-66D3-4D94-A902-9ADA0176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8762" y="1420949"/>
            <a:ext cx="387922" cy="95472"/>
          </a:xfrm>
          <a:custGeom xmlns:a="http://schemas.openxmlformats.org/drawingml/2006/main">
            <a:pathLst>
              <a:path w="387922" h="95472" fill="none">
                <a:moveTo>
                  <a:pt x="0" y="95472"/>
                </a:moveTo>
                <a:lnTo>
                  <a:pt x="3879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FF9900"/>
            </a:solidFill>
            <a:round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A2A687-A8E4-4152-8FBB-488C6A92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634" y="123091"/>
            <a:ext cx="2963028" cy="2986901"/>
          </a:xfrm>
          <a:custGeom xmlns:a="http://schemas.openxmlformats.org/drawingml/2006/main">
            <a:pathLst>
              <a:path w="2963028" h="2986901">
                <a:moveTo>
                  <a:pt x="981378" y="78292"/>
                </a:moveTo>
                <a:lnTo>
                  <a:pt x="1016304" y="63680"/>
                </a:lnTo>
                <a:lnTo>
                  <a:pt x="1051503" y="51219"/>
                </a:lnTo>
                <a:lnTo>
                  <a:pt x="1087841" y="40554"/>
                </a:lnTo>
                <a:lnTo>
                  <a:pt x="1126080" y="31208"/>
                </a:lnTo>
                <a:lnTo>
                  <a:pt x="1166021" y="23149"/>
                </a:lnTo>
                <a:lnTo>
                  <a:pt x="1207468" y="16344"/>
                </a:lnTo>
                <a:lnTo>
                  <a:pt x="1250225" y="10761"/>
                </a:lnTo>
                <a:lnTo>
                  <a:pt x="1294095" y="6368"/>
                </a:lnTo>
                <a:lnTo>
                  <a:pt x="1338881" y="3132"/>
                </a:lnTo>
                <a:lnTo>
                  <a:pt x="1384387" y="1020"/>
                </a:lnTo>
                <a:lnTo>
                  <a:pt x="1430416" y="0"/>
                </a:lnTo>
                <a:lnTo>
                  <a:pt x="1476771" y="40"/>
                </a:lnTo>
                <a:lnTo>
                  <a:pt x="1523255" y="1106"/>
                </a:lnTo>
                <a:lnTo>
                  <a:pt x="1569672" y="3168"/>
                </a:lnTo>
                <a:lnTo>
                  <a:pt x="1615825" y="6191"/>
                </a:lnTo>
                <a:lnTo>
                  <a:pt x="1661518" y="10144"/>
                </a:lnTo>
                <a:lnTo>
                  <a:pt x="1706554" y="14995"/>
                </a:lnTo>
                <a:lnTo>
                  <a:pt x="1750736" y="20709"/>
                </a:lnTo>
                <a:lnTo>
                  <a:pt x="1793867" y="27257"/>
                </a:lnTo>
                <a:lnTo>
                  <a:pt x="1835751" y="34603"/>
                </a:lnTo>
                <a:lnTo>
                  <a:pt x="1876191" y="42718"/>
                </a:lnTo>
                <a:lnTo>
                  <a:pt x="1914990" y="51567"/>
                </a:lnTo>
                <a:lnTo>
                  <a:pt x="1951953" y="61118"/>
                </a:lnTo>
                <a:lnTo>
                  <a:pt x="1986881" y="71339"/>
                </a:lnTo>
                <a:lnTo>
                  <a:pt x="2019579" y="82197"/>
                </a:lnTo>
                <a:lnTo>
                  <a:pt x="2049849" y="93661"/>
                </a:lnTo>
                <a:lnTo>
                  <a:pt x="2078009" y="106365"/>
                </a:lnTo>
                <a:lnTo>
                  <a:pt x="2104559" y="120877"/>
                </a:lnTo>
                <a:lnTo>
                  <a:pt x="2129579" y="137055"/>
                </a:lnTo>
                <a:lnTo>
                  <a:pt x="2153149" y="154762"/>
                </a:lnTo>
                <a:lnTo>
                  <a:pt x="2175350" y="173858"/>
                </a:lnTo>
                <a:lnTo>
                  <a:pt x="2196260" y="194204"/>
                </a:lnTo>
                <a:lnTo>
                  <a:pt x="2215960" y="215660"/>
                </a:lnTo>
                <a:lnTo>
                  <a:pt x="2234529" y="238088"/>
                </a:lnTo>
                <a:lnTo>
                  <a:pt x="2252048" y="261348"/>
                </a:lnTo>
                <a:lnTo>
                  <a:pt x="2268596" y="285300"/>
                </a:lnTo>
                <a:lnTo>
                  <a:pt x="2284253" y="309807"/>
                </a:lnTo>
                <a:lnTo>
                  <a:pt x="2299100" y="334729"/>
                </a:lnTo>
                <a:lnTo>
                  <a:pt x="2313215" y="359925"/>
                </a:lnTo>
                <a:lnTo>
                  <a:pt x="2326680" y="385258"/>
                </a:lnTo>
                <a:lnTo>
                  <a:pt x="2339573" y="410588"/>
                </a:lnTo>
                <a:lnTo>
                  <a:pt x="2351974" y="435776"/>
                </a:lnTo>
                <a:lnTo>
                  <a:pt x="2363964" y="460683"/>
                </a:lnTo>
                <a:lnTo>
                  <a:pt x="2375622" y="485169"/>
                </a:lnTo>
                <a:lnTo>
                  <a:pt x="2387029" y="509096"/>
                </a:lnTo>
                <a:lnTo>
                  <a:pt x="2398264" y="532323"/>
                </a:lnTo>
                <a:lnTo>
                  <a:pt x="2409406" y="554712"/>
                </a:lnTo>
                <a:lnTo>
                  <a:pt x="2420536" y="576124"/>
                </a:lnTo>
                <a:lnTo>
                  <a:pt x="2431735" y="596420"/>
                </a:lnTo>
                <a:lnTo>
                  <a:pt x="2443080" y="615460"/>
                </a:lnTo>
                <a:lnTo>
                  <a:pt x="2454081" y="633367"/>
                </a:lnTo>
                <a:lnTo>
                  <a:pt x="2464235" y="650412"/>
                </a:lnTo>
                <a:lnTo>
                  <a:pt x="2473603" y="666677"/>
                </a:lnTo>
                <a:lnTo>
                  <a:pt x="2482247" y="682246"/>
                </a:lnTo>
                <a:lnTo>
                  <a:pt x="2490231" y="697202"/>
                </a:lnTo>
                <a:lnTo>
                  <a:pt x="2497616" y="711628"/>
                </a:lnTo>
                <a:lnTo>
                  <a:pt x="2504465" y="725607"/>
                </a:lnTo>
                <a:lnTo>
                  <a:pt x="2510840" y="739221"/>
                </a:lnTo>
                <a:lnTo>
                  <a:pt x="2516803" y="752554"/>
                </a:lnTo>
                <a:lnTo>
                  <a:pt x="2522418" y="765689"/>
                </a:lnTo>
                <a:lnTo>
                  <a:pt x="2527745" y="778708"/>
                </a:lnTo>
                <a:lnTo>
                  <a:pt x="2532848" y="791694"/>
                </a:lnTo>
                <a:lnTo>
                  <a:pt x="2537789" y="804732"/>
                </a:lnTo>
                <a:lnTo>
                  <a:pt x="2542629" y="817903"/>
                </a:lnTo>
                <a:lnTo>
                  <a:pt x="2547433" y="831290"/>
                </a:lnTo>
                <a:lnTo>
                  <a:pt x="2552261" y="844977"/>
                </a:lnTo>
                <a:lnTo>
                  <a:pt x="2557176" y="859046"/>
                </a:lnTo>
                <a:lnTo>
                  <a:pt x="2562240" y="873581"/>
                </a:lnTo>
                <a:lnTo>
                  <a:pt x="2567517" y="888664"/>
                </a:lnTo>
                <a:lnTo>
                  <a:pt x="2573067" y="904379"/>
                </a:lnTo>
                <a:lnTo>
                  <a:pt x="2578954" y="920808"/>
                </a:lnTo>
                <a:lnTo>
                  <a:pt x="2585240" y="938034"/>
                </a:lnTo>
                <a:lnTo>
                  <a:pt x="2591987" y="956141"/>
                </a:lnTo>
                <a:lnTo>
                  <a:pt x="2599258" y="975211"/>
                </a:lnTo>
                <a:lnTo>
                  <a:pt x="2606940" y="995151"/>
                </a:lnTo>
                <a:lnTo>
                  <a:pt x="2614867" y="1015782"/>
                </a:lnTo>
                <a:lnTo>
                  <a:pt x="2623015" y="1037061"/>
                </a:lnTo>
                <a:lnTo>
                  <a:pt x="2631363" y="1058943"/>
                </a:lnTo>
                <a:lnTo>
                  <a:pt x="2639887" y="1081385"/>
                </a:lnTo>
                <a:lnTo>
                  <a:pt x="2648566" y="1104341"/>
                </a:lnTo>
                <a:lnTo>
                  <a:pt x="2657377" y="1127768"/>
                </a:lnTo>
                <a:lnTo>
                  <a:pt x="2666298" y="1151622"/>
                </a:lnTo>
                <a:lnTo>
                  <a:pt x="2675305" y="1175859"/>
                </a:lnTo>
                <a:lnTo>
                  <a:pt x="2684377" y="1200433"/>
                </a:lnTo>
                <a:lnTo>
                  <a:pt x="2693492" y="1225302"/>
                </a:lnTo>
                <a:lnTo>
                  <a:pt x="2702626" y="1250421"/>
                </a:lnTo>
                <a:lnTo>
                  <a:pt x="2711758" y="1275745"/>
                </a:lnTo>
                <a:lnTo>
                  <a:pt x="2720865" y="1301231"/>
                </a:lnTo>
                <a:lnTo>
                  <a:pt x="2729925" y="1326835"/>
                </a:lnTo>
                <a:lnTo>
                  <a:pt x="2738914" y="1352511"/>
                </a:lnTo>
                <a:lnTo>
                  <a:pt x="2747811" y="1378217"/>
                </a:lnTo>
                <a:lnTo>
                  <a:pt x="2756594" y="1403908"/>
                </a:lnTo>
                <a:lnTo>
                  <a:pt x="2765240" y="1429539"/>
                </a:lnTo>
                <a:lnTo>
                  <a:pt x="2773726" y="1455067"/>
                </a:lnTo>
                <a:lnTo>
                  <a:pt x="2782030" y="1480447"/>
                </a:lnTo>
                <a:lnTo>
                  <a:pt x="2790129" y="1505635"/>
                </a:lnTo>
                <a:lnTo>
                  <a:pt x="2798002" y="1530588"/>
                </a:lnTo>
                <a:lnTo>
                  <a:pt x="2805625" y="1555260"/>
                </a:lnTo>
                <a:lnTo>
                  <a:pt x="2813213" y="1579981"/>
                </a:lnTo>
                <a:lnTo>
                  <a:pt x="2820969" y="1605075"/>
                </a:lnTo>
                <a:lnTo>
                  <a:pt x="2828857" y="1630493"/>
                </a:lnTo>
                <a:lnTo>
                  <a:pt x="2836837" y="1656186"/>
                </a:lnTo>
                <a:lnTo>
                  <a:pt x="2844875" y="1682105"/>
                </a:lnTo>
                <a:lnTo>
                  <a:pt x="2852931" y="1708200"/>
                </a:lnTo>
                <a:lnTo>
                  <a:pt x="2860970" y="1734423"/>
                </a:lnTo>
                <a:lnTo>
                  <a:pt x="2868954" y="1760724"/>
                </a:lnTo>
                <a:lnTo>
                  <a:pt x="2876845" y="1787054"/>
                </a:lnTo>
                <a:lnTo>
                  <a:pt x="2884607" y="1813364"/>
                </a:lnTo>
                <a:lnTo>
                  <a:pt x="2892203" y="1839605"/>
                </a:lnTo>
                <a:lnTo>
                  <a:pt x="2899594" y="1865727"/>
                </a:lnTo>
                <a:lnTo>
                  <a:pt x="2906744" y="1891682"/>
                </a:lnTo>
                <a:lnTo>
                  <a:pt x="2913617" y="1917420"/>
                </a:lnTo>
                <a:lnTo>
                  <a:pt x="2920173" y="1942891"/>
                </a:lnTo>
                <a:lnTo>
                  <a:pt x="2926377" y="1968048"/>
                </a:lnTo>
                <a:lnTo>
                  <a:pt x="2932191" y="1992840"/>
                </a:lnTo>
                <a:lnTo>
                  <a:pt x="2937578" y="2017218"/>
                </a:lnTo>
                <a:lnTo>
                  <a:pt x="2942500" y="2041134"/>
                </a:lnTo>
                <a:lnTo>
                  <a:pt x="2946921" y="2064538"/>
                </a:lnTo>
                <a:lnTo>
                  <a:pt x="2950803" y="2087380"/>
                </a:lnTo>
                <a:lnTo>
                  <a:pt x="2954110" y="2109613"/>
                </a:lnTo>
                <a:lnTo>
                  <a:pt x="2956803" y="2131185"/>
                </a:lnTo>
                <a:lnTo>
                  <a:pt x="2958845" y="2152049"/>
                </a:lnTo>
                <a:lnTo>
                  <a:pt x="2960381" y="2172214"/>
                </a:lnTo>
                <a:lnTo>
                  <a:pt x="2961574" y="2191747"/>
                </a:lnTo>
                <a:lnTo>
                  <a:pt x="2962418" y="2210686"/>
                </a:lnTo>
                <a:lnTo>
                  <a:pt x="2962904" y="2229069"/>
                </a:lnTo>
                <a:lnTo>
                  <a:pt x="2963028" y="2246935"/>
                </a:lnTo>
                <a:lnTo>
                  <a:pt x="2962781" y="2264322"/>
                </a:lnTo>
                <a:lnTo>
                  <a:pt x="2962159" y="2281269"/>
                </a:lnTo>
                <a:lnTo>
                  <a:pt x="2961153" y="2297812"/>
                </a:lnTo>
                <a:lnTo>
                  <a:pt x="2959757" y="2313992"/>
                </a:lnTo>
                <a:lnTo>
                  <a:pt x="2957964" y="2329845"/>
                </a:lnTo>
                <a:lnTo>
                  <a:pt x="2955768" y="2345410"/>
                </a:lnTo>
                <a:lnTo>
                  <a:pt x="2953162" y="2360725"/>
                </a:lnTo>
                <a:lnTo>
                  <a:pt x="2950140" y="2375829"/>
                </a:lnTo>
                <a:lnTo>
                  <a:pt x="2946694" y="2390759"/>
                </a:lnTo>
                <a:lnTo>
                  <a:pt x="2942818" y="2405554"/>
                </a:lnTo>
                <a:lnTo>
                  <a:pt x="2938505" y="2420253"/>
                </a:lnTo>
                <a:lnTo>
                  <a:pt x="2933749" y="2434892"/>
                </a:lnTo>
                <a:lnTo>
                  <a:pt x="2928543" y="2449511"/>
                </a:lnTo>
                <a:lnTo>
                  <a:pt x="2922880" y="2464148"/>
                </a:lnTo>
                <a:lnTo>
                  <a:pt x="2916753" y="2478841"/>
                </a:lnTo>
                <a:lnTo>
                  <a:pt x="2910156" y="2493628"/>
                </a:lnTo>
                <a:lnTo>
                  <a:pt x="2903083" y="2508548"/>
                </a:lnTo>
                <a:lnTo>
                  <a:pt x="2895525" y="2523638"/>
                </a:lnTo>
                <a:lnTo>
                  <a:pt x="2887478" y="2538937"/>
                </a:lnTo>
                <a:lnTo>
                  <a:pt x="2879122" y="2554511"/>
                </a:lnTo>
                <a:lnTo>
                  <a:pt x="2870617" y="2570369"/>
                </a:lnTo>
                <a:lnTo>
                  <a:pt x="2861921" y="2586461"/>
                </a:lnTo>
                <a:lnTo>
                  <a:pt x="2852991" y="2602740"/>
                </a:lnTo>
                <a:lnTo>
                  <a:pt x="2843786" y="2619156"/>
                </a:lnTo>
                <a:lnTo>
                  <a:pt x="2834263" y="2635659"/>
                </a:lnTo>
                <a:lnTo>
                  <a:pt x="2824380" y="2652202"/>
                </a:lnTo>
                <a:lnTo>
                  <a:pt x="2814097" y="2668735"/>
                </a:lnTo>
                <a:lnTo>
                  <a:pt x="2803370" y="2685210"/>
                </a:lnTo>
                <a:lnTo>
                  <a:pt x="2792157" y="2701576"/>
                </a:lnTo>
                <a:lnTo>
                  <a:pt x="2780417" y="2717787"/>
                </a:lnTo>
                <a:lnTo>
                  <a:pt x="2768107" y="2733791"/>
                </a:lnTo>
                <a:lnTo>
                  <a:pt x="2755186" y="2749542"/>
                </a:lnTo>
                <a:lnTo>
                  <a:pt x="2741612" y="2764989"/>
                </a:lnTo>
                <a:lnTo>
                  <a:pt x="2727342" y="2780084"/>
                </a:lnTo>
                <a:lnTo>
                  <a:pt x="2712335" y="2794778"/>
                </a:lnTo>
                <a:lnTo>
                  <a:pt x="2696549" y="2809022"/>
                </a:lnTo>
                <a:lnTo>
                  <a:pt x="2679940" y="2822766"/>
                </a:lnTo>
                <a:lnTo>
                  <a:pt x="2662469" y="2835963"/>
                </a:lnTo>
                <a:lnTo>
                  <a:pt x="2644092" y="2848564"/>
                </a:lnTo>
                <a:lnTo>
                  <a:pt x="2624768" y="2860518"/>
                </a:lnTo>
                <a:lnTo>
                  <a:pt x="2604454" y="2871778"/>
                </a:lnTo>
                <a:lnTo>
                  <a:pt x="2583109" y="2882294"/>
                </a:lnTo>
                <a:lnTo>
                  <a:pt x="2560690" y="2892018"/>
                </a:lnTo>
                <a:lnTo>
                  <a:pt x="2537435" y="2901079"/>
                </a:lnTo>
                <a:lnTo>
                  <a:pt x="2513592" y="2909644"/>
                </a:lnTo>
                <a:lnTo>
                  <a:pt x="2489133" y="2917720"/>
                </a:lnTo>
                <a:lnTo>
                  <a:pt x="2464030" y="2925313"/>
                </a:lnTo>
                <a:lnTo>
                  <a:pt x="2438258" y="2932430"/>
                </a:lnTo>
                <a:lnTo>
                  <a:pt x="2411787" y="2939078"/>
                </a:lnTo>
                <a:lnTo>
                  <a:pt x="2384592" y="2945262"/>
                </a:lnTo>
                <a:lnTo>
                  <a:pt x="2356644" y="2950989"/>
                </a:lnTo>
                <a:lnTo>
                  <a:pt x="2327917" y="2956267"/>
                </a:lnTo>
                <a:lnTo>
                  <a:pt x="2298383" y="2961101"/>
                </a:lnTo>
                <a:lnTo>
                  <a:pt x="2268016" y="2965498"/>
                </a:lnTo>
                <a:lnTo>
                  <a:pt x="2236787" y="2969464"/>
                </a:lnTo>
                <a:lnTo>
                  <a:pt x="2204669" y="2973007"/>
                </a:lnTo>
                <a:lnTo>
                  <a:pt x="2171637" y="2976133"/>
                </a:lnTo>
                <a:lnTo>
                  <a:pt x="2137661" y="2978847"/>
                </a:lnTo>
                <a:lnTo>
                  <a:pt x="2102715" y="2981158"/>
                </a:lnTo>
                <a:lnTo>
                  <a:pt x="2066771" y="2983071"/>
                </a:lnTo>
                <a:lnTo>
                  <a:pt x="2029803" y="2984593"/>
                </a:lnTo>
                <a:lnTo>
                  <a:pt x="1991783" y="2985730"/>
                </a:lnTo>
                <a:lnTo>
                  <a:pt x="1952683" y="2986490"/>
                </a:lnTo>
                <a:lnTo>
                  <a:pt x="1912478" y="2986877"/>
                </a:lnTo>
                <a:lnTo>
                  <a:pt x="1871138" y="2986901"/>
                </a:lnTo>
                <a:lnTo>
                  <a:pt x="1828638" y="2986565"/>
                </a:lnTo>
                <a:lnTo>
                  <a:pt x="1784949" y="2985878"/>
                </a:lnTo>
                <a:lnTo>
                  <a:pt x="1738908" y="2985147"/>
                </a:lnTo>
                <a:lnTo>
                  <a:pt x="1689584" y="2984617"/>
                </a:lnTo>
                <a:lnTo>
                  <a:pt x="1637304" y="2984203"/>
                </a:lnTo>
                <a:lnTo>
                  <a:pt x="1582395" y="2983820"/>
                </a:lnTo>
                <a:lnTo>
                  <a:pt x="1525183" y="2983382"/>
                </a:lnTo>
                <a:lnTo>
                  <a:pt x="1465994" y="2982803"/>
                </a:lnTo>
                <a:lnTo>
                  <a:pt x="1405154" y="2981997"/>
                </a:lnTo>
                <a:lnTo>
                  <a:pt x="1342991" y="2980880"/>
                </a:lnTo>
                <a:lnTo>
                  <a:pt x="1279831" y="2979365"/>
                </a:lnTo>
                <a:lnTo>
                  <a:pt x="1215999" y="2977366"/>
                </a:lnTo>
                <a:lnTo>
                  <a:pt x="1151823" y="2974799"/>
                </a:lnTo>
                <a:lnTo>
                  <a:pt x="1087629" y="2971577"/>
                </a:lnTo>
                <a:lnTo>
                  <a:pt x="1023743" y="2967615"/>
                </a:lnTo>
                <a:lnTo>
                  <a:pt x="960492" y="2962828"/>
                </a:lnTo>
                <a:lnTo>
                  <a:pt x="898201" y="2957129"/>
                </a:lnTo>
                <a:lnTo>
                  <a:pt x="837198" y="2950433"/>
                </a:lnTo>
                <a:lnTo>
                  <a:pt x="777809" y="2942654"/>
                </a:lnTo>
                <a:lnTo>
                  <a:pt x="720360" y="2933707"/>
                </a:lnTo>
                <a:lnTo>
                  <a:pt x="665178" y="2923507"/>
                </a:lnTo>
                <a:lnTo>
                  <a:pt x="612588" y="2911967"/>
                </a:lnTo>
                <a:lnTo>
                  <a:pt x="562919" y="2899002"/>
                </a:lnTo>
                <a:lnTo>
                  <a:pt x="516495" y="2884526"/>
                </a:lnTo>
                <a:lnTo>
                  <a:pt x="473643" y="2868454"/>
                </a:lnTo>
                <a:lnTo>
                  <a:pt x="434690" y="2850700"/>
                </a:lnTo>
                <a:lnTo>
                  <a:pt x="398935" y="2831163"/>
                </a:lnTo>
                <a:lnTo>
                  <a:pt x="365401" y="2809866"/>
                </a:lnTo>
                <a:lnTo>
                  <a:pt x="334002" y="2786903"/>
                </a:lnTo>
                <a:lnTo>
                  <a:pt x="304651" y="2762373"/>
                </a:lnTo>
                <a:lnTo>
                  <a:pt x="277261" y="2736373"/>
                </a:lnTo>
                <a:lnTo>
                  <a:pt x="251745" y="2709000"/>
                </a:lnTo>
                <a:lnTo>
                  <a:pt x="228017" y="2680349"/>
                </a:lnTo>
                <a:lnTo>
                  <a:pt x="205989" y="2650520"/>
                </a:lnTo>
                <a:lnTo>
                  <a:pt x="185575" y="2619607"/>
                </a:lnTo>
                <a:lnTo>
                  <a:pt x="166688" y="2587709"/>
                </a:lnTo>
                <a:lnTo>
                  <a:pt x="149241" y="2554923"/>
                </a:lnTo>
                <a:lnTo>
                  <a:pt x="133148" y="2521344"/>
                </a:lnTo>
                <a:lnTo>
                  <a:pt x="118321" y="2487071"/>
                </a:lnTo>
                <a:lnTo>
                  <a:pt x="104675" y="2452200"/>
                </a:lnTo>
                <a:lnTo>
                  <a:pt x="92121" y="2416829"/>
                </a:lnTo>
                <a:lnTo>
                  <a:pt x="80573" y="2381054"/>
                </a:lnTo>
                <a:lnTo>
                  <a:pt x="69945" y="2344971"/>
                </a:lnTo>
                <a:lnTo>
                  <a:pt x="60149" y="2308679"/>
                </a:lnTo>
                <a:lnTo>
                  <a:pt x="51099" y="2272274"/>
                </a:lnTo>
                <a:lnTo>
                  <a:pt x="42708" y="2235854"/>
                </a:lnTo>
                <a:lnTo>
                  <a:pt x="34889" y="2199514"/>
                </a:lnTo>
                <a:lnTo>
                  <a:pt x="27556" y="2163352"/>
                </a:lnTo>
                <a:lnTo>
                  <a:pt x="20621" y="2127465"/>
                </a:lnTo>
                <a:lnTo>
                  <a:pt x="13997" y="2091950"/>
                </a:lnTo>
                <a:lnTo>
                  <a:pt x="8299" y="2056007"/>
                </a:lnTo>
                <a:lnTo>
                  <a:pt x="4139" y="2018855"/>
                </a:lnTo>
                <a:lnTo>
                  <a:pt x="1428" y="1980623"/>
                </a:lnTo>
                <a:lnTo>
                  <a:pt x="78" y="1941440"/>
                </a:lnTo>
                <a:lnTo>
                  <a:pt x="0" y="1901436"/>
                </a:lnTo>
                <a:lnTo>
                  <a:pt x="1107" y="1860738"/>
                </a:lnTo>
                <a:lnTo>
                  <a:pt x="3310" y="1819476"/>
                </a:lnTo>
                <a:lnTo>
                  <a:pt x="6520" y="1777778"/>
                </a:lnTo>
                <a:lnTo>
                  <a:pt x="10650" y="1735773"/>
                </a:lnTo>
                <a:lnTo>
                  <a:pt x="15611" y="1693591"/>
                </a:lnTo>
                <a:lnTo>
                  <a:pt x="21315" y="1651359"/>
                </a:lnTo>
                <a:lnTo>
                  <a:pt x="27673" y="1609206"/>
                </a:lnTo>
                <a:lnTo>
                  <a:pt x="34597" y="1567262"/>
                </a:lnTo>
                <a:lnTo>
                  <a:pt x="41999" y="1525655"/>
                </a:lnTo>
                <a:lnTo>
                  <a:pt x="49790" y="1484515"/>
                </a:lnTo>
                <a:lnTo>
                  <a:pt x="57883" y="1443968"/>
                </a:lnTo>
                <a:lnTo>
                  <a:pt x="66189" y="1404146"/>
                </a:lnTo>
                <a:lnTo>
                  <a:pt x="74619" y="1365176"/>
                </a:lnTo>
                <a:lnTo>
                  <a:pt x="83085" y="1327187"/>
                </a:lnTo>
                <a:lnTo>
                  <a:pt x="91499" y="1290308"/>
                </a:lnTo>
                <a:lnTo>
                  <a:pt x="99772" y="1254668"/>
                </a:lnTo>
                <a:lnTo>
                  <a:pt x="107817" y="1220395"/>
                </a:lnTo>
                <a:lnTo>
                  <a:pt x="115545" y="1187619"/>
                </a:lnTo>
                <a:lnTo>
                  <a:pt x="122868" y="1156468"/>
                </a:lnTo>
                <a:lnTo>
                  <a:pt x="129779" y="1126938"/>
                </a:lnTo>
                <a:lnTo>
                  <a:pt x="136382" y="1098868"/>
                </a:lnTo>
                <a:lnTo>
                  <a:pt x="142751" y="1072152"/>
                </a:lnTo>
                <a:lnTo>
                  <a:pt x="148960" y="1046685"/>
                </a:lnTo>
                <a:lnTo>
                  <a:pt x="155085" y="1022363"/>
                </a:lnTo>
                <a:lnTo>
                  <a:pt x="161199" y="999080"/>
                </a:lnTo>
                <a:lnTo>
                  <a:pt x="167377" y="976731"/>
                </a:lnTo>
                <a:lnTo>
                  <a:pt x="173693" y="955211"/>
                </a:lnTo>
                <a:lnTo>
                  <a:pt x="180222" y="934414"/>
                </a:lnTo>
                <a:lnTo>
                  <a:pt x="187038" y="914236"/>
                </a:lnTo>
                <a:lnTo>
                  <a:pt x="194216" y="894571"/>
                </a:lnTo>
                <a:lnTo>
                  <a:pt x="201831" y="875314"/>
                </a:lnTo>
                <a:lnTo>
                  <a:pt x="209956" y="856360"/>
                </a:lnTo>
                <a:lnTo>
                  <a:pt x="218666" y="837603"/>
                </a:lnTo>
                <a:lnTo>
                  <a:pt x="228036" y="818940"/>
                </a:lnTo>
                <a:lnTo>
                  <a:pt x="238140" y="800263"/>
                </a:lnTo>
                <a:lnTo>
                  <a:pt x="249052" y="781469"/>
                </a:lnTo>
                <a:lnTo>
                  <a:pt x="260847" y="762452"/>
                </a:lnTo>
                <a:lnTo>
                  <a:pt x="273600" y="743106"/>
                </a:lnTo>
                <a:lnTo>
                  <a:pt x="287385" y="723327"/>
                </a:lnTo>
                <a:lnTo>
                  <a:pt x="302276" y="703010"/>
                </a:lnTo>
                <a:lnTo>
                  <a:pt x="318348" y="682049"/>
                </a:lnTo>
                <a:lnTo>
                  <a:pt x="335675" y="660339"/>
                </a:lnTo>
                <a:lnTo>
                  <a:pt x="354332" y="637775"/>
                </a:lnTo>
                <a:lnTo>
                  <a:pt x="374219" y="614111"/>
                </a:lnTo>
                <a:lnTo>
                  <a:pt x="395165" y="589270"/>
                </a:lnTo>
                <a:lnTo>
                  <a:pt x="417134" y="563403"/>
                </a:lnTo>
                <a:lnTo>
                  <a:pt x="440090" y="536663"/>
                </a:lnTo>
                <a:lnTo>
                  <a:pt x="463998" y="509200"/>
                </a:lnTo>
                <a:lnTo>
                  <a:pt x="488820" y="481166"/>
                </a:lnTo>
                <a:lnTo>
                  <a:pt x="514523" y="452711"/>
                </a:lnTo>
                <a:lnTo>
                  <a:pt x="541070" y="423987"/>
                </a:lnTo>
                <a:lnTo>
                  <a:pt x="568426" y="395146"/>
                </a:lnTo>
                <a:lnTo>
                  <a:pt x="596554" y="366337"/>
                </a:lnTo>
                <a:lnTo>
                  <a:pt x="625420" y="337714"/>
                </a:lnTo>
                <a:lnTo>
                  <a:pt x="654987" y="309426"/>
                </a:lnTo>
                <a:lnTo>
                  <a:pt x="685220" y="281625"/>
                </a:lnTo>
                <a:lnTo>
                  <a:pt x="716082" y="254463"/>
                </a:lnTo>
                <a:lnTo>
                  <a:pt x="747539" y="228090"/>
                </a:lnTo>
                <a:lnTo>
                  <a:pt x="779555" y="202659"/>
                </a:lnTo>
                <a:lnTo>
                  <a:pt x="812093" y="178319"/>
                </a:lnTo>
                <a:lnTo>
                  <a:pt x="845119" y="155222"/>
                </a:lnTo>
                <a:lnTo>
                  <a:pt x="878596" y="133520"/>
                </a:lnTo>
                <a:lnTo>
                  <a:pt x="912488" y="113363"/>
                </a:lnTo>
                <a:lnTo>
                  <a:pt x="946761" y="94904"/>
                </a:lnTo>
                <a:lnTo>
                  <a:pt x="981378" y="7829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2DC356-CA09-41DB-A9F6-DCEDF963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634" y="123091"/>
            <a:ext cx="2963028" cy="2986900"/>
          </a:xfrm>
          <a:custGeom xmlns:a="http://schemas.openxmlformats.org/drawingml/2006/main">
            <a:pathLst>
              <a:path w="2963028" h="2986900" fill="none">
                <a:moveTo>
                  <a:pt x="1051503" y="51219"/>
                </a:moveTo>
                <a:lnTo>
                  <a:pt x="1016305" y="63680"/>
                </a:lnTo>
                <a:lnTo>
                  <a:pt x="981379" y="78292"/>
                </a:lnTo>
                <a:lnTo>
                  <a:pt x="946761" y="94904"/>
                </a:lnTo>
                <a:lnTo>
                  <a:pt x="912489" y="113363"/>
                </a:lnTo>
                <a:lnTo>
                  <a:pt x="878596" y="133520"/>
                </a:lnTo>
                <a:lnTo>
                  <a:pt x="845119" y="155222"/>
                </a:lnTo>
                <a:lnTo>
                  <a:pt x="812093" y="178319"/>
                </a:lnTo>
                <a:lnTo>
                  <a:pt x="779555" y="202659"/>
                </a:lnTo>
                <a:lnTo>
                  <a:pt x="747539" y="228091"/>
                </a:lnTo>
                <a:lnTo>
                  <a:pt x="716082" y="254463"/>
                </a:lnTo>
                <a:lnTo>
                  <a:pt x="685220" y="281626"/>
                </a:lnTo>
                <a:lnTo>
                  <a:pt x="654987" y="309426"/>
                </a:lnTo>
                <a:lnTo>
                  <a:pt x="625420" y="337714"/>
                </a:lnTo>
                <a:lnTo>
                  <a:pt x="596554" y="366337"/>
                </a:lnTo>
                <a:lnTo>
                  <a:pt x="568426" y="395146"/>
                </a:lnTo>
                <a:lnTo>
                  <a:pt x="541070" y="423987"/>
                </a:lnTo>
                <a:lnTo>
                  <a:pt x="514523" y="452711"/>
                </a:lnTo>
                <a:lnTo>
                  <a:pt x="488820" y="481166"/>
                </a:lnTo>
                <a:lnTo>
                  <a:pt x="463997" y="509200"/>
                </a:lnTo>
                <a:lnTo>
                  <a:pt x="440090" y="536663"/>
                </a:lnTo>
                <a:lnTo>
                  <a:pt x="417134" y="563403"/>
                </a:lnTo>
                <a:lnTo>
                  <a:pt x="395165" y="589269"/>
                </a:lnTo>
                <a:lnTo>
                  <a:pt x="374219" y="614111"/>
                </a:lnTo>
                <a:lnTo>
                  <a:pt x="354331" y="637775"/>
                </a:lnTo>
                <a:lnTo>
                  <a:pt x="335674" y="660339"/>
                </a:lnTo>
                <a:lnTo>
                  <a:pt x="318347" y="682049"/>
                </a:lnTo>
                <a:lnTo>
                  <a:pt x="302276" y="703010"/>
                </a:lnTo>
                <a:lnTo>
                  <a:pt x="287384" y="723327"/>
                </a:lnTo>
                <a:lnTo>
                  <a:pt x="273600" y="743106"/>
                </a:lnTo>
                <a:lnTo>
                  <a:pt x="260847" y="762452"/>
                </a:lnTo>
                <a:lnTo>
                  <a:pt x="249052" y="781469"/>
                </a:lnTo>
                <a:lnTo>
                  <a:pt x="238139" y="800263"/>
                </a:lnTo>
                <a:lnTo>
                  <a:pt x="228036" y="818940"/>
                </a:lnTo>
                <a:lnTo>
                  <a:pt x="218666" y="837604"/>
                </a:lnTo>
                <a:lnTo>
                  <a:pt x="209956" y="856360"/>
                </a:lnTo>
                <a:lnTo>
                  <a:pt x="201831" y="875314"/>
                </a:lnTo>
                <a:lnTo>
                  <a:pt x="194216" y="894571"/>
                </a:lnTo>
                <a:lnTo>
                  <a:pt x="187038" y="914236"/>
                </a:lnTo>
                <a:lnTo>
                  <a:pt x="180222" y="934414"/>
                </a:lnTo>
                <a:lnTo>
                  <a:pt x="173693" y="955211"/>
                </a:lnTo>
                <a:lnTo>
                  <a:pt x="167376" y="976731"/>
                </a:lnTo>
                <a:lnTo>
                  <a:pt x="161199" y="999080"/>
                </a:lnTo>
                <a:lnTo>
                  <a:pt x="155085" y="1022363"/>
                </a:lnTo>
                <a:lnTo>
                  <a:pt x="148960" y="1046685"/>
                </a:lnTo>
                <a:lnTo>
                  <a:pt x="142751" y="1072152"/>
                </a:lnTo>
                <a:lnTo>
                  <a:pt x="136382" y="1098868"/>
                </a:lnTo>
                <a:lnTo>
                  <a:pt x="129779" y="1126938"/>
                </a:lnTo>
                <a:lnTo>
                  <a:pt x="122868" y="1156469"/>
                </a:lnTo>
                <a:lnTo>
                  <a:pt x="115545" y="1187619"/>
                </a:lnTo>
                <a:lnTo>
                  <a:pt x="107817" y="1220395"/>
                </a:lnTo>
                <a:lnTo>
                  <a:pt x="99772" y="1254668"/>
                </a:lnTo>
                <a:lnTo>
                  <a:pt x="91499" y="1290308"/>
                </a:lnTo>
                <a:lnTo>
                  <a:pt x="83085" y="1327187"/>
                </a:lnTo>
                <a:lnTo>
                  <a:pt x="74619" y="1365176"/>
                </a:lnTo>
                <a:lnTo>
                  <a:pt x="66189" y="1404146"/>
                </a:lnTo>
                <a:lnTo>
                  <a:pt x="57883" y="1443968"/>
                </a:lnTo>
                <a:lnTo>
                  <a:pt x="49790" y="1484514"/>
                </a:lnTo>
                <a:lnTo>
                  <a:pt x="41999" y="1525655"/>
                </a:lnTo>
                <a:lnTo>
                  <a:pt x="34597" y="1567262"/>
                </a:lnTo>
                <a:lnTo>
                  <a:pt x="27673" y="1609206"/>
                </a:lnTo>
                <a:lnTo>
                  <a:pt x="21315" y="1651358"/>
                </a:lnTo>
                <a:lnTo>
                  <a:pt x="15611" y="1693590"/>
                </a:lnTo>
                <a:lnTo>
                  <a:pt x="10650" y="1735773"/>
                </a:lnTo>
                <a:lnTo>
                  <a:pt x="6520" y="1777778"/>
                </a:lnTo>
                <a:lnTo>
                  <a:pt x="3310" y="1819476"/>
                </a:lnTo>
                <a:lnTo>
                  <a:pt x="1107" y="1860738"/>
                </a:lnTo>
                <a:lnTo>
                  <a:pt x="0" y="1901436"/>
                </a:lnTo>
                <a:lnTo>
                  <a:pt x="78" y="1941441"/>
                </a:lnTo>
                <a:lnTo>
                  <a:pt x="1428" y="1980623"/>
                </a:lnTo>
                <a:lnTo>
                  <a:pt x="4139" y="2018855"/>
                </a:lnTo>
                <a:lnTo>
                  <a:pt x="8299" y="2056008"/>
                </a:lnTo>
                <a:lnTo>
                  <a:pt x="13997" y="2091951"/>
                </a:lnTo>
                <a:lnTo>
                  <a:pt x="20621" y="2127466"/>
                </a:lnTo>
                <a:lnTo>
                  <a:pt x="27556" y="2163353"/>
                </a:lnTo>
                <a:lnTo>
                  <a:pt x="34889" y="2199514"/>
                </a:lnTo>
                <a:lnTo>
                  <a:pt x="42708" y="2235854"/>
                </a:lnTo>
                <a:lnTo>
                  <a:pt x="51099" y="2272275"/>
                </a:lnTo>
                <a:lnTo>
                  <a:pt x="60149" y="2308679"/>
                </a:lnTo>
                <a:lnTo>
                  <a:pt x="69945" y="2344971"/>
                </a:lnTo>
                <a:lnTo>
                  <a:pt x="80573" y="2381053"/>
                </a:lnTo>
                <a:lnTo>
                  <a:pt x="92121" y="2416829"/>
                </a:lnTo>
                <a:lnTo>
                  <a:pt x="104675" y="2452200"/>
                </a:lnTo>
                <a:lnTo>
                  <a:pt x="118321" y="2487071"/>
                </a:lnTo>
                <a:lnTo>
                  <a:pt x="133148" y="2521344"/>
                </a:lnTo>
                <a:lnTo>
                  <a:pt x="149241" y="2554922"/>
                </a:lnTo>
                <a:lnTo>
                  <a:pt x="166688" y="2587709"/>
                </a:lnTo>
                <a:lnTo>
                  <a:pt x="185575" y="2619607"/>
                </a:lnTo>
                <a:lnTo>
                  <a:pt x="205989" y="2650519"/>
                </a:lnTo>
                <a:lnTo>
                  <a:pt x="228017" y="2680349"/>
                </a:lnTo>
                <a:lnTo>
                  <a:pt x="251745" y="2709000"/>
                </a:lnTo>
                <a:lnTo>
                  <a:pt x="277261" y="2736373"/>
                </a:lnTo>
                <a:lnTo>
                  <a:pt x="304651" y="2762374"/>
                </a:lnTo>
                <a:lnTo>
                  <a:pt x="334002" y="2786904"/>
                </a:lnTo>
                <a:lnTo>
                  <a:pt x="365401" y="2809866"/>
                </a:lnTo>
                <a:lnTo>
                  <a:pt x="398935" y="2831164"/>
                </a:lnTo>
                <a:lnTo>
                  <a:pt x="434690" y="2850701"/>
                </a:lnTo>
                <a:lnTo>
                  <a:pt x="473643" y="2868454"/>
                </a:lnTo>
                <a:lnTo>
                  <a:pt x="516495" y="2884526"/>
                </a:lnTo>
                <a:lnTo>
                  <a:pt x="562919" y="2899002"/>
                </a:lnTo>
                <a:lnTo>
                  <a:pt x="612588" y="2911967"/>
                </a:lnTo>
                <a:lnTo>
                  <a:pt x="665178" y="2923507"/>
                </a:lnTo>
                <a:lnTo>
                  <a:pt x="720360" y="2933708"/>
                </a:lnTo>
                <a:lnTo>
                  <a:pt x="777809" y="2942654"/>
                </a:lnTo>
                <a:lnTo>
                  <a:pt x="837198" y="2950433"/>
                </a:lnTo>
                <a:lnTo>
                  <a:pt x="898201" y="2957129"/>
                </a:lnTo>
                <a:lnTo>
                  <a:pt x="960492" y="2962828"/>
                </a:lnTo>
                <a:lnTo>
                  <a:pt x="1023743" y="2967615"/>
                </a:lnTo>
                <a:lnTo>
                  <a:pt x="1087629" y="2971577"/>
                </a:lnTo>
                <a:lnTo>
                  <a:pt x="1151824" y="2974799"/>
                </a:lnTo>
                <a:lnTo>
                  <a:pt x="1216000" y="2977366"/>
                </a:lnTo>
                <a:lnTo>
                  <a:pt x="1279831" y="2979365"/>
                </a:lnTo>
                <a:lnTo>
                  <a:pt x="1342992" y="2980880"/>
                </a:lnTo>
                <a:lnTo>
                  <a:pt x="1405155" y="2981997"/>
                </a:lnTo>
                <a:lnTo>
                  <a:pt x="1465994" y="2982803"/>
                </a:lnTo>
                <a:lnTo>
                  <a:pt x="1525183" y="2983382"/>
                </a:lnTo>
                <a:lnTo>
                  <a:pt x="1582395" y="2983820"/>
                </a:lnTo>
                <a:lnTo>
                  <a:pt x="1637305" y="2984203"/>
                </a:lnTo>
                <a:lnTo>
                  <a:pt x="1689584" y="2984616"/>
                </a:lnTo>
                <a:lnTo>
                  <a:pt x="1738908" y="2985146"/>
                </a:lnTo>
                <a:lnTo>
                  <a:pt x="1784950" y="2985877"/>
                </a:lnTo>
                <a:lnTo>
                  <a:pt x="1828638" y="2986564"/>
                </a:lnTo>
                <a:lnTo>
                  <a:pt x="1871139" y="2986900"/>
                </a:lnTo>
                <a:lnTo>
                  <a:pt x="1912478" y="2986877"/>
                </a:lnTo>
                <a:lnTo>
                  <a:pt x="1952683" y="2986489"/>
                </a:lnTo>
                <a:lnTo>
                  <a:pt x="1991783" y="2985730"/>
                </a:lnTo>
                <a:lnTo>
                  <a:pt x="2029803" y="2984592"/>
                </a:lnTo>
                <a:lnTo>
                  <a:pt x="2066771" y="2983070"/>
                </a:lnTo>
                <a:lnTo>
                  <a:pt x="2102714" y="2981158"/>
                </a:lnTo>
                <a:lnTo>
                  <a:pt x="2137660" y="2978847"/>
                </a:lnTo>
                <a:lnTo>
                  <a:pt x="2171636" y="2976132"/>
                </a:lnTo>
                <a:lnTo>
                  <a:pt x="2204669" y="2973007"/>
                </a:lnTo>
                <a:lnTo>
                  <a:pt x="2236786" y="2969464"/>
                </a:lnTo>
                <a:lnTo>
                  <a:pt x="2268015" y="2965497"/>
                </a:lnTo>
                <a:lnTo>
                  <a:pt x="2298383" y="2961100"/>
                </a:lnTo>
                <a:lnTo>
                  <a:pt x="2327917" y="2956266"/>
                </a:lnTo>
                <a:lnTo>
                  <a:pt x="2356644" y="2950989"/>
                </a:lnTo>
                <a:lnTo>
                  <a:pt x="2384592" y="2945262"/>
                </a:lnTo>
                <a:lnTo>
                  <a:pt x="2411787" y="2939078"/>
                </a:lnTo>
                <a:lnTo>
                  <a:pt x="2438258" y="2932430"/>
                </a:lnTo>
                <a:lnTo>
                  <a:pt x="2464031" y="2925314"/>
                </a:lnTo>
                <a:lnTo>
                  <a:pt x="2489133" y="2917721"/>
                </a:lnTo>
                <a:lnTo>
                  <a:pt x="2513592" y="2909645"/>
                </a:lnTo>
                <a:lnTo>
                  <a:pt x="2537436" y="2901080"/>
                </a:lnTo>
                <a:lnTo>
                  <a:pt x="2560691" y="2892019"/>
                </a:lnTo>
                <a:lnTo>
                  <a:pt x="2583109" y="2882295"/>
                </a:lnTo>
                <a:lnTo>
                  <a:pt x="2604454" y="2871778"/>
                </a:lnTo>
                <a:lnTo>
                  <a:pt x="2624768" y="2860518"/>
                </a:lnTo>
                <a:lnTo>
                  <a:pt x="2644092" y="2848564"/>
                </a:lnTo>
                <a:lnTo>
                  <a:pt x="2662469" y="2835964"/>
                </a:lnTo>
                <a:lnTo>
                  <a:pt x="2679941" y="2822767"/>
                </a:lnTo>
                <a:lnTo>
                  <a:pt x="2696549" y="2809022"/>
                </a:lnTo>
                <a:lnTo>
                  <a:pt x="2712335" y="2794778"/>
                </a:lnTo>
                <a:lnTo>
                  <a:pt x="2727342" y="2780084"/>
                </a:lnTo>
                <a:lnTo>
                  <a:pt x="2741612" y="2764989"/>
                </a:lnTo>
                <a:lnTo>
                  <a:pt x="2755186" y="2749542"/>
                </a:lnTo>
                <a:lnTo>
                  <a:pt x="2768107" y="2733792"/>
                </a:lnTo>
                <a:lnTo>
                  <a:pt x="2780417" y="2717787"/>
                </a:lnTo>
                <a:lnTo>
                  <a:pt x="2792157" y="2701576"/>
                </a:lnTo>
                <a:lnTo>
                  <a:pt x="2803369" y="2685210"/>
                </a:lnTo>
                <a:lnTo>
                  <a:pt x="2814097" y="2668735"/>
                </a:lnTo>
                <a:lnTo>
                  <a:pt x="2824380" y="2652202"/>
                </a:lnTo>
                <a:lnTo>
                  <a:pt x="2834263" y="2635660"/>
                </a:lnTo>
                <a:lnTo>
                  <a:pt x="2843786" y="2619156"/>
                </a:lnTo>
                <a:lnTo>
                  <a:pt x="2852991" y="2602740"/>
                </a:lnTo>
                <a:lnTo>
                  <a:pt x="2861921" y="2586462"/>
                </a:lnTo>
                <a:lnTo>
                  <a:pt x="2870618" y="2570369"/>
                </a:lnTo>
                <a:lnTo>
                  <a:pt x="2879123" y="2554511"/>
                </a:lnTo>
                <a:lnTo>
                  <a:pt x="2887479" y="2538937"/>
                </a:lnTo>
                <a:lnTo>
                  <a:pt x="2895526" y="2523638"/>
                </a:lnTo>
                <a:lnTo>
                  <a:pt x="2903083" y="2508548"/>
                </a:lnTo>
                <a:lnTo>
                  <a:pt x="2910157" y="2493629"/>
                </a:lnTo>
                <a:lnTo>
                  <a:pt x="2916754" y="2478842"/>
                </a:lnTo>
                <a:lnTo>
                  <a:pt x="2922880" y="2464149"/>
                </a:lnTo>
                <a:lnTo>
                  <a:pt x="2928543" y="2449512"/>
                </a:lnTo>
                <a:lnTo>
                  <a:pt x="2933750" y="2434893"/>
                </a:lnTo>
                <a:lnTo>
                  <a:pt x="2938506" y="2420253"/>
                </a:lnTo>
                <a:lnTo>
                  <a:pt x="2942818" y="2405554"/>
                </a:lnTo>
                <a:lnTo>
                  <a:pt x="2946694" y="2390759"/>
                </a:lnTo>
                <a:lnTo>
                  <a:pt x="2950140" y="2375829"/>
                </a:lnTo>
                <a:lnTo>
                  <a:pt x="2953163" y="2360725"/>
                </a:lnTo>
                <a:lnTo>
                  <a:pt x="2955768" y="2345410"/>
                </a:lnTo>
                <a:lnTo>
                  <a:pt x="2957964" y="2329845"/>
                </a:lnTo>
                <a:lnTo>
                  <a:pt x="2959757" y="2313992"/>
                </a:lnTo>
                <a:lnTo>
                  <a:pt x="2961153" y="2297812"/>
                </a:lnTo>
                <a:lnTo>
                  <a:pt x="2962159" y="2281269"/>
                </a:lnTo>
                <a:lnTo>
                  <a:pt x="2962782" y="2264322"/>
                </a:lnTo>
                <a:lnTo>
                  <a:pt x="2963028" y="2246935"/>
                </a:lnTo>
                <a:lnTo>
                  <a:pt x="2962905" y="2229069"/>
                </a:lnTo>
                <a:lnTo>
                  <a:pt x="2962418" y="2210685"/>
                </a:lnTo>
                <a:lnTo>
                  <a:pt x="2961575" y="2191746"/>
                </a:lnTo>
                <a:lnTo>
                  <a:pt x="2960382" y="2172214"/>
                </a:lnTo>
                <a:lnTo>
                  <a:pt x="2958846" y="2152049"/>
                </a:lnTo>
                <a:lnTo>
                  <a:pt x="2956803" y="2131185"/>
                </a:lnTo>
                <a:lnTo>
                  <a:pt x="2954110" y="2109612"/>
                </a:lnTo>
                <a:lnTo>
                  <a:pt x="2950804" y="2087380"/>
                </a:lnTo>
                <a:lnTo>
                  <a:pt x="2946921" y="2064538"/>
                </a:lnTo>
                <a:lnTo>
                  <a:pt x="2942500" y="2041134"/>
                </a:lnTo>
                <a:lnTo>
                  <a:pt x="2937578" y="2017218"/>
                </a:lnTo>
                <a:lnTo>
                  <a:pt x="2932191" y="1992840"/>
                </a:lnTo>
                <a:lnTo>
                  <a:pt x="2926377" y="1968048"/>
                </a:lnTo>
                <a:lnTo>
                  <a:pt x="2920173" y="1942891"/>
                </a:lnTo>
                <a:lnTo>
                  <a:pt x="2913617" y="1917420"/>
                </a:lnTo>
                <a:lnTo>
                  <a:pt x="2906745" y="1891682"/>
                </a:lnTo>
                <a:lnTo>
                  <a:pt x="2899594" y="1865727"/>
                </a:lnTo>
                <a:lnTo>
                  <a:pt x="2892203" y="1839605"/>
                </a:lnTo>
                <a:lnTo>
                  <a:pt x="2884608" y="1813364"/>
                </a:lnTo>
                <a:lnTo>
                  <a:pt x="2876846" y="1787054"/>
                </a:lnTo>
                <a:lnTo>
                  <a:pt x="2868954" y="1760724"/>
                </a:lnTo>
                <a:lnTo>
                  <a:pt x="2860970" y="1734423"/>
                </a:lnTo>
                <a:lnTo>
                  <a:pt x="2852932" y="1708200"/>
                </a:lnTo>
                <a:lnTo>
                  <a:pt x="2844875" y="1682104"/>
                </a:lnTo>
                <a:lnTo>
                  <a:pt x="2836838" y="1656185"/>
                </a:lnTo>
                <a:lnTo>
                  <a:pt x="2828857" y="1630492"/>
                </a:lnTo>
                <a:lnTo>
                  <a:pt x="2820970" y="1605074"/>
                </a:lnTo>
                <a:lnTo>
                  <a:pt x="2813214" y="1579980"/>
                </a:lnTo>
                <a:lnTo>
                  <a:pt x="2805626" y="1555259"/>
                </a:lnTo>
                <a:lnTo>
                  <a:pt x="2798003" y="1530587"/>
                </a:lnTo>
                <a:lnTo>
                  <a:pt x="2790130" y="1505635"/>
                </a:lnTo>
                <a:lnTo>
                  <a:pt x="2782030" y="1480446"/>
                </a:lnTo>
                <a:lnTo>
                  <a:pt x="2773726" y="1455066"/>
                </a:lnTo>
                <a:lnTo>
                  <a:pt x="2765240" y="1429538"/>
                </a:lnTo>
                <a:lnTo>
                  <a:pt x="2756595" y="1403907"/>
                </a:lnTo>
                <a:lnTo>
                  <a:pt x="2747812" y="1378217"/>
                </a:lnTo>
                <a:lnTo>
                  <a:pt x="2738915" y="1352511"/>
                </a:lnTo>
                <a:lnTo>
                  <a:pt x="2729925" y="1326834"/>
                </a:lnTo>
                <a:lnTo>
                  <a:pt x="2720866" y="1301231"/>
                </a:lnTo>
                <a:lnTo>
                  <a:pt x="2711759" y="1275745"/>
                </a:lnTo>
                <a:lnTo>
                  <a:pt x="2702627" y="1250420"/>
                </a:lnTo>
                <a:lnTo>
                  <a:pt x="2693492" y="1225302"/>
                </a:lnTo>
                <a:lnTo>
                  <a:pt x="2684378" y="1200433"/>
                </a:lnTo>
                <a:lnTo>
                  <a:pt x="2675306" y="1175858"/>
                </a:lnTo>
                <a:lnTo>
                  <a:pt x="2666298" y="1151622"/>
                </a:lnTo>
                <a:lnTo>
                  <a:pt x="2657378" y="1127768"/>
                </a:lnTo>
                <a:lnTo>
                  <a:pt x="2648567" y="1104341"/>
                </a:lnTo>
                <a:lnTo>
                  <a:pt x="2639888" y="1081384"/>
                </a:lnTo>
                <a:lnTo>
                  <a:pt x="2631363" y="1058943"/>
                </a:lnTo>
                <a:lnTo>
                  <a:pt x="2623016" y="1037061"/>
                </a:lnTo>
                <a:lnTo>
                  <a:pt x="2614867" y="1015782"/>
                </a:lnTo>
                <a:lnTo>
                  <a:pt x="2606941" y="995150"/>
                </a:lnTo>
                <a:lnTo>
                  <a:pt x="2599258" y="975211"/>
                </a:lnTo>
                <a:lnTo>
                  <a:pt x="2591988" y="956141"/>
                </a:lnTo>
                <a:lnTo>
                  <a:pt x="2585241" y="938034"/>
                </a:lnTo>
                <a:lnTo>
                  <a:pt x="2578955" y="920808"/>
                </a:lnTo>
                <a:lnTo>
                  <a:pt x="2573068" y="904379"/>
                </a:lnTo>
                <a:lnTo>
                  <a:pt x="2567517" y="888664"/>
                </a:lnTo>
                <a:lnTo>
                  <a:pt x="2562241" y="873581"/>
                </a:lnTo>
                <a:lnTo>
                  <a:pt x="2557176" y="859046"/>
                </a:lnTo>
                <a:lnTo>
                  <a:pt x="2552261" y="844977"/>
                </a:lnTo>
                <a:lnTo>
                  <a:pt x="2547433" y="831290"/>
                </a:lnTo>
                <a:lnTo>
                  <a:pt x="2542630" y="817903"/>
                </a:lnTo>
                <a:lnTo>
                  <a:pt x="2537789" y="804732"/>
                </a:lnTo>
                <a:lnTo>
                  <a:pt x="2532848" y="791695"/>
                </a:lnTo>
                <a:lnTo>
                  <a:pt x="2527745" y="778708"/>
                </a:lnTo>
                <a:lnTo>
                  <a:pt x="2522418" y="765689"/>
                </a:lnTo>
                <a:lnTo>
                  <a:pt x="2516804" y="752554"/>
                </a:lnTo>
                <a:lnTo>
                  <a:pt x="2510840" y="739221"/>
                </a:lnTo>
                <a:lnTo>
                  <a:pt x="2504465" y="725607"/>
                </a:lnTo>
                <a:lnTo>
                  <a:pt x="2497616" y="711628"/>
                </a:lnTo>
                <a:lnTo>
                  <a:pt x="2490231" y="697202"/>
                </a:lnTo>
                <a:lnTo>
                  <a:pt x="2482248" y="682246"/>
                </a:lnTo>
                <a:lnTo>
                  <a:pt x="2473603" y="666677"/>
                </a:lnTo>
                <a:lnTo>
                  <a:pt x="2464235" y="650412"/>
                </a:lnTo>
                <a:lnTo>
                  <a:pt x="2454082" y="633367"/>
                </a:lnTo>
                <a:lnTo>
                  <a:pt x="2443081" y="615460"/>
                </a:lnTo>
                <a:lnTo>
                  <a:pt x="2431735" y="596420"/>
                </a:lnTo>
                <a:lnTo>
                  <a:pt x="2420537" y="576124"/>
                </a:lnTo>
                <a:lnTo>
                  <a:pt x="2409407" y="554712"/>
                </a:lnTo>
                <a:lnTo>
                  <a:pt x="2398264" y="532323"/>
                </a:lnTo>
                <a:lnTo>
                  <a:pt x="2387030" y="509096"/>
                </a:lnTo>
                <a:lnTo>
                  <a:pt x="2375623" y="485169"/>
                </a:lnTo>
                <a:lnTo>
                  <a:pt x="2363965" y="460683"/>
                </a:lnTo>
                <a:lnTo>
                  <a:pt x="2351975" y="435776"/>
                </a:lnTo>
                <a:lnTo>
                  <a:pt x="2339573" y="410588"/>
                </a:lnTo>
                <a:lnTo>
                  <a:pt x="2326680" y="385258"/>
                </a:lnTo>
                <a:lnTo>
                  <a:pt x="2313216" y="359925"/>
                </a:lnTo>
                <a:lnTo>
                  <a:pt x="2299101" y="334729"/>
                </a:lnTo>
                <a:lnTo>
                  <a:pt x="2284254" y="309807"/>
                </a:lnTo>
                <a:lnTo>
                  <a:pt x="2268597" y="285300"/>
                </a:lnTo>
                <a:lnTo>
                  <a:pt x="2252049" y="261348"/>
                </a:lnTo>
                <a:lnTo>
                  <a:pt x="2234530" y="238088"/>
                </a:lnTo>
                <a:lnTo>
                  <a:pt x="2215960" y="215660"/>
                </a:lnTo>
                <a:lnTo>
                  <a:pt x="2196260" y="194204"/>
                </a:lnTo>
                <a:lnTo>
                  <a:pt x="2175350" y="173858"/>
                </a:lnTo>
                <a:lnTo>
                  <a:pt x="2153150" y="154762"/>
                </a:lnTo>
                <a:lnTo>
                  <a:pt x="2129580" y="137056"/>
                </a:lnTo>
                <a:lnTo>
                  <a:pt x="2104559" y="120877"/>
                </a:lnTo>
                <a:lnTo>
                  <a:pt x="2078009" y="106366"/>
                </a:lnTo>
                <a:lnTo>
                  <a:pt x="2049850" y="93661"/>
                </a:lnTo>
                <a:lnTo>
                  <a:pt x="2019579" y="82198"/>
                </a:lnTo>
                <a:lnTo>
                  <a:pt x="1986882" y="71339"/>
                </a:lnTo>
                <a:lnTo>
                  <a:pt x="1951953" y="61118"/>
                </a:lnTo>
                <a:lnTo>
                  <a:pt x="1914991" y="51567"/>
                </a:lnTo>
                <a:lnTo>
                  <a:pt x="1876191" y="42718"/>
                </a:lnTo>
                <a:lnTo>
                  <a:pt x="1835751" y="34603"/>
                </a:lnTo>
                <a:lnTo>
                  <a:pt x="1793867" y="27257"/>
                </a:lnTo>
                <a:lnTo>
                  <a:pt x="1750736" y="20709"/>
                </a:lnTo>
                <a:lnTo>
                  <a:pt x="1706554" y="14994"/>
                </a:lnTo>
                <a:lnTo>
                  <a:pt x="1661519" y="10144"/>
                </a:lnTo>
                <a:lnTo>
                  <a:pt x="1615826" y="6191"/>
                </a:lnTo>
                <a:lnTo>
                  <a:pt x="1569673" y="3168"/>
                </a:lnTo>
                <a:lnTo>
                  <a:pt x="1523256" y="1106"/>
                </a:lnTo>
                <a:lnTo>
                  <a:pt x="1476771" y="40"/>
                </a:lnTo>
                <a:lnTo>
                  <a:pt x="1430416" y="0"/>
                </a:lnTo>
                <a:lnTo>
                  <a:pt x="1384388" y="1020"/>
                </a:lnTo>
                <a:lnTo>
                  <a:pt x="1338882" y="3132"/>
                </a:lnTo>
                <a:lnTo>
                  <a:pt x="1294096" y="6368"/>
                </a:lnTo>
                <a:lnTo>
                  <a:pt x="1250226" y="10761"/>
                </a:lnTo>
                <a:lnTo>
                  <a:pt x="1207469" y="16344"/>
                </a:lnTo>
                <a:lnTo>
                  <a:pt x="1166021" y="23149"/>
                </a:lnTo>
                <a:lnTo>
                  <a:pt x="1126080" y="31208"/>
                </a:lnTo>
                <a:lnTo>
                  <a:pt x="1087842" y="40554"/>
                </a:lnTo>
                <a:lnTo>
                  <a:pt x="1051503" y="51219"/>
                </a:lnTo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CC0000"/>
            </a:solidFill>
            <a:round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358EE7-60C5-488C-8448-6B6CAF461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060" y="152999"/>
            <a:ext cx="1901699" cy="2919915"/>
          </a:xfrm>
          <a:custGeom xmlns:a="http://schemas.openxmlformats.org/drawingml/2006/main">
            <a:pathLst>
              <a:path w="1901699" h="2919915">
                <a:moveTo>
                  <a:pt x="83888" y="210839"/>
                </a:moveTo>
                <a:cubicBezTo>
                  <a:pt x="167776" y="8005"/>
                  <a:pt x="647059" y="0"/>
                  <a:pt x="899423" y="168930"/>
                </a:cubicBezTo>
                <a:cubicBezTo>
                  <a:pt x="1151788" y="337859"/>
                  <a:pt x="1433427" y="892621"/>
                  <a:pt x="1598074" y="1224417"/>
                </a:cubicBezTo>
                <a:cubicBezTo>
                  <a:pt x="1762720" y="1556213"/>
                  <a:pt x="1872901" y="1914303"/>
                  <a:pt x="1887300" y="2159707"/>
                </a:cubicBezTo>
                <a:cubicBezTo>
                  <a:pt x="1901699" y="2405111"/>
                  <a:pt x="1826991" y="2572419"/>
                  <a:pt x="1684466" y="2696841"/>
                </a:cubicBezTo>
                <a:cubicBezTo>
                  <a:pt x="1541940" y="2821264"/>
                  <a:pt x="1287059" y="2919915"/>
                  <a:pt x="1032147" y="2906241"/>
                </a:cubicBezTo>
                <a:cubicBezTo>
                  <a:pt x="777234" y="2892567"/>
                  <a:pt x="260998" y="2868181"/>
                  <a:pt x="154989" y="2614797"/>
                </a:cubicBezTo>
                <a:cubicBezTo>
                  <a:pt x="48981" y="2361412"/>
                  <a:pt x="407945" y="1786593"/>
                  <a:pt x="396095" y="1385933"/>
                </a:cubicBezTo>
                <a:cubicBezTo>
                  <a:pt x="384245" y="985273"/>
                  <a:pt x="0" y="413673"/>
                  <a:pt x="83888" y="210839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0016C2-CC43-4A0E-8302-45DE6940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059" y="152999"/>
            <a:ext cx="1901700" cy="2919915"/>
          </a:xfrm>
          <a:custGeom xmlns:a="http://schemas.openxmlformats.org/drawingml/2006/main">
            <a:pathLst>
              <a:path w="1901700" h="2919915" fill="none">
                <a:moveTo>
                  <a:pt x="83889" y="210839"/>
                </a:moveTo>
                <a:cubicBezTo>
                  <a:pt x="0" y="413673"/>
                  <a:pt x="384246" y="985274"/>
                  <a:pt x="396095" y="1385933"/>
                </a:cubicBezTo>
                <a:cubicBezTo>
                  <a:pt x="407945" y="1786594"/>
                  <a:pt x="48981" y="2361412"/>
                  <a:pt x="154990" y="2614797"/>
                </a:cubicBezTo>
                <a:cubicBezTo>
                  <a:pt x="260999" y="2868182"/>
                  <a:pt x="777234" y="2892568"/>
                  <a:pt x="1032148" y="2906241"/>
                </a:cubicBezTo>
                <a:cubicBezTo>
                  <a:pt x="1287061" y="2919915"/>
                  <a:pt x="1541942" y="2821264"/>
                  <a:pt x="1684467" y="2696841"/>
                </a:cubicBezTo>
                <a:cubicBezTo>
                  <a:pt x="1826991" y="2572418"/>
                  <a:pt x="1901700" y="2405111"/>
                  <a:pt x="1887300" y="2159707"/>
                </a:cubicBezTo>
                <a:cubicBezTo>
                  <a:pt x="1872901" y="1914302"/>
                  <a:pt x="1762721" y="1556214"/>
                  <a:pt x="1598074" y="1224417"/>
                </a:cubicBezTo>
                <a:cubicBezTo>
                  <a:pt x="1433428" y="892621"/>
                  <a:pt x="1151788" y="337859"/>
                  <a:pt x="899424" y="168930"/>
                </a:cubicBezTo>
                <a:cubicBezTo>
                  <a:pt x="647060" y="0"/>
                  <a:pt x="167777" y="8005"/>
                  <a:pt x="83889" y="210839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FF9900"/>
            </a:solidFill>
            <a:round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6D21E-6079-4AAE-888C-81B532BC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987" y="106319"/>
            <a:ext cx="2423308" cy="2641480"/>
          </a:xfrm>
          <a:custGeom xmlns:a="http://schemas.openxmlformats.org/drawingml/2006/main">
            <a:pathLst>
              <a:path w="2423308" h="2641480">
                <a:moveTo>
                  <a:pt x="324314" y="862000"/>
                </a:moveTo>
                <a:cubicBezTo>
                  <a:pt x="492243" y="602098"/>
                  <a:pt x="757960" y="227205"/>
                  <a:pt x="1027075" y="113603"/>
                </a:cubicBezTo>
                <a:cubicBezTo>
                  <a:pt x="1296189" y="0"/>
                  <a:pt x="1719154" y="49821"/>
                  <a:pt x="1938999" y="180385"/>
                </a:cubicBezTo>
                <a:cubicBezTo>
                  <a:pt x="2158844" y="310950"/>
                  <a:pt x="2286654" y="714481"/>
                  <a:pt x="2346146" y="896989"/>
                </a:cubicBezTo>
                <a:cubicBezTo>
                  <a:pt x="2405639" y="1079496"/>
                  <a:pt x="2423308" y="1150341"/>
                  <a:pt x="2295955" y="1275432"/>
                </a:cubicBezTo>
                <a:cubicBezTo>
                  <a:pt x="2168602" y="1400522"/>
                  <a:pt x="1774255" y="1472964"/>
                  <a:pt x="1582029" y="1647531"/>
                </a:cubicBezTo>
                <a:cubicBezTo>
                  <a:pt x="1389802" y="1822097"/>
                  <a:pt x="1371719" y="2175223"/>
                  <a:pt x="1142600" y="2322830"/>
                </a:cubicBezTo>
                <a:cubicBezTo>
                  <a:pt x="913480" y="2470438"/>
                  <a:pt x="394493" y="2641480"/>
                  <a:pt x="207310" y="2533176"/>
                </a:cubicBezTo>
                <a:cubicBezTo>
                  <a:pt x="20127" y="2424873"/>
                  <a:pt x="0" y="1951540"/>
                  <a:pt x="19501" y="1673010"/>
                </a:cubicBezTo>
                <a:cubicBezTo>
                  <a:pt x="39001" y="1394481"/>
                  <a:pt x="156384" y="1121901"/>
                  <a:pt x="324314" y="862000"/>
                </a:cubicBez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05B897-FBE6-4AED-8EF2-AAC9B7A9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4987" y="106320"/>
            <a:ext cx="2423308" cy="2641480"/>
          </a:xfrm>
          <a:custGeom xmlns:a="http://schemas.openxmlformats.org/drawingml/2006/main">
            <a:pathLst>
              <a:path w="2423308" h="2641480" fill="none">
                <a:moveTo>
                  <a:pt x="324313" y="862000"/>
                </a:moveTo>
                <a:cubicBezTo>
                  <a:pt x="156384" y="1121901"/>
                  <a:pt x="39001" y="1394481"/>
                  <a:pt x="19501" y="1673010"/>
                </a:cubicBezTo>
                <a:cubicBezTo>
                  <a:pt x="0" y="1951540"/>
                  <a:pt x="20127" y="2424873"/>
                  <a:pt x="207310" y="2533176"/>
                </a:cubicBezTo>
                <a:cubicBezTo>
                  <a:pt x="394493" y="2641480"/>
                  <a:pt x="913480" y="2470437"/>
                  <a:pt x="1142599" y="2322829"/>
                </a:cubicBezTo>
                <a:cubicBezTo>
                  <a:pt x="1371720" y="2175222"/>
                  <a:pt x="1389803" y="1822096"/>
                  <a:pt x="1582029" y="1647530"/>
                </a:cubicBezTo>
                <a:cubicBezTo>
                  <a:pt x="1774254" y="1472964"/>
                  <a:pt x="2168602" y="1400522"/>
                  <a:pt x="2295956" y="1275431"/>
                </a:cubicBezTo>
                <a:cubicBezTo>
                  <a:pt x="2423308" y="1150341"/>
                  <a:pt x="2405639" y="1079496"/>
                  <a:pt x="2346147" y="896988"/>
                </a:cubicBezTo>
                <a:cubicBezTo>
                  <a:pt x="2286654" y="714481"/>
                  <a:pt x="2158845" y="310950"/>
                  <a:pt x="1939000" y="180385"/>
                </a:cubicBezTo>
                <a:cubicBezTo>
                  <a:pt x="1719154" y="49821"/>
                  <a:pt x="1296188" y="0"/>
                  <a:pt x="1027075" y="113602"/>
                </a:cubicBezTo>
                <a:cubicBezTo>
                  <a:pt x="757960" y="227205"/>
                  <a:pt x="492243" y="602098"/>
                  <a:pt x="324313" y="86200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537" cap="flat">
            <a:solidFill>
              <a:srgbClr val="4285F4"/>
            </a:solidFill>
            <a:round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F27EB-0F57-454B-8D42-6CAA5C8B5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958" y="254182"/>
            <a:ext cx="375946" cy="361860"/>
          </a:xfrm>
          <a:custGeom xmlns:a="http://schemas.openxmlformats.org/drawingml/2006/main">
            <a:pathLst>
              <a:path w="375946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6" y="132944"/>
                  <a:pt x="375946" y="180930"/>
                </a:cubicBezTo>
                <a:cubicBezTo>
                  <a:pt x="375946" y="280855"/>
                  <a:pt x="291788" y="361860"/>
                  <a:pt x="187973" y="361860"/>
                </a:cubicBezTo>
                <a:cubicBezTo>
                  <a:pt x="84159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555DC9-2617-443F-9F64-68403D58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958" y="25418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9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83" name="Text 90k">
            <a:extLst xmlns:a="http://schemas.openxmlformats.org/drawingml/2006/main">
              <a:ext uri="{FF2B5EF4-FFF2-40B4-BE49-F238E27FC236}">
                <a16:creationId xmlns:a16="http://schemas.microsoft.com/office/drawing/2014/main" id="{3F0EE188-A9F7-40FD-9407-17B94A58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6301" y="377389"/>
            <a:ext cx="247145" cy="115239"/>
          </a:xfrm>
          <a:custGeom xmlns:a="http://schemas.openxmlformats.org/drawingml/2006/main">
            <a:pathLst>
              <a:path w="247145" h="115239">
                <a:moveTo>
                  <a:pt x="2080" y="87199"/>
                </a:moveTo>
                <a:lnTo>
                  <a:pt x="15406" y="86121"/>
                </a:lnTo>
                <a:cubicBezTo>
                  <a:pt x="16536" y="92331"/>
                  <a:pt x="18693" y="96837"/>
                  <a:pt x="21877" y="99637"/>
                </a:cubicBezTo>
                <a:cubicBezTo>
                  <a:pt x="25061" y="102438"/>
                  <a:pt x="29143" y="103838"/>
                  <a:pt x="34125" y="103838"/>
                </a:cubicBezTo>
                <a:cubicBezTo>
                  <a:pt x="38387" y="103838"/>
                  <a:pt x="42123" y="102862"/>
                  <a:pt x="45333" y="100911"/>
                </a:cubicBezTo>
                <a:cubicBezTo>
                  <a:pt x="48542" y="98959"/>
                  <a:pt x="51174" y="96353"/>
                  <a:pt x="53228" y="93092"/>
                </a:cubicBezTo>
                <a:cubicBezTo>
                  <a:pt x="55283" y="89831"/>
                  <a:pt x="57003" y="85428"/>
                  <a:pt x="58390" y="79881"/>
                </a:cubicBezTo>
                <a:cubicBezTo>
                  <a:pt x="59776" y="74335"/>
                  <a:pt x="60469" y="68686"/>
                  <a:pt x="60469" y="62934"/>
                </a:cubicBezTo>
                <a:cubicBezTo>
                  <a:pt x="60469" y="62318"/>
                  <a:pt x="60444" y="61394"/>
                  <a:pt x="60392" y="60161"/>
                </a:cubicBezTo>
                <a:cubicBezTo>
                  <a:pt x="57619" y="64578"/>
                  <a:pt x="53832" y="68160"/>
                  <a:pt x="49030" y="70907"/>
                </a:cubicBezTo>
                <a:cubicBezTo>
                  <a:pt x="44229" y="73655"/>
                  <a:pt x="39029" y="75028"/>
                  <a:pt x="33432" y="75028"/>
                </a:cubicBezTo>
                <a:cubicBezTo>
                  <a:pt x="24085" y="75028"/>
                  <a:pt x="16177" y="71643"/>
                  <a:pt x="9706" y="64872"/>
                </a:cubicBezTo>
                <a:cubicBezTo>
                  <a:pt x="3235" y="58100"/>
                  <a:pt x="0" y="49173"/>
                  <a:pt x="0" y="38092"/>
                </a:cubicBezTo>
                <a:cubicBezTo>
                  <a:pt x="0" y="26651"/>
                  <a:pt x="3377" y="17443"/>
                  <a:pt x="10130" y="10467"/>
                </a:cubicBezTo>
                <a:cubicBezTo>
                  <a:pt x="16883" y="3489"/>
                  <a:pt x="25343" y="0"/>
                  <a:pt x="35511" y="0"/>
                </a:cubicBezTo>
                <a:cubicBezTo>
                  <a:pt x="42855" y="0"/>
                  <a:pt x="49570" y="1976"/>
                  <a:pt x="55655" y="5929"/>
                </a:cubicBezTo>
                <a:cubicBezTo>
                  <a:pt x="61740" y="9880"/>
                  <a:pt x="66362" y="15512"/>
                  <a:pt x="69521" y="22825"/>
                </a:cubicBezTo>
                <a:cubicBezTo>
                  <a:pt x="72679" y="30138"/>
                  <a:pt x="74258" y="40723"/>
                  <a:pt x="74258" y="54579"/>
                </a:cubicBezTo>
                <a:cubicBezTo>
                  <a:pt x="74258" y="69000"/>
                  <a:pt x="72692" y="80483"/>
                  <a:pt x="69559" y="89029"/>
                </a:cubicBezTo>
                <a:cubicBezTo>
                  <a:pt x="66426" y="97573"/>
                  <a:pt x="61766" y="104077"/>
                  <a:pt x="55578" y="108542"/>
                </a:cubicBezTo>
                <a:cubicBezTo>
                  <a:pt x="49390" y="113006"/>
                  <a:pt x="42136" y="115239"/>
                  <a:pt x="33817" y="115239"/>
                </a:cubicBezTo>
                <a:cubicBezTo>
                  <a:pt x="24984" y="115239"/>
                  <a:pt x="17769" y="112786"/>
                  <a:pt x="12171" y="107882"/>
                </a:cubicBezTo>
                <a:cubicBezTo>
                  <a:pt x="6573" y="102978"/>
                  <a:pt x="3210" y="96083"/>
                  <a:pt x="2080" y="87199"/>
                </a:cubicBezTo>
                <a:moveTo>
                  <a:pt x="58852" y="37396"/>
                </a:moveTo>
                <a:cubicBezTo>
                  <a:pt x="58852" y="29473"/>
                  <a:pt x="56733" y="23186"/>
                  <a:pt x="52497" y="18533"/>
                </a:cubicBezTo>
                <a:cubicBezTo>
                  <a:pt x="48260" y="13881"/>
                  <a:pt x="43163" y="11555"/>
                  <a:pt x="37206" y="11555"/>
                </a:cubicBezTo>
                <a:cubicBezTo>
                  <a:pt x="31044" y="11555"/>
                  <a:pt x="25677" y="14060"/>
                  <a:pt x="21107" y="19070"/>
                </a:cubicBezTo>
                <a:cubicBezTo>
                  <a:pt x="16536" y="24080"/>
                  <a:pt x="14251" y="30573"/>
                  <a:pt x="14251" y="38547"/>
                </a:cubicBezTo>
                <a:cubicBezTo>
                  <a:pt x="14251" y="45704"/>
                  <a:pt x="16420" y="51520"/>
                  <a:pt x="20760" y="55994"/>
                </a:cubicBezTo>
                <a:cubicBezTo>
                  <a:pt x="25099" y="60467"/>
                  <a:pt x="30453" y="62703"/>
                  <a:pt x="36821" y="62703"/>
                </a:cubicBezTo>
                <a:cubicBezTo>
                  <a:pt x="43240" y="62703"/>
                  <a:pt x="48517" y="60467"/>
                  <a:pt x="52651" y="55994"/>
                </a:cubicBezTo>
                <a:cubicBezTo>
                  <a:pt x="56785" y="51520"/>
                  <a:pt x="58852" y="45321"/>
                  <a:pt x="58852" y="37396"/>
                </a:cubicBezTo>
                <a:close/>
                <a:moveTo>
                  <a:pt x="87715" y="57658"/>
                </a:moveTo>
                <a:cubicBezTo>
                  <a:pt x="87715" y="44315"/>
                  <a:pt x="89088" y="33577"/>
                  <a:pt x="91836" y="25442"/>
                </a:cubicBezTo>
                <a:cubicBezTo>
                  <a:pt x="94583" y="17307"/>
                  <a:pt x="98666" y="11033"/>
                  <a:pt x="104084" y="6620"/>
                </a:cubicBezTo>
                <a:cubicBezTo>
                  <a:pt x="109502" y="2207"/>
                  <a:pt x="116319" y="0"/>
                  <a:pt x="124536" y="0"/>
                </a:cubicBezTo>
                <a:cubicBezTo>
                  <a:pt x="130595" y="0"/>
                  <a:pt x="135910" y="1219"/>
                  <a:pt x="140481" y="3657"/>
                </a:cubicBezTo>
                <a:cubicBezTo>
                  <a:pt x="145051" y="6094"/>
                  <a:pt x="148826" y="9610"/>
                  <a:pt x="151805" y="14203"/>
                </a:cubicBezTo>
                <a:cubicBezTo>
                  <a:pt x="154783" y="18796"/>
                  <a:pt x="157120" y="24390"/>
                  <a:pt x="158814" y="30986"/>
                </a:cubicBezTo>
                <a:cubicBezTo>
                  <a:pt x="160509" y="37580"/>
                  <a:pt x="161356" y="46471"/>
                  <a:pt x="161356" y="57658"/>
                </a:cubicBezTo>
                <a:cubicBezTo>
                  <a:pt x="161356" y="70898"/>
                  <a:pt x="159996" y="81585"/>
                  <a:pt x="157274" y="89720"/>
                </a:cubicBezTo>
                <a:cubicBezTo>
                  <a:pt x="154552" y="97854"/>
                  <a:pt x="150482" y="104141"/>
                  <a:pt x="145064" y="108580"/>
                </a:cubicBezTo>
                <a:cubicBezTo>
                  <a:pt x="139646" y="113019"/>
                  <a:pt x="132804" y="115239"/>
                  <a:pt x="124536" y="115239"/>
                </a:cubicBezTo>
                <a:cubicBezTo>
                  <a:pt x="113648" y="115239"/>
                  <a:pt x="105098" y="111338"/>
                  <a:pt x="98884" y="103537"/>
                </a:cubicBezTo>
                <a:cubicBezTo>
                  <a:pt x="91438" y="94146"/>
                  <a:pt x="87715" y="78853"/>
                  <a:pt x="87715" y="57658"/>
                </a:cubicBezTo>
                <a:moveTo>
                  <a:pt x="101965" y="57696"/>
                </a:moveTo>
                <a:cubicBezTo>
                  <a:pt x="101965" y="76205"/>
                  <a:pt x="104135" y="88522"/>
                  <a:pt x="108475" y="94650"/>
                </a:cubicBezTo>
                <a:cubicBezTo>
                  <a:pt x="112814" y="100775"/>
                  <a:pt x="118168" y="103838"/>
                  <a:pt x="124536" y="103838"/>
                </a:cubicBezTo>
                <a:cubicBezTo>
                  <a:pt x="130903" y="103838"/>
                  <a:pt x="136257" y="100762"/>
                  <a:pt x="140597" y="94611"/>
                </a:cubicBezTo>
                <a:cubicBezTo>
                  <a:pt x="144936" y="88458"/>
                  <a:pt x="147106" y="76153"/>
                  <a:pt x="147106" y="57696"/>
                </a:cubicBezTo>
                <a:cubicBezTo>
                  <a:pt x="147106" y="39137"/>
                  <a:pt x="144936" y="26807"/>
                  <a:pt x="140597" y="20707"/>
                </a:cubicBezTo>
                <a:cubicBezTo>
                  <a:pt x="136257" y="14605"/>
                  <a:pt x="130852" y="11555"/>
                  <a:pt x="124381" y="11555"/>
                </a:cubicBezTo>
                <a:cubicBezTo>
                  <a:pt x="118014" y="11555"/>
                  <a:pt x="112930" y="14246"/>
                  <a:pt x="109129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9357" y="113390"/>
                </a:moveTo>
                <a:lnTo>
                  <a:pt x="179357" y="462"/>
                </a:lnTo>
                <a:lnTo>
                  <a:pt x="193223" y="462"/>
                </a:lnTo>
                <a:lnTo>
                  <a:pt x="193223" y="64790"/>
                </a:lnTo>
                <a:lnTo>
                  <a:pt x="226038" y="31583"/>
                </a:lnTo>
                <a:lnTo>
                  <a:pt x="243986" y="31583"/>
                </a:lnTo>
                <a:lnTo>
                  <a:pt x="212712" y="61976"/>
                </a:lnTo>
                <a:lnTo>
                  <a:pt x="247145" y="113390"/>
                </a:lnTo>
                <a:lnTo>
                  <a:pt x="230044" y="113390"/>
                </a:lnTo>
                <a:lnTo>
                  <a:pt x="203006" y="71492"/>
                </a:lnTo>
                <a:lnTo>
                  <a:pt x="193223" y="80960"/>
                </a:lnTo>
                <a:lnTo>
                  <a:pt x="193223" y="113390"/>
                </a:lnTo>
                <a:lnTo>
                  <a:pt x="17935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E5D7F5-8E71-4365-BB18-5A2CE07F7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658" y="254182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1" y="52993"/>
                </a:cubicBezTo>
                <a:cubicBezTo>
                  <a:pt x="356143" y="86924"/>
                  <a:pt x="375947" y="132944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2A4FE6-4066-4621-9B3B-485420BC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2657" y="25418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7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86" name="Text 1m">
            <a:extLst xmlns:a="http://schemas.openxmlformats.org/drawingml/2006/main">
              <a:ext uri="{FF2B5EF4-FFF2-40B4-BE49-F238E27FC236}">
                <a16:creationId xmlns:a16="http://schemas.microsoft.com/office/drawing/2014/main" id="{6A5C1F3E-5A4F-47B2-B2A9-7E3B55A9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231" y="377389"/>
            <a:ext cx="191785" cy="113390"/>
          </a:xfrm>
          <a:custGeom xmlns:a="http://schemas.openxmlformats.org/drawingml/2006/main">
            <a:pathLst>
              <a:path w="191785" h="113390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80937" y="113390"/>
                </a:moveTo>
                <a:lnTo>
                  <a:pt x="80937" y="31583"/>
                </a:lnTo>
                <a:lnTo>
                  <a:pt x="93339" y="31583"/>
                </a:lnTo>
                <a:lnTo>
                  <a:pt x="93339" y="43060"/>
                </a:lnTo>
                <a:cubicBezTo>
                  <a:pt x="95907" y="39055"/>
                  <a:pt x="99322" y="35832"/>
                  <a:pt x="103584" y="33393"/>
                </a:cubicBezTo>
                <a:cubicBezTo>
                  <a:pt x="107846" y="30954"/>
                  <a:pt x="112699" y="29734"/>
                  <a:pt x="118143" y="29734"/>
                </a:cubicBezTo>
                <a:cubicBezTo>
                  <a:pt x="124203" y="29734"/>
                  <a:pt x="129171" y="30992"/>
                  <a:pt x="133048" y="33509"/>
                </a:cubicBezTo>
                <a:cubicBezTo>
                  <a:pt x="136926" y="36025"/>
                  <a:pt x="139660" y="39543"/>
                  <a:pt x="141252" y="44062"/>
                </a:cubicBezTo>
                <a:cubicBezTo>
                  <a:pt x="147723" y="34510"/>
                  <a:pt x="156145" y="29734"/>
                  <a:pt x="166518" y="29734"/>
                </a:cubicBezTo>
                <a:cubicBezTo>
                  <a:pt x="174632" y="29734"/>
                  <a:pt x="180872" y="31981"/>
                  <a:pt x="185237" y="36474"/>
                </a:cubicBezTo>
                <a:cubicBezTo>
                  <a:pt x="189602" y="40968"/>
                  <a:pt x="191785" y="47888"/>
                  <a:pt x="191785" y="57234"/>
                </a:cubicBezTo>
                <a:lnTo>
                  <a:pt x="191785" y="113390"/>
                </a:lnTo>
                <a:lnTo>
                  <a:pt x="177996" y="113390"/>
                </a:lnTo>
                <a:lnTo>
                  <a:pt x="177996" y="61856"/>
                </a:lnTo>
                <a:cubicBezTo>
                  <a:pt x="177996" y="56310"/>
                  <a:pt x="177547" y="52317"/>
                  <a:pt x="176648" y="49878"/>
                </a:cubicBezTo>
                <a:cubicBezTo>
                  <a:pt x="175749" y="47438"/>
                  <a:pt x="174119" y="45474"/>
                  <a:pt x="171756" y="43985"/>
                </a:cubicBezTo>
                <a:cubicBezTo>
                  <a:pt x="169394" y="42495"/>
                  <a:pt x="166621" y="41751"/>
                  <a:pt x="163437" y="41751"/>
                </a:cubicBezTo>
                <a:cubicBezTo>
                  <a:pt x="157685" y="41751"/>
                  <a:pt x="152910" y="43664"/>
                  <a:pt x="149109" y="47490"/>
                </a:cubicBezTo>
                <a:cubicBezTo>
                  <a:pt x="145309" y="51316"/>
                  <a:pt x="143409" y="57440"/>
                  <a:pt x="143409" y="65862"/>
                </a:cubicBezTo>
                <a:lnTo>
                  <a:pt x="143409" y="113390"/>
                </a:lnTo>
                <a:lnTo>
                  <a:pt x="129543" y="113390"/>
                </a:lnTo>
                <a:lnTo>
                  <a:pt x="129543" y="60238"/>
                </a:lnTo>
                <a:cubicBezTo>
                  <a:pt x="129543" y="54076"/>
                  <a:pt x="128414" y="49454"/>
                  <a:pt x="126154" y="46373"/>
                </a:cubicBezTo>
                <a:cubicBezTo>
                  <a:pt x="123894" y="43291"/>
                  <a:pt x="120197" y="41751"/>
                  <a:pt x="115062" y="41751"/>
                </a:cubicBezTo>
                <a:cubicBezTo>
                  <a:pt x="111159" y="41751"/>
                  <a:pt x="107551" y="42778"/>
                  <a:pt x="104239" y="44832"/>
                </a:cubicBezTo>
                <a:cubicBezTo>
                  <a:pt x="100926" y="46886"/>
                  <a:pt x="98526" y="49890"/>
                  <a:pt x="97036" y="53845"/>
                </a:cubicBezTo>
                <a:cubicBezTo>
                  <a:pt x="95547" y="57799"/>
                  <a:pt x="94802" y="63499"/>
                  <a:pt x="94802" y="70946"/>
                </a:cubicBezTo>
                <a:lnTo>
                  <a:pt x="94802" y="113390"/>
                </a:lnTo>
                <a:lnTo>
                  <a:pt x="8093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790CDF-D2EA-4E96-BE24-127BA740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684" y="941131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1"/>
                </a:moveTo>
                <a:lnTo>
                  <a:pt x="0" y="180931"/>
                </a:lnTo>
                <a:cubicBezTo>
                  <a:pt x="0" y="81006"/>
                  <a:pt x="84159" y="0"/>
                  <a:pt x="187974" y="0"/>
                </a:cubicBezTo>
                <a:cubicBezTo>
                  <a:pt x="237827" y="0"/>
                  <a:pt x="285639" y="19063"/>
                  <a:pt x="320891" y="52994"/>
                </a:cubicBezTo>
                <a:cubicBezTo>
                  <a:pt x="356143" y="86925"/>
                  <a:pt x="375947" y="132945"/>
                  <a:pt x="375947" y="180931"/>
                </a:cubicBezTo>
                <a:cubicBezTo>
                  <a:pt x="375947" y="280856"/>
                  <a:pt x="291789" y="361861"/>
                  <a:pt x="187974" y="361861"/>
                </a:cubicBezTo>
                <a:cubicBezTo>
                  <a:pt x="84159" y="361861"/>
                  <a:pt x="0" y="280856"/>
                  <a:pt x="0" y="180931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E11E75-8F8F-448F-A047-2125FCB8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7684" y="94113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89" name="Text 10k">
            <a:extLst xmlns:a="http://schemas.openxmlformats.org/drawingml/2006/main">
              <a:ext uri="{FF2B5EF4-FFF2-40B4-BE49-F238E27FC236}">
                <a16:creationId xmlns:a16="http://schemas.microsoft.com/office/drawing/2014/main" id="{E79BF789-5587-4D8E-8510-6FD7536F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5657" y="1064339"/>
            <a:ext cx="236514" cy="115239"/>
          </a:xfrm>
          <a:custGeom xmlns:a="http://schemas.openxmlformats.org/drawingml/2006/main">
            <a:pathLst>
              <a:path w="236514" h="115239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77084" y="57658"/>
                </a:moveTo>
                <a:cubicBezTo>
                  <a:pt x="77084" y="44315"/>
                  <a:pt x="78458" y="33577"/>
                  <a:pt x="81206" y="25442"/>
                </a:cubicBezTo>
                <a:cubicBezTo>
                  <a:pt x="83953" y="17307"/>
                  <a:pt x="88036" y="11033"/>
                  <a:pt x="93453" y="6620"/>
                </a:cubicBezTo>
                <a:cubicBezTo>
                  <a:pt x="98871" y="2207"/>
                  <a:pt x="105689" y="0"/>
                  <a:pt x="113905" y="0"/>
                </a:cubicBezTo>
                <a:cubicBezTo>
                  <a:pt x="119965" y="0"/>
                  <a:pt x="125280" y="1219"/>
                  <a:pt x="129851" y="3657"/>
                </a:cubicBezTo>
                <a:cubicBezTo>
                  <a:pt x="134421" y="6094"/>
                  <a:pt x="138196" y="9610"/>
                  <a:pt x="141174" y="14203"/>
                </a:cubicBezTo>
                <a:cubicBezTo>
                  <a:pt x="144153" y="18796"/>
                  <a:pt x="146489" y="24390"/>
                  <a:pt x="148184" y="30986"/>
                </a:cubicBezTo>
                <a:cubicBezTo>
                  <a:pt x="149879" y="37580"/>
                  <a:pt x="150726" y="46471"/>
                  <a:pt x="150726" y="57658"/>
                </a:cubicBezTo>
                <a:cubicBezTo>
                  <a:pt x="150726" y="70898"/>
                  <a:pt x="149365" y="81585"/>
                  <a:pt x="146643" y="89720"/>
                </a:cubicBezTo>
                <a:cubicBezTo>
                  <a:pt x="143922" y="97854"/>
                  <a:pt x="139852" y="104141"/>
                  <a:pt x="134434" y="108580"/>
                </a:cubicBezTo>
                <a:cubicBezTo>
                  <a:pt x="129016" y="113019"/>
                  <a:pt x="122173" y="115239"/>
                  <a:pt x="113905" y="115239"/>
                </a:cubicBezTo>
                <a:cubicBezTo>
                  <a:pt x="103018" y="115239"/>
                  <a:pt x="94468" y="111338"/>
                  <a:pt x="88254" y="103537"/>
                </a:cubicBezTo>
                <a:cubicBezTo>
                  <a:pt x="80808" y="94146"/>
                  <a:pt x="77084" y="78853"/>
                  <a:pt x="77084" y="57658"/>
                </a:cubicBezTo>
                <a:moveTo>
                  <a:pt x="91335" y="57696"/>
                </a:moveTo>
                <a:cubicBezTo>
                  <a:pt x="91335" y="76205"/>
                  <a:pt x="93505" y="88522"/>
                  <a:pt x="97844" y="94650"/>
                </a:cubicBezTo>
                <a:cubicBezTo>
                  <a:pt x="102184" y="100775"/>
                  <a:pt x="107537" y="103838"/>
                  <a:pt x="113905" y="103838"/>
                </a:cubicBezTo>
                <a:cubicBezTo>
                  <a:pt x="120273" y="103838"/>
                  <a:pt x="125627" y="100762"/>
                  <a:pt x="129966" y="94611"/>
                </a:cubicBezTo>
                <a:cubicBezTo>
                  <a:pt x="134306" y="88458"/>
                  <a:pt x="136475" y="76153"/>
                  <a:pt x="136475" y="57696"/>
                </a:cubicBezTo>
                <a:cubicBezTo>
                  <a:pt x="136475" y="39137"/>
                  <a:pt x="134306" y="26807"/>
                  <a:pt x="129966" y="20707"/>
                </a:cubicBezTo>
                <a:cubicBezTo>
                  <a:pt x="125627" y="14605"/>
                  <a:pt x="120222" y="11555"/>
                  <a:pt x="113751" y="11555"/>
                </a:cubicBezTo>
                <a:cubicBezTo>
                  <a:pt x="107383" y="11555"/>
                  <a:pt x="102299" y="14246"/>
                  <a:pt x="98499" y="19628"/>
                </a:cubicBezTo>
                <a:cubicBezTo>
                  <a:pt x="93723" y="26499"/>
                  <a:pt x="91335" y="39188"/>
                  <a:pt x="91335" y="57696"/>
                </a:cubicBezTo>
                <a:close/>
                <a:moveTo>
                  <a:pt x="168727" y="113390"/>
                </a:moveTo>
                <a:lnTo>
                  <a:pt x="168727" y="462"/>
                </a:lnTo>
                <a:lnTo>
                  <a:pt x="182593" y="462"/>
                </a:lnTo>
                <a:lnTo>
                  <a:pt x="182593" y="64790"/>
                </a:lnTo>
                <a:lnTo>
                  <a:pt x="215408" y="31583"/>
                </a:lnTo>
                <a:lnTo>
                  <a:pt x="233356" y="31583"/>
                </a:lnTo>
                <a:lnTo>
                  <a:pt x="202082" y="61976"/>
                </a:lnTo>
                <a:lnTo>
                  <a:pt x="236514" y="113390"/>
                </a:lnTo>
                <a:lnTo>
                  <a:pt x="219414" y="113390"/>
                </a:lnTo>
                <a:lnTo>
                  <a:pt x="192376" y="71492"/>
                </a:lnTo>
                <a:lnTo>
                  <a:pt x="182593" y="80960"/>
                </a:lnTo>
                <a:lnTo>
                  <a:pt x="182593" y="113390"/>
                </a:lnTo>
                <a:lnTo>
                  <a:pt x="16872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4E02B-4A6A-4472-AA9D-D6236B0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54" y="941139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1"/>
                </a:moveTo>
                <a:lnTo>
                  <a:pt x="0" y="180931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3"/>
                  <a:pt x="320890" y="52994"/>
                </a:cubicBezTo>
                <a:cubicBezTo>
                  <a:pt x="356142" y="86925"/>
                  <a:pt x="375947" y="132945"/>
                  <a:pt x="375947" y="180931"/>
                </a:cubicBezTo>
                <a:cubicBezTo>
                  <a:pt x="375947" y="280856"/>
                  <a:pt x="291788" y="361861"/>
                  <a:pt x="187973" y="361861"/>
                </a:cubicBezTo>
                <a:cubicBezTo>
                  <a:pt x="84158" y="361861"/>
                  <a:pt x="0" y="280856"/>
                  <a:pt x="0" y="180931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9BDB3-D97C-4538-9EA4-712DEDF85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554" y="941139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7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92" name="Text 50k">
            <a:extLst xmlns:a="http://schemas.openxmlformats.org/drawingml/2006/main">
              <a:ext uri="{FF2B5EF4-FFF2-40B4-BE49-F238E27FC236}">
                <a16:creationId xmlns:a16="http://schemas.microsoft.com/office/drawing/2014/main" id="{DE3E3462-6795-40A5-A909-59E385AF5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897" y="1064347"/>
            <a:ext cx="247144" cy="115239"/>
          </a:xfrm>
          <a:custGeom xmlns:a="http://schemas.openxmlformats.org/drawingml/2006/main">
            <a:pathLst>
              <a:path w="247144" h="115239">
                <a:moveTo>
                  <a:pt x="0" y="83656"/>
                </a:moveTo>
                <a:lnTo>
                  <a:pt x="14559" y="82577"/>
                </a:lnTo>
                <a:cubicBezTo>
                  <a:pt x="15637" y="89639"/>
                  <a:pt x="18141" y="94947"/>
                  <a:pt x="22069" y="98504"/>
                </a:cubicBezTo>
                <a:cubicBezTo>
                  <a:pt x="25998" y="102060"/>
                  <a:pt x="30735" y="103838"/>
                  <a:pt x="36282" y="103838"/>
                </a:cubicBezTo>
                <a:cubicBezTo>
                  <a:pt x="42958" y="103838"/>
                  <a:pt x="48607" y="101322"/>
                  <a:pt x="53228" y="96289"/>
                </a:cubicBezTo>
                <a:cubicBezTo>
                  <a:pt x="57850" y="91256"/>
                  <a:pt x="60161" y="84580"/>
                  <a:pt x="60161" y="76261"/>
                </a:cubicBezTo>
                <a:cubicBezTo>
                  <a:pt x="60161" y="68352"/>
                  <a:pt x="57940" y="62113"/>
                  <a:pt x="53498" y="57542"/>
                </a:cubicBezTo>
                <a:cubicBezTo>
                  <a:pt x="49056" y="52972"/>
                  <a:pt x="43240" y="50686"/>
                  <a:pt x="36051" y="50686"/>
                </a:cubicBezTo>
                <a:cubicBezTo>
                  <a:pt x="31583" y="50686"/>
                  <a:pt x="27551" y="51715"/>
                  <a:pt x="23957" y="53773"/>
                </a:cubicBezTo>
                <a:cubicBezTo>
                  <a:pt x="20362" y="55830"/>
                  <a:pt x="17537" y="58499"/>
                  <a:pt x="15483" y="61779"/>
                </a:cubicBezTo>
                <a:lnTo>
                  <a:pt x="2465" y="59930"/>
                </a:lnTo>
                <a:lnTo>
                  <a:pt x="13403" y="1849"/>
                </a:lnTo>
                <a:lnTo>
                  <a:pt x="69559" y="1849"/>
                </a:lnTo>
                <a:lnTo>
                  <a:pt x="69559" y="15098"/>
                </a:lnTo>
                <a:lnTo>
                  <a:pt x="24496" y="15098"/>
                </a:lnTo>
                <a:lnTo>
                  <a:pt x="18410" y="45494"/>
                </a:lnTo>
                <a:cubicBezTo>
                  <a:pt x="25189" y="40739"/>
                  <a:pt x="32302" y="38361"/>
                  <a:pt x="39748" y="38361"/>
                </a:cubicBezTo>
                <a:cubicBezTo>
                  <a:pt x="49608" y="38361"/>
                  <a:pt x="57927" y="41781"/>
                  <a:pt x="64706" y="48619"/>
                </a:cubicBezTo>
                <a:cubicBezTo>
                  <a:pt x="71485" y="55455"/>
                  <a:pt x="74874" y="64245"/>
                  <a:pt x="74874" y="74987"/>
                </a:cubicBezTo>
                <a:cubicBezTo>
                  <a:pt x="74874" y="85218"/>
                  <a:pt x="71896" y="94060"/>
                  <a:pt x="65939" y="101513"/>
                </a:cubicBezTo>
                <a:cubicBezTo>
                  <a:pt x="58698" y="110663"/>
                  <a:pt x="48812" y="115239"/>
                  <a:pt x="36282" y="115239"/>
                </a:cubicBezTo>
                <a:cubicBezTo>
                  <a:pt x="26011" y="115239"/>
                  <a:pt x="17627" y="112355"/>
                  <a:pt x="11131" y="106589"/>
                </a:cubicBezTo>
                <a:cubicBezTo>
                  <a:pt x="4635" y="100823"/>
                  <a:pt x="924" y="93179"/>
                  <a:pt x="0" y="83656"/>
                </a:cubicBezTo>
                <a:close/>
                <a:moveTo>
                  <a:pt x="87714" y="57658"/>
                </a:moveTo>
                <a:cubicBezTo>
                  <a:pt x="87714" y="44315"/>
                  <a:pt x="89088" y="33577"/>
                  <a:pt x="91835" y="25442"/>
                </a:cubicBezTo>
                <a:cubicBezTo>
                  <a:pt x="94583" y="17307"/>
                  <a:pt x="98665" y="11033"/>
                  <a:pt x="104083" y="6620"/>
                </a:cubicBezTo>
                <a:cubicBezTo>
                  <a:pt x="109501" y="2207"/>
                  <a:pt x="116318" y="0"/>
                  <a:pt x="124535" y="0"/>
                </a:cubicBezTo>
                <a:cubicBezTo>
                  <a:pt x="130595" y="0"/>
                  <a:pt x="135910" y="1219"/>
                  <a:pt x="140480" y="3657"/>
                </a:cubicBezTo>
                <a:cubicBezTo>
                  <a:pt x="145051" y="6094"/>
                  <a:pt x="148825" y="9610"/>
                  <a:pt x="151804" y="14203"/>
                </a:cubicBezTo>
                <a:cubicBezTo>
                  <a:pt x="154783" y="18796"/>
                  <a:pt x="157119" y="24390"/>
                  <a:pt x="158814" y="30986"/>
                </a:cubicBezTo>
                <a:cubicBezTo>
                  <a:pt x="160509" y="37580"/>
                  <a:pt x="161356" y="46471"/>
                  <a:pt x="161356" y="57658"/>
                </a:cubicBezTo>
                <a:cubicBezTo>
                  <a:pt x="161356" y="70898"/>
                  <a:pt x="159995" y="81585"/>
                  <a:pt x="157273" y="89720"/>
                </a:cubicBezTo>
                <a:cubicBezTo>
                  <a:pt x="154551" y="97854"/>
                  <a:pt x="150482" y="104141"/>
                  <a:pt x="145064" y="108580"/>
                </a:cubicBezTo>
                <a:cubicBezTo>
                  <a:pt x="139646" y="113019"/>
                  <a:pt x="132803" y="115239"/>
                  <a:pt x="124535" y="115239"/>
                </a:cubicBezTo>
                <a:cubicBezTo>
                  <a:pt x="113648" y="115239"/>
                  <a:pt x="105097" y="111338"/>
                  <a:pt x="98884" y="103537"/>
                </a:cubicBezTo>
                <a:cubicBezTo>
                  <a:pt x="91437" y="94146"/>
                  <a:pt x="87714" y="78853"/>
                  <a:pt x="87714" y="57658"/>
                </a:cubicBezTo>
                <a:moveTo>
                  <a:pt x="101965" y="57696"/>
                </a:moveTo>
                <a:cubicBezTo>
                  <a:pt x="101965" y="76205"/>
                  <a:pt x="104135" y="88522"/>
                  <a:pt x="108474" y="94650"/>
                </a:cubicBezTo>
                <a:cubicBezTo>
                  <a:pt x="112813" y="100775"/>
                  <a:pt x="118167" y="103838"/>
                  <a:pt x="124535" y="103838"/>
                </a:cubicBezTo>
                <a:cubicBezTo>
                  <a:pt x="130903" y="103838"/>
                  <a:pt x="136257" y="100762"/>
                  <a:pt x="140596" y="94611"/>
                </a:cubicBezTo>
                <a:cubicBezTo>
                  <a:pt x="144935" y="88458"/>
                  <a:pt x="147105" y="76153"/>
                  <a:pt x="147105" y="57696"/>
                </a:cubicBezTo>
                <a:cubicBezTo>
                  <a:pt x="147105" y="39137"/>
                  <a:pt x="144935" y="26807"/>
                  <a:pt x="140596" y="20707"/>
                </a:cubicBezTo>
                <a:cubicBezTo>
                  <a:pt x="136257" y="14605"/>
                  <a:pt x="130852" y="11555"/>
                  <a:pt x="124381" y="11555"/>
                </a:cubicBezTo>
                <a:cubicBezTo>
                  <a:pt x="118013" y="11555"/>
                  <a:pt x="112929" y="14246"/>
                  <a:pt x="109129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9357" y="113390"/>
                </a:moveTo>
                <a:lnTo>
                  <a:pt x="179357" y="462"/>
                </a:lnTo>
                <a:lnTo>
                  <a:pt x="193223" y="462"/>
                </a:lnTo>
                <a:lnTo>
                  <a:pt x="193223" y="64790"/>
                </a:lnTo>
                <a:lnTo>
                  <a:pt x="226038" y="31583"/>
                </a:lnTo>
                <a:lnTo>
                  <a:pt x="243986" y="31583"/>
                </a:lnTo>
                <a:lnTo>
                  <a:pt x="212712" y="61976"/>
                </a:lnTo>
                <a:lnTo>
                  <a:pt x="247144" y="113390"/>
                </a:lnTo>
                <a:lnTo>
                  <a:pt x="230044" y="113390"/>
                </a:lnTo>
                <a:lnTo>
                  <a:pt x="203006" y="71492"/>
                </a:lnTo>
                <a:lnTo>
                  <a:pt x="193223" y="80960"/>
                </a:lnTo>
                <a:lnTo>
                  <a:pt x="193223" y="113390"/>
                </a:lnTo>
                <a:lnTo>
                  <a:pt x="17935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45CA46-71CA-43F1-A933-8A1FB22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508" y="1647191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6F947-F65F-403D-9AE7-4D73AF419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508" y="1647191"/>
            <a:ext cx="375947" cy="361859"/>
          </a:xfrm>
          <a:custGeom xmlns:a="http://schemas.openxmlformats.org/drawingml/2006/main">
            <a:pathLst>
              <a:path w="375947" h="361859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3"/>
                  <a:pt x="375947" y="132944"/>
                  <a:pt x="375947" y="180930"/>
                </a:cubicBezTo>
                <a:cubicBezTo>
                  <a:pt x="375947" y="280855"/>
                  <a:pt x="291788" y="361859"/>
                  <a:pt x="187973" y="361859"/>
                </a:cubicBezTo>
                <a:cubicBezTo>
                  <a:pt x="84158" y="361859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95" name="Text 2k">
            <a:extLst xmlns:a="http://schemas.openxmlformats.org/drawingml/2006/main">
              <a:ext uri="{FF2B5EF4-FFF2-40B4-BE49-F238E27FC236}">
                <a16:creationId xmlns:a16="http://schemas.microsoft.com/office/drawing/2014/main" id="{D9432D42-A882-4782-BA67-1181D08D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7845" y="1770398"/>
            <a:ext cx="161304" cy="113390"/>
          </a:xfrm>
          <a:custGeom xmlns:a="http://schemas.openxmlformats.org/drawingml/2006/main">
            <a:pathLst>
              <a:path w="161304" h="113390">
                <a:moveTo>
                  <a:pt x="74746" y="99986"/>
                </a:moveTo>
                <a:lnTo>
                  <a:pt x="74746" y="113390"/>
                </a:lnTo>
                <a:lnTo>
                  <a:pt x="103" y="113390"/>
                </a:lnTo>
                <a:cubicBezTo>
                  <a:pt x="0" y="110049"/>
                  <a:pt x="539" y="106835"/>
                  <a:pt x="1720" y="103749"/>
                </a:cubicBezTo>
                <a:cubicBezTo>
                  <a:pt x="3620" y="98660"/>
                  <a:pt x="6663" y="93648"/>
                  <a:pt x="10849" y="88713"/>
                </a:cubicBezTo>
                <a:cubicBezTo>
                  <a:pt x="15034" y="83777"/>
                  <a:pt x="21081" y="78071"/>
                  <a:pt x="28989" y="71596"/>
                </a:cubicBezTo>
                <a:cubicBezTo>
                  <a:pt x="41263" y="61522"/>
                  <a:pt x="49557" y="53554"/>
                  <a:pt x="53870" y="47692"/>
                </a:cubicBezTo>
                <a:cubicBezTo>
                  <a:pt x="58184" y="41829"/>
                  <a:pt x="60341" y="36286"/>
                  <a:pt x="60341" y="31063"/>
                </a:cubicBezTo>
                <a:cubicBezTo>
                  <a:pt x="60341" y="25584"/>
                  <a:pt x="58377" y="20963"/>
                  <a:pt x="54448" y="17200"/>
                </a:cubicBezTo>
                <a:cubicBezTo>
                  <a:pt x="50520" y="13436"/>
                  <a:pt x="45397" y="11555"/>
                  <a:pt x="39080" y="11555"/>
                </a:cubicBezTo>
                <a:cubicBezTo>
                  <a:pt x="32404" y="11555"/>
                  <a:pt x="27064" y="13557"/>
                  <a:pt x="23058" y="17563"/>
                </a:cubicBezTo>
                <a:cubicBezTo>
                  <a:pt x="19052" y="21569"/>
                  <a:pt x="17024" y="27115"/>
                  <a:pt x="16973" y="34202"/>
                </a:cubicBezTo>
                <a:lnTo>
                  <a:pt x="2722" y="32661"/>
                </a:lnTo>
                <a:cubicBezTo>
                  <a:pt x="3697" y="22031"/>
                  <a:pt x="7369" y="13930"/>
                  <a:pt x="13737" y="8358"/>
                </a:cubicBezTo>
                <a:cubicBezTo>
                  <a:pt x="20105" y="2786"/>
                  <a:pt x="28656" y="0"/>
                  <a:pt x="39389" y="0"/>
                </a:cubicBezTo>
                <a:cubicBezTo>
                  <a:pt x="50224" y="0"/>
                  <a:pt x="58800" y="3003"/>
                  <a:pt x="65117" y="9010"/>
                </a:cubicBezTo>
                <a:cubicBezTo>
                  <a:pt x="71434" y="15017"/>
                  <a:pt x="74592" y="22462"/>
                  <a:pt x="74592" y="31344"/>
                </a:cubicBezTo>
                <a:cubicBezTo>
                  <a:pt x="74592" y="35862"/>
                  <a:pt x="73667" y="40303"/>
                  <a:pt x="71819" y="44668"/>
                </a:cubicBezTo>
                <a:cubicBezTo>
                  <a:pt x="69970" y="49032"/>
                  <a:pt x="66902" y="53626"/>
                  <a:pt x="62613" y="58452"/>
                </a:cubicBezTo>
                <a:cubicBezTo>
                  <a:pt x="58325" y="63278"/>
                  <a:pt x="51200" y="69895"/>
                  <a:pt x="41237" y="78302"/>
                </a:cubicBezTo>
                <a:cubicBezTo>
                  <a:pt x="32918" y="85273"/>
                  <a:pt x="27577" y="90003"/>
                  <a:pt x="25215" y="92490"/>
                </a:cubicBezTo>
                <a:cubicBezTo>
                  <a:pt x="22853" y="94976"/>
                  <a:pt x="20901" y="97475"/>
                  <a:pt x="19360" y="99986"/>
                </a:cubicBezTo>
                <a:lnTo>
                  <a:pt x="74746" y="99986"/>
                </a:lnTo>
                <a:close/>
                <a:moveTo>
                  <a:pt x="93517" y="113390"/>
                </a:moveTo>
                <a:lnTo>
                  <a:pt x="93517" y="462"/>
                </a:lnTo>
                <a:lnTo>
                  <a:pt x="107383" y="462"/>
                </a:lnTo>
                <a:lnTo>
                  <a:pt x="107383" y="64790"/>
                </a:lnTo>
                <a:lnTo>
                  <a:pt x="140198" y="31583"/>
                </a:lnTo>
                <a:lnTo>
                  <a:pt x="158146" y="31583"/>
                </a:lnTo>
                <a:lnTo>
                  <a:pt x="126872" y="61976"/>
                </a:lnTo>
                <a:lnTo>
                  <a:pt x="161304" y="113390"/>
                </a:lnTo>
                <a:lnTo>
                  <a:pt x="144204" y="113390"/>
                </a:lnTo>
                <a:lnTo>
                  <a:pt x="117166" y="71492"/>
                </a:lnTo>
                <a:lnTo>
                  <a:pt x="107383" y="80960"/>
                </a:lnTo>
                <a:lnTo>
                  <a:pt x="107383" y="113390"/>
                </a:lnTo>
                <a:lnTo>
                  <a:pt x="93517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5D10E-7F56-4BF9-AA92-23087885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427" y="1657462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3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6"/>
                  <a:pt x="291788" y="361861"/>
                  <a:pt x="187973" y="361861"/>
                </a:cubicBezTo>
                <a:cubicBezTo>
                  <a:pt x="84158" y="361861"/>
                  <a:pt x="0" y="280856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522AC-9433-42C4-860B-A6D9B63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5427" y="1657462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0" y="52993"/>
                </a:cubicBezTo>
                <a:cubicBezTo>
                  <a:pt x="356142" y="86925"/>
                  <a:pt x="375947" y="132945"/>
                  <a:pt x="375947" y="180930"/>
                </a:cubicBezTo>
                <a:cubicBezTo>
                  <a:pt x="375947" y="280856"/>
                  <a:pt x="291787" y="361861"/>
                  <a:pt x="187973" y="361861"/>
                </a:cubicBezTo>
                <a:cubicBezTo>
                  <a:pt x="84158" y="361861"/>
                  <a:pt x="0" y="280856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198" name="Text 1k">
            <a:extLst xmlns:a="http://schemas.openxmlformats.org/drawingml/2006/main">
              <a:ext uri="{FF2B5EF4-FFF2-40B4-BE49-F238E27FC236}">
                <a16:creationId xmlns:a16="http://schemas.microsoft.com/office/drawing/2014/main" id="{5415F40E-C01E-4D97-8AEF-4C60D8210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269" y="1780670"/>
            <a:ext cx="148801" cy="113390"/>
          </a:xfrm>
          <a:custGeom xmlns:a="http://schemas.openxmlformats.org/drawingml/2006/main">
            <a:pathLst>
              <a:path w="148801" h="113390">
                <a:moveTo>
                  <a:pt x="41597" y="113390"/>
                </a:moveTo>
                <a:lnTo>
                  <a:pt x="27731" y="113390"/>
                </a:lnTo>
                <a:lnTo>
                  <a:pt x="27731" y="25035"/>
                </a:lnTo>
                <a:cubicBezTo>
                  <a:pt x="24393" y="28219"/>
                  <a:pt x="20015" y="31403"/>
                  <a:pt x="14597" y="34587"/>
                </a:cubicBezTo>
                <a:cubicBezTo>
                  <a:pt x="9180" y="37771"/>
                  <a:pt x="4314" y="40159"/>
                  <a:pt x="0" y="41751"/>
                </a:cubicBezTo>
                <a:lnTo>
                  <a:pt x="0" y="28347"/>
                </a:lnTo>
                <a:cubicBezTo>
                  <a:pt x="7754" y="24701"/>
                  <a:pt x="14533" y="20285"/>
                  <a:pt x="20336" y="15098"/>
                </a:cubicBezTo>
                <a:cubicBezTo>
                  <a:pt x="26139" y="9911"/>
                  <a:pt x="30248" y="4879"/>
                  <a:pt x="32661" y="0"/>
                </a:cubicBezTo>
                <a:lnTo>
                  <a:pt x="41597" y="0"/>
                </a:lnTo>
                <a:lnTo>
                  <a:pt x="41597" y="113390"/>
                </a:lnTo>
                <a:close/>
                <a:moveTo>
                  <a:pt x="81014" y="113390"/>
                </a:moveTo>
                <a:lnTo>
                  <a:pt x="81014" y="462"/>
                </a:lnTo>
                <a:lnTo>
                  <a:pt x="94879" y="462"/>
                </a:lnTo>
                <a:lnTo>
                  <a:pt x="94879" y="64790"/>
                </a:lnTo>
                <a:lnTo>
                  <a:pt x="127694" y="31583"/>
                </a:lnTo>
                <a:lnTo>
                  <a:pt x="145643" y="31583"/>
                </a:lnTo>
                <a:lnTo>
                  <a:pt x="114368" y="61976"/>
                </a:lnTo>
                <a:lnTo>
                  <a:pt x="148801" y="113390"/>
                </a:lnTo>
                <a:lnTo>
                  <a:pt x="131700" y="113390"/>
                </a:lnTo>
                <a:lnTo>
                  <a:pt x="104662" y="71492"/>
                </a:lnTo>
                <a:lnTo>
                  <a:pt x="94879" y="80960"/>
                </a:lnTo>
                <a:lnTo>
                  <a:pt x="94879" y="113390"/>
                </a:lnTo>
                <a:lnTo>
                  <a:pt x="81014" y="113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4C8F44-A986-4A07-895D-C3932689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590" y="2322128"/>
            <a:ext cx="375947" cy="361860"/>
          </a:xfrm>
          <a:custGeom xmlns:a="http://schemas.openxmlformats.org/drawingml/2006/main">
            <a:pathLst>
              <a:path w="375947" h="361860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8" y="19062"/>
                  <a:pt x="320890" y="52993"/>
                </a:cubicBezTo>
                <a:cubicBezTo>
                  <a:pt x="356143" y="86924"/>
                  <a:pt x="375947" y="132945"/>
                  <a:pt x="375947" y="180930"/>
                </a:cubicBezTo>
                <a:cubicBezTo>
                  <a:pt x="375947" y="280855"/>
                  <a:pt x="291788" y="361860"/>
                  <a:pt x="187973" y="361860"/>
                </a:cubicBezTo>
                <a:cubicBezTo>
                  <a:pt x="84158" y="361860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51464B-D34D-4A88-8375-5BBD3308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2589" y="2322127"/>
            <a:ext cx="375948" cy="361861"/>
          </a:xfrm>
          <a:custGeom xmlns:a="http://schemas.openxmlformats.org/drawingml/2006/main">
            <a:pathLst>
              <a:path w="375948" h="361861" fill="none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9" y="0"/>
                  <a:pt x="187975" y="0"/>
                </a:cubicBezTo>
                <a:cubicBezTo>
                  <a:pt x="237829" y="0"/>
                  <a:pt x="285640" y="19062"/>
                  <a:pt x="320892" y="52993"/>
                </a:cubicBezTo>
                <a:cubicBezTo>
                  <a:pt x="356144" y="86925"/>
                  <a:pt x="375948" y="132945"/>
                  <a:pt x="375948" y="180930"/>
                </a:cubicBezTo>
                <a:cubicBezTo>
                  <a:pt x="375948" y="280855"/>
                  <a:pt x="291789" y="361861"/>
                  <a:pt x="187975" y="361861"/>
                </a:cubicBezTo>
                <a:cubicBezTo>
                  <a:pt x="84159" y="361861"/>
                  <a:pt x="0" y="280855"/>
                  <a:pt x="0" y="18093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201" name="Text 900">
            <a:extLst xmlns:a="http://schemas.openxmlformats.org/drawingml/2006/main">
              <a:ext uri="{FF2B5EF4-FFF2-40B4-BE49-F238E27FC236}">
                <a16:creationId xmlns:a16="http://schemas.microsoft.com/office/drawing/2014/main" id="{DABCD423-D176-4B0B-9152-C59ACDB7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7437" y="2452978"/>
            <a:ext cx="225350" cy="104263"/>
          </a:xfrm>
          <a:custGeom xmlns:a="http://schemas.openxmlformats.org/drawingml/2006/main">
            <a:pathLst>
              <a:path w="225350" h="104263">
                <a:moveTo>
                  <a:pt x="1882" y="78895"/>
                </a:moveTo>
                <a:lnTo>
                  <a:pt x="13939" y="77919"/>
                </a:lnTo>
                <a:cubicBezTo>
                  <a:pt x="14961" y="83538"/>
                  <a:pt x="16913" y="87614"/>
                  <a:pt x="19793" y="90148"/>
                </a:cubicBezTo>
                <a:cubicBezTo>
                  <a:pt x="22674" y="92682"/>
                  <a:pt x="26368" y="93949"/>
                  <a:pt x="30875" y="93949"/>
                </a:cubicBezTo>
                <a:cubicBezTo>
                  <a:pt x="34731" y="93949"/>
                  <a:pt x="38111" y="93066"/>
                  <a:pt x="41015" y="91300"/>
                </a:cubicBezTo>
                <a:cubicBezTo>
                  <a:pt x="43919" y="89535"/>
                  <a:pt x="46301" y="87177"/>
                  <a:pt x="48159" y="84226"/>
                </a:cubicBezTo>
                <a:cubicBezTo>
                  <a:pt x="50018" y="81276"/>
                  <a:pt x="51574" y="77292"/>
                  <a:pt x="52829" y="72274"/>
                </a:cubicBezTo>
                <a:cubicBezTo>
                  <a:pt x="54083" y="67255"/>
                  <a:pt x="54710" y="62145"/>
                  <a:pt x="54710" y="56941"/>
                </a:cubicBezTo>
                <a:cubicBezTo>
                  <a:pt x="54710" y="56383"/>
                  <a:pt x="54687" y="55547"/>
                  <a:pt x="54641" y="54432"/>
                </a:cubicBezTo>
                <a:cubicBezTo>
                  <a:pt x="52132" y="58427"/>
                  <a:pt x="48705" y="61668"/>
                  <a:pt x="44361" y="64154"/>
                </a:cubicBezTo>
                <a:cubicBezTo>
                  <a:pt x="40016" y="66640"/>
                  <a:pt x="35312" y="67883"/>
                  <a:pt x="30248" y="67883"/>
                </a:cubicBezTo>
                <a:cubicBezTo>
                  <a:pt x="21791" y="67883"/>
                  <a:pt x="14636" y="64820"/>
                  <a:pt x="8782" y="58694"/>
                </a:cubicBezTo>
                <a:cubicBezTo>
                  <a:pt x="2927" y="52567"/>
                  <a:pt x="0" y="44490"/>
                  <a:pt x="0" y="34464"/>
                </a:cubicBezTo>
                <a:cubicBezTo>
                  <a:pt x="0" y="24113"/>
                  <a:pt x="3055" y="15782"/>
                  <a:pt x="9165" y="9470"/>
                </a:cubicBezTo>
                <a:cubicBezTo>
                  <a:pt x="15275" y="3157"/>
                  <a:pt x="22930" y="0"/>
                  <a:pt x="32129" y="0"/>
                </a:cubicBezTo>
                <a:cubicBezTo>
                  <a:pt x="38774" y="0"/>
                  <a:pt x="44849" y="1788"/>
                  <a:pt x="50354" y="5364"/>
                </a:cubicBezTo>
                <a:cubicBezTo>
                  <a:pt x="55860" y="8939"/>
                  <a:pt x="60042" y="14035"/>
                  <a:pt x="62900" y="20651"/>
                </a:cubicBezTo>
                <a:cubicBezTo>
                  <a:pt x="65757" y="27268"/>
                  <a:pt x="67186" y="36845"/>
                  <a:pt x="67186" y="49381"/>
                </a:cubicBezTo>
                <a:cubicBezTo>
                  <a:pt x="67186" y="62428"/>
                  <a:pt x="65769" y="72818"/>
                  <a:pt x="62934" y="80550"/>
                </a:cubicBezTo>
                <a:cubicBezTo>
                  <a:pt x="60100" y="88280"/>
                  <a:pt x="55884" y="94165"/>
                  <a:pt x="50285" y="98204"/>
                </a:cubicBezTo>
                <a:cubicBezTo>
                  <a:pt x="44686" y="102244"/>
                  <a:pt x="38123" y="104263"/>
                  <a:pt x="30596" y="104263"/>
                </a:cubicBezTo>
                <a:cubicBezTo>
                  <a:pt x="22604" y="104263"/>
                  <a:pt x="16076" y="102045"/>
                  <a:pt x="11012" y="97608"/>
                </a:cubicBezTo>
                <a:cubicBezTo>
                  <a:pt x="5947" y="93170"/>
                  <a:pt x="2904" y="86933"/>
                  <a:pt x="1882" y="78895"/>
                </a:cubicBezTo>
                <a:moveTo>
                  <a:pt x="53247" y="33835"/>
                </a:moveTo>
                <a:cubicBezTo>
                  <a:pt x="53247" y="26666"/>
                  <a:pt x="51330" y="20977"/>
                  <a:pt x="47497" y="16768"/>
                </a:cubicBezTo>
                <a:cubicBezTo>
                  <a:pt x="43664" y="12559"/>
                  <a:pt x="39052" y="10454"/>
                  <a:pt x="33663" y="10454"/>
                </a:cubicBezTo>
                <a:cubicBezTo>
                  <a:pt x="28087" y="10454"/>
                  <a:pt x="23232" y="12721"/>
                  <a:pt x="19096" y="17254"/>
                </a:cubicBezTo>
                <a:cubicBezTo>
                  <a:pt x="14961" y="21787"/>
                  <a:pt x="12894" y="27661"/>
                  <a:pt x="12894" y="34876"/>
                </a:cubicBezTo>
                <a:cubicBezTo>
                  <a:pt x="12894" y="41352"/>
                  <a:pt x="14857" y="46613"/>
                  <a:pt x="18783" y="50662"/>
                </a:cubicBezTo>
                <a:cubicBezTo>
                  <a:pt x="22709" y="54708"/>
                  <a:pt x="27553" y="56732"/>
                  <a:pt x="33314" y="56732"/>
                </a:cubicBezTo>
                <a:cubicBezTo>
                  <a:pt x="39122" y="56732"/>
                  <a:pt x="43896" y="54708"/>
                  <a:pt x="47636" y="50662"/>
                </a:cubicBezTo>
                <a:cubicBezTo>
                  <a:pt x="51377" y="46613"/>
                  <a:pt x="53247" y="41004"/>
                  <a:pt x="53247" y="33835"/>
                </a:cubicBezTo>
                <a:close/>
                <a:moveTo>
                  <a:pt x="79360" y="52167"/>
                </a:moveTo>
                <a:cubicBezTo>
                  <a:pt x="79360" y="40095"/>
                  <a:pt x="80603" y="30379"/>
                  <a:pt x="83089" y="23019"/>
                </a:cubicBezTo>
                <a:cubicBezTo>
                  <a:pt x="85575" y="15659"/>
                  <a:pt x="89268" y="9982"/>
                  <a:pt x="94170" y="5989"/>
                </a:cubicBezTo>
                <a:cubicBezTo>
                  <a:pt x="99072" y="1996"/>
                  <a:pt x="105240" y="0"/>
                  <a:pt x="112674" y="0"/>
                </a:cubicBezTo>
                <a:cubicBezTo>
                  <a:pt x="118157" y="0"/>
                  <a:pt x="122966" y="1103"/>
                  <a:pt x="127101" y="3308"/>
                </a:cubicBezTo>
                <a:cubicBezTo>
                  <a:pt x="131236" y="5514"/>
                  <a:pt x="134651" y="8694"/>
                  <a:pt x="137346" y="12850"/>
                </a:cubicBezTo>
                <a:cubicBezTo>
                  <a:pt x="140041" y="17006"/>
                  <a:pt x="142155" y="22067"/>
                  <a:pt x="143689" y="28035"/>
                </a:cubicBezTo>
                <a:cubicBezTo>
                  <a:pt x="145222" y="34001"/>
                  <a:pt x="145988" y="42045"/>
                  <a:pt x="145988" y="52167"/>
                </a:cubicBezTo>
                <a:cubicBezTo>
                  <a:pt x="145988" y="64145"/>
                  <a:pt x="144757" y="73815"/>
                  <a:pt x="142295" y="81175"/>
                </a:cubicBezTo>
                <a:cubicBezTo>
                  <a:pt x="139832" y="88535"/>
                  <a:pt x="136150" y="94223"/>
                  <a:pt x="131248" y="98239"/>
                </a:cubicBezTo>
                <a:cubicBezTo>
                  <a:pt x="126346" y="102255"/>
                  <a:pt x="120155" y="104263"/>
                  <a:pt x="112674" y="104263"/>
                </a:cubicBezTo>
                <a:cubicBezTo>
                  <a:pt x="102824" y="104263"/>
                  <a:pt x="95088" y="100734"/>
                  <a:pt x="89466" y="93676"/>
                </a:cubicBezTo>
                <a:cubicBezTo>
                  <a:pt x="82729" y="85179"/>
                  <a:pt x="79360" y="71343"/>
                  <a:pt x="79360" y="52167"/>
                </a:cubicBezTo>
                <a:moveTo>
                  <a:pt x="92254" y="52201"/>
                </a:moveTo>
                <a:cubicBezTo>
                  <a:pt x="92254" y="68947"/>
                  <a:pt x="94217" y="80092"/>
                  <a:pt x="98143" y="85635"/>
                </a:cubicBezTo>
                <a:cubicBezTo>
                  <a:pt x="102069" y="91177"/>
                  <a:pt x="106913" y="93949"/>
                  <a:pt x="112674" y="93949"/>
                </a:cubicBezTo>
                <a:cubicBezTo>
                  <a:pt x="118436" y="93949"/>
                  <a:pt x="123280" y="91166"/>
                  <a:pt x="127206" y="85600"/>
                </a:cubicBezTo>
                <a:cubicBezTo>
                  <a:pt x="131132" y="80034"/>
                  <a:pt x="133095" y="68901"/>
                  <a:pt x="133095" y="52201"/>
                </a:cubicBezTo>
                <a:cubicBezTo>
                  <a:pt x="133095" y="35409"/>
                  <a:pt x="131132" y="24254"/>
                  <a:pt x="127206" y="18735"/>
                </a:cubicBezTo>
                <a:cubicBezTo>
                  <a:pt x="123280" y="13214"/>
                  <a:pt x="118389" y="10454"/>
                  <a:pt x="112535" y="10454"/>
                </a:cubicBezTo>
                <a:cubicBezTo>
                  <a:pt x="106773" y="10454"/>
                  <a:pt x="102174" y="12889"/>
                  <a:pt x="98735" y="17759"/>
                </a:cubicBezTo>
                <a:cubicBezTo>
                  <a:pt x="94414" y="23975"/>
                  <a:pt x="92254" y="35456"/>
                  <a:pt x="92254" y="52201"/>
                </a:cubicBezTo>
                <a:close/>
                <a:moveTo>
                  <a:pt x="158722" y="52167"/>
                </a:moveTo>
                <a:cubicBezTo>
                  <a:pt x="158722" y="40095"/>
                  <a:pt x="159964" y="30379"/>
                  <a:pt x="162450" y="23019"/>
                </a:cubicBezTo>
                <a:cubicBezTo>
                  <a:pt x="164936" y="15659"/>
                  <a:pt x="168630" y="9982"/>
                  <a:pt x="173532" y="5989"/>
                </a:cubicBezTo>
                <a:cubicBezTo>
                  <a:pt x="178434" y="1996"/>
                  <a:pt x="184602" y="0"/>
                  <a:pt x="192036" y="0"/>
                </a:cubicBezTo>
                <a:cubicBezTo>
                  <a:pt x="197518" y="0"/>
                  <a:pt x="202327" y="1103"/>
                  <a:pt x="206462" y="3308"/>
                </a:cubicBezTo>
                <a:cubicBezTo>
                  <a:pt x="210598" y="5514"/>
                  <a:pt x="214013" y="8694"/>
                  <a:pt x="216708" y="12850"/>
                </a:cubicBezTo>
                <a:cubicBezTo>
                  <a:pt x="219402" y="17006"/>
                  <a:pt x="221517" y="22067"/>
                  <a:pt x="223050" y="28035"/>
                </a:cubicBezTo>
                <a:cubicBezTo>
                  <a:pt x="224583" y="34001"/>
                  <a:pt x="225350" y="42045"/>
                  <a:pt x="225350" y="52167"/>
                </a:cubicBezTo>
                <a:cubicBezTo>
                  <a:pt x="225350" y="64145"/>
                  <a:pt x="224119" y="73815"/>
                  <a:pt x="221656" y="81175"/>
                </a:cubicBezTo>
                <a:cubicBezTo>
                  <a:pt x="219193" y="88535"/>
                  <a:pt x="215511" y="94223"/>
                  <a:pt x="210609" y="98239"/>
                </a:cubicBezTo>
                <a:cubicBezTo>
                  <a:pt x="205707" y="102255"/>
                  <a:pt x="199516" y="104263"/>
                  <a:pt x="192036" y="104263"/>
                </a:cubicBezTo>
                <a:cubicBezTo>
                  <a:pt x="182185" y="104263"/>
                  <a:pt x="174449" y="100734"/>
                  <a:pt x="168827" y="93676"/>
                </a:cubicBezTo>
                <a:cubicBezTo>
                  <a:pt x="162090" y="85179"/>
                  <a:pt x="158722" y="71343"/>
                  <a:pt x="158722" y="52167"/>
                </a:cubicBezTo>
                <a:moveTo>
                  <a:pt x="171615" y="52201"/>
                </a:moveTo>
                <a:cubicBezTo>
                  <a:pt x="171615" y="68947"/>
                  <a:pt x="173578" y="80092"/>
                  <a:pt x="177504" y="85635"/>
                </a:cubicBezTo>
                <a:cubicBezTo>
                  <a:pt x="181430" y="91177"/>
                  <a:pt x="186274" y="93949"/>
                  <a:pt x="192036" y="93949"/>
                </a:cubicBezTo>
                <a:cubicBezTo>
                  <a:pt x="197797" y="93949"/>
                  <a:pt x="202641" y="91166"/>
                  <a:pt x="206567" y="85600"/>
                </a:cubicBezTo>
                <a:cubicBezTo>
                  <a:pt x="210493" y="80034"/>
                  <a:pt x="212456" y="68901"/>
                  <a:pt x="212456" y="52201"/>
                </a:cubicBezTo>
                <a:cubicBezTo>
                  <a:pt x="212456" y="35409"/>
                  <a:pt x="210493" y="24254"/>
                  <a:pt x="206567" y="18735"/>
                </a:cubicBezTo>
                <a:cubicBezTo>
                  <a:pt x="202641" y="13214"/>
                  <a:pt x="197751" y="10454"/>
                  <a:pt x="191896" y="10454"/>
                </a:cubicBezTo>
                <a:cubicBezTo>
                  <a:pt x="186135" y="10454"/>
                  <a:pt x="181535" y="12889"/>
                  <a:pt x="178097" y="17759"/>
                </a:cubicBezTo>
                <a:cubicBezTo>
                  <a:pt x="173776" y="23975"/>
                  <a:pt x="171615" y="35456"/>
                  <a:pt x="171615" y="5220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E42FFC-72B4-4B3E-8268-A877477E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7" y="2311602"/>
            <a:ext cx="375947" cy="361861"/>
          </a:xfrm>
          <a:custGeom xmlns:a="http://schemas.openxmlformats.org/drawingml/2006/main">
            <a:pathLst>
              <a:path w="375947" h="361861">
                <a:moveTo>
                  <a:pt x="0" y="180930"/>
                </a:moveTo>
                <a:lnTo>
                  <a:pt x="0" y="180930"/>
                </a:lnTo>
                <a:cubicBezTo>
                  <a:pt x="0" y="81005"/>
                  <a:pt x="84158" y="0"/>
                  <a:pt x="187973" y="0"/>
                </a:cubicBezTo>
                <a:cubicBezTo>
                  <a:pt x="237827" y="0"/>
                  <a:pt x="285639" y="19062"/>
                  <a:pt x="320891" y="52993"/>
                </a:cubicBezTo>
                <a:cubicBezTo>
                  <a:pt x="356142" y="86924"/>
                  <a:pt x="375947" y="132945"/>
                  <a:pt x="375947" y="180930"/>
                </a:cubicBezTo>
                <a:cubicBezTo>
                  <a:pt x="375947" y="280855"/>
                  <a:pt x="291788" y="361861"/>
                  <a:pt x="187973" y="361861"/>
                </a:cubicBezTo>
                <a:cubicBezTo>
                  <a:pt x="84158" y="361861"/>
                  <a:pt x="0" y="280855"/>
                  <a:pt x="0" y="180930"/>
                </a:cubicBezTo>
                <a:close/>
              </a:path>
            </a:pathLst>
          </a:custGeom>
          <a:solidFill xmlns:a="http://schemas.openxmlformats.org/drawingml/2006/main">
            <a:srgbClr val="EEEEE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B6F46-07EA-4DDE-BC45-435E8ED7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0337" y="2311601"/>
            <a:ext cx="375947" cy="361861"/>
          </a:xfrm>
          <a:custGeom xmlns:a="http://schemas.openxmlformats.org/drawingml/2006/main">
            <a:pathLst>
              <a:path w="375947" h="361861" fill="none">
                <a:moveTo>
                  <a:pt x="0" y="180931"/>
                </a:moveTo>
                <a:lnTo>
                  <a:pt x="0" y="180931"/>
                </a:lnTo>
                <a:cubicBezTo>
                  <a:pt x="0" y="81006"/>
                  <a:pt x="84158" y="0"/>
                  <a:pt x="187973" y="0"/>
                </a:cubicBezTo>
                <a:cubicBezTo>
                  <a:pt x="237827" y="0"/>
                  <a:pt x="285639" y="19063"/>
                  <a:pt x="320890" y="52993"/>
                </a:cubicBezTo>
                <a:cubicBezTo>
                  <a:pt x="356142" y="86925"/>
                  <a:pt x="375947" y="132945"/>
                  <a:pt x="375947" y="180931"/>
                </a:cubicBezTo>
                <a:cubicBezTo>
                  <a:pt x="375947" y="280856"/>
                  <a:pt x="291787" y="361861"/>
                  <a:pt x="187973" y="361861"/>
                </a:cubicBezTo>
                <a:cubicBezTo>
                  <a:pt x="84158" y="361861"/>
                  <a:pt x="0" y="280856"/>
                  <a:pt x="0" y="18093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269" cap="flat">
            <a:solidFill>
              <a:srgbClr val="595959"/>
            </a:solidFill>
            <a:round/>
          </a:ln>
        </p:spPr>
      </p:sp>
      <p:sp>
        <p:nvSpPr>
          <p:cNvPr id="204" name="Text 500">
            <a:extLst xmlns:a="http://schemas.openxmlformats.org/drawingml/2006/main">
              <a:ext uri="{FF2B5EF4-FFF2-40B4-BE49-F238E27FC236}">
                <a16:creationId xmlns:a16="http://schemas.microsoft.com/office/drawing/2014/main" id="{0F355F83-A7D9-4FE2-908D-AE6D60E0C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3251" y="2434809"/>
            <a:ext cx="249069" cy="115239"/>
          </a:xfrm>
          <a:custGeom xmlns:a="http://schemas.openxmlformats.org/drawingml/2006/main">
            <a:pathLst>
              <a:path w="249069" h="115239">
                <a:moveTo>
                  <a:pt x="0" y="83656"/>
                </a:moveTo>
                <a:lnTo>
                  <a:pt x="14559" y="82577"/>
                </a:lnTo>
                <a:cubicBezTo>
                  <a:pt x="15637" y="89639"/>
                  <a:pt x="18141" y="94947"/>
                  <a:pt x="22069" y="98504"/>
                </a:cubicBezTo>
                <a:cubicBezTo>
                  <a:pt x="25998" y="102060"/>
                  <a:pt x="30735" y="103838"/>
                  <a:pt x="36282" y="103838"/>
                </a:cubicBezTo>
                <a:cubicBezTo>
                  <a:pt x="42958" y="103838"/>
                  <a:pt x="48607" y="101322"/>
                  <a:pt x="53228" y="96289"/>
                </a:cubicBezTo>
                <a:cubicBezTo>
                  <a:pt x="57850" y="91256"/>
                  <a:pt x="60161" y="84580"/>
                  <a:pt x="60161" y="76261"/>
                </a:cubicBezTo>
                <a:cubicBezTo>
                  <a:pt x="60161" y="68352"/>
                  <a:pt x="57940" y="62113"/>
                  <a:pt x="53498" y="57542"/>
                </a:cubicBezTo>
                <a:cubicBezTo>
                  <a:pt x="49056" y="52972"/>
                  <a:pt x="43240" y="50686"/>
                  <a:pt x="36051" y="50686"/>
                </a:cubicBezTo>
                <a:cubicBezTo>
                  <a:pt x="31583" y="50686"/>
                  <a:pt x="27551" y="51715"/>
                  <a:pt x="23957" y="53773"/>
                </a:cubicBezTo>
                <a:cubicBezTo>
                  <a:pt x="20362" y="55830"/>
                  <a:pt x="17537" y="58499"/>
                  <a:pt x="15483" y="61779"/>
                </a:cubicBezTo>
                <a:lnTo>
                  <a:pt x="2465" y="59930"/>
                </a:lnTo>
                <a:lnTo>
                  <a:pt x="13403" y="1849"/>
                </a:lnTo>
                <a:lnTo>
                  <a:pt x="69559" y="1849"/>
                </a:lnTo>
                <a:lnTo>
                  <a:pt x="69559" y="15098"/>
                </a:lnTo>
                <a:lnTo>
                  <a:pt x="24496" y="15098"/>
                </a:lnTo>
                <a:lnTo>
                  <a:pt x="18410" y="45494"/>
                </a:lnTo>
                <a:cubicBezTo>
                  <a:pt x="25189" y="40739"/>
                  <a:pt x="32302" y="38361"/>
                  <a:pt x="39748" y="38361"/>
                </a:cubicBezTo>
                <a:cubicBezTo>
                  <a:pt x="49608" y="38361"/>
                  <a:pt x="57927" y="41781"/>
                  <a:pt x="64706" y="48619"/>
                </a:cubicBezTo>
                <a:cubicBezTo>
                  <a:pt x="71485" y="55455"/>
                  <a:pt x="74874" y="64245"/>
                  <a:pt x="74874" y="74987"/>
                </a:cubicBezTo>
                <a:cubicBezTo>
                  <a:pt x="74874" y="85218"/>
                  <a:pt x="71896" y="94060"/>
                  <a:pt x="65939" y="101513"/>
                </a:cubicBezTo>
                <a:cubicBezTo>
                  <a:pt x="58698" y="110663"/>
                  <a:pt x="48812" y="115239"/>
                  <a:pt x="36282" y="115239"/>
                </a:cubicBezTo>
                <a:cubicBezTo>
                  <a:pt x="26011" y="115239"/>
                  <a:pt x="17627" y="112355"/>
                  <a:pt x="11131" y="106589"/>
                </a:cubicBezTo>
                <a:cubicBezTo>
                  <a:pt x="4635" y="100823"/>
                  <a:pt x="924" y="93179"/>
                  <a:pt x="0" y="83656"/>
                </a:cubicBezTo>
                <a:close/>
                <a:moveTo>
                  <a:pt x="87714" y="57658"/>
                </a:moveTo>
                <a:cubicBezTo>
                  <a:pt x="87714" y="44315"/>
                  <a:pt x="89088" y="33577"/>
                  <a:pt x="91835" y="25442"/>
                </a:cubicBezTo>
                <a:cubicBezTo>
                  <a:pt x="94582" y="17307"/>
                  <a:pt x="98665" y="11033"/>
                  <a:pt x="104083" y="6620"/>
                </a:cubicBezTo>
                <a:cubicBezTo>
                  <a:pt x="109501" y="2207"/>
                  <a:pt x="116318" y="0"/>
                  <a:pt x="124535" y="0"/>
                </a:cubicBezTo>
                <a:cubicBezTo>
                  <a:pt x="130594" y="0"/>
                  <a:pt x="135910" y="1219"/>
                  <a:pt x="140480" y="3657"/>
                </a:cubicBezTo>
                <a:cubicBezTo>
                  <a:pt x="145051" y="6094"/>
                  <a:pt x="148825" y="9610"/>
                  <a:pt x="151804" y="14203"/>
                </a:cubicBezTo>
                <a:cubicBezTo>
                  <a:pt x="154782" y="18796"/>
                  <a:pt x="157119" y="24390"/>
                  <a:pt x="158814" y="30986"/>
                </a:cubicBezTo>
                <a:cubicBezTo>
                  <a:pt x="160508" y="37580"/>
                  <a:pt x="161356" y="46471"/>
                  <a:pt x="161356" y="57658"/>
                </a:cubicBezTo>
                <a:cubicBezTo>
                  <a:pt x="161356" y="70898"/>
                  <a:pt x="159995" y="81585"/>
                  <a:pt x="157273" y="89720"/>
                </a:cubicBezTo>
                <a:cubicBezTo>
                  <a:pt x="154551" y="97854"/>
                  <a:pt x="150481" y="104141"/>
                  <a:pt x="145063" y="108580"/>
                </a:cubicBezTo>
                <a:cubicBezTo>
                  <a:pt x="139646" y="113019"/>
                  <a:pt x="132803" y="115239"/>
                  <a:pt x="124535" y="115239"/>
                </a:cubicBezTo>
                <a:cubicBezTo>
                  <a:pt x="113648" y="115239"/>
                  <a:pt x="105097" y="111338"/>
                  <a:pt x="98883" y="103537"/>
                </a:cubicBezTo>
                <a:cubicBezTo>
                  <a:pt x="91437" y="94146"/>
                  <a:pt x="87714" y="78853"/>
                  <a:pt x="87714" y="57658"/>
                </a:cubicBezTo>
                <a:moveTo>
                  <a:pt x="101965" y="57696"/>
                </a:moveTo>
                <a:cubicBezTo>
                  <a:pt x="101965" y="76205"/>
                  <a:pt x="104134" y="88522"/>
                  <a:pt x="108474" y="94650"/>
                </a:cubicBezTo>
                <a:cubicBezTo>
                  <a:pt x="112813" y="100775"/>
                  <a:pt x="118167" y="103838"/>
                  <a:pt x="124535" y="103838"/>
                </a:cubicBezTo>
                <a:cubicBezTo>
                  <a:pt x="130903" y="103838"/>
                  <a:pt x="136256" y="100762"/>
                  <a:pt x="140596" y="94611"/>
                </a:cubicBezTo>
                <a:cubicBezTo>
                  <a:pt x="144935" y="88458"/>
                  <a:pt x="147105" y="76153"/>
                  <a:pt x="147105" y="57696"/>
                </a:cubicBezTo>
                <a:cubicBezTo>
                  <a:pt x="147105" y="39137"/>
                  <a:pt x="144935" y="26807"/>
                  <a:pt x="140596" y="20707"/>
                </a:cubicBezTo>
                <a:cubicBezTo>
                  <a:pt x="136256" y="14605"/>
                  <a:pt x="130851" y="11555"/>
                  <a:pt x="124381" y="11555"/>
                </a:cubicBezTo>
                <a:cubicBezTo>
                  <a:pt x="118013" y="11555"/>
                  <a:pt x="112929" y="14246"/>
                  <a:pt x="109128" y="19628"/>
                </a:cubicBezTo>
                <a:cubicBezTo>
                  <a:pt x="104353" y="26499"/>
                  <a:pt x="101965" y="39188"/>
                  <a:pt x="101965" y="57696"/>
                </a:cubicBezTo>
                <a:close/>
                <a:moveTo>
                  <a:pt x="175428" y="57658"/>
                </a:moveTo>
                <a:cubicBezTo>
                  <a:pt x="175428" y="44315"/>
                  <a:pt x="176801" y="33577"/>
                  <a:pt x="179549" y="25442"/>
                </a:cubicBezTo>
                <a:cubicBezTo>
                  <a:pt x="182296" y="17307"/>
                  <a:pt x="186379" y="11033"/>
                  <a:pt x="191797" y="6620"/>
                </a:cubicBezTo>
                <a:cubicBezTo>
                  <a:pt x="197215" y="2207"/>
                  <a:pt x="204032" y="0"/>
                  <a:pt x="212249" y="0"/>
                </a:cubicBezTo>
                <a:cubicBezTo>
                  <a:pt x="218308" y="0"/>
                  <a:pt x="223623" y="1219"/>
                  <a:pt x="228194" y="3657"/>
                </a:cubicBezTo>
                <a:cubicBezTo>
                  <a:pt x="232764" y="6094"/>
                  <a:pt x="236539" y="9610"/>
                  <a:pt x="239518" y="14203"/>
                </a:cubicBezTo>
                <a:cubicBezTo>
                  <a:pt x="242496" y="18796"/>
                  <a:pt x="244833" y="24390"/>
                  <a:pt x="246527" y="30986"/>
                </a:cubicBezTo>
                <a:cubicBezTo>
                  <a:pt x="248222" y="37580"/>
                  <a:pt x="249069" y="46471"/>
                  <a:pt x="249069" y="57658"/>
                </a:cubicBezTo>
                <a:cubicBezTo>
                  <a:pt x="249069" y="70898"/>
                  <a:pt x="247709" y="81585"/>
                  <a:pt x="244987" y="89720"/>
                </a:cubicBezTo>
                <a:cubicBezTo>
                  <a:pt x="242265" y="97854"/>
                  <a:pt x="238195" y="104141"/>
                  <a:pt x="232777" y="108580"/>
                </a:cubicBezTo>
                <a:cubicBezTo>
                  <a:pt x="227359" y="113019"/>
                  <a:pt x="220517" y="115239"/>
                  <a:pt x="212249" y="115239"/>
                </a:cubicBezTo>
                <a:cubicBezTo>
                  <a:pt x="201361" y="115239"/>
                  <a:pt x="192811" y="111338"/>
                  <a:pt x="186597" y="103537"/>
                </a:cubicBezTo>
                <a:cubicBezTo>
                  <a:pt x="179151" y="94146"/>
                  <a:pt x="175428" y="78853"/>
                  <a:pt x="175428" y="57658"/>
                </a:cubicBezTo>
                <a:moveTo>
                  <a:pt x="189678" y="57696"/>
                </a:moveTo>
                <a:cubicBezTo>
                  <a:pt x="189678" y="76205"/>
                  <a:pt x="191848" y="88522"/>
                  <a:pt x="196188" y="94650"/>
                </a:cubicBezTo>
                <a:cubicBezTo>
                  <a:pt x="200527" y="100775"/>
                  <a:pt x="205881" y="103838"/>
                  <a:pt x="212249" y="103838"/>
                </a:cubicBezTo>
                <a:cubicBezTo>
                  <a:pt x="218616" y="103838"/>
                  <a:pt x="223970" y="100762"/>
                  <a:pt x="228309" y="94611"/>
                </a:cubicBezTo>
                <a:cubicBezTo>
                  <a:pt x="232649" y="88458"/>
                  <a:pt x="234819" y="76153"/>
                  <a:pt x="234819" y="57696"/>
                </a:cubicBezTo>
                <a:cubicBezTo>
                  <a:pt x="234819" y="39137"/>
                  <a:pt x="232649" y="26807"/>
                  <a:pt x="228309" y="20707"/>
                </a:cubicBezTo>
                <a:cubicBezTo>
                  <a:pt x="223970" y="14605"/>
                  <a:pt x="218565" y="11555"/>
                  <a:pt x="212094" y="11555"/>
                </a:cubicBezTo>
                <a:cubicBezTo>
                  <a:pt x="205727" y="11555"/>
                  <a:pt x="200642" y="14246"/>
                  <a:pt x="196842" y="19628"/>
                </a:cubicBezTo>
                <a:cubicBezTo>
                  <a:pt x="192066" y="26499"/>
                  <a:pt x="189678" y="39188"/>
                  <a:pt x="189678" y="5769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7392E-E750-45BA-B4EC-A7E15767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2293" y="588228"/>
            <a:ext cx="320447" cy="405897"/>
          </a:xfrm>
          <a:custGeom xmlns:a="http://schemas.openxmlformats.org/drawingml/2006/main">
            <a:pathLst>
              <a:path w="320447" h="405897">
                <a:moveTo>
                  <a:pt x="320447" y="40589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B55586-B23E-4333-AA8D-6A35F61B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5136" y="667828"/>
            <a:ext cx="257605" cy="326296"/>
          </a:xfrm>
          <a:custGeom xmlns:a="http://schemas.openxmlformats.org/drawingml/2006/main">
            <a:pathLst>
              <a:path w="257605" h="326296" fill="none">
                <a:moveTo>
                  <a:pt x="257605" y="32629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025E2-8E76-490F-B2DA-B7717732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05" y="607623"/>
            <a:ext cx="69444" cy="77505"/>
          </a:xfrm>
          <a:custGeom xmlns:a="http://schemas.openxmlformats.org/drawingml/2006/main">
            <a:pathLst>
              <a:path w="69444" h="77505">
                <a:moveTo>
                  <a:pt x="69444" y="42906"/>
                </a:moveTo>
                <a:lnTo>
                  <a:pt x="25618" y="77505"/>
                </a:lnTo>
                <a:lnTo>
                  <a:pt x="0" y="0"/>
                </a:lnTo>
                <a:lnTo>
                  <a:pt x="69444" y="4290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6447E-7463-4242-9BC9-F647F460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7605" y="607623"/>
            <a:ext cx="69444" cy="77505"/>
          </a:xfrm>
          <a:custGeom xmlns:a="http://schemas.openxmlformats.org/drawingml/2006/main">
            <a:pathLst>
              <a:path w="69444" h="77505" fill="none">
                <a:moveTo>
                  <a:pt x="69444" y="42906"/>
                </a:moveTo>
                <a:lnTo>
                  <a:pt x="0" y="0"/>
                </a:lnTo>
                <a:lnTo>
                  <a:pt x="25618" y="77505"/>
                </a:lnTo>
                <a:lnTo>
                  <a:pt x="69444" y="429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CF321A-D967-4AC0-9A21-8A258C68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768" y="563049"/>
            <a:ext cx="486946" cy="453215"/>
          </a:xfrm>
          <a:custGeom xmlns:a="http://schemas.openxmlformats.org/drawingml/2006/main">
            <a:pathLst>
              <a:path w="486946" h="453215">
                <a:moveTo>
                  <a:pt x="0" y="453215"/>
                </a:moveTo>
                <a:lnTo>
                  <a:pt x="48694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06D27C-B006-4620-B9D9-505A36A00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0768" y="632144"/>
            <a:ext cx="412708" cy="384120"/>
          </a:xfrm>
          <a:custGeom xmlns:a="http://schemas.openxmlformats.org/drawingml/2006/main">
            <a:pathLst>
              <a:path w="412708" h="384120" fill="none">
                <a:moveTo>
                  <a:pt x="0" y="384120"/>
                </a:moveTo>
                <a:lnTo>
                  <a:pt x="41270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0BBB83-4990-4517-B692-853C3D8B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455" y="579884"/>
            <a:ext cx="75170" cy="72697"/>
          </a:xfrm>
          <a:custGeom xmlns:a="http://schemas.openxmlformats.org/drawingml/2006/main">
            <a:pathLst>
              <a:path w="75170" h="72697">
                <a:moveTo>
                  <a:pt x="38041" y="72697"/>
                </a:moveTo>
                <a:lnTo>
                  <a:pt x="0" y="31823"/>
                </a:lnTo>
                <a:lnTo>
                  <a:pt x="75170" y="0"/>
                </a:lnTo>
                <a:lnTo>
                  <a:pt x="38041" y="7269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6E7A9A-11AE-43BC-8588-68C39C3A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4455" y="579884"/>
            <a:ext cx="75170" cy="72697"/>
          </a:xfrm>
          <a:custGeom xmlns:a="http://schemas.openxmlformats.org/drawingml/2006/main">
            <a:pathLst>
              <a:path w="75170" h="72697" fill="none">
                <a:moveTo>
                  <a:pt x="38041" y="72697"/>
                </a:moveTo>
                <a:lnTo>
                  <a:pt x="75170" y="0"/>
                </a:lnTo>
                <a:lnTo>
                  <a:pt x="0" y="31823"/>
                </a:lnTo>
                <a:lnTo>
                  <a:pt x="38041" y="7269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5234A-0E25-4AB8-8987-1CCD3DA16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3474" y="563072"/>
            <a:ext cx="298136" cy="431060"/>
          </a:xfrm>
          <a:custGeom xmlns:a="http://schemas.openxmlformats.org/drawingml/2006/main">
            <a:pathLst>
              <a:path w="298136" h="431060">
                <a:moveTo>
                  <a:pt x="298136" y="431060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ADD6C5-F439-4D16-A667-943F9049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164" y="646483"/>
            <a:ext cx="240446" cy="347649"/>
          </a:xfrm>
          <a:custGeom xmlns:a="http://schemas.openxmlformats.org/drawingml/2006/main">
            <a:pathLst>
              <a:path w="240446" h="347649" fill="none">
                <a:moveTo>
                  <a:pt x="240446" y="34764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85707B-40DE-45B4-8B55-106D63FE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30" y="583395"/>
            <a:ext cx="66595" cy="78969"/>
          </a:xfrm>
          <a:custGeom xmlns:a="http://schemas.openxmlformats.org/drawingml/2006/main">
            <a:pathLst>
              <a:path w="66595" h="78969">
                <a:moveTo>
                  <a:pt x="66595" y="47206"/>
                </a:moveTo>
                <a:lnTo>
                  <a:pt x="20671" y="78969"/>
                </a:lnTo>
                <a:lnTo>
                  <a:pt x="0" y="0"/>
                </a:lnTo>
                <a:lnTo>
                  <a:pt x="66595" y="4720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A8FC35-D33D-4511-A951-C7A22696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7530" y="583395"/>
            <a:ext cx="66595" cy="78969"/>
          </a:xfrm>
          <a:custGeom xmlns:a="http://schemas.openxmlformats.org/drawingml/2006/main">
            <a:pathLst>
              <a:path w="66595" h="78969" fill="none">
                <a:moveTo>
                  <a:pt x="66595" y="47206"/>
                </a:moveTo>
                <a:lnTo>
                  <a:pt x="0" y="0"/>
                </a:lnTo>
                <a:lnTo>
                  <a:pt x="20671" y="78969"/>
                </a:lnTo>
                <a:lnTo>
                  <a:pt x="66595" y="4720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527CA-7081-4909-9277-B54137B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04" y="1303109"/>
            <a:ext cx="10877" cy="344082"/>
          </a:xfrm>
          <a:custGeom xmlns:a="http://schemas.openxmlformats.org/drawingml/2006/main">
            <a:pathLst>
              <a:path w="10877" h="344082">
                <a:moveTo>
                  <a:pt x="10877" y="344082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AD5376-2AE3-45F9-97CC-AB95DB99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8808" y="1404475"/>
            <a:ext cx="7673" cy="242716"/>
          </a:xfrm>
          <a:custGeom xmlns:a="http://schemas.openxmlformats.org/drawingml/2006/main">
            <a:pathLst>
              <a:path w="7673" h="242716" fill="none">
                <a:moveTo>
                  <a:pt x="7673" y="24271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2E864D-9B56-4B88-B130-57A93936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903" y="1327807"/>
            <a:ext cx="55810" cy="77550"/>
          </a:xfrm>
          <a:custGeom xmlns:a="http://schemas.openxmlformats.org/drawingml/2006/main">
            <a:pathLst>
              <a:path w="55810" h="77550">
                <a:moveTo>
                  <a:pt x="55810" y="75786"/>
                </a:moveTo>
                <a:lnTo>
                  <a:pt x="0" y="77550"/>
                </a:lnTo>
                <a:lnTo>
                  <a:pt x="25481" y="0"/>
                </a:lnTo>
                <a:lnTo>
                  <a:pt x="55810" y="7578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4CF1A5-F160-4B3A-985F-C1AF94C9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0903" y="1327807"/>
            <a:ext cx="55810" cy="77550"/>
          </a:xfrm>
          <a:custGeom xmlns:a="http://schemas.openxmlformats.org/drawingml/2006/main">
            <a:pathLst>
              <a:path w="55810" h="77550" fill="none">
                <a:moveTo>
                  <a:pt x="55810" y="75786"/>
                </a:moveTo>
                <a:lnTo>
                  <a:pt x="25481" y="0"/>
                </a:lnTo>
                <a:lnTo>
                  <a:pt x="0" y="77550"/>
                </a:lnTo>
                <a:lnTo>
                  <a:pt x="55810" y="75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B06A75-94D7-4A08-947C-841CE1B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00" y="1302986"/>
            <a:ext cx="11156" cy="354476"/>
          </a:xfrm>
          <a:custGeom xmlns:a="http://schemas.openxmlformats.org/drawingml/2006/main">
            <a:pathLst>
              <a:path w="11156" h="354476">
                <a:moveTo>
                  <a:pt x="0" y="354476"/>
                </a:moveTo>
                <a:lnTo>
                  <a:pt x="11156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83A51B-2458-4841-A91F-6B996797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3401" y="1404353"/>
            <a:ext cx="7965" cy="253109"/>
          </a:xfrm>
          <a:custGeom xmlns:a="http://schemas.openxmlformats.org/drawingml/2006/main">
            <a:pathLst>
              <a:path w="7965" h="253109" fill="none">
                <a:moveTo>
                  <a:pt x="0" y="253109"/>
                </a:moveTo>
                <a:lnTo>
                  <a:pt x="7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15E870-93A0-4DDE-BDD3-D23F33D1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60" y="1327684"/>
            <a:ext cx="55810" cy="77547"/>
          </a:xfrm>
          <a:custGeom xmlns:a="http://schemas.openxmlformats.org/drawingml/2006/main">
            <a:pathLst>
              <a:path w="55810" h="77547">
                <a:moveTo>
                  <a:pt x="55810" y="77547"/>
                </a:moveTo>
                <a:lnTo>
                  <a:pt x="0" y="75791"/>
                </a:lnTo>
                <a:lnTo>
                  <a:pt x="30319" y="0"/>
                </a:lnTo>
                <a:lnTo>
                  <a:pt x="55810" y="7754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FBA77-B0A8-451D-8B79-A1F95E1F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460" y="1327684"/>
            <a:ext cx="55810" cy="77547"/>
          </a:xfrm>
          <a:custGeom xmlns:a="http://schemas.openxmlformats.org/drawingml/2006/main">
            <a:pathLst>
              <a:path w="55810" h="77547" fill="none">
                <a:moveTo>
                  <a:pt x="55810" y="77547"/>
                </a:moveTo>
                <a:lnTo>
                  <a:pt x="30319" y="0"/>
                </a:lnTo>
                <a:lnTo>
                  <a:pt x="0" y="75791"/>
                </a:lnTo>
                <a:lnTo>
                  <a:pt x="55810" y="775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C05EEB-CA5D-40FE-81E7-C56B972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7148" y="1243291"/>
            <a:ext cx="1043336" cy="467163"/>
          </a:xfrm>
          <a:custGeom xmlns:a="http://schemas.openxmlformats.org/drawingml/2006/main">
            <a:pathLst>
              <a:path w="1043336" h="467163">
                <a:moveTo>
                  <a:pt x="1043336" y="46716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B5942D-7009-4165-90AC-9AA6F6E2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9709" y="1284737"/>
            <a:ext cx="950774" cy="425718"/>
          </a:xfrm>
          <a:custGeom xmlns:a="http://schemas.openxmlformats.org/drawingml/2006/main">
            <a:pathLst>
              <a:path w="950774" h="425718" fill="none">
                <a:moveTo>
                  <a:pt x="950774" y="42571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2A0B4-66FC-4586-BB9B-121FCFB7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00" y="1253389"/>
            <a:ext cx="81418" cy="56828"/>
          </a:xfrm>
          <a:custGeom xmlns:a="http://schemas.openxmlformats.org/drawingml/2006/main">
            <a:pathLst>
              <a:path w="81418" h="56828">
                <a:moveTo>
                  <a:pt x="81418" y="5866"/>
                </a:moveTo>
                <a:lnTo>
                  <a:pt x="58600" y="56828"/>
                </a:lnTo>
                <a:lnTo>
                  <a:pt x="0" y="0"/>
                </a:lnTo>
                <a:lnTo>
                  <a:pt x="81418" y="586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93ABE4-B528-4FE9-B0D8-C505D8EC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9700" y="1253389"/>
            <a:ext cx="81418" cy="56828"/>
          </a:xfrm>
          <a:custGeom xmlns:a="http://schemas.openxmlformats.org/drawingml/2006/main">
            <a:pathLst>
              <a:path w="81418" h="56828" fill="none">
                <a:moveTo>
                  <a:pt x="81418" y="5866"/>
                </a:moveTo>
                <a:lnTo>
                  <a:pt x="0" y="0"/>
                </a:lnTo>
                <a:lnTo>
                  <a:pt x="58600" y="56828"/>
                </a:lnTo>
                <a:lnTo>
                  <a:pt x="81418" y="586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395A8B-4811-4ECB-B3AF-069BD9F6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563" y="1966284"/>
            <a:ext cx="280008" cy="355844"/>
          </a:xfrm>
          <a:custGeom xmlns:a="http://schemas.openxmlformats.org/drawingml/2006/main">
            <a:pathLst>
              <a:path w="280008" h="355844">
                <a:moveTo>
                  <a:pt x="0" y="355844"/>
                </a:moveTo>
                <a:lnTo>
                  <a:pt x="28000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12773B-BF5F-450C-B833-D8C7C0C1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0563" y="2045984"/>
            <a:ext cx="217292" cy="276143"/>
          </a:xfrm>
          <a:custGeom xmlns:a="http://schemas.openxmlformats.org/drawingml/2006/main">
            <a:pathLst>
              <a:path w="217292" h="276143" fill="none">
                <a:moveTo>
                  <a:pt x="0" y="276143"/>
                </a:moveTo>
                <a:lnTo>
                  <a:pt x="2172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6FCDCE-D6F2-4982-860F-1B596D5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915" y="1985703"/>
            <a:ext cx="69376" cy="77546"/>
          </a:xfrm>
          <a:custGeom xmlns:a="http://schemas.openxmlformats.org/drawingml/2006/main">
            <a:pathLst>
              <a:path w="69376" h="77546">
                <a:moveTo>
                  <a:pt x="43881" y="77546"/>
                </a:moveTo>
                <a:lnTo>
                  <a:pt x="0" y="43017"/>
                </a:lnTo>
                <a:lnTo>
                  <a:pt x="69376" y="0"/>
                </a:lnTo>
                <a:lnTo>
                  <a:pt x="43881" y="7754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BF3097-5FA0-4F37-AE52-FC9FB7C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915" y="1985703"/>
            <a:ext cx="69376" cy="77546"/>
          </a:xfrm>
          <a:custGeom xmlns:a="http://schemas.openxmlformats.org/drawingml/2006/main">
            <a:pathLst>
              <a:path w="69376" h="77546" fill="none">
                <a:moveTo>
                  <a:pt x="43881" y="77546"/>
                </a:moveTo>
                <a:lnTo>
                  <a:pt x="69376" y="0"/>
                </a:lnTo>
                <a:lnTo>
                  <a:pt x="0" y="43017"/>
                </a:lnTo>
                <a:lnTo>
                  <a:pt x="43881" y="77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D46AB-DCFD-4DCA-953A-7FAEEFD9A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6430" y="1966426"/>
            <a:ext cx="261880" cy="345176"/>
          </a:xfrm>
          <a:custGeom xmlns:a="http://schemas.openxmlformats.org/drawingml/2006/main">
            <a:pathLst>
              <a:path w="261880" h="345176">
                <a:moveTo>
                  <a:pt x="261880" y="345176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EF18E-7941-44E8-9D25-A477BACC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7728" y="2047221"/>
            <a:ext cx="200582" cy="264381"/>
          </a:xfrm>
          <a:custGeom xmlns:a="http://schemas.openxmlformats.org/drawingml/2006/main">
            <a:pathLst>
              <a:path w="200582" h="264381" fill="none">
                <a:moveTo>
                  <a:pt x="200582" y="26438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CD25D-7754-4B5C-9495-3D9ED271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1986112"/>
            <a:ext cx="68605" cy="77984"/>
          </a:xfrm>
          <a:custGeom xmlns:a="http://schemas.openxmlformats.org/drawingml/2006/main">
            <a:pathLst>
              <a:path w="68605" h="77984">
                <a:moveTo>
                  <a:pt x="68605" y="44234"/>
                </a:moveTo>
                <a:lnTo>
                  <a:pt x="24121" y="77984"/>
                </a:lnTo>
                <a:lnTo>
                  <a:pt x="0" y="0"/>
                </a:lnTo>
                <a:lnTo>
                  <a:pt x="68605" y="4423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7E4007-77CB-4BF6-827F-F6BA7ABB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1365" y="1986112"/>
            <a:ext cx="68605" cy="77984"/>
          </a:xfrm>
          <a:custGeom xmlns:a="http://schemas.openxmlformats.org/drawingml/2006/main">
            <a:pathLst>
              <a:path w="68605" h="77984" fill="none">
                <a:moveTo>
                  <a:pt x="68605" y="44234"/>
                </a:moveTo>
                <a:lnTo>
                  <a:pt x="0" y="0"/>
                </a:lnTo>
                <a:lnTo>
                  <a:pt x="24121" y="77984"/>
                </a:lnTo>
                <a:lnTo>
                  <a:pt x="68605" y="442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A31E80-2D81-49D8-BFC6-B1F7F417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1507" y="2763123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…">
            <a:extLst xmlns:a="http://schemas.openxmlformats.org/drawingml/2006/main">
              <a:ext uri="{FF2B5EF4-FFF2-40B4-BE49-F238E27FC236}">
                <a16:creationId xmlns:a16="http://schemas.microsoft.com/office/drawing/2014/main" id="{539D2CB4-B818-4C33-BEAA-8442E58B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5486" y="2925026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8B1B4-D0C5-4E7D-8DAB-C4691759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290" y="2673463"/>
            <a:ext cx="5020" cy="191461"/>
          </a:xfrm>
          <a:custGeom xmlns:a="http://schemas.openxmlformats.org/drawingml/2006/main">
            <a:pathLst>
              <a:path w="5020" h="191461">
                <a:moveTo>
                  <a:pt x="0" y="191461"/>
                </a:moveTo>
                <a:lnTo>
                  <a:pt x="502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68DD8-D37A-4D00-92D5-2D27C354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289" y="2774845"/>
            <a:ext cx="2362" cy="90079"/>
          </a:xfrm>
          <a:custGeom xmlns:a="http://schemas.openxmlformats.org/drawingml/2006/main">
            <a:pathLst>
              <a:path w="2362" h="90079" fill="none">
                <a:moveTo>
                  <a:pt x="0" y="90079"/>
                </a:moveTo>
                <a:lnTo>
                  <a:pt x="23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6BA7E4-684C-49DE-BCA2-DB242BA5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742" y="2698164"/>
            <a:ext cx="55819" cy="77413"/>
          </a:xfrm>
          <a:custGeom xmlns:a="http://schemas.openxmlformats.org/drawingml/2006/main">
            <a:pathLst>
              <a:path w="55819" h="77413">
                <a:moveTo>
                  <a:pt x="55819" y="77413"/>
                </a:moveTo>
                <a:lnTo>
                  <a:pt x="0" y="75949"/>
                </a:lnTo>
                <a:lnTo>
                  <a:pt x="29921" y="0"/>
                </a:lnTo>
                <a:lnTo>
                  <a:pt x="55819" y="77413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3A064-20AE-4041-A43A-960C1181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7742" y="2698164"/>
            <a:ext cx="55819" cy="77413"/>
          </a:xfrm>
          <a:custGeom xmlns:a="http://schemas.openxmlformats.org/drawingml/2006/main">
            <a:pathLst>
              <a:path w="55819" h="77413" fill="none">
                <a:moveTo>
                  <a:pt x="55819" y="77413"/>
                </a:moveTo>
                <a:lnTo>
                  <a:pt x="29921" y="0"/>
                </a:lnTo>
                <a:lnTo>
                  <a:pt x="0" y="75949"/>
                </a:lnTo>
                <a:lnTo>
                  <a:pt x="55819" y="7741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18CD99-048D-4178-86B6-16441F91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967" y="2688098"/>
            <a:ext cx="279" cy="180520"/>
          </a:xfrm>
          <a:custGeom xmlns:a="http://schemas.openxmlformats.org/drawingml/2006/main">
            <a:pathLst>
              <a:path w="279" h="180520">
                <a:moveTo>
                  <a:pt x="0" y="180520"/>
                </a:moveTo>
                <a:lnTo>
                  <a:pt x="27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A2E8AE-6866-4B28-AA61-B2F60023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6967" y="2789515"/>
            <a:ext cx="123" cy="79103"/>
          </a:xfrm>
          <a:custGeom xmlns:a="http://schemas.openxmlformats.org/drawingml/2006/main">
            <a:pathLst>
              <a:path w="123" h="79103" fill="none">
                <a:moveTo>
                  <a:pt x="0" y="79103"/>
                </a:moveTo>
                <a:lnTo>
                  <a:pt x="12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5F51B-ABCF-48CD-87DA-61C08283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169" y="2712809"/>
            <a:ext cx="55838" cy="76749"/>
          </a:xfrm>
          <a:custGeom xmlns:a="http://schemas.openxmlformats.org/drawingml/2006/main">
            <a:pathLst>
              <a:path w="55838" h="76749">
                <a:moveTo>
                  <a:pt x="55838" y="76749"/>
                </a:moveTo>
                <a:lnTo>
                  <a:pt x="0" y="76663"/>
                </a:lnTo>
                <a:lnTo>
                  <a:pt x="28038" y="0"/>
                </a:lnTo>
                <a:lnTo>
                  <a:pt x="55838" y="7674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7441DF-AE2F-44EE-9AE4-EFC1D1BB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9169" y="2712809"/>
            <a:ext cx="55838" cy="76749"/>
          </a:xfrm>
          <a:custGeom xmlns:a="http://schemas.openxmlformats.org/drawingml/2006/main">
            <a:pathLst>
              <a:path w="55838" h="76749" fill="none">
                <a:moveTo>
                  <a:pt x="55838" y="76749"/>
                </a:moveTo>
                <a:lnTo>
                  <a:pt x="28038" y="0"/>
                </a:lnTo>
                <a:lnTo>
                  <a:pt x="0" y="76663"/>
                </a:lnTo>
                <a:lnTo>
                  <a:pt x="55838" y="7674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C6D05-D5D9-4EAE-A7A5-0E0A19D0D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4531" y="2754095"/>
            <a:ext cx="383756" cy="291294"/>
          </a:xfrm>
          <a:custGeom xmlns:a="http://schemas.openxmlformats.org/drawingml/2006/main">
            <a:pathLst>
              <a:path w="383756" h="291294">
                <a:moveTo>
                  <a:pt x="0" y="291294"/>
                </a:moveTo>
                <a:lnTo>
                  <a:pt x="0" y="0"/>
                </a:lnTo>
                <a:lnTo>
                  <a:pt x="383756" y="0"/>
                </a:lnTo>
                <a:lnTo>
                  <a:pt x="383756" y="291294"/>
                </a:lnTo>
                <a:lnTo>
                  <a:pt x="0" y="29129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Text …">
            <a:extLst xmlns:a="http://schemas.openxmlformats.org/drawingml/2006/main">
              <a:ext uri="{FF2B5EF4-FFF2-40B4-BE49-F238E27FC236}">
                <a16:creationId xmlns:a16="http://schemas.microsoft.com/office/drawing/2014/main" id="{319F3416-9A4D-4E24-8835-579C81CC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9986" y="2928353"/>
            <a:ext cx="120829" cy="20688"/>
          </a:xfrm>
          <a:custGeom xmlns:a="http://schemas.openxmlformats.org/drawingml/2006/main">
            <a:pathLst>
              <a:path w="120829" h="20688">
                <a:moveTo>
                  <a:pt x="100140" y="20688"/>
                </a:moveTo>
                <a:lnTo>
                  <a:pt x="100140" y="0"/>
                </a:lnTo>
                <a:lnTo>
                  <a:pt x="120829" y="0"/>
                </a:lnTo>
                <a:lnTo>
                  <a:pt x="120829" y="20688"/>
                </a:lnTo>
                <a:lnTo>
                  <a:pt x="100140" y="20688"/>
                </a:lnTo>
                <a:moveTo>
                  <a:pt x="50107" y="20688"/>
                </a:moveTo>
                <a:lnTo>
                  <a:pt x="50107" y="0"/>
                </a:lnTo>
                <a:lnTo>
                  <a:pt x="70722" y="0"/>
                </a:lnTo>
                <a:lnTo>
                  <a:pt x="70722" y="20688"/>
                </a:lnTo>
                <a:lnTo>
                  <a:pt x="50107" y="20688"/>
                </a:lnTo>
                <a:moveTo>
                  <a:pt x="0" y="20688"/>
                </a:moveTo>
                <a:lnTo>
                  <a:pt x="0" y="0"/>
                </a:lnTo>
                <a:lnTo>
                  <a:pt x="20615" y="0"/>
                </a:lnTo>
                <a:lnTo>
                  <a:pt x="20615" y="20688"/>
                </a:lnTo>
                <a:lnTo>
                  <a:pt x="0" y="2068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E211FD-B368-4016-94FD-796C4DAD9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288" y="2311869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Text H">
            <a:extLst xmlns:a="http://schemas.openxmlformats.org/drawingml/2006/main">
              <a:ext uri="{FF2B5EF4-FFF2-40B4-BE49-F238E27FC236}">
                <a16:creationId xmlns:a16="http://schemas.microsoft.com/office/drawing/2014/main" id="{C43F2914-94B6-4859-88AE-83954D9C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9043" y="2417609"/>
            <a:ext cx="126551" cy="161325"/>
          </a:xfrm>
          <a:custGeom xmlns:a="http://schemas.openxmlformats.org/drawingml/2006/main">
            <a:pathLst>
              <a:path w="126551" h="161325">
                <a:moveTo>
                  <a:pt x="0" y="161325"/>
                </a:moveTo>
                <a:lnTo>
                  <a:pt x="0" y="0"/>
                </a:lnTo>
                <a:lnTo>
                  <a:pt x="21349" y="0"/>
                </a:lnTo>
                <a:lnTo>
                  <a:pt x="21349" y="66027"/>
                </a:lnTo>
                <a:lnTo>
                  <a:pt x="105202" y="66027"/>
                </a:lnTo>
                <a:lnTo>
                  <a:pt x="105202" y="0"/>
                </a:lnTo>
                <a:lnTo>
                  <a:pt x="126551" y="0"/>
                </a:lnTo>
                <a:lnTo>
                  <a:pt x="126551" y="161325"/>
                </a:lnTo>
                <a:lnTo>
                  <a:pt x="105202" y="161325"/>
                </a:lnTo>
                <a:lnTo>
                  <a:pt x="105202" y="85174"/>
                </a:lnTo>
                <a:lnTo>
                  <a:pt x="21349" y="85174"/>
                </a:lnTo>
                <a:lnTo>
                  <a:pt x="2134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44322-955F-4F75-8917-6D8E4975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542" y="2322887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Text G">
            <a:extLst xmlns:a="http://schemas.openxmlformats.org/drawingml/2006/main">
              <a:ext uri="{FF2B5EF4-FFF2-40B4-BE49-F238E27FC236}">
                <a16:creationId xmlns:a16="http://schemas.microsoft.com/office/drawing/2014/main" id="{6B430A51-C955-464E-A25B-6BFBBEC47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1245" y="2425765"/>
            <a:ext cx="149220" cy="166827"/>
          </a:xfrm>
          <a:custGeom xmlns:a="http://schemas.openxmlformats.org/drawingml/2006/main">
            <a:pathLst>
              <a:path w="149220" h="166827">
                <a:moveTo>
                  <a:pt x="80883" y="101021"/>
                </a:moveTo>
                <a:lnTo>
                  <a:pt x="80883" y="81873"/>
                </a:lnTo>
                <a:lnTo>
                  <a:pt x="149220" y="81873"/>
                </a:lnTo>
                <a:lnTo>
                  <a:pt x="149220" y="141658"/>
                </a:lnTo>
                <a:cubicBezTo>
                  <a:pt x="138729" y="150012"/>
                  <a:pt x="127908" y="156296"/>
                  <a:pt x="116757" y="160510"/>
                </a:cubicBezTo>
                <a:cubicBezTo>
                  <a:pt x="105606" y="164722"/>
                  <a:pt x="94161" y="166827"/>
                  <a:pt x="82423" y="166827"/>
                </a:cubicBezTo>
                <a:cubicBezTo>
                  <a:pt x="66577" y="166827"/>
                  <a:pt x="52179" y="163434"/>
                  <a:pt x="39231" y="156648"/>
                </a:cubicBezTo>
                <a:cubicBezTo>
                  <a:pt x="26282" y="149862"/>
                  <a:pt x="16507" y="140050"/>
                  <a:pt x="9904" y="127211"/>
                </a:cubicBezTo>
                <a:cubicBezTo>
                  <a:pt x="3301" y="114373"/>
                  <a:pt x="0" y="100030"/>
                  <a:pt x="0" y="84184"/>
                </a:cubicBezTo>
                <a:cubicBezTo>
                  <a:pt x="0" y="68484"/>
                  <a:pt x="3283" y="53830"/>
                  <a:pt x="9849" y="40221"/>
                </a:cubicBezTo>
                <a:cubicBezTo>
                  <a:pt x="16415" y="26612"/>
                  <a:pt x="25860" y="16507"/>
                  <a:pt x="38185" y="9904"/>
                </a:cubicBezTo>
                <a:cubicBezTo>
                  <a:pt x="50510" y="3301"/>
                  <a:pt x="64706" y="0"/>
                  <a:pt x="80773" y="0"/>
                </a:cubicBezTo>
                <a:cubicBezTo>
                  <a:pt x="92437" y="0"/>
                  <a:pt x="102983" y="1891"/>
                  <a:pt x="112410" y="5674"/>
                </a:cubicBezTo>
                <a:cubicBezTo>
                  <a:pt x="121838" y="9457"/>
                  <a:pt x="129229" y="14726"/>
                  <a:pt x="134584" y="21483"/>
                </a:cubicBezTo>
                <a:cubicBezTo>
                  <a:pt x="139940" y="28239"/>
                  <a:pt x="144011" y="37052"/>
                  <a:pt x="146799" y="47921"/>
                </a:cubicBezTo>
                <a:lnTo>
                  <a:pt x="127542" y="53203"/>
                </a:lnTo>
                <a:cubicBezTo>
                  <a:pt x="125121" y="44977"/>
                  <a:pt x="122113" y="38513"/>
                  <a:pt x="118518" y="33811"/>
                </a:cubicBezTo>
                <a:cubicBezTo>
                  <a:pt x="114923" y="29107"/>
                  <a:pt x="109788" y="25340"/>
                  <a:pt x="103112" y="22511"/>
                </a:cubicBezTo>
                <a:cubicBezTo>
                  <a:pt x="96436" y="19682"/>
                  <a:pt x="89026" y="18267"/>
                  <a:pt x="80883" y="18267"/>
                </a:cubicBezTo>
                <a:cubicBezTo>
                  <a:pt x="71125" y="18267"/>
                  <a:pt x="62689" y="19754"/>
                  <a:pt x="55572" y="22728"/>
                </a:cubicBezTo>
                <a:cubicBezTo>
                  <a:pt x="48456" y="25701"/>
                  <a:pt x="42716" y="29611"/>
                  <a:pt x="38350" y="34458"/>
                </a:cubicBezTo>
                <a:cubicBezTo>
                  <a:pt x="33985" y="39304"/>
                  <a:pt x="30592" y="44628"/>
                  <a:pt x="28171" y="50428"/>
                </a:cubicBezTo>
                <a:cubicBezTo>
                  <a:pt x="24063" y="60414"/>
                  <a:pt x="22009" y="71245"/>
                  <a:pt x="22009" y="82918"/>
                </a:cubicBezTo>
                <a:cubicBezTo>
                  <a:pt x="22009" y="97309"/>
                  <a:pt x="24485" y="109351"/>
                  <a:pt x="29437" y="119044"/>
                </a:cubicBezTo>
                <a:cubicBezTo>
                  <a:pt x="34389" y="128737"/>
                  <a:pt x="41597" y="135934"/>
                  <a:pt x="51061" y="140633"/>
                </a:cubicBezTo>
                <a:cubicBezTo>
                  <a:pt x="60524" y="145331"/>
                  <a:pt x="70575" y="147680"/>
                  <a:pt x="81213" y="147680"/>
                </a:cubicBezTo>
                <a:cubicBezTo>
                  <a:pt x="90457" y="147680"/>
                  <a:pt x="99480" y="145905"/>
                  <a:pt x="108284" y="142356"/>
                </a:cubicBezTo>
                <a:cubicBezTo>
                  <a:pt x="117087" y="138805"/>
                  <a:pt x="123763" y="135017"/>
                  <a:pt x="128312" y="130991"/>
                </a:cubicBezTo>
                <a:lnTo>
                  <a:pt x="128312" y="101021"/>
                </a:lnTo>
                <a:lnTo>
                  <a:pt x="80883" y="101021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158F0D-AE13-4D0F-9EF4-4511EE60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324" y="1647205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Text F">
            <a:extLst xmlns:a="http://schemas.openxmlformats.org/drawingml/2006/main">
              <a:ext uri="{FF2B5EF4-FFF2-40B4-BE49-F238E27FC236}">
                <a16:creationId xmlns:a16="http://schemas.microsoft.com/office/drawing/2014/main" id="{917D8FC6-7057-4542-A2A5-F544F05C4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519" y="1752945"/>
            <a:ext cx="108834" cy="161325"/>
          </a:xfrm>
          <a:custGeom xmlns:a="http://schemas.openxmlformats.org/drawingml/2006/main">
            <a:pathLst>
              <a:path w="108834" h="161325">
                <a:moveTo>
                  <a:pt x="0" y="161325"/>
                </a:moveTo>
                <a:lnTo>
                  <a:pt x="0" y="0"/>
                </a:lnTo>
                <a:lnTo>
                  <a:pt x="108834" y="0"/>
                </a:lnTo>
                <a:lnTo>
                  <a:pt x="108834" y="19148"/>
                </a:lnTo>
                <a:lnTo>
                  <a:pt x="21349" y="19148"/>
                </a:lnTo>
                <a:lnTo>
                  <a:pt x="21349" y="68888"/>
                </a:lnTo>
                <a:lnTo>
                  <a:pt x="97059" y="68888"/>
                </a:lnTo>
                <a:lnTo>
                  <a:pt x="97059" y="88036"/>
                </a:lnTo>
                <a:lnTo>
                  <a:pt x="21349" y="88036"/>
                </a:lnTo>
                <a:lnTo>
                  <a:pt x="2134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351488-5C38-485D-8E99-A871DBF5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4960" y="930877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Text D">
            <a:extLst xmlns:a="http://schemas.openxmlformats.org/drawingml/2006/main">
              <a:ext uri="{FF2B5EF4-FFF2-40B4-BE49-F238E27FC236}">
                <a16:creationId xmlns:a16="http://schemas.microsoft.com/office/drawing/2014/main" id="{158887BD-FE6D-4D40-8EC4-8A3BF95E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3055" y="1036617"/>
            <a:ext cx="133374" cy="161325"/>
          </a:xfrm>
          <a:custGeom xmlns:a="http://schemas.openxmlformats.org/drawingml/2006/main">
            <a:pathLst>
              <a:path w="133374" h="161325">
                <a:moveTo>
                  <a:pt x="0" y="161325"/>
                </a:moveTo>
                <a:lnTo>
                  <a:pt x="0" y="0"/>
                </a:lnTo>
                <a:lnTo>
                  <a:pt x="55572" y="0"/>
                </a:lnTo>
                <a:cubicBezTo>
                  <a:pt x="68118" y="0"/>
                  <a:pt x="77691" y="770"/>
                  <a:pt x="84294" y="2311"/>
                </a:cubicBezTo>
                <a:cubicBezTo>
                  <a:pt x="93538" y="4438"/>
                  <a:pt x="101424" y="8290"/>
                  <a:pt x="107954" y="13866"/>
                </a:cubicBezTo>
                <a:cubicBezTo>
                  <a:pt x="116464" y="21055"/>
                  <a:pt x="122828" y="30244"/>
                  <a:pt x="127046" y="41432"/>
                </a:cubicBezTo>
                <a:cubicBezTo>
                  <a:pt x="131265" y="52620"/>
                  <a:pt x="133374" y="65403"/>
                  <a:pt x="133374" y="79782"/>
                </a:cubicBezTo>
                <a:cubicBezTo>
                  <a:pt x="133374" y="92034"/>
                  <a:pt x="131943" y="102892"/>
                  <a:pt x="129082" y="112355"/>
                </a:cubicBezTo>
                <a:cubicBezTo>
                  <a:pt x="126221" y="121819"/>
                  <a:pt x="122553" y="129651"/>
                  <a:pt x="118078" y="135850"/>
                </a:cubicBezTo>
                <a:cubicBezTo>
                  <a:pt x="113603" y="142049"/>
                  <a:pt x="108706" y="146928"/>
                  <a:pt x="103387" y="150486"/>
                </a:cubicBezTo>
                <a:cubicBezTo>
                  <a:pt x="98068" y="154044"/>
                  <a:pt x="91649" y="156740"/>
                  <a:pt x="84129" y="158574"/>
                </a:cubicBezTo>
                <a:cubicBezTo>
                  <a:pt x="76609" y="160408"/>
                  <a:pt x="67971" y="161325"/>
                  <a:pt x="58214" y="161325"/>
                </a:cubicBezTo>
                <a:lnTo>
                  <a:pt x="0" y="161325"/>
                </a:lnTo>
                <a:moveTo>
                  <a:pt x="21349" y="142177"/>
                </a:moveTo>
                <a:lnTo>
                  <a:pt x="55793" y="142177"/>
                </a:lnTo>
                <a:cubicBezTo>
                  <a:pt x="66430" y="142177"/>
                  <a:pt x="74775" y="141189"/>
                  <a:pt x="80828" y="139213"/>
                </a:cubicBezTo>
                <a:cubicBezTo>
                  <a:pt x="86880" y="137235"/>
                  <a:pt x="91704" y="134451"/>
                  <a:pt x="95298" y="130863"/>
                </a:cubicBezTo>
                <a:cubicBezTo>
                  <a:pt x="100361" y="125811"/>
                  <a:pt x="104304" y="119019"/>
                  <a:pt x="107128" y="110488"/>
                </a:cubicBezTo>
                <a:cubicBezTo>
                  <a:pt x="109953" y="101955"/>
                  <a:pt x="111365" y="91611"/>
                  <a:pt x="111365" y="79456"/>
                </a:cubicBezTo>
                <a:cubicBezTo>
                  <a:pt x="111365" y="62612"/>
                  <a:pt x="108596" y="49668"/>
                  <a:pt x="103057" y="40624"/>
                </a:cubicBezTo>
                <a:cubicBezTo>
                  <a:pt x="97518" y="31579"/>
                  <a:pt x="90787" y="25519"/>
                  <a:pt x="82863" y="22442"/>
                </a:cubicBezTo>
                <a:cubicBezTo>
                  <a:pt x="77141" y="20246"/>
                  <a:pt x="67934" y="19148"/>
                  <a:pt x="55242" y="19148"/>
                </a:cubicBezTo>
                <a:lnTo>
                  <a:pt x="21349" y="19148"/>
                </a:lnTo>
                <a:lnTo>
                  <a:pt x="21349" y="14217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A335A6-284A-4B83-AC81-83C1BF98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4229" y="1636942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E">
            <a:extLst xmlns:a="http://schemas.openxmlformats.org/drawingml/2006/main">
              <a:ext uri="{FF2B5EF4-FFF2-40B4-BE49-F238E27FC236}">
                <a16:creationId xmlns:a16="http://schemas.microsoft.com/office/drawing/2014/main" id="{9195DD33-D714-4AFF-840B-8B9988F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2765" y="1742681"/>
            <a:ext cx="120389" cy="161325"/>
          </a:xfrm>
          <a:custGeom xmlns:a="http://schemas.openxmlformats.org/drawingml/2006/main">
            <a:pathLst>
              <a:path w="120389" h="161325">
                <a:moveTo>
                  <a:pt x="0" y="161325"/>
                </a:moveTo>
                <a:lnTo>
                  <a:pt x="0" y="0"/>
                </a:lnTo>
                <a:lnTo>
                  <a:pt x="116647" y="0"/>
                </a:lnTo>
                <a:lnTo>
                  <a:pt x="116647" y="19148"/>
                </a:lnTo>
                <a:lnTo>
                  <a:pt x="21349" y="19148"/>
                </a:lnTo>
                <a:lnTo>
                  <a:pt x="21349" y="68228"/>
                </a:lnTo>
                <a:lnTo>
                  <a:pt x="110595" y="68228"/>
                </a:lnTo>
                <a:lnTo>
                  <a:pt x="110595" y="87375"/>
                </a:lnTo>
                <a:lnTo>
                  <a:pt x="21349" y="87375"/>
                </a:lnTo>
                <a:lnTo>
                  <a:pt x="21349" y="142177"/>
                </a:lnTo>
                <a:lnTo>
                  <a:pt x="120389" y="142177"/>
                </a:lnTo>
                <a:lnTo>
                  <a:pt x="120389" y="161325"/>
                </a:lnTo>
                <a:lnTo>
                  <a:pt x="0" y="16132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4CB707-774B-45BA-B6B5-57B1A120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1222" y="930884"/>
            <a:ext cx="383756" cy="382374"/>
          </a:xfrm>
          <a:custGeom xmlns:a="http://schemas.openxmlformats.org/drawingml/2006/main">
            <a:pathLst>
              <a:path w="383756" h="382374">
                <a:moveTo>
                  <a:pt x="0" y="382374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4"/>
                </a:lnTo>
                <a:lnTo>
                  <a:pt x="0" y="382374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C">
            <a:extLst xmlns:a="http://schemas.openxmlformats.org/drawingml/2006/main">
              <a:ext uri="{FF2B5EF4-FFF2-40B4-BE49-F238E27FC236}">
                <a16:creationId xmlns:a16="http://schemas.microsoft.com/office/drawing/2014/main" id="{FD48F9F9-8A32-488B-B7B3-26717B5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155" y="1033763"/>
            <a:ext cx="142618" cy="166827"/>
          </a:xfrm>
          <a:custGeom xmlns:a="http://schemas.openxmlformats.org/drawingml/2006/main">
            <a:pathLst>
              <a:path w="142618" h="166827">
                <a:moveTo>
                  <a:pt x="121269" y="107513"/>
                </a:moveTo>
                <a:lnTo>
                  <a:pt x="142618" y="112906"/>
                </a:lnTo>
                <a:cubicBezTo>
                  <a:pt x="138142" y="130439"/>
                  <a:pt x="130091" y="143810"/>
                  <a:pt x="118463" y="153017"/>
                </a:cubicBezTo>
                <a:cubicBezTo>
                  <a:pt x="106835" y="162224"/>
                  <a:pt x="92621" y="166827"/>
                  <a:pt x="75821" y="166827"/>
                </a:cubicBezTo>
                <a:cubicBezTo>
                  <a:pt x="58434" y="166827"/>
                  <a:pt x="44293" y="163288"/>
                  <a:pt x="33398" y="156208"/>
                </a:cubicBezTo>
                <a:cubicBezTo>
                  <a:pt x="22504" y="149129"/>
                  <a:pt x="14214" y="138876"/>
                  <a:pt x="8528" y="125451"/>
                </a:cubicBezTo>
                <a:cubicBezTo>
                  <a:pt x="2843" y="112025"/>
                  <a:pt x="0" y="97609"/>
                  <a:pt x="0" y="82203"/>
                </a:cubicBezTo>
                <a:cubicBezTo>
                  <a:pt x="0" y="65403"/>
                  <a:pt x="3210" y="50749"/>
                  <a:pt x="9629" y="38240"/>
                </a:cubicBezTo>
                <a:cubicBezTo>
                  <a:pt x="16048" y="25732"/>
                  <a:pt x="25182" y="16232"/>
                  <a:pt x="37030" y="9739"/>
                </a:cubicBezTo>
                <a:cubicBezTo>
                  <a:pt x="48878" y="3246"/>
                  <a:pt x="61918" y="0"/>
                  <a:pt x="76151" y="0"/>
                </a:cubicBezTo>
                <a:cubicBezTo>
                  <a:pt x="92291" y="0"/>
                  <a:pt x="105863" y="4108"/>
                  <a:pt x="116867" y="12325"/>
                </a:cubicBezTo>
                <a:cubicBezTo>
                  <a:pt x="127872" y="20542"/>
                  <a:pt x="135538" y="32096"/>
                  <a:pt x="139866" y="46989"/>
                </a:cubicBezTo>
                <a:lnTo>
                  <a:pt x="118848" y="51941"/>
                </a:lnTo>
                <a:cubicBezTo>
                  <a:pt x="115106" y="40203"/>
                  <a:pt x="109678" y="31656"/>
                  <a:pt x="102561" y="26301"/>
                </a:cubicBezTo>
                <a:cubicBezTo>
                  <a:pt x="95445" y="20945"/>
                  <a:pt x="86495" y="18267"/>
                  <a:pt x="75711" y="18267"/>
                </a:cubicBezTo>
                <a:cubicBezTo>
                  <a:pt x="63312" y="18267"/>
                  <a:pt x="52950" y="21239"/>
                  <a:pt x="44623" y="27181"/>
                </a:cubicBezTo>
                <a:cubicBezTo>
                  <a:pt x="36296" y="33123"/>
                  <a:pt x="30446" y="41102"/>
                  <a:pt x="27071" y="51116"/>
                </a:cubicBezTo>
                <a:cubicBezTo>
                  <a:pt x="23696" y="61130"/>
                  <a:pt x="22009" y="71456"/>
                  <a:pt x="22009" y="82093"/>
                </a:cubicBezTo>
                <a:cubicBezTo>
                  <a:pt x="22009" y="95812"/>
                  <a:pt x="24008" y="107789"/>
                  <a:pt x="28006" y="118023"/>
                </a:cubicBezTo>
                <a:cubicBezTo>
                  <a:pt x="32005" y="128257"/>
                  <a:pt x="38222" y="135905"/>
                  <a:pt x="46659" y="140967"/>
                </a:cubicBezTo>
                <a:cubicBezTo>
                  <a:pt x="55096" y="146029"/>
                  <a:pt x="64229" y="148560"/>
                  <a:pt x="74060" y="148560"/>
                </a:cubicBezTo>
                <a:cubicBezTo>
                  <a:pt x="86018" y="148560"/>
                  <a:pt x="96142" y="145112"/>
                  <a:pt x="104432" y="138216"/>
                </a:cubicBezTo>
                <a:cubicBezTo>
                  <a:pt x="112722" y="131320"/>
                  <a:pt x="118334" y="121086"/>
                  <a:pt x="121269" y="107513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389674-6415-4E24-A2CC-866AB408A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3973" y="243931"/>
            <a:ext cx="383756" cy="382375"/>
          </a:xfrm>
          <a:custGeom xmlns:a="http://schemas.openxmlformats.org/drawingml/2006/main">
            <a:pathLst>
              <a:path w="383756" h="382375">
                <a:moveTo>
                  <a:pt x="0" y="382375"/>
                </a:moveTo>
                <a:lnTo>
                  <a:pt x="0" y="0"/>
                </a:lnTo>
                <a:lnTo>
                  <a:pt x="383756" y="0"/>
                </a:lnTo>
                <a:lnTo>
                  <a:pt x="383756" y="382375"/>
                </a:lnTo>
                <a:lnTo>
                  <a:pt x="0" y="38237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Text A">
            <a:extLst xmlns:a="http://schemas.openxmlformats.org/drawingml/2006/main">
              <a:ext uri="{FF2B5EF4-FFF2-40B4-BE49-F238E27FC236}">
                <a16:creationId xmlns:a16="http://schemas.microsoft.com/office/drawing/2014/main" id="{90796BBA-6FC7-4EE6-9CB0-04E1F9F6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4352" y="349670"/>
            <a:ext cx="150981" cy="161325"/>
          </a:xfrm>
          <a:custGeom xmlns:a="http://schemas.openxmlformats.org/drawingml/2006/main">
            <a:pathLst>
              <a:path w="150981" h="161325">
                <a:moveTo>
                  <a:pt x="0" y="161325"/>
                </a:moveTo>
                <a:lnTo>
                  <a:pt x="61955" y="0"/>
                </a:lnTo>
                <a:lnTo>
                  <a:pt x="84954" y="0"/>
                </a:lnTo>
                <a:lnTo>
                  <a:pt x="150981" y="161325"/>
                </a:lnTo>
                <a:lnTo>
                  <a:pt x="126661" y="161325"/>
                </a:lnTo>
                <a:lnTo>
                  <a:pt x="107844" y="112465"/>
                </a:lnTo>
                <a:lnTo>
                  <a:pt x="40386" y="112465"/>
                </a:lnTo>
                <a:lnTo>
                  <a:pt x="22669" y="161325"/>
                </a:lnTo>
                <a:lnTo>
                  <a:pt x="0" y="161325"/>
                </a:lnTo>
                <a:moveTo>
                  <a:pt x="46549" y="95078"/>
                </a:moveTo>
                <a:lnTo>
                  <a:pt x="101241" y="95078"/>
                </a:lnTo>
                <a:lnTo>
                  <a:pt x="84404" y="50359"/>
                </a:lnTo>
                <a:cubicBezTo>
                  <a:pt x="79269" y="36808"/>
                  <a:pt x="75454" y="25597"/>
                  <a:pt x="72959" y="16727"/>
                </a:cubicBezTo>
                <a:cubicBezTo>
                  <a:pt x="70905" y="27206"/>
                  <a:pt x="68007" y="37550"/>
                  <a:pt x="64266" y="47759"/>
                </a:cubicBezTo>
                <a:lnTo>
                  <a:pt x="46549" y="9507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889D3-C8CF-4495-8E6D-377E3F77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6199" y="243931"/>
            <a:ext cx="383841" cy="382421"/>
          </a:xfrm>
          <a:custGeom xmlns:a="http://schemas.openxmlformats.org/drawingml/2006/main">
            <a:pathLst>
              <a:path w="383841" h="382421">
                <a:moveTo>
                  <a:pt x="0" y="382421"/>
                </a:moveTo>
                <a:lnTo>
                  <a:pt x="0" y="0"/>
                </a:lnTo>
                <a:lnTo>
                  <a:pt x="383841" y="0"/>
                </a:lnTo>
                <a:lnTo>
                  <a:pt x="383841" y="382421"/>
                </a:lnTo>
                <a:lnTo>
                  <a:pt x="0" y="382421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B">
            <a:extLst xmlns:a="http://schemas.openxmlformats.org/drawingml/2006/main">
              <a:ext uri="{FF2B5EF4-FFF2-40B4-BE49-F238E27FC236}">
                <a16:creationId xmlns:a16="http://schemas.microsoft.com/office/drawing/2014/main" id="{6E427831-14BA-4B15-8497-B8157669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414" y="349670"/>
            <a:ext cx="121819" cy="161325"/>
          </a:xfrm>
          <a:custGeom xmlns:a="http://schemas.openxmlformats.org/drawingml/2006/main">
            <a:pathLst>
              <a:path w="121819" h="161325">
                <a:moveTo>
                  <a:pt x="0" y="161325"/>
                </a:moveTo>
                <a:lnTo>
                  <a:pt x="0" y="0"/>
                </a:lnTo>
                <a:lnTo>
                  <a:pt x="60524" y="0"/>
                </a:lnTo>
                <a:cubicBezTo>
                  <a:pt x="72849" y="0"/>
                  <a:pt x="82735" y="1628"/>
                  <a:pt x="90181" y="4883"/>
                </a:cubicBezTo>
                <a:cubicBezTo>
                  <a:pt x="97628" y="8139"/>
                  <a:pt x="103460" y="13149"/>
                  <a:pt x="107678" y="19915"/>
                </a:cubicBezTo>
                <a:cubicBezTo>
                  <a:pt x="111897" y="26680"/>
                  <a:pt x="114006" y="33757"/>
                  <a:pt x="114006" y="41146"/>
                </a:cubicBezTo>
                <a:cubicBezTo>
                  <a:pt x="114006" y="48022"/>
                  <a:pt x="112135" y="54496"/>
                  <a:pt x="108394" y="60569"/>
                </a:cubicBezTo>
                <a:cubicBezTo>
                  <a:pt x="104652" y="66640"/>
                  <a:pt x="99003" y="71540"/>
                  <a:pt x="91447" y="75270"/>
                </a:cubicBezTo>
                <a:cubicBezTo>
                  <a:pt x="101204" y="78138"/>
                  <a:pt x="108706" y="83030"/>
                  <a:pt x="113951" y="89944"/>
                </a:cubicBezTo>
                <a:cubicBezTo>
                  <a:pt x="119196" y="96859"/>
                  <a:pt x="121819" y="105023"/>
                  <a:pt x="121819" y="114436"/>
                </a:cubicBezTo>
                <a:cubicBezTo>
                  <a:pt x="121819" y="122013"/>
                  <a:pt x="120224" y="129056"/>
                  <a:pt x="117032" y="135564"/>
                </a:cubicBezTo>
                <a:cubicBezTo>
                  <a:pt x="113841" y="142073"/>
                  <a:pt x="109898" y="147093"/>
                  <a:pt x="105202" y="150623"/>
                </a:cubicBezTo>
                <a:cubicBezTo>
                  <a:pt x="100507" y="154154"/>
                  <a:pt x="94620" y="156820"/>
                  <a:pt x="87540" y="158622"/>
                </a:cubicBezTo>
                <a:cubicBezTo>
                  <a:pt x="80461" y="160424"/>
                  <a:pt x="71786" y="161325"/>
                  <a:pt x="61515" y="161325"/>
                </a:cubicBezTo>
                <a:lnTo>
                  <a:pt x="0" y="161325"/>
                </a:lnTo>
                <a:moveTo>
                  <a:pt x="21349" y="67567"/>
                </a:moveTo>
                <a:lnTo>
                  <a:pt x="56233" y="67567"/>
                </a:lnTo>
                <a:cubicBezTo>
                  <a:pt x="65697" y="67567"/>
                  <a:pt x="72483" y="66947"/>
                  <a:pt x="76591" y="65707"/>
                </a:cubicBezTo>
                <a:cubicBezTo>
                  <a:pt x="82020" y="64104"/>
                  <a:pt x="86110" y="61445"/>
                  <a:pt x="88861" y="57729"/>
                </a:cubicBezTo>
                <a:cubicBezTo>
                  <a:pt x="91612" y="54012"/>
                  <a:pt x="92988" y="49349"/>
                  <a:pt x="92988" y="43739"/>
                </a:cubicBezTo>
                <a:cubicBezTo>
                  <a:pt x="92988" y="38420"/>
                  <a:pt x="91704" y="33739"/>
                  <a:pt x="89136" y="29695"/>
                </a:cubicBezTo>
                <a:cubicBezTo>
                  <a:pt x="86568" y="25651"/>
                  <a:pt x="82900" y="22882"/>
                  <a:pt x="78132" y="21390"/>
                </a:cubicBezTo>
                <a:cubicBezTo>
                  <a:pt x="73363" y="19895"/>
                  <a:pt x="65183" y="19148"/>
                  <a:pt x="53592" y="19148"/>
                </a:cubicBezTo>
                <a:lnTo>
                  <a:pt x="21349" y="19148"/>
                </a:lnTo>
                <a:lnTo>
                  <a:pt x="21349" y="67567"/>
                </a:lnTo>
                <a:moveTo>
                  <a:pt x="21349" y="142177"/>
                </a:moveTo>
                <a:lnTo>
                  <a:pt x="61515" y="142177"/>
                </a:lnTo>
                <a:cubicBezTo>
                  <a:pt x="68411" y="142177"/>
                  <a:pt x="73253" y="141921"/>
                  <a:pt x="76041" y="141407"/>
                </a:cubicBezTo>
                <a:cubicBezTo>
                  <a:pt x="80956" y="140527"/>
                  <a:pt x="85064" y="139059"/>
                  <a:pt x="88366" y="137005"/>
                </a:cubicBezTo>
                <a:cubicBezTo>
                  <a:pt x="91667" y="134951"/>
                  <a:pt x="94381" y="131962"/>
                  <a:pt x="96509" y="128037"/>
                </a:cubicBezTo>
                <a:cubicBezTo>
                  <a:pt x="98637" y="124112"/>
                  <a:pt x="99700" y="119582"/>
                  <a:pt x="99700" y="114446"/>
                </a:cubicBezTo>
                <a:cubicBezTo>
                  <a:pt x="99700" y="108430"/>
                  <a:pt x="98160" y="103203"/>
                  <a:pt x="95078" y="98765"/>
                </a:cubicBezTo>
                <a:cubicBezTo>
                  <a:pt x="91997" y="94326"/>
                  <a:pt x="87724" y="91208"/>
                  <a:pt x="82258" y="89411"/>
                </a:cubicBezTo>
                <a:cubicBezTo>
                  <a:pt x="76793" y="87614"/>
                  <a:pt x="68925" y="86715"/>
                  <a:pt x="58654" y="86715"/>
                </a:cubicBezTo>
                <a:lnTo>
                  <a:pt x="21349" y="86715"/>
                </a:lnTo>
                <a:lnTo>
                  <a:pt x="21349" y="14217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7BB0BA-303F-4A17-9ED1-6D34803D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453" y="1956058"/>
            <a:ext cx="264111" cy="374169"/>
          </a:xfrm>
          <a:custGeom xmlns:a="http://schemas.openxmlformats.org/drawingml/2006/main">
            <a:pathLst>
              <a:path w="264111" h="374169">
                <a:moveTo>
                  <a:pt x="0" y="374169"/>
                </a:moveTo>
                <a:lnTo>
                  <a:pt x="26411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0E4F81-D91D-4AD9-B849-3B6A59AE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453" y="2038914"/>
            <a:ext cx="205627" cy="291313"/>
          </a:xfrm>
          <a:custGeom xmlns:a="http://schemas.openxmlformats.org/drawingml/2006/main">
            <a:pathLst>
              <a:path w="205627" h="291313" fill="none">
                <a:moveTo>
                  <a:pt x="0" y="291313"/>
                </a:moveTo>
                <a:lnTo>
                  <a:pt x="2056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28B65-0C0A-420D-A76D-CEB292AB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70" y="1976246"/>
            <a:ext cx="67044" cy="78767"/>
          </a:xfrm>
          <a:custGeom xmlns:a="http://schemas.openxmlformats.org/drawingml/2006/main">
            <a:pathLst>
              <a:path w="67044" h="78767">
                <a:moveTo>
                  <a:pt x="45618" y="78767"/>
                </a:moveTo>
                <a:lnTo>
                  <a:pt x="0" y="46566"/>
                </a:lnTo>
                <a:lnTo>
                  <a:pt x="67044" y="0"/>
                </a:lnTo>
                <a:lnTo>
                  <a:pt x="45618" y="7876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C3B50-C8FF-4A53-B17C-8E02BF66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2270" y="1976246"/>
            <a:ext cx="67044" cy="78767"/>
          </a:xfrm>
          <a:custGeom xmlns:a="http://schemas.openxmlformats.org/drawingml/2006/main">
            <a:pathLst>
              <a:path w="67044" h="78767" fill="none">
                <a:moveTo>
                  <a:pt x="45618" y="78767"/>
                </a:moveTo>
                <a:lnTo>
                  <a:pt x="67044" y="0"/>
                </a:lnTo>
                <a:lnTo>
                  <a:pt x="0" y="46566"/>
                </a:lnTo>
                <a:lnTo>
                  <a:pt x="45618" y="7876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DA7A77-51EF-4E5C-BCD9-D23236A2C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820" y="1966431"/>
            <a:ext cx="221719" cy="371707"/>
          </a:xfrm>
          <a:custGeom xmlns:a="http://schemas.openxmlformats.org/drawingml/2006/main">
            <a:pathLst>
              <a:path w="221719" h="371707">
                <a:moveTo>
                  <a:pt x="221719" y="371707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0F4BE-C9E2-4DEA-8B0B-20D8D984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773" y="2053531"/>
            <a:ext cx="169766" cy="284608"/>
          </a:xfrm>
          <a:custGeom xmlns:a="http://schemas.openxmlformats.org/drawingml/2006/main">
            <a:pathLst>
              <a:path w="169766" h="284608" fill="none">
                <a:moveTo>
                  <a:pt x="169766" y="28460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E245E3-EC7A-419F-B05F-52C8E4F0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478" y="1987652"/>
            <a:ext cx="63272" cy="80180"/>
          </a:xfrm>
          <a:custGeom xmlns:a="http://schemas.openxmlformats.org/drawingml/2006/main">
            <a:pathLst>
              <a:path w="63272" h="80180">
                <a:moveTo>
                  <a:pt x="63272" y="51575"/>
                </a:moveTo>
                <a:lnTo>
                  <a:pt x="15318" y="80180"/>
                </a:lnTo>
                <a:lnTo>
                  <a:pt x="0" y="0"/>
                </a:lnTo>
                <a:lnTo>
                  <a:pt x="63272" y="5157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94ED8-E209-4E5E-A206-E85404EB2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4478" y="1987652"/>
            <a:ext cx="63272" cy="80180"/>
          </a:xfrm>
          <a:custGeom xmlns:a="http://schemas.openxmlformats.org/drawingml/2006/main">
            <a:pathLst>
              <a:path w="63272" h="80180" fill="none">
                <a:moveTo>
                  <a:pt x="63272" y="51575"/>
                </a:moveTo>
                <a:lnTo>
                  <a:pt x="0" y="0"/>
                </a:lnTo>
                <a:lnTo>
                  <a:pt x="15318" y="80180"/>
                </a:lnTo>
                <a:lnTo>
                  <a:pt x="63272" y="515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903" cap="flat">
            <a:solidFill>
              <a:srgbClr val="595959"/>
            </a:solidFill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D8D82-5D15-44CA-A7FF-853FB258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719" y="2266530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…">
            <a:extLst xmlns:a="http://schemas.openxmlformats.org/drawingml/2006/main">
              <a:ext uri="{FF2B5EF4-FFF2-40B4-BE49-F238E27FC236}">
                <a16:creationId xmlns:a16="http://schemas.microsoft.com/office/drawing/2014/main" id="{D35A06D7-0796-479E-A764-66F2D3D7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700" y="2428433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BBB969-1E19-46B0-BF85-0B927231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354" y="2247809"/>
            <a:ext cx="383756" cy="273242"/>
          </a:xfrm>
          <a:custGeom xmlns:a="http://schemas.openxmlformats.org/drawingml/2006/main">
            <a:pathLst>
              <a:path w="383756" h="273242">
                <a:moveTo>
                  <a:pt x="0" y="273242"/>
                </a:moveTo>
                <a:lnTo>
                  <a:pt x="0" y="0"/>
                </a:lnTo>
                <a:lnTo>
                  <a:pt x="383756" y="0"/>
                </a:lnTo>
                <a:lnTo>
                  <a:pt x="383756" y="273242"/>
                </a:lnTo>
                <a:lnTo>
                  <a:pt x="0" y="273242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Text …">
            <a:extLst xmlns:a="http://schemas.openxmlformats.org/drawingml/2006/main">
              <a:ext uri="{FF2B5EF4-FFF2-40B4-BE49-F238E27FC236}">
                <a16:creationId xmlns:a16="http://schemas.microsoft.com/office/drawing/2014/main" id="{7B7D07BA-44D1-442D-AD45-C1AD9840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4" y="2409712"/>
            <a:ext cx="108746" cy="18620"/>
          </a:xfrm>
          <a:custGeom xmlns:a="http://schemas.openxmlformats.org/drawingml/2006/main">
            <a:pathLst>
              <a:path w="108746" h="18620">
                <a:moveTo>
                  <a:pt x="90126" y="18620"/>
                </a:moveTo>
                <a:lnTo>
                  <a:pt x="90126" y="0"/>
                </a:lnTo>
                <a:lnTo>
                  <a:pt x="108746" y="0"/>
                </a:lnTo>
                <a:lnTo>
                  <a:pt x="108746" y="18620"/>
                </a:lnTo>
                <a:lnTo>
                  <a:pt x="90126" y="18620"/>
                </a:lnTo>
                <a:moveTo>
                  <a:pt x="45096" y="18620"/>
                </a:moveTo>
                <a:lnTo>
                  <a:pt x="45096" y="0"/>
                </a:lnTo>
                <a:lnTo>
                  <a:pt x="63650" y="0"/>
                </a:lnTo>
                <a:lnTo>
                  <a:pt x="63650" y="18620"/>
                </a:lnTo>
                <a:lnTo>
                  <a:pt x="45096" y="18620"/>
                </a:lnTo>
                <a:moveTo>
                  <a:pt x="0" y="18620"/>
                </a:moveTo>
                <a:lnTo>
                  <a:pt x="0" y="0"/>
                </a:lnTo>
                <a:lnTo>
                  <a:pt x="18553" y="0"/>
                </a:lnTo>
                <a:lnTo>
                  <a:pt x="18553" y="18620"/>
                </a:lnTo>
                <a:lnTo>
                  <a:pt x="0" y="1862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Text (b)Local/TransitivePinning:AssumeBisbeingattacked.">
            <a:extLst xmlns:a="http://schemas.openxmlformats.org/drawingml/2006/main">
              <a:ext uri="{FF2B5EF4-FFF2-40B4-BE49-F238E27FC236}">
                <a16:creationId xmlns:a16="http://schemas.microsoft.com/office/drawing/2014/main" id="{EEAAD4D5-FA0F-4991-B666-D1FB3371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662" y="3327508"/>
            <a:ext cx="5428210" cy="215510"/>
          </a:xfrm>
          <a:custGeom xmlns:a="http://schemas.openxmlformats.org/drawingml/2006/main">
            <a:pathLst>
              <a:path w="5428210" h="215510">
                <a:moveTo>
                  <a:pt x="0" y="103851"/>
                </a:moveTo>
                <a:cubicBezTo>
                  <a:pt x="0" y="114102"/>
                  <a:pt x="892" y="166709"/>
                  <a:pt x="47318" y="207705"/>
                </a:cubicBezTo>
                <a:cubicBezTo>
                  <a:pt x="49548" y="207249"/>
                  <a:pt x="51333" y="205654"/>
                  <a:pt x="52004" y="203833"/>
                </a:cubicBezTo>
                <a:cubicBezTo>
                  <a:pt x="44637" y="195177"/>
                  <a:pt x="18527" y="163748"/>
                  <a:pt x="18527" y="103851"/>
                </a:cubicBezTo>
                <a:cubicBezTo>
                  <a:pt x="18527" y="43953"/>
                  <a:pt x="44862" y="12524"/>
                  <a:pt x="52004" y="4327"/>
                </a:cubicBezTo>
                <a:cubicBezTo>
                  <a:pt x="51333" y="2050"/>
                  <a:pt x="49773" y="455"/>
                  <a:pt x="47318" y="226"/>
                </a:cubicBezTo>
                <a:cubicBezTo>
                  <a:pt x="20757" y="23457"/>
                  <a:pt x="0" y="61492"/>
                  <a:pt x="0" y="103851"/>
                </a:cubicBezTo>
                <a:close/>
                <a:moveTo>
                  <a:pt x="98205" y="78475"/>
                </a:moveTo>
                <a:cubicBezTo>
                  <a:pt x="104008" y="73231"/>
                  <a:pt x="110704" y="71181"/>
                  <a:pt x="117174" y="71181"/>
                </a:cubicBezTo>
                <a:cubicBezTo>
                  <a:pt x="130790" y="71181"/>
                  <a:pt x="141950" y="88046"/>
                  <a:pt x="141950" y="110147"/>
                </a:cubicBezTo>
                <a:cubicBezTo>
                  <a:pt x="141950" y="136127"/>
                  <a:pt x="131682" y="155724"/>
                  <a:pt x="110479" y="155724"/>
                </a:cubicBezTo>
                <a:cubicBezTo>
                  <a:pt x="103562" y="155724"/>
                  <a:pt x="98873" y="150713"/>
                  <a:pt x="94411" y="145013"/>
                </a:cubicBezTo>
                <a:lnTo>
                  <a:pt x="94411" y="88046"/>
                </a:lnTo>
                <a:cubicBezTo>
                  <a:pt x="94411" y="83260"/>
                  <a:pt x="95304" y="80981"/>
                  <a:pt x="98205" y="78475"/>
                </a:cubicBezTo>
                <a:moveTo>
                  <a:pt x="96642" y="71410"/>
                </a:moveTo>
                <a:cubicBezTo>
                  <a:pt x="95304" y="72776"/>
                  <a:pt x="94411" y="72321"/>
                  <a:pt x="94411" y="70270"/>
                </a:cubicBezTo>
                <a:lnTo>
                  <a:pt x="94411" y="28340"/>
                </a:lnTo>
                <a:cubicBezTo>
                  <a:pt x="94411" y="13529"/>
                  <a:pt x="95304" y="4469"/>
                  <a:pt x="95304" y="4469"/>
                </a:cubicBezTo>
                <a:cubicBezTo>
                  <a:pt x="95304" y="2898"/>
                  <a:pt x="94411" y="2221"/>
                  <a:pt x="92402" y="2221"/>
                </a:cubicBezTo>
                <a:cubicBezTo>
                  <a:pt x="86820" y="4469"/>
                  <a:pt x="70081" y="7614"/>
                  <a:pt x="61155" y="8288"/>
                </a:cubicBezTo>
                <a:cubicBezTo>
                  <a:pt x="60709" y="10113"/>
                  <a:pt x="61155" y="13755"/>
                  <a:pt x="62494" y="15120"/>
                </a:cubicBezTo>
                <a:cubicBezTo>
                  <a:pt x="74100" y="15805"/>
                  <a:pt x="76777" y="14665"/>
                  <a:pt x="76777" y="33809"/>
                </a:cubicBezTo>
                <a:lnTo>
                  <a:pt x="76777" y="145013"/>
                </a:lnTo>
                <a:cubicBezTo>
                  <a:pt x="76777" y="153903"/>
                  <a:pt x="76556" y="158003"/>
                  <a:pt x="75885" y="161190"/>
                </a:cubicBezTo>
                <a:cubicBezTo>
                  <a:pt x="77002" y="163011"/>
                  <a:pt x="78119" y="163925"/>
                  <a:pt x="80796" y="163925"/>
                </a:cubicBezTo>
                <a:cubicBezTo>
                  <a:pt x="82134" y="162556"/>
                  <a:pt x="84368" y="160509"/>
                  <a:pt x="86153" y="158459"/>
                </a:cubicBezTo>
                <a:cubicBezTo>
                  <a:pt x="88383" y="155724"/>
                  <a:pt x="89722" y="155724"/>
                  <a:pt x="92177" y="157774"/>
                </a:cubicBezTo>
                <a:cubicBezTo>
                  <a:pt x="97313" y="162101"/>
                  <a:pt x="104008" y="163466"/>
                  <a:pt x="111817" y="163466"/>
                </a:cubicBezTo>
                <a:cubicBezTo>
                  <a:pt x="134584" y="163466"/>
                  <a:pt x="161144" y="142278"/>
                  <a:pt x="161144" y="106047"/>
                </a:cubicBezTo>
                <a:cubicBezTo>
                  <a:pt x="161144" y="78246"/>
                  <a:pt x="141058" y="61159"/>
                  <a:pt x="121639" y="61159"/>
                </a:cubicBezTo>
                <a:cubicBezTo>
                  <a:pt x="112042" y="61159"/>
                  <a:pt x="103562" y="65033"/>
                  <a:pt x="96642" y="71410"/>
                </a:cubicBezTo>
                <a:close/>
                <a:moveTo>
                  <a:pt x="226094" y="103851"/>
                </a:moveTo>
                <a:cubicBezTo>
                  <a:pt x="226094" y="93602"/>
                  <a:pt x="225202" y="40993"/>
                  <a:pt x="178776" y="0"/>
                </a:cubicBezTo>
                <a:cubicBezTo>
                  <a:pt x="176546" y="455"/>
                  <a:pt x="174758" y="2050"/>
                  <a:pt x="174090" y="3871"/>
                </a:cubicBezTo>
                <a:cubicBezTo>
                  <a:pt x="181453" y="12524"/>
                  <a:pt x="207567" y="43953"/>
                  <a:pt x="207567" y="103851"/>
                </a:cubicBezTo>
                <a:cubicBezTo>
                  <a:pt x="207567" y="163748"/>
                  <a:pt x="181232" y="195177"/>
                  <a:pt x="174090" y="203378"/>
                </a:cubicBezTo>
                <a:cubicBezTo>
                  <a:pt x="174758" y="205654"/>
                  <a:pt x="176321" y="207249"/>
                  <a:pt x="178776" y="207475"/>
                </a:cubicBezTo>
                <a:cubicBezTo>
                  <a:pt x="205337" y="184248"/>
                  <a:pt x="226094" y="146212"/>
                  <a:pt x="226094" y="103851"/>
                </a:cubicBezTo>
                <a:close/>
                <a:moveTo>
                  <a:pt x="403403" y="151679"/>
                </a:moveTo>
                <a:lnTo>
                  <a:pt x="390009" y="151679"/>
                </a:lnTo>
                <a:cubicBezTo>
                  <a:pt x="385323" y="151679"/>
                  <a:pt x="382200" y="147349"/>
                  <a:pt x="382200" y="133671"/>
                </a:cubicBezTo>
                <a:lnTo>
                  <a:pt x="382200" y="42046"/>
                </a:lnTo>
                <a:cubicBezTo>
                  <a:pt x="382200" y="23127"/>
                  <a:pt x="388449" y="22216"/>
                  <a:pt x="400723" y="21532"/>
                </a:cubicBezTo>
                <a:cubicBezTo>
                  <a:pt x="402957" y="20166"/>
                  <a:pt x="402957" y="15155"/>
                  <a:pt x="400723" y="13786"/>
                </a:cubicBezTo>
                <a:cubicBezTo>
                  <a:pt x="382421" y="14015"/>
                  <a:pt x="375726" y="14245"/>
                  <a:pt x="366800" y="14245"/>
                </a:cubicBezTo>
                <a:cubicBezTo>
                  <a:pt x="357870" y="14245"/>
                  <a:pt x="332427" y="13786"/>
                  <a:pt x="332427" y="13786"/>
                </a:cubicBezTo>
                <a:cubicBezTo>
                  <a:pt x="330196" y="15155"/>
                  <a:pt x="330196" y="20166"/>
                  <a:pt x="332427" y="21532"/>
                </a:cubicBezTo>
                <a:cubicBezTo>
                  <a:pt x="344704" y="22216"/>
                  <a:pt x="350953" y="23127"/>
                  <a:pt x="350953" y="42046"/>
                </a:cubicBezTo>
                <a:lnTo>
                  <a:pt x="350953" y="133445"/>
                </a:lnTo>
                <a:cubicBezTo>
                  <a:pt x="350953" y="152349"/>
                  <a:pt x="344704" y="153263"/>
                  <a:pt x="332427" y="153944"/>
                </a:cubicBezTo>
                <a:cubicBezTo>
                  <a:pt x="330196" y="155310"/>
                  <a:pt x="330196" y="160321"/>
                  <a:pt x="332427" y="161687"/>
                </a:cubicBezTo>
                <a:cubicBezTo>
                  <a:pt x="332427" y="161701"/>
                  <a:pt x="358095" y="161242"/>
                  <a:pt x="366800" y="161242"/>
                </a:cubicBezTo>
                <a:lnTo>
                  <a:pt x="416569" y="161242"/>
                </a:lnTo>
                <a:cubicBezTo>
                  <a:pt x="423043" y="161232"/>
                  <a:pt x="443354" y="161687"/>
                  <a:pt x="443354" y="161687"/>
                </a:cubicBezTo>
                <a:cubicBezTo>
                  <a:pt x="445585" y="150299"/>
                  <a:pt x="447816" y="135485"/>
                  <a:pt x="449158" y="123634"/>
                </a:cubicBezTo>
                <a:cubicBezTo>
                  <a:pt x="446924" y="122495"/>
                  <a:pt x="442237" y="122039"/>
                  <a:pt x="439557" y="122495"/>
                </a:cubicBezTo>
                <a:cubicBezTo>
                  <a:pt x="435096" y="138915"/>
                  <a:pt x="426837" y="151679"/>
                  <a:pt x="403403" y="151679"/>
                </a:cubicBezTo>
                <a:close/>
                <a:moveTo>
                  <a:pt x="512319" y="69614"/>
                </a:moveTo>
                <a:cubicBezTo>
                  <a:pt x="527495" y="69614"/>
                  <a:pt x="537762" y="88067"/>
                  <a:pt x="537762" y="119277"/>
                </a:cubicBezTo>
                <a:cubicBezTo>
                  <a:pt x="537762" y="146612"/>
                  <a:pt x="527273" y="153903"/>
                  <a:pt x="519239" y="153903"/>
                </a:cubicBezTo>
                <a:cubicBezTo>
                  <a:pt x="500938" y="153903"/>
                  <a:pt x="493793" y="125883"/>
                  <a:pt x="493793" y="109025"/>
                </a:cubicBezTo>
                <a:cubicBezTo>
                  <a:pt x="493793" y="88067"/>
                  <a:pt x="497365" y="69614"/>
                  <a:pt x="512319" y="69614"/>
                </a:cubicBezTo>
                <a:moveTo>
                  <a:pt x="462546" y="114036"/>
                </a:moveTo>
                <a:cubicBezTo>
                  <a:pt x="462546" y="143880"/>
                  <a:pt x="485759" y="163466"/>
                  <a:pt x="515667" y="163466"/>
                </a:cubicBezTo>
                <a:cubicBezTo>
                  <a:pt x="531513" y="163466"/>
                  <a:pt x="544683" y="158914"/>
                  <a:pt x="553834" y="150487"/>
                </a:cubicBezTo>
                <a:cubicBezTo>
                  <a:pt x="565215" y="140235"/>
                  <a:pt x="569009" y="124743"/>
                  <a:pt x="569009" y="111986"/>
                </a:cubicBezTo>
                <a:cubicBezTo>
                  <a:pt x="569009" y="82145"/>
                  <a:pt x="549144" y="60047"/>
                  <a:pt x="515888" y="60047"/>
                </a:cubicBezTo>
                <a:cubicBezTo>
                  <a:pt x="497365" y="60047"/>
                  <a:pt x="483528" y="66653"/>
                  <a:pt x="474823" y="76904"/>
                </a:cubicBezTo>
                <a:cubicBezTo>
                  <a:pt x="466340" y="86927"/>
                  <a:pt x="462546" y="100594"/>
                  <a:pt x="462546" y="114036"/>
                </a:cubicBezTo>
                <a:close/>
                <a:moveTo>
                  <a:pt x="673017" y="141375"/>
                </a:moveTo>
                <a:cubicBezTo>
                  <a:pt x="673017" y="138640"/>
                  <a:pt x="672571" y="134313"/>
                  <a:pt x="670115" y="134313"/>
                </a:cubicBezTo>
                <a:cubicBezTo>
                  <a:pt x="661186" y="142741"/>
                  <a:pt x="653598" y="147071"/>
                  <a:pt x="647127" y="147071"/>
                </a:cubicBezTo>
                <a:cubicBezTo>
                  <a:pt x="630385" y="147071"/>
                  <a:pt x="617219" y="134769"/>
                  <a:pt x="617219" y="107430"/>
                </a:cubicBezTo>
                <a:cubicBezTo>
                  <a:pt x="617219" y="82145"/>
                  <a:pt x="622798" y="69614"/>
                  <a:pt x="634629" y="69614"/>
                </a:cubicBezTo>
                <a:cubicBezTo>
                  <a:pt x="642884" y="69614"/>
                  <a:pt x="646232" y="78500"/>
                  <a:pt x="646903" y="85787"/>
                </a:cubicBezTo>
                <a:cubicBezTo>
                  <a:pt x="647574" y="91938"/>
                  <a:pt x="653598" y="96497"/>
                  <a:pt x="660740" y="96497"/>
                </a:cubicBezTo>
                <a:cubicBezTo>
                  <a:pt x="667881" y="96497"/>
                  <a:pt x="673017" y="90801"/>
                  <a:pt x="673017" y="83737"/>
                </a:cubicBezTo>
                <a:cubicBezTo>
                  <a:pt x="673017" y="73485"/>
                  <a:pt x="660965" y="60047"/>
                  <a:pt x="636635" y="60047"/>
                </a:cubicBezTo>
                <a:cubicBezTo>
                  <a:pt x="610299" y="60047"/>
                  <a:pt x="587086" y="81686"/>
                  <a:pt x="587086" y="115405"/>
                </a:cubicBezTo>
                <a:cubicBezTo>
                  <a:pt x="587086" y="130213"/>
                  <a:pt x="592222" y="143196"/>
                  <a:pt x="600927" y="151627"/>
                </a:cubicBezTo>
                <a:cubicBezTo>
                  <a:pt x="609628" y="160050"/>
                  <a:pt x="619896" y="163466"/>
                  <a:pt x="635742" y="163466"/>
                </a:cubicBezTo>
                <a:cubicBezTo>
                  <a:pt x="649133" y="163466"/>
                  <a:pt x="664534" y="153903"/>
                  <a:pt x="673017" y="141375"/>
                </a:cubicBezTo>
                <a:close/>
                <a:moveTo>
                  <a:pt x="746447" y="150031"/>
                </a:moveTo>
                <a:cubicBezTo>
                  <a:pt x="748007" y="159369"/>
                  <a:pt x="754034" y="163466"/>
                  <a:pt x="763853" y="163466"/>
                </a:cubicBezTo>
                <a:cubicBezTo>
                  <a:pt x="776130" y="163466"/>
                  <a:pt x="784835" y="158685"/>
                  <a:pt x="793094" y="150713"/>
                </a:cubicBezTo>
                <a:cubicBezTo>
                  <a:pt x="792647" y="147981"/>
                  <a:pt x="791752" y="146160"/>
                  <a:pt x="789075" y="144336"/>
                </a:cubicBezTo>
                <a:cubicBezTo>
                  <a:pt x="786173" y="146615"/>
                  <a:pt x="783943" y="147526"/>
                  <a:pt x="779703" y="147526"/>
                </a:cubicBezTo>
                <a:cubicBezTo>
                  <a:pt x="774792" y="147526"/>
                  <a:pt x="773453" y="143425"/>
                  <a:pt x="773453" y="132263"/>
                </a:cubicBezTo>
                <a:lnTo>
                  <a:pt x="773899" y="99458"/>
                </a:lnTo>
                <a:cubicBezTo>
                  <a:pt x="773899" y="66653"/>
                  <a:pt x="754034" y="60047"/>
                  <a:pt x="735733" y="60047"/>
                </a:cubicBezTo>
                <a:cubicBezTo>
                  <a:pt x="719440" y="60047"/>
                  <a:pt x="694443" y="69614"/>
                  <a:pt x="694443" y="84651"/>
                </a:cubicBezTo>
                <a:cubicBezTo>
                  <a:pt x="694443" y="91027"/>
                  <a:pt x="697120" y="96038"/>
                  <a:pt x="705825" y="96038"/>
                </a:cubicBezTo>
                <a:cubicBezTo>
                  <a:pt x="713858" y="96038"/>
                  <a:pt x="719662" y="91027"/>
                  <a:pt x="719662" y="85561"/>
                </a:cubicBezTo>
                <a:cubicBezTo>
                  <a:pt x="719662" y="82600"/>
                  <a:pt x="718102" y="78725"/>
                  <a:pt x="718769" y="74854"/>
                </a:cubicBezTo>
                <a:cubicBezTo>
                  <a:pt x="718994" y="72349"/>
                  <a:pt x="720779" y="69614"/>
                  <a:pt x="728145" y="69614"/>
                </a:cubicBezTo>
                <a:cubicBezTo>
                  <a:pt x="737517" y="69614"/>
                  <a:pt x="745330" y="73714"/>
                  <a:pt x="745330" y="102648"/>
                </a:cubicBezTo>
                <a:lnTo>
                  <a:pt x="730376" y="107430"/>
                </a:lnTo>
                <a:cubicBezTo>
                  <a:pt x="706942" y="114947"/>
                  <a:pt x="690424" y="121556"/>
                  <a:pt x="690424" y="139550"/>
                </a:cubicBezTo>
                <a:cubicBezTo>
                  <a:pt x="690424" y="155268"/>
                  <a:pt x="698904" y="163466"/>
                  <a:pt x="718323" y="163466"/>
                </a:cubicBezTo>
                <a:cubicBezTo>
                  <a:pt x="724797" y="163466"/>
                  <a:pt x="737742" y="156179"/>
                  <a:pt x="745105" y="150257"/>
                </a:cubicBezTo>
                <a:lnTo>
                  <a:pt x="746447" y="150031"/>
                </a:lnTo>
                <a:moveTo>
                  <a:pt x="745330" y="111531"/>
                </a:moveTo>
                <a:lnTo>
                  <a:pt x="745330" y="141601"/>
                </a:lnTo>
                <a:cubicBezTo>
                  <a:pt x="739751" y="146157"/>
                  <a:pt x="734169" y="149802"/>
                  <a:pt x="730154" y="149802"/>
                </a:cubicBezTo>
                <a:cubicBezTo>
                  <a:pt x="720554" y="149802"/>
                  <a:pt x="717206" y="143196"/>
                  <a:pt x="717206" y="136134"/>
                </a:cubicBezTo>
                <a:cubicBezTo>
                  <a:pt x="717206" y="127707"/>
                  <a:pt x="717877" y="120642"/>
                  <a:pt x="733723" y="115405"/>
                </a:cubicBezTo>
                <a:lnTo>
                  <a:pt x="745330" y="111531"/>
                </a:lnTo>
                <a:close/>
                <a:moveTo>
                  <a:pt x="815857" y="132315"/>
                </a:moveTo>
                <a:cubicBezTo>
                  <a:pt x="815857" y="151213"/>
                  <a:pt x="812288" y="153263"/>
                  <a:pt x="798673" y="153944"/>
                </a:cubicBezTo>
                <a:cubicBezTo>
                  <a:pt x="797334" y="155310"/>
                  <a:pt x="797334" y="160321"/>
                  <a:pt x="798673" y="161687"/>
                </a:cubicBezTo>
                <a:cubicBezTo>
                  <a:pt x="808045" y="161461"/>
                  <a:pt x="818088" y="161232"/>
                  <a:pt x="830365" y="161232"/>
                </a:cubicBezTo>
                <a:cubicBezTo>
                  <a:pt x="842639" y="161232"/>
                  <a:pt x="852461" y="161461"/>
                  <a:pt x="862058" y="161687"/>
                </a:cubicBezTo>
                <a:cubicBezTo>
                  <a:pt x="863396" y="160321"/>
                  <a:pt x="863396" y="155310"/>
                  <a:pt x="862058" y="153944"/>
                </a:cubicBezTo>
                <a:cubicBezTo>
                  <a:pt x="848442" y="153263"/>
                  <a:pt x="844873" y="151213"/>
                  <a:pt x="844873" y="132315"/>
                </a:cubicBezTo>
                <a:lnTo>
                  <a:pt x="844873" y="28493"/>
                </a:lnTo>
                <a:cubicBezTo>
                  <a:pt x="844873" y="13692"/>
                  <a:pt x="845541" y="5223"/>
                  <a:pt x="845541" y="5223"/>
                </a:cubicBezTo>
                <a:cubicBezTo>
                  <a:pt x="845541" y="3145"/>
                  <a:pt x="843981" y="2221"/>
                  <a:pt x="841972" y="2221"/>
                </a:cubicBezTo>
                <a:cubicBezTo>
                  <a:pt x="833713" y="4994"/>
                  <a:pt x="815857" y="7534"/>
                  <a:pt x="800011" y="8226"/>
                </a:cubicBezTo>
                <a:cubicBezTo>
                  <a:pt x="799340" y="10961"/>
                  <a:pt x="799565" y="13466"/>
                  <a:pt x="800682" y="15516"/>
                </a:cubicBezTo>
                <a:cubicBezTo>
                  <a:pt x="814740" y="16653"/>
                  <a:pt x="815857" y="16882"/>
                  <a:pt x="815857" y="32590"/>
                </a:cubicBezTo>
                <a:lnTo>
                  <a:pt x="815857" y="132315"/>
                </a:lnTo>
                <a:close/>
                <a:moveTo>
                  <a:pt x="933478" y="5922"/>
                </a:moveTo>
                <a:lnTo>
                  <a:pt x="919420" y="5922"/>
                </a:lnTo>
                <a:lnTo>
                  <a:pt x="866524" y="166027"/>
                </a:lnTo>
                <a:lnTo>
                  <a:pt x="880582" y="166027"/>
                </a:lnTo>
                <a:lnTo>
                  <a:pt x="933478" y="5922"/>
                </a:lnTo>
                <a:close/>
                <a:moveTo>
                  <a:pt x="1026998" y="133240"/>
                </a:moveTo>
                <a:lnTo>
                  <a:pt x="1026998" y="46775"/>
                </a:lnTo>
                <a:cubicBezTo>
                  <a:pt x="1026998" y="32211"/>
                  <a:pt x="1029228" y="23791"/>
                  <a:pt x="1037262" y="23791"/>
                </a:cubicBezTo>
                <a:lnTo>
                  <a:pt x="1042173" y="23791"/>
                </a:lnTo>
                <a:cubicBezTo>
                  <a:pt x="1058912" y="23791"/>
                  <a:pt x="1068287" y="29483"/>
                  <a:pt x="1072081" y="47001"/>
                </a:cubicBezTo>
                <a:cubicBezTo>
                  <a:pt x="1074537" y="47001"/>
                  <a:pt x="1078777" y="46775"/>
                  <a:pt x="1080786" y="45865"/>
                </a:cubicBezTo>
                <a:cubicBezTo>
                  <a:pt x="1079223" y="35398"/>
                  <a:pt x="1078106" y="23565"/>
                  <a:pt x="1077884" y="13317"/>
                </a:cubicBezTo>
                <a:cubicBezTo>
                  <a:pt x="1077884" y="13087"/>
                  <a:pt x="1077438" y="12632"/>
                  <a:pt x="1077213" y="12632"/>
                </a:cubicBezTo>
                <a:cubicBezTo>
                  <a:pt x="1069626" y="13317"/>
                  <a:pt x="1044853" y="14453"/>
                  <a:pt x="1027219" y="14453"/>
                </a:cubicBezTo>
                <a:lnTo>
                  <a:pt x="995751" y="14453"/>
                </a:lnTo>
                <a:cubicBezTo>
                  <a:pt x="978563" y="14453"/>
                  <a:pt x="952227" y="13317"/>
                  <a:pt x="943747" y="12632"/>
                </a:cubicBezTo>
                <a:cubicBezTo>
                  <a:pt x="943301" y="12632"/>
                  <a:pt x="942855" y="13087"/>
                  <a:pt x="942855" y="13317"/>
                </a:cubicBezTo>
                <a:cubicBezTo>
                  <a:pt x="941959" y="23565"/>
                  <a:pt x="939729" y="35623"/>
                  <a:pt x="937273" y="46546"/>
                </a:cubicBezTo>
                <a:cubicBezTo>
                  <a:pt x="939504" y="47456"/>
                  <a:pt x="943301" y="47686"/>
                  <a:pt x="945978" y="47686"/>
                </a:cubicBezTo>
                <a:cubicBezTo>
                  <a:pt x="950443" y="29483"/>
                  <a:pt x="959594" y="23791"/>
                  <a:pt x="974323" y="23791"/>
                </a:cubicBezTo>
                <a:lnTo>
                  <a:pt x="985258" y="23791"/>
                </a:lnTo>
                <a:cubicBezTo>
                  <a:pt x="993517" y="23791"/>
                  <a:pt x="995751" y="32211"/>
                  <a:pt x="995751" y="46091"/>
                </a:cubicBezTo>
                <a:lnTo>
                  <a:pt x="995751" y="133240"/>
                </a:lnTo>
                <a:cubicBezTo>
                  <a:pt x="995751" y="152123"/>
                  <a:pt x="991954" y="153263"/>
                  <a:pt x="974101" y="153944"/>
                </a:cubicBezTo>
                <a:cubicBezTo>
                  <a:pt x="972760" y="155310"/>
                  <a:pt x="972760" y="160321"/>
                  <a:pt x="974101" y="161687"/>
                </a:cubicBezTo>
                <a:cubicBezTo>
                  <a:pt x="985037" y="161461"/>
                  <a:pt x="996643" y="161232"/>
                  <a:pt x="1010926" y="161232"/>
                </a:cubicBezTo>
                <a:cubicBezTo>
                  <a:pt x="1025656" y="161232"/>
                  <a:pt x="1037487" y="161461"/>
                  <a:pt x="1048647" y="161687"/>
                </a:cubicBezTo>
                <a:cubicBezTo>
                  <a:pt x="1049985" y="160321"/>
                  <a:pt x="1049985" y="155310"/>
                  <a:pt x="1048647" y="153944"/>
                </a:cubicBezTo>
                <a:cubicBezTo>
                  <a:pt x="1030791" y="153263"/>
                  <a:pt x="1026998" y="152123"/>
                  <a:pt x="1026998" y="133240"/>
                </a:cubicBezTo>
                <a:close/>
                <a:moveTo>
                  <a:pt x="1128548" y="100150"/>
                </a:moveTo>
                <a:cubicBezTo>
                  <a:pt x="1128548" y="91941"/>
                  <a:pt x="1131004" y="88522"/>
                  <a:pt x="1133905" y="85102"/>
                </a:cubicBezTo>
                <a:cubicBezTo>
                  <a:pt x="1135690" y="82823"/>
                  <a:pt x="1137699" y="81228"/>
                  <a:pt x="1141047" y="81228"/>
                </a:cubicBezTo>
                <a:cubicBezTo>
                  <a:pt x="1143056" y="81228"/>
                  <a:pt x="1145508" y="83281"/>
                  <a:pt x="1147296" y="85561"/>
                </a:cubicBezTo>
                <a:cubicBezTo>
                  <a:pt x="1148859" y="87382"/>
                  <a:pt x="1152653" y="89206"/>
                  <a:pt x="1157786" y="89206"/>
                </a:cubicBezTo>
                <a:cubicBezTo>
                  <a:pt x="1164260" y="89206"/>
                  <a:pt x="1170509" y="82367"/>
                  <a:pt x="1170509" y="72804"/>
                </a:cubicBezTo>
                <a:cubicBezTo>
                  <a:pt x="1170509" y="66882"/>
                  <a:pt x="1163810" y="60047"/>
                  <a:pt x="1155776" y="60047"/>
                </a:cubicBezTo>
                <a:cubicBezTo>
                  <a:pt x="1147964" y="60047"/>
                  <a:pt x="1139484" y="66882"/>
                  <a:pt x="1129216" y="81912"/>
                </a:cubicBezTo>
                <a:lnTo>
                  <a:pt x="1128324" y="81912"/>
                </a:lnTo>
                <a:cubicBezTo>
                  <a:pt x="1127877" y="75080"/>
                  <a:pt x="1126760" y="63921"/>
                  <a:pt x="1126760" y="63921"/>
                </a:cubicBezTo>
                <a:cubicBezTo>
                  <a:pt x="1126539" y="61871"/>
                  <a:pt x="1124754" y="60047"/>
                  <a:pt x="1121628" y="60047"/>
                </a:cubicBezTo>
                <a:cubicBezTo>
                  <a:pt x="1111139" y="62827"/>
                  <a:pt x="1099311" y="66017"/>
                  <a:pt x="1084578" y="67609"/>
                </a:cubicBezTo>
                <a:cubicBezTo>
                  <a:pt x="1084132" y="68978"/>
                  <a:pt x="1084578" y="73304"/>
                  <a:pt x="1085024" y="74670"/>
                </a:cubicBezTo>
                <a:cubicBezTo>
                  <a:pt x="1097302" y="75810"/>
                  <a:pt x="1099532" y="77860"/>
                  <a:pt x="1099532" y="90843"/>
                </a:cubicBezTo>
                <a:lnTo>
                  <a:pt x="1099532" y="133445"/>
                </a:lnTo>
                <a:cubicBezTo>
                  <a:pt x="1099532" y="152349"/>
                  <a:pt x="1097077" y="152808"/>
                  <a:pt x="1083461" y="153944"/>
                </a:cubicBezTo>
                <a:cubicBezTo>
                  <a:pt x="1082123" y="155310"/>
                  <a:pt x="1082123" y="160321"/>
                  <a:pt x="1083461" y="161687"/>
                </a:cubicBezTo>
                <a:cubicBezTo>
                  <a:pt x="1092837" y="161461"/>
                  <a:pt x="1102209" y="161232"/>
                  <a:pt x="1114040" y="161232"/>
                </a:cubicBezTo>
                <a:cubicBezTo>
                  <a:pt x="1125868" y="161232"/>
                  <a:pt x="1135019" y="161461"/>
                  <a:pt x="1144616" y="161687"/>
                </a:cubicBezTo>
                <a:cubicBezTo>
                  <a:pt x="1145958" y="160321"/>
                  <a:pt x="1145958" y="155310"/>
                  <a:pt x="1144616" y="153944"/>
                </a:cubicBezTo>
                <a:cubicBezTo>
                  <a:pt x="1131004" y="153034"/>
                  <a:pt x="1128548" y="152349"/>
                  <a:pt x="1128548" y="133445"/>
                </a:cubicBezTo>
                <a:lnTo>
                  <a:pt x="1128548" y="100150"/>
                </a:lnTo>
                <a:close/>
                <a:moveTo>
                  <a:pt x="1239028" y="150031"/>
                </a:moveTo>
                <a:cubicBezTo>
                  <a:pt x="1240588" y="159369"/>
                  <a:pt x="1246616" y="163466"/>
                  <a:pt x="1256434" y="163466"/>
                </a:cubicBezTo>
                <a:cubicBezTo>
                  <a:pt x="1268711" y="163466"/>
                  <a:pt x="1277416" y="158685"/>
                  <a:pt x="1285675" y="150713"/>
                </a:cubicBezTo>
                <a:cubicBezTo>
                  <a:pt x="1285229" y="147981"/>
                  <a:pt x="1284333" y="146160"/>
                  <a:pt x="1281656" y="144336"/>
                </a:cubicBezTo>
                <a:cubicBezTo>
                  <a:pt x="1278755" y="146615"/>
                  <a:pt x="1276524" y="147526"/>
                  <a:pt x="1272284" y="147526"/>
                </a:cubicBezTo>
                <a:cubicBezTo>
                  <a:pt x="1267373" y="147526"/>
                  <a:pt x="1266035" y="143425"/>
                  <a:pt x="1266035" y="132263"/>
                </a:cubicBezTo>
                <a:lnTo>
                  <a:pt x="1266481" y="99458"/>
                </a:lnTo>
                <a:cubicBezTo>
                  <a:pt x="1266481" y="66653"/>
                  <a:pt x="1246616" y="60047"/>
                  <a:pt x="1228314" y="60047"/>
                </a:cubicBezTo>
                <a:cubicBezTo>
                  <a:pt x="1212021" y="60047"/>
                  <a:pt x="1187024" y="69614"/>
                  <a:pt x="1187024" y="84651"/>
                </a:cubicBezTo>
                <a:cubicBezTo>
                  <a:pt x="1187024" y="91027"/>
                  <a:pt x="1189701" y="96038"/>
                  <a:pt x="1198406" y="96038"/>
                </a:cubicBezTo>
                <a:cubicBezTo>
                  <a:pt x="1206440" y="96038"/>
                  <a:pt x="1212243" y="91027"/>
                  <a:pt x="1212243" y="85561"/>
                </a:cubicBezTo>
                <a:cubicBezTo>
                  <a:pt x="1212243" y="82600"/>
                  <a:pt x="1210683" y="78725"/>
                  <a:pt x="1211351" y="74854"/>
                </a:cubicBezTo>
                <a:cubicBezTo>
                  <a:pt x="1211575" y="72349"/>
                  <a:pt x="1213360" y="69614"/>
                  <a:pt x="1220726" y="69614"/>
                </a:cubicBezTo>
                <a:cubicBezTo>
                  <a:pt x="1230098" y="69614"/>
                  <a:pt x="1237911" y="73714"/>
                  <a:pt x="1237911" y="102648"/>
                </a:cubicBezTo>
                <a:lnTo>
                  <a:pt x="1222957" y="107430"/>
                </a:lnTo>
                <a:cubicBezTo>
                  <a:pt x="1199523" y="114947"/>
                  <a:pt x="1183006" y="121556"/>
                  <a:pt x="1183006" y="139550"/>
                </a:cubicBezTo>
                <a:cubicBezTo>
                  <a:pt x="1183006" y="155268"/>
                  <a:pt x="1191486" y="163466"/>
                  <a:pt x="1210904" y="163466"/>
                </a:cubicBezTo>
                <a:cubicBezTo>
                  <a:pt x="1217378" y="163466"/>
                  <a:pt x="1230323" y="156179"/>
                  <a:pt x="1237686" y="150257"/>
                </a:cubicBezTo>
                <a:lnTo>
                  <a:pt x="1239028" y="150031"/>
                </a:lnTo>
                <a:moveTo>
                  <a:pt x="1237911" y="111531"/>
                </a:moveTo>
                <a:lnTo>
                  <a:pt x="1237911" y="141601"/>
                </a:lnTo>
                <a:cubicBezTo>
                  <a:pt x="1232333" y="146157"/>
                  <a:pt x="1226751" y="149802"/>
                  <a:pt x="1222736" y="149802"/>
                </a:cubicBezTo>
                <a:cubicBezTo>
                  <a:pt x="1213135" y="149802"/>
                  <a:pt x="1209787" y="143196"/>
                  <a:pt x="1209787" y="136134"/>
                </a:cubicBezTo>
                <a:cubicBezTo>
                  <a:pt x="1209787" y="127707"/>
                  <a:pt x="1210458" y="120642"/>
                  <a:pt x="1226305" y="115405"/>
                </a:cubicBezTo>
                <a:lnTo>
                  <a:pt x="1237911" y="111531"/>
                </a:lnTo>
                <a:close/>
                <a:moveTo>
                  <a:pt x="1337008" y="133431"/>
                </a:moveTo>
                <a:lnTo>
                  <a:pt x="1337008" y="88070"/>
                </a:lnTo>
                <a:lnTo>
                  <a:pt x="1337008" y="87615"/>
                </a:lnTo>
                <a:cubicBezTo>
                  <a:pt x="1345934" y="81460"/>
                  <a:pt x="1354864" y="76901"/>
                  <a:pt x="1358879" y="76901"/>
                </a:cubicBezTo>
                <a:cubicBezTo>
                  <a:pt x="1367809" y="76901"/>
                  <a:pt x="1374504" y="81005"/>
                  <a:pt x="1374504" y="93999"/>
                </a:cubicBezTo>
                <a:lnTo>
                  <a:pt x="1374504" y="132062"/>
                </a:lnTo>
                <a:cubicBezTo>
                  <a:pt x="1374504" y="151210"/>
                  <a:pt x="1370932" y="153260"/>
                  <a:pt x="1361781" y="153944"/>
                </a:cubicBezTo>
                <a:cubicBezTo>
                  <a:pt x="1360442" y="155310"/>
                  <a:pt x="1360442" y="160321"/>
                  <a:pt x="1361781" y="161687"/>
                </a:cubicBezTo>
                <a:cubicBezTo>
                  <a:pt x="1371156" y="161461"/>
                  <a:pt x="1378298" y="161232"/>
                  <a:pt x="1389012" y="161232"/>
                </a:cubicBezTo>
                <a:cubicBezTo>
                  <a:pt x="1401286" y="161232"/>
                  <a:pt x="1411108" y="161461"/>
                  <a:pt x="1420705" y="161687"/>
                </a:cubicBezTo>
                <a:cubicBezTo>
                  <a:pt x="1422043" y="160321"/>
                  <a:pt x="1422043" y="155310"/>
                  <a:pt x="1420705" y="153944"/>
                </a:cubicBezTo>
                <a:cubicBezTo>
                  <a:pt x="1407089" y="153260"/>
                  <a:pt x="1403520" y="151210"/>
                  <a:pt x="1403520" y="132062"/>
                </a:cubicBezTo>
                <a:lnTo>
                  <a:pt x="1403520" y="96504"/>
                </a:lnTo>
                <a:cubicBezTo>
                  <a:pt x="1403520" y="71435"/>
                  <a:pt x="1393027" y="60047"/>
                  <a:pt x="1373833" y="60047"/>
                </a:cubicBezTo>
                <a:cubicBezTo>
                  <a:pt x="1364907" y="60047"/>
                  <a:pt x="1349061" y="70069"/>
                  <a:pt x="1336784" y="78725"/>
                </a:cubicBezTo>
                <a:cubicBezTo>
                  <a:pt x="1336116" y="70753"/>
                  <a:pt x="1335220" y="63921"/>
                  <a:pt x="1335220" y="63921"/>
                </a:cubicBezTo>
                <a:cubicBezTo>
                  <a:pt x="1334999" y="61186"/>
                  <a:pt x="1333214" y="60047"/>
                  <a:pt x="1330088" y="60047"/>
                </a:cubicBezTo>
                <a:cubicBezTo>
                  <a:pt x="1321829" y="62372"/>
                  <a:pt x="1308439" y="65562"/>
                  <a:pt x="1293038" y="67609"/>
                </a:cubicBezTo>
                <a:cubicBezTo>
                  <a:pt x="1292592" y="68978"/>
                  <a:pt x="1293038" y="73530"/>
                  <a:pt x="1293485" y="74899"/>
                </a:cubicBezTo>
                <a:cubicBezTo>
                  <a:pt x="1305762" y="76039"/>
                  <a:pt x="1307992" y="77860"/>
                  <a:pt x="1307992" y="90843"/>
                </a:cubicBezTo>
                <a:lnTo>
                  <a:pt x="1307992" y="133445"/>
                </a:lnTo>
                <a:cubicBezTo>
                  <a:pt x="1307992" y="152349"/>
                  <a:pt x="1305537" y="152808"/>
                  <a:pt x="1291921" y="153944"/>
                </a:cubicBezTo>
                <a:cubicBezTo>
                  <a:pt x="1290583" y="155310"/>
                  <a:pt x="1290583" y="160321"/>
                  <a:pt x="1291921" y="161687"/>
                </a:cubicBezTo>
                <a:cubicBezTo>
                  <a:pt x="1301297" y="161461"/>
                  <a:pt x="1310669" y="161232"/>
                  <a:pt x="1322500" y="161232"/>
                </a:cubicBezTo>
                <a:cubicBezTo>
                  <a:pt x="1332768" y="161232"/>
                  <a:pt x="1339018" y="161461"/>
                  <a:pt x="1348615" y="161687"/>
                </a:cubicBezTo>
                <a:cubicBezTo>
                  <a:pt x="1349953" y="160321"/>
                  <a:pt x="1349953" y="155310"/>
                  <a:pt x="1348615" y="153944"/>
                </a:cubicBezTo>
                <a:cubicBezTo>
                  <a:pt x="1339239" y="153034"/>
                  <a:pt x="1337008" y="152349"/>
                  <a:pt x="1337008" y="133431"/>
                </a:cubicBezTo>
                <a:close/>
                <a:moveTo>
                  <a:pt x="1434318" y="127933"/>
                </a:moveTo>
                <a:cubicBezTo>
                  <a:pt x="1435210" y="139095"/>
                  <a:pt x="1436327" y="149802"/>
                  <a:pt x="1438112" y="158459"/>
                </a:cubicBezTo>
                <a:cubicBezTo>
                  <a:pt x="1442355" y="159824"/>
                  <a:pt x="1456638" y="163466"/>
                  <a:pt x="1469137" y="163466"/>
                </a:cubicBezTo>
                <a:cubicBezTo>
                  <a:pt x="1486322" y="163466"/>
                  <a:pt x="1507750" y="153903"/>
                  <a:pt x="1507750" y="134084"/>
                </a:cubicBezTo>
                <a:cubicBezTo>
                  <a:pt x="1507750" y="126338"/>
                  <a:pt x="1505962" y="120187"/>
                  <a:pt x="1500830" y="114491"/>
                </a:cubicBezTo>
                <a:cubicBezTo>
                  <a:pt x="1494356" y="107201"/>
                  <a:pt x="1485205" y="101508"/>
                  <a:pt x="1474940" y="96952"/>
                </a:cubicBezTo>
                <a:cubicBezTo>
                  <a:pt x="1466011" y="93078"/>
                  <a:pt x="1462888" y="85787"/>
                  <a:pt x="1462888" y="79181"/>
                </a:cubicBezTo>
                <a:cubicBezTo>
                  <a:pt x="1462888" y="73944"/>
                  <a:pt x="1467128" y="69614"/>
                  <a:pt x="1473602" y="69614"/>
                </a:cubicBezTo>
                <a:cubicBezTo>
                  <a:pt x="1481411" y="69614"/>
                  <a:pt x="1489002" y="76904"/>
                  <a:pt x="1494580" y="90801"/>
                </a:cubicBezTo>
                <a:cubicBezTo>
                  <a:pt x="1498599" y="91483"/>
                  <a:pt x="1501055" y="91257"/>
                  <a:pt x="1503285" y="89662"/>
                </a:cubicBezTo>
                <a:cubicBezTo>
                  <a:pt x="1503285" y="81460"/>
                  <a:pt x="1502393" y="72804"/>
                  <a:pt x="1500384" y="65513"/>
                </a:cubicBezTo>
                <a:cubicBezTo>
                  <a:pt x="1493242" y="62326"/>
                  <a:pt x="1487660" y="60047"/>
                  <a:pt x="1475386" y="60047"/>
                </a:cubicBezTo>
                <a:cubicBezTo>
                  <a:pt x="1463555" y="60047"/>
                  <a:pt x="1452398" y="64603"/>
                  <a:pt x="1445257" y="71893"/>
                </a:cubicBezTo>
                <a:cubicBezTo>
                  <a:pt x="1440121" y="77130"/>
                  <a:pt x="1437666" y="83511"/>
                  <a:pt x="1437666" y="89662"/>
                </a:cubicBezTo>
                <a:cubicBezTo>
                  <a:pt x="1437666" y="96494"/>
                  <a:pt x="1440121" y="101964"/>
                  <a:pt x="1444586" y="106745"/>
                </a:cubicBezTo>
                <a:cubicBezTo>
                  <a:pt x="1451506" y="114491"/>
                  <a:pt x="1463555" y="122467"/>
                  <a:pt x="1470475" y="125653"/>
                </a:cubicBezTo>
                <a:cubicBezTo>
                  <a:pt x="1479405" y="129754"/>
                  <a:pt x="1481857" y="137955"/>
                  <a:pt x="1481857" y="143422"/>
                </a:cubicBezTo>
                <a:cubicBezTo>
                  <a:pt x="1481857" y="150713"/>
                  <a:pt x="1474715" y="154587"/>
                  <a:pt x="1468691" y="154587"/>
                </a:cubicBezTo>
                <a:cubicBezTo>
                  <a:pt x="1458648" y="154587"/>
                  <a:pt x="1447934" y="144336"/>
                  <a:pt x="1443248" y="127478"/>
                </a:cubicBezTo>
                <a:cubicBezTo>
                  <a:pt x="1439675" y="126793"/>
                  <a:pt x="1437890" y="127023"/>
                  <a:pt x="1434318" y="127933"/>
                </a:cubicBezTo>
                <a:close/>
                <a:moveTo>
                  <a:pt x="1570689" y="133452"/>
                </a:moveTo>
                <a:lnTo>
                  <a:pt x="1570689" y="88133"/>
                </a:lnTo>
                <a:cubicBezTo>
                  <a:pt x="1570689" y="76748"/>
                  <a:pt x="1571581" y="63963"/>
                  <a:pt x="1571581" y="63963"/>
                </a:cubicBezTo>
                <a:cubicBezTo>
                  <a:pt x="1571581" y="61430"/>
                  <a:pt x="1569572" y="60047"/>
                  <a:pt x="1566449" y="60047"/>
                </a:cubicBezTo>
                <a:cubicBezTo>
                  <a:pt x="1560200" y="62583"/>
                  <a:pt x="1542119" y="64425"/>
                  <a:pt x="1526719" y="66496"/>
                </a:cubicBezTo>
                <a:cubicBezTo>
                  <a:pt x="1526273" y="67866"/>
                  <a:pt x="1526719" y="72418"/>
                  <a:pt x="1527165" y="73787"/>
                </a:cubicBezTo>
                <a:cubicBezTo>
                  <a:pt x="1539442" y="74924"/>
                  <a:pt x="1541673" y="76748"/>
                  <a:pt x="1541673" y="89728"/>
                </a:cubicBezTo>
                <a:lnTo>
                  <a:pt x="1541673" y="133452"/>
                </a:lnTo>
                <a:cubicBezTo>
                  <a:pt x="1541673" y="152353"/>
                  <a:pt x="1539218" y="152808"/>
                  <a:pt x="1525605" y="153944"/>
                </a:cubicBezTo>
                <a:cubicBezTo>
                  <a:pt x="1524263" y="155310"/>
                  <a:pt x="1524263" y="160321"/>
                  <a:pt x="1525605" y="161687"/>
                </a:cubicBezTo>
                <a:cubicBezTo>
                  <a:pt x="1534978" y="161461"/>
                  <a:pt x="1544353" y="161232"/>
                  <a:pt x="1556181" y="161232"/>
                </a:cubicBezTo>
                <a:cubicBezTo>
                  <a:pt x="1568009" y="161232"/>
                  <a:pt x="1577160" y="161461"/>
                  <a:pt x="1586757" y="161687"/>
                </a:cubicBezTo>
                <a:cubicBezTo>
                  <a:pt x="1588098" y="160321"/>
                  <a:pt x="1588098" y="155310"/>
                  <a:pt x="1586757" y="153944"/>
                </a:cubicBezTo>
                <a:cubicBezTo>
                  <a:pt x="1573144" y="153034"/>
                  <a:pt x="1570689" y="152353"/>
                  <a:pt x="1570689" y="133452"/>
                </a:cubicBezTo>
                <a:moveTo>
                  <a:pt x="1540559" y="25462"/>
                </a:moveTo>
                <a:cubicBezTo>
                  <a:pt x="1540559" y="32975"/>
                  <a:pt x="1545913" y="40492"/>
                  <a:pt x="1554843" y="40492"/>
                </a:cubicBezTo>
                <a:cubicBezTo>
                  <a:pt x="1564886" y="40492"/>
                  <a:pt x="1570689" y="32294"/>
                  <a:pt x="1570689" y="26373"/>
                </a:cubicBezTo>
                <a:cubicBezTo>
                  <a:pt x="1570689" y="19541"/>
                  <a:pt x="1565557" y="11339"/>
                  <a:pt x="1556181" y="11339"/>
                </a:cubicBezTo>
                <a:cubicBezTo>
                  <a:pt x="1545692" y="11339"/>
                  <a:pt x="1540559" y="18630"/>
                  <a:pt x="1540559" y="25462"/>
                </a:cubicBezTo>
                <a:close/>
                <a:moveTo>
                  <a:pt x="1604836" y="62493"/>
                </a:moveTo>
                <a:cubicBezTo>
                  <a:pt x="1601713" y="62493"/>
                  <a:pt x="1598365" y="63407"/>
                  <a:pt x="1595464" y="65913"/>
                </a:cubicBezTo>
                <a:lnTo>
                  <a:pt x="1595464" y="72515"/>
                </a:lnTo>
                <a:cubicBezTo>
                  <a:pt x="1595464" y="73655"/>
                  <a:pt x="1595685" y="73881"/>
                  <a:pt x="1596577" y="73881"/>
                </a:cubicBezTo>
                <a:lnTo>
                  <a:pt x="1611085" y="73881"/>
                </a:lnTo>
                <a:cubicBezTo>
                  <a:pt x="1610639" y="96838"/>
                  <a:pt x="1610418" y="125931"/>
                  <a:pt x="1610418" y="137299"/>
                </a:cubicBezTo>
                <a:cubicBezTo>
                  <a:pt x="1610418" y="145253"/>
                  <a:pt x="1612427" y="152992"/>
                  <a:pt x="1617113" y="157089"/>
                </a:cubicBezTo>
                <a:cubicBezTo>
                  <a:pt x="1622246" y="161419"/>
                  <a:pt x="1630279" y="163466"/>
                  <a:pt x="1635636" y="163466"/>
                </a:cubicBezTo>
                <a:cubicBezTo>
                  <a:pt x="1647914" y="163466"/>
                  <a:pt x="1661526" y="157089"/>
                  <a:pt x="1665991" y="150713"/>
                </a:cubicBezTo>
                <a:cubicBezTo>
                  <a:pt x="1665991" y="147981"/>
                  <a:pt x="1664652" y="146615"/>
                  <a:pt x="1661976" y="144343"/>
                </a:cubicBezTo>
                <a:cubicBezTo>
                  <a:pt x="1659074" y="146615"/>
                  <a:pt x="1653492" y="147526"/>
                  <a:pt x="1649252" y="147526"/>
                </a:cubicBezTo>
                <a:cubicBezTo>
                  <a:pt x="1644341" y="147526"/>
                  <a:pt x="1639430" y="143662"/>
                  <a:pt x="1639430" y="132298"/>
                </a:cubicBezTo>
                <a:cubicBezTo>
                  <a:pt x="1639430" y="120931"/>
                  <a:pt x="1639209" y="96612"/>
                  <a:pt x="1639209" y="73881"/>
                </a:cubicBezTo>
                <a:lnTo>
                  <a:pt x="1661751" y="73881"/>
                </a:lnTo>
                <a:cubicBezTo>
                  <a:pt x="1663981" y="73881"/>
                  <a:pt x="1667108" y="72971"/>
                  <a:pt x="1667108" y="70920"/>
                </a:cubicBezTo>
                <a:lnTo>
                  <a:pt x="1667108" y="63862"/>
                </a:lnTo>
                <a:cubicBezTo>
                  <a:pt x="1667108" y="62952"/>
                  <a:pt x="1666437" y="62493"/>
                  <a:pt x="1665323" y="62493"/>
                </a:cubicBezTo>
                <a:lnTo>
                  <a:pt x="1639209" y="62493"/>
                </a:lnTo>
                <a:lnTo>
                  <a:pt x="1639430" y="54751"/>
                </a:lnTo>
                <a:cubicBezTo>
                  <a:pt x="1639876" y="39491"/>
                  <a:pt x="1640547" y="29017"/>
                  <a:pt x="1640547" y="29017"/>
                </a:cubicBezTo>
                <a:cubicBezTo>
                  <a:pt x="1640547" y="27648"/>
                  <a:pt x="1639876" y="26967"/>
                  <a:pt x="1638763" y="26967"/>
                </a:cubicBezTo>
                <a:cubicBezTo>
                  <a:pt x="1637200" y="26967"/>
                  <a:pt x="1628941" y="29473"/>
                  <a:pt x="1625372" y="31068"/>
                </a:cubicBezTo>
                <a:cubicBezTo>
                  <a:pt x="1621575" y="32659"/>
                  <a:pt x="1615104" y="34025"/>
                  <a:pt x="1613541" y="36075"/>
                </a:cubicBezTo>
                <a:cubicBezTo>
                  <a:pt x="1611978" y="38126"/>
                  <a:pt x="1611085" y="44277"/>
                  <a:pt x="1611085" y="62493"/>
                </a:cubicBezTo>
                <a:lnTo>
                  <a:pt x="1604836" y="62493"/>
                </a:lnTo>
                <a:close/>
                <a:moveTo>
                  <a:pt x="1722459" y="133452"/>
                </a:moveTo>
                <a:lnTo>
                  <a:pt x="1722459" y="88133"/>
                </a:lnTo>
                <a:cubicBezTo>
                  <a:pt x="1722459" y="76748"/>
                  <a:pt x="1723352" y="63963"/>
                  <a:pt x="1723352" y="63963"/>
                </a:cubicBezTo>
                <a:cubicBezTo>
                  <a:pt x="1723352" y="61430"/>
                  <a:pt x="1721342" y="60047"/>
                  <a:pt x="1718219" y="60047"/>
                </a:cubicBezTo>
                <a:cubicBezTo>
                  <a:pt x="1711970" y="62583"/>
                  <a:pt x="1693890" y="64425"/>
                  <a:pt x="1678489" y="66496"/>
                </a:cubicBezTo>
                <a:cubicBezTo>
                  <a:pt x="1678043" y="67866"/>
                  <a:pt x="1678489" y="72418"/>
                  <a:pt x="1678935" y="73787"/>
                </a:cubicBezTo>
                <a:cubicBezTo>
                  <a:pt x="1691213" y="74924"/>
                  <a:pt x="1693443" y="76748"/>
                  <a:pt x="1693443" y="89728"/>
                </a:cubicBezTo>
                <a:lnTo>
                  <a:pt x="1693443" y="133452"/>
                </a:lnTo>
                <a:cubicBezTo>
                  <a:pt x="1693443" y="152353"/>
                  <a:pt x="1690988" y="152808"/>
                  <a:pt x="1677376" y="153944"/>
                </a:cubicBezTo>
                <a:cubicBezTo>
                  <a:pt x="1676034" y="155310"/>
                  <a:pt x="1676034" y="160321"/>
                  <a:pt x="1677376" y="161687"/>
                </a:cubicBezTo>
                <a:cubicBezTo>
                  <a:pt x="1686748" y="161461"/>
                  <a:pt x="1696124" y="161232"/>
                  <a:pt x="1707951" y="161232"/>
                </a:cubicBezTo>
                <a:cubicBezTo>
                  <a:pt x="1719779" y="161232"/>
                  <a:pt x="1728930" y="161461"/>
                  <a:pt x="1738527" y="161687"/>
                </a:cubicBezTo>
                <a:cubicBezTo>
                  <a:pt x="1739869" y="160321"/>
                  <a:pt x="1739869" y="155310"/>
                  <a:pt x="1738527" y="153944"/>
                </a:cubicBezTo>
                <a:cubicBezTo>
                  <a:pt x="1724915" y="153034"/>
                  <a:pt x="1722459" y="152353"/>
                  <a:pt x="1722459" y="133452"/>
                </a:cubicBezTo>
                <a:moveTo>
                  <a:pt x="1692330" y="25462"/>
                </a:moveTo>
                <a:cubicBezTo>
                  <a:pt x="1692330" y="32975"/>
                  <a:pt x="1697683" y="40492"/>
                  <a:pt x="1706613" y="40492"/>
                </a:cubicBezTo>
                <a:cubicBezTo>
                  <a:pt x="1716656" y="40492"/>
                  <a:pt x="1722459" y="32294"/>
                  <a:pt x="1722459" y="26373"/>
                </a:cubicBezTo>
                <a:cubicBezTo>
                  <a:pt x="1722459" y="19541"/>
                  <a:pt x="1717327" y="11339"/>
                  <a:pt x="1707951" y="11339"/>
                </a:cubicBezTo>
                <a:cubicBezTo>
                  <a:pt x="1697462" y="11339"/>
                  <a:pt x="1692330" y="18630"/>
                  <a:pt x="1692330" y="25462"/>
                </a:cubicBezTo>
                <a:close/>
                <a:moveTo>
                  <a:pt x="1818878" y="69794"/>
                </a:moveTo>
                <a:cubicBezTo>
                  <a:pt x="1830930" y="70701"/>
                  <a:pt x="1832493" y="74340"/>
                  <a:pt x="1827582" y="85933"/>
                </a:cubicBezTo>
                <a:lnTo>
                  <a:pt x="1809948" y="127537"/>
                </a:lnTo>
                <a:cubicBezTo>
                  <a:pt x="1809056" y="129584"/>
                  <a:pt x="1808164" y="127992"/>
                  <a:pt x="1807496" y="126401"/>
                </a:cubicBezTo>
                <a:lnTo>
                  <a:pt x="1793434" y="85933"/>
                </a:lnTo>
                <a:cubicBezTo>
                  <a:pt x="1789640" y="75021"/>
                  <a:pt x="1786514" y="70931"/>
                  <a:pt x="1800351" y="69794"/>
                </a:cubicBezTo>
                <a:cubicBezTo>
                  <a:pt x="1801693" y="68429"/>
                  <a:pt x="1801693" y="63418"/>
                  <a:pt x="1800351" y="62048"/>
                </a:cubicBezTo>
                <a:cubicBezTo>
                  <a:pt x="1792096" y="62278"/>
                  <a:pt x="1783166" y="62507"/>
                  <a:pt x="1772231" y="62507"/>
                </a:cubicBezTo>
                <a:cubicBezTo>
                  <a:pt x="1764418" y="62507"/>
                  <a:pt x="1753037" y="62278"/>
                  <a:pt x="1744778" y="62048"/>
                </a:cubicBezTo>
                <a:cubicBezTo>
                  <a:pt x="1743440" y="63418"/>
                  <a:pt x="1743440" y="68429"/>
                  <a:pt x="1744778" y="69794"/>
                </a:cubicBezTo>
                <a:cubicBezTo>
                  <a:pt x="1757723" y="71386"/>
                  <a:pt x="1758169" y="75931"/>
                  <a:pt x="1762634" y="87299"/>
                </a:cubicBezTo>
                <a:lnTo>
                  <a:pt x="1791871" y="159140"/>
                </a:lnTo>
                <a:cubicBezTo>
                  <a:pt x="1793209" y="162549"/>
                  <a:pt x="1797003" y="163911"/>
                  <a:pt x="1799905" y="163911"/>
                </a:cubicBezTo>
                <a:cubicBezTo>
                  <a:pt x="1802139" y="163911"/>
                  <a:pt x="1806600" y="163459"/>
                  <a:pt x="1808610" y="158685"/>
                </a:cubicBezTo>
                <a:lnTo>
                  <a:pt x="1839189" y="87524"/>
                </a:lnTo>
                <a:cubicBezTo>
                  <a:pt x="1843650" y="77297"/>
                  <a:pt x="1846552" y="70931"/>
                  <a:pt x="1858383" y="69794"/>
                </a:cubicBezTo>
                <a:cubicBezTo>
                  <a:pt x="1859721" y="68429"/>
                  <a:pt x="1859721" y="63418"/>
                  <a:pt x="1858383" y="62048"/>
                </a:cubicBezTo>
                <a:cubicBezTo>
                  <a:pt x="1853472" y="62278"/>
                  <a:pt x="1846330" y="62507"/>
                  <a:pt x="1841419" y="62507"/>
                </a:cubicBezTo>
                <a:cubicBezTo>
                  <a:pt x="1833161" y="62507"/>
                  <a:pt x="1824902" y="62278"/>
                  <a:pt x="1818878" y="62048"/>
                </a:cubicBezTo>
                <a:cubicBezTo>
                  <a:pt x="1817539" y="63418"/>
                  <a:pt x="1817539" y="68429"/>
                  <a:pt x="1818878" y="69794"/>
                </a:cubicBezTo>
                <a:close/>
                <a:moveTo>
                  <a:pt x="1898331" y="98534"/>
                </a:moveTo>
                <a:cubicBezTo>
                  <a:pt x="1898556" y="90565"/>
                  <a:pt x="1899673" y="81909"/>
                  <a:pt x="1902796" y="77356"/>
                </a:cubicBezTo>
                <a:cubicBezTo>
                  <a:pt x="1906368" y="71890"/>
                  <a:pt x="1912393" y="69614"/>
                  <a:pt x="1914848" y="69614"/>
                </a:cubicBezTo>
                <a:cubicBezTo>
                  <a:pt x="1920876" y="69614"/>
                  <a:pt x="1929132" y="75535"/>
                  <a:pt x="1929132" y="93752"/>
                </a:cubicBezTo>
                <a:cubicBezTo>
                  <a:pt x="1929132" y="95118"/>
                  <a:pt x="1929132" y="98078"/>
                  <a:pt x="1928686" y="98534"/>
                </a:cubicBezTo>
                <a:lnTo>
                  <a:pt x="1898331" y="98534"/>
                </a:lnTo>
                <a:moveTo>
                  <a:pt x="1955025" y="131801"/>
                </a:moveTo>
                <a:cubicBezTo>
                  <a:pt x="1945874" y="141375"/>
                  <a:pt x="1933821" y="143880"/>
                  <a:pt x="1925338" y="143880"/>
                </a:cubicBezTo>
                <a:cubicBezTo>
                  <a:pt x="1907928" y="143880"/>
                  <a:pt x="1897218" y="133625"/>
                  <a:pt x="1897218" y="111291"/>
                </a:cubicBezTo>
                <a:cubicBezTo>
                  <a:pt x="1897218" y="109696"/>
                  <a:pt x="1897439" y="108782"/>
                  <a:pt x="1897439" y="107642"/>
                </a:cubicBezTo>
                <a:lnTo>
                  <a:pt x="1951006" y="107642"/>
                </a:lnTo>
                <a:cubicBezTo>
                  <a:pt x="1956363" y="107642"/>
                  <a:pt x="1957477" y="103771"/>
                  <a:pt x="1957477" y="100584"/>
                </a:cubicBezTo>
                <a:cubicBezTo>
                  <a:pt x="1957477" y="81228"/>
                  <a:pt x="1950114" y="60047"/>
                  <a:pt x="1917304" y="60047"/>
                </a:cubicBezTo>
                <a:cubicBezTo>
                  <a:pt x="1893870" y="60047"/>
                  <a:pt x="1867085" y="81228"/>
                  <a:pt x="1867085" y="116076"/>
                </a:cubicBezTo>
                <a:cubicBezTo>
                  <a:pt x="1867085" y="129295"/>
                  <a:pt x="1871774" y="143199"/>
                  <a:pt x="1881371" y="152082"/>
                </a:cubicBezTo>
                <a:cubicBezTo>
                  <a:pt x="1889851" y="159824"/>
                  <a:pt x="1900787" y="163466"/>
                  <a:pt x="1916633" y="163466"/>
                </a:cubicBezTo>
                <a:cubicBezTo>
                  <a:pt x="1932033" y="163466"/>
                  <a:pt x="1947212" y="155498"/>
                  <a:pt x="1958372" y="138869"/>
                </a:cubicBezTo>
                <a:cubicBezTo>
                  <a:pt x="1958372" y="135905"/>
                  <a:pt x="1957255" y="131801"/>
                  <a:pt x="1955025" y="131801"/>
                </a:cubicBezTo>
                <a:close/>
                <a:moveTo>
                  <a:pt x="2092286" y="12194"/>
                </a:moveTo>
                <a:cubicBezTo>
                  <a:pt x="2083360" y="12194"/>
                  <a:pt x="2030910" y="13786"/>
                  <a:pt x="2021980" y="13786"/>
                </a:cubicBezTo>
                <a:cubicBezTo>
                  <a:pt x="2019749" y="15155"/>
                  <a:pt x="2019749" y="20166"/>
                  <a:pt x="2021980" y="21532"/>
                </a:cubicBezTo>
                <a:cubicBezTo>
                  <a:pt x="2034257" y="22216"/>
                  <a:pt x="2040507" y="23127"/>
                  <a:pt x="2040507" y="42039"/>
                </a:cubicBezTo>
                <a:lnTo>
                  <a:pt x="2040507" y="133424"/>
                </a:lnTo>
                <a:cubicBezTo>
                  <a:pt x="2040507" y="152349"/>
                  <a:pt x="2034257" y="153260"/>
                  <a:pt x="2021980" y="153944"/>
                </a:cubicBezTo>
                <a:cubicBezTo>
                  <a:pt x="2019749" y="155310"/>
                  <a:pt x="2019749" y="160321"/>
                  <a:pt x="2021980" y="161687"/>
                </a:cubicBezTo>
                <a:cubicBezTo>
                  <a:pt x="2030910" y="161461"/>
                  <a:pt x="2047423" y="161232"/>
                  <a:pt x="2056353" y="161232"/>
                </a:cubicBezTo>
                <a:cubicBezTo>
                  <a:pt x="2065279" y="161232"/>
                  <a:pt x="2081350" y="161461"/>
                  <a:pt x="2090276" y="161687"/>
                </a:cubicBezTo>
                <a:cubicBezTo>
                  <a:pt x="2092510" y="160321"/>
                  <a:pt x="2092510" y="155310"/>
                  <a:pt x="2090276" y="153944"/>
                </a:cubicBezTo>
                <a:cubicBezTo>
                  <a:pt x="2078003" y="153260"/>
                  <a:pt x="2071753" y="152349"/>
                  <a:pt x="2071753" y="133424"/>
                </a:cubicBezTo>
                <a:lnTo>
                  <a:pt x="2071753" y="41809"/>
                </a:lnTo>
                <a:cubicBezTo>
                  <a:pt x="2071753" y="26352"/>
                  <a:pt x="2073313" y="21567"/>
                  <a:pt x="2085144" y="21567"/>
                </a:cubicBezTo>
                <a:cubicBezTo>
                  <a:pt x="2098089" y="21567"/>
                  <a:pt x="2113043" y="27033"/>
                  <a:pt x="2113043" y="54813"/>
                </a:cubicBezTo>
                <a:cubicBezTo>
                  <a:pt x="2113043" y="78496"/>
                  <a:pt x="2106569" y="88515"/>
                  <a:pt x="2088267" y="88515"/>
                </a:cubicBezTo>
                <a:cubicBezTo>
                  <a:pt x="2084919" y="88515"/>
                  <a:pt x="2080233" y="88289"/>
                  <a:pt x="2077110" y="87834"/>
                </a:cubicBezTo>
                <a:cubicBezTo>
                  <a:pt x="2077110" y="92160"/>
                  <a:pt x="2078449" y="95350"/>
                  <a:pt x="2081572" y="97397"/>
                </a:cubicBezTo>
                <a:cubicBezTo>
                  <a:pt x="2084698" y="97852"/>
                  <a:pt x="2084027" y="98082"/>
                  <a:pt x="2089384" y="98082"/>
                </a:cubicBezTo>
                <a:cubicBezTo>
                  <a:pt x="2109024" y="98082"/>
                  <a:pt x="2122861" y="94666"/>
                  <a:pt x="2131791" y="87149"/>
                </a:cubicBezTo>
                <a:cubicBezTo>
                  <a:pt x="2142951" y="77815"/>
                  <a:pt x="2146745" y="63011"/>
                  <a:pt x="2146745" y="50942"/>
                </a:cubicBezTo>
                <a:cubicBezTo>
                  <a:pt x="2146745" y="41834"/>
                  <a:pt x="2143397" y="28173"/>
                  <a:pt x="2129560" y="19746"/>
                </a:cubicBezTo>
                <a:cubicBezTo>
                  <a:pt x="2121302" y="14700"/>
                  <a:pt x="2109024" y="12194"/>
                  <a:pt x="2092286" y="12194"/>
                </a:cubicBezTo>
                <a:close/>
                <a:moveTo>
                  <a:pt x="2203882" y="133452"/>
                </a:moveTo>
                <a:lnTo>
                  <a:pt x="2203882" y="88133"/>
                </a:lnTo>
                <a:cubicBezTo>
                  <a:pt x="2203882" y="76748"/>
                  <a:pt x="2204774" y="63963"/>
                  <a:pt x="2204774" y="63963"/>
                </a:cubicBezTo>
                <a:cubicBezTo>
                  <a:pt x="2204774" y="61430"/>
                  <a:pt x="2202765" y="60047"/>
                  <a:pt x="2199642" y="60047"/>
                </a:cubicBezTo>
                <a:cubicBezTo>
                  <a:pt x="2193392" y="62583"/>
                  <a:pt x="2175312" y="64425"/>
                  <a:pt x="2159912" y="66496"/>
                </a:cubicBezTo>
                <a:cubicBezTo>
                  <a:pt x="2159466" y="67866"/>
                  <a:pt x="2159912" y="72418"/>
                  <a:pt x="2160358" y="73787"/>
                </a:cubicBezTo>
                <a:cubicBezTo>
                  <a:pt x="2172635" y="74924"/>
                  <a:pt x="2174866" y="76748"/>
                  <a:pt x="2174866" y="89728"/>
                </a:cubicBezTo>
                <a:lnTo>
                  <a:pt x="2174866" y="133452"/>
                </a:lnTo>
                <a:cubicBezTo>
                  <a:pt x="2174866" y="152353"/>
                  <a:pt x="2172410" y="152808"/>
                  <a:pt x="2158798" y="153944"/>
                </a:cubicBezTo>
                <a:cubicBezTo>
                  <a:pt x="2157456" y="155310"/>
                  <a:pt x="2157456" y="160321"/>
                  <a:pt x="2158798" y="161687"/>
                </a:cubicBezTo>
                <a:cubicBezTo>
                  <a:pt x="2168170" y="161461"/>
                  <a:pt x="2177546" y="161232"/>
                  <a:pt x="2189374" y="161232"/>
                </a:cubicBezTo>
                <a:cubicBezTo>
                  <a:pt x="2201201" y="161232"/>
                  <a:pt x="2210352" y="161461"/>
                  <a:pt x="2219949" y="161687"/>
                </a:cubicBezTo>
                <a:cubicBezTo>
                  <a:pt x="2221291" y="160321"/>
                  <a:pt x="2221291" y="155310"/>
                  <a:pt x="2219949" y="153944"/>
                </a:cubicBezTo>
                <a:cubicBezTo>
                  <a:pt x="2206337" y="153034"/>
                  <a:pt x="2203882" y="152353"/>
                  <a:pt x="2203882" y="133452"/>
                </a:cubicBezTo>
                <a:moveTo>
                  <a:pt x="2173752" y="25462"/>
                </a:moveTo>
                <a:cubicBezTo>
                  <a:pt x="2173752" y="32975"/>
                  <a:pt x="2179106" y="40492"/>
                  <a:pt x="2188035" y="40492"/>
                </a:cubicBezTo>
                <a:cubicBezTo>
                  <a:pt x="2198079" y="40492"/>
                  <a:pt x="2203882" y="32294"/>
                  <a:pt x="2203882" y="26373"/>
                </a:cubicBezTo>
                <a:cubicBezTo>
                  <a:pt x="2203882" y="19541"/>
                  <a:pt x="2198749" y="11339"/>
                  <a:pt x="2189374" y="11339"/>
                </a:cubicBezTo>
                <a:cubicBezTo>
                  <a:pt x="2178884" y="11339"/>
                  <a:pt x="2173752" y="18630"/>
                  <a:pt x="2173752" y="25462"/>
                </a:cubicBezTo>
                <a:close/>
                <a:moveTo>
                  <a:pt x="2274857" y="133431"/>
                </a:moveTo>
                <a:lnTo>
                  <a:pt x="2274857" y="88070"/>
                </a:lnTo>
                <a:lnTo>
                  <a:pt x="2274857" y="87615"/>
                </a:lnTo>
                <a:cubicBezTo>
                  <a:pt x="2283783" y="81460"/>
                  <a:pt x="2292713" y="76901"/>
                  <a:pt x="2296728" y="76901"/>
                </a:cubicBezTo>
                <a:cubicBezTo>
                  <a:pt x="2305657" y="76901"/>
                  <a:pt x="2312353" y="81005"/>
                  <a:pt x="2312353" y="93999"/>
                </a:cubicBezTo>
                <a:lnTo>
                  <a:pt x="2312353" y="132062"/>
                </a:lnTo>
                <a:cubicBezTo>
                  <a:pt x="2312353" y="151210"/>
                  <a:pt x="2308780" y="153260"/>
                  <a:pt x="2299629" y="153944"/>
                </a:cubicBezTo>
                <a:cubicBezTo>
                  <a:pt x="2298291" y="155310"/>
                  <a:pt x="2298291" y="160321"/>
                  <a:pt x="2299629" y="161687"/>
                </a:cubicBezTo>
                <a:cubicBezTo>
                  <a:pt x="2309005" y="161461"/>
                  <a:pt x="2316147" y="161232"/>
                  <a:pt x="2326861" y="161232"/>
                </a:cubicBezTo>
                <a:cubicBezTo>
                  <a:pt x="2339135" y="161232"/>
                  <a:pt x="2348956" y="161461"/>
                  <a:pt x="2358553" y="161687"/>
                </a:cubicBezTo>
                <a:cubicBezTo>
                  <a:pt x="2359892" y="160321"/>
                  <a:pt x="2359892" y="155310"/>
                  <a:pt x="2358553" y="153944"/>
                </a:cubicBezTo>
                <a:cubicBezTo>
                  <a:pt x="2344938" y="153260"/>
                  <a:pt x="2341369" y="151210"/>
                  <a:pt x="2341369" y="132062"/>
                </a:cubicBezTo>
                <a:lnTo>
                  <a:pt x="2341369" y="96504"/>
                </a:lnTo>
                <a:cubicBezTo>
                  <a:pt x="2341369" y="71435"/>
                  <a:pt x="2330876" y="60047"/>
                  <a:pt x="2311682" y="60047"/>
                </a:cubicBezTo>
                <a:cubicBezTo>
                  <a:pt x="2302756" y="60047"/>
                  <a:pt x="2286909" y="70069"/>
                  <a:pt x="2274632" y="78725"/>
                </a:cubicBezTo>
                <a:cubicBezTo>
                  <a:pt x="2273965" y="70753"/>
                  <a:pt x="2273069" y="63921"/>
                  <a:pt x="2273069" y="63921"/>
                </a:cubicBezTo>
                <a:cubicBezTo>
                  <a:pt x="2272848" y="61186"/>
                  <a:pt x="2271063" y="60047"/>
                  <a:pt x="2267937" y="60047"/>
                </a:cubicBezTo>
                <a:cubicBezTo>
                  <a:pt x="2259678" y="62372"/>
                  <a:pt x="2246287" y="65562"/>
                  <a:pt x="2230887" y="67609"/>
                </a:cubicBezTo>
                <a:cubicBezTo>
                  <a:pt x="2230441" y="68978"/>
                  <a:pt x="2230887" y="73530"/>
                  <a:pt x="2231333" y="74899"/>
                </a:cubicBezTo>
                <a:cubicBezTo>
                  <a:pt x="2243610" y="76039"/>
                  <a:pt x="2245841" y="77860"/>
                  <a:pt x="2245841" y="90843"/>
                </a:cubicBezTo>
                <a:lnTo>
                  <a:pt x="2245841" y="133445"/>
                </a:lnTo>
                <a:cubicBezTo>
                  <a:pt x="2245841" y="152349"/>
                  <a:pt x="2243386" y="152808"/>
                  <a:pt x="2229770" y="153944"/>
                </a:cubicBezTo>
                <a:cubicBezTo>
                  <a:pt x="2228432" y="155310"/>
                  <a:pt x="2228432" y="160321"/>
                  <a:pt x="2229770" y="161687"/>
                </a:cubicBezTo>
                <a:cubicBezTo>
                  <a:pt x="2239146" y="161461"/>
                  <a:pt x="2248518" y="161232"/>
                  <a:pt x="2260349" y="161232"/>
                </a:cubicBezTo>
                <a:cubicBezTo>
                  <a:pt x="2270617" y="161232"/>
                  <a:pt x="2276866" y="161461"/>
                  <a:pt x="2286463" y="161687"/>
                </a:cubicBezTo>
                <a:cubicBezTo>
                  <a:pt x="2287802" y="160321"/>
                  <a:pt x="2287802" y="155310"/>
                  <a:pt x="2286463" y="153944"/>
                </a:cubicBezTo>
                <a:cubicBezTo>
                  <a:pt x="2277088" y="153034"/>
                  <a:pt x="2274857" y="152349"/>
                  <a:pt x="2274857" y="133431"/>
                </a:cubicBezTo>
                <a:close/>
                <a:moveTo>
                  <a:pt x="2412343" y="133431"/>
                </a:moveTo>
                <a:lnTo>
                  <a:pt x="2412343" y="88070"/>
                </a:lnTo>
                <a:lnTo>
                  <a:pt x="2412343" y="87615"/>
                </a:lnTo>
                <a:cubicBezTo>
                  <a:pt x="2421269" y="81460"/>
                  <a:pt x="2430198" y="76901"/>
                  <a:pt x="2434214" y="76901"/>
                </a:cubicBezTo>
                <a:cubicBezTo>
                  <a:pt x="2443143" y="76901"/>
                  <a:pt x="2449839" y="81005"/>
                  <a:pt x="2449839" y="93999"/>
                </a:cubicBezTo>
                <a:lnTo>
                  <a:pt x="2449839" y="132062"/>
                </a:lnTo>
                <a:cubicBezTo>
                  <a:pt x="2449839" y="151210"/>
                  <a:pt x="2446266" y="153260"/>
                  <a:pt x="2437115" y="153944"/>
                </a:cubicBezTo>
                <a:cubicBezTo>
                  <a:pt x="2435777" y="155310"/>
                  <a:pt x="2435777" y="160321"/>
                  <a:pt x="2437115" y="161687"/>
                </a:cubicBezTo>
                <a:cubicBezTo>
                  <a:pt x="2446491" y="161461"/>
                  <a:pt x="2453632" y="161232"/>
                  <a:pt x="2464347" y="161232"/>
                </a:cubicBezTo>
                <a:cubicBezTo>
                  <a:pt x="2476620" y="161232"/>
                  <a:pt x="2486442" y="161461"/>
                  <a:pt x="2496039" y="161687"/>
                </a:cubicBezTo>
                <a:cubicBezTo>
                  <a:pt x="2497378" y="160321"/>
                  <a:pt x="2497378" y="155310"/>
                  <a:pt x="2496039" y="153944"/>
                </a:cubicBezTo>
                <a:cubicBezTo>
                  <a:pt x="2482424" y="153260"/>
                  <a:pt x="2478854" y="151210"/>
                  <a:pt x="2478854" y="132062"/>
                </a:cubicBezTo>
                <a:lnTo>
                  <a:pt x="2478854" y="96504"/>
                </a:lnTo>
                <a:cubicBezTo>
                  <a:pt x="2478854" y="71435"/>
                  <a:pt x="2468362" y="60047"/>
                  <a:pt x="2449168" y="60047"/>
                </a:cubicBezTo>
                <a:cubicBezTo>
                  <a:pt x="2440242" y="60047"/>
                  <a:pt x="2424395" y="70069"/>
                  <a:pt x="2412118" y="78725"/>
                </a:cubicBezTo>
                <a:cubicBezTo>
                  <a:pt x="2411450" y="70753"/>
                  <a:pt x="2410555" y="63921"/>
                  <a:pt x="2410555" y="63921"/>
                </a:cubicBezTo>
                <a:cubicBezTo>
                  <a:pt x="2410333" y="61186"/>
                  <a:pt x="2408549" y="60047"/>
                  <a:pt x="2405423" y="60047"/>
                </a:cubicBezTo>
                <a:cubicBezTo>
                  <a:pt x="2397164" y="62372"/>
                  <a:pt x="2383773" y="65562"/>
                  <a:pt x="2368373" y="67609"/>
                </a:cubicBezTo>
                <a:cubicBezTo>
                  <a:pt x="2367927" y="68978"/>
                  <a:pt x="2368373" y="73530"/>
                  <a:pt x="2368819" y="74899"/>
                </a:cubicBezTo>
                <a:cubicBezTo>
                  <a:pt x="2381096" y="76039"/>
                  <a:pt x="2383327" y="77860"/>
                  <a:pt x="2383327" y="90843"/>
                </a:cubicBezTo>
                <a:lnTo>
                  <a:pt x="2383327" y="133445"/>
                </a:lnTo>
                <a:cubicBezTo>
                  <a:pt x="2383327" y="152349"/>
                  <a:pt x="2380871" y="152808"/>
                  <a:pt x="2367256" y="153944"/>
                </a:cubicBezTo>
                <a:cubicBezTo>
                  <a:pt x="2365917" y="155310"/>
                  <a:pt x="2365917" y="160321"/>
                  <a:pt x="2367256" y="161687"/>
                </a:cubicBezTo>
                <a:cubicBezTo>
                  <a:pt x="2376631" y="161461"/>
                  <a:pt x="2386004" y="161232"/>
                  <a:pt x="2397835" y="161232"/>
                </a:cubicBezTo>
                <a:cubicBezTo>
                  <a:pt x="2408103" y="161232"/>
                  <a:pt x="2414352" y="161461"/>
                  <a:pt x="2423949" y="161687"/>
                </a:cubicBezTo>
                <a:cubicBezTo>
                  <a:pt x="2425288" y="160321"/>
                  <a:pt x="2425288" y="155310"/>
                  <a:pt x="2423949" y="153944"/>
                </a:cubicBezTo>
                <a:cubicBezTo>
                  <a:pt x="2414573" y="153034"/>
                  <a:pt x="2412343" y="152349"/>
                  <a:pt x="2412343" y="133431"/>
                </a:cubicBezTo>
                <a:close/>
                <a:moveTo>
                  <a:pt x="2550721" y="133452"/>
                </a:moveTo>
                <a:lnTo>
                  <a:pt x="2550721" y="88133"/>
                </a:lnTo>
                <a:cubicBezTo>
                  <a:pt x="2550721" y="76748"/>
                  <a:pt x="2551613" y="63963"/>
                  <a:pt x="2551613" y="63963"/>
                </a:cubicBezTo>
                <a:cubicBezTo>
                  <a:pt x="2551613" y="61430"/>
                  <a:pt x="2549604" y="60047"/>
                  <a:pt x="2546481" y="60047"/>
                </a:cubicBezTo>
                <a:cubicBezTo>
                  <a:pt x="2540231" y="62583"/>
                  <a:pt x="2522151" y="64425"/>
                  <a:pt x="2506751" y="66496"/>
                </a:cubicBezTo>
                <a:cubicBezTo>
                  <a:pt x="2506305" y="67866"/>
                  <a:pt x="2506751" y="72418"/>
                  <a:pt x="2507197" y="73787"/>
                </a:cubicBezTo>
                <a:cubicBezTo>
                  <a:pt x="2519474" y="74924"/>
                  <a:pt x="2521705" y="76748"/>
                  <a:pt x="2521705" y="89728"/>
                </a:cubicBezTo>
                <a:lnTo>
                  <a:pt x="2521705" y="133452"/>
                </a:lnTo>
                <a:cubicBezTo>
                  <a:pt x="2521705" y="152353"/>
                  <a:pt x="2519249" y="152808"/>
                  <a:pt x="2505637" y="153944"/>
                </a:cubicBezTo>
                <a:cubicBezTo>
                  <a:pt x="2504295" y="155310"/>
                  <a:pt x="2504295" y="160321"/>
                  <a:pt x="2505637" y="161687"/>
                </a:cubicBezTo>
                <a:cubicBezTo>
                  <a:pt x="2515009" y="161461"/>
                  <a:pt x="2524385" y="161232"/>
                  <a:pt x="2536213" y="161232"/>
                </a:cubicBezTo>
                <a:cubicBezTo>
                  <a:pt x="2548041" y="161232"/>
                  <a:pt x="2557191" y="161461"/>
                  <a:pt x="2566788" y="161687"/>
                </a:cubicBezTo>
                <a:cubicBezTo>
                  <a:pt x="2568130" y="160321"/>
                  <a:pt x="2568130" y="155310"/>
                  <a:pt x="2566788" y="153944"/>
                </a:cubicBezTo>
                <a:cubicBezTo>
                  <a:pt x="2553176" y="153034"/>
                  <a:pt x="2550721" y="152353"/>
                  <a:pt x="2550721" y="133452"/>
                </a:cubicBezTo>
                <a:moveTo>
                  <a:pt x="2520591" y="25462"/>
                </a:moveTo>
                <a:cubicBezTo>
                  <a:pt x="2520591" y="32975"/>
                  <a:pt x="2525945" y="40492"/>
                  <a:pt x="2534874" y="40492"/>
                </a:cubicBezTo>
                <a:cubicBezTo>
                  <a:pt x="2544918" y="40492"/>
                  <a:pt x="2550721" y="32294"/>
                  <a:pt x="2550721" y="26373"/>
                </a:cubicBezTo>
                <a:cubicBezTo>
                  <a:pt x="2550721" y="19541"/>
                  <a:pt x="2545589" y="11339"/>
                  <a:pt x="2536213" y="11339"/>
                </a:cubicBezTo>
                <a:cubicBezTo>
                  <a:pt x="2525724" y="11339"/>
                  <a:pt x="2520591" y="18630"/>
                  <a:pt x="2520591" y="25462"/>
                </a:cubicBezTo>
                <a:close/>
                <a:moveTo>
                  <a:pt x="2621696" y="133431"/>
                </a:moveTo>
                <a:lnTo>
                  <a:pt x="2621696" y="88070"/>
                </a:lnTo>
                <a:lnTo>
                  <a:pt x="2621696" y="87615"/>
                </a:lnTo>
                <a:cubicBezTo>
                  <a:pt x="2630622" y="81460"/>
                  <a:pt x="2639552" y="76901"/>
                  <a:pt x="2643567" y="76901"/>
                </a:cubicBezTo>
                <a:cubicBezTo>
                  <a:pt x="2652496" y="76901"/>
                  <a:pt x="2659192" y="81005"/>
                  <a:pt x="2659192" y="93999"/>
                </a:cubicBezTo>
                <a:lnTo>
                  <a:pt x="2659192" y="132062"/>
                </a:lnTo>
                <a:cubicBezTo>
                  <a:pt x="2659192" y="151210"/>
                  <a:pt x="2655619" y="153260"/>
                  <a:pt x="2646469" y="153944"/>
                </a:cubicBezTo>
                <a:cubicBezTo>
                  <a:pt x="2645130" y="155310"/>
                  <a:pt x="2645130" y="160321"/>
                  <a:pt x="2646469" y="161687"/>
                </a:cubicBezTo>
                <a:cubicBezTo>
                  <a:pt x="2655844" y="161461"/>
                  <a:pt x="2662986" y="161232"/>
                  <a:pt x="2673700" y="161232"/>
                </a:cubicBezTo>
                <a:cubicBezTo>
                  <a:pt x="2685974" y="161232"/>
                  <a:pt x="2695796" y="161461"/>
                  <a:pt x="2705393" y="161687"/>
                </a:cubicBezTo>
                <a:cubicBezTo>
                  <a:pt x="2706731" y="160321"/>
                  <a:pt x="2706731" y="155310"/>
                  <a:pt x="2705393" y="153944"/>
                </a:cubicBezTo>
                <a:cubicBezTo>
                  <a:pt x="2691777" y="153260"/>
                  <a:pt x="2688208" y="151210"/>
                  <a:pt x="2688208" y="132062"/>
                </a:cubicBezTo>
                <a:lnTo>
                  <a:pt x="2688208" y="96504"/>
                </a:lnTo>
                <a:cubicBezTo>
                  <a:pt x="2688208" y="71435"/>
                  <a:pt x="2677715" y="60047"/>
                  <a:pt x="2658521" y="60047"/>
                </a:cubicBezTo>
                <a:cubicBezTo>
                  <a:pt x="2649595" y="60047"/>
                  <a:pt x="2633749" y="70069"/>
                  <a:pt x="2621471" y="78725"/>
                </a:cubicBezTo>
                <a:cubicBezTo>
                  <a:pt x="2620804" y="70753"/>
                  <a:pt x="2619908" y="63921"/>
                  <a:pt x="2619908" y="63921"/>
                </a:cubicBezTo>
                <a:cubicBezTo>
                  <a:pt x="2619687" y="61186"/>
                  <a:pt x="2617902" y="60047"/>
                  <a:pt x="2614776" y="60047"/>
                </a:cubicBezTo>
                <a:cubicBezTo>
                  <a:pt x="2606517" y="62372"/>
                  <a:pt x="2593126" y="65562"/>
                  <a:pt x="2577726" y="67609"/>
                </a:cubicBezTo>
                <a:cubicBezTo>
                  <a:pt x="2577280" y="68978"/>
                  <a:pt x="2577726" y="73530"/>
                  <a:pt x="2578172" y="74899"/>
                </a:cubicBezTo>
                <a:cubicBezTo>
                  <a:pt x="2590449" y="76039"/>
                  <a:pt x="2592680" y="77860"/>
                  <a:pt x="2592680" y="90843"/>
                </a:cubicBezTo>
                <a:lnTo>
                  <a:pt x="2592680" y="133445"/>
                </a:lnTo>
                <a:cubicBezTo>
                  <a:pt x="2592680" y="152349"/>
                  <a:pt x="2590225" y="152808"/>
                  <a:pt x="2576609" y="153944"/>
                </a:cubicBezTo>
                <a:cubicBezTo>
                  <a:pt x="2575271" y="155310"/>
                  <a:pt x="2575271" y="160321"/>
                  <a:pt x="2576609" y="161687"/>
                </a:cubicBezTo>
                <a:cubicBezTo>
                  <a:pt x="2585985" y="161461"/>
                  <a:pt x="2595357" y="161232"/>
                  <a:pt x="2607188" y="161232"/>
                </a:cubicBezTo>
                <a:cubicBezTo>
                  <a:pt x="2617456" y="161232"/>
                  <a:pt x="2623705" y="161461"/>
                  <a:pt x="2633302" y="161687"/>
                </a:cubicBezTo>
                <a:cubicBezTo>
                  <a:pt x="2634641" y="160321"/>
                  <a:pt x="2634641" y="155310"/>
                  <a:pt x="2633302" y="153944"/>
                </a:cubicBezTo>
                <a:cubicBezTo>
                  <a:pt x="2623927" y="153034"/>
                  <a:pt x="2621696" y="152349"/>
                  <a:pt x="2621696" y="133431"/>
                </a:cubicBezTo>
                <a:close/>
                <a:moveTo>
                  <a:pt x="2773019" y="95653"/>
                </a:moveTo>
                <a:cubicBezTo>
                  <a:pt x="2773019" y="117581"/>
                  <a:pt x="2766770" y="120319"/>
                  <a:pt x="2760966" y="120319"/>
                </a:cubicBezTo>
                <a:cubicBezTo>
                  <a:pt x="2747129" y="120319"/>
                  <a:pt x="2745341" y="103420"/>
                  <a:pt x="2745341" y="91771"/>
                </a:cubicBezTo>
                <a:cubicBezTo>
                  <a:pt x="2745341" y="74868"/>
                  <a:pt x="2749360" y="68703"/>
                  <a:pt x="2758065" y="68703"/>
                </a:cubicBezTo>
                <a:cubicBezTo>
                  <a:pt x="2768554" y="68703"/>
                  <a:pt x="2773019" y="77610"/>
                  <a:pt x="2773019" y="95653"/>
                </a:cubicBezTo>
                <a:moveTo>
                  <a:pt x="2747351" y="167025"/>
                </a:moveTo>
                <a:cubicBezTo>
                  <a:pt x="2764539" y="167025"/>
                  <a:pt x="2797570" y="167709"/>
                  <a:pt x="2797570" y="179772"/>
                </a:cubicBezTo>
                <a:cubicBezTo>
                  <a:pt x="2797570" y="187966"/>
                  <a:pt x="2793997" y="197297"/>
                  <a:pt x="2786635" y="201394"/>
                </a:cubicBezTo>
                <a:cubicBezTo>
                  <a:pt x="2779714" y="205491"/>
                  <a:pt x="2768333" y="205946"/>
                  <a:pt x="2759849" y="205946"/>
                </a:cubicBezTo>
                <a:cubicBezTo>
                  <a:pt x="2745120" y="205946"/>
                  <a:pt x="2735077" y="194795"/>
                  <a:pt x="2735077" y="183188"/>
                </a:cubicBezTo>
                <a:cubicBezTo>
                  <a:pt x="2735077" y="175448"/>
                  <a:pt x="2735077" y="170211"/>
                  <a:pt x="2737532" y="165659"/>
                </a:cubicBezTo>
                <a:cubicBezTo>
                  <a:pt x="2739763" y="166570"/>
                  <a:pt x="2742665" y="167025"/>
                  <a:pt x="2747351" y="167025"/>
                </a:cubicBezTo>
                <a:moveTo>
                  <a:pt x="2812524" y="71445"/>
                </a:moveTo>
                <a:cubicBezTo>
                  <a:pt x="2818773" y="71445"/>
                  <a:pt x="2822342" y="68703"/>
                  <a:pt x="2822342" y="60276"/>
                </a:cubicBezTo>
                <a:cubicBezTo>
                  <a:pt x="2822342" y="55949"/>
                  <a:pt x="2816543" y="49343"/>
                  <a:pt x="2808059" y="49343"/>
                </a:cubicBezTo>
                <a:cubicBezTo>
                  <a:pt x="2798241" y="49343"/>
                  <a:pt x="2785293" y="56860"/>
                  <a:pt x="2778822" y="62782"/>
                </a:cubicBezTo>
                <a:cubicBezTo>
                  <a:pt x="2774803" y="60505"/>
                  <a:pt x="2770117" y="60047"/>
                  <a:pt x="2760074" y="60047"/>
                </a:cubicBezTo>
                <a:cubicBezTo>
                  <a:pt x="2750477" y="60047"/>
                  <a:pt x="2741101" y="62326"/>
                  <a:pt x="2733738" y="67337"/>
                </a:cubicBezTo>
                <a:cubicBezTo>
                  <a:pt x="2724588" y="73269"/>
                  <a:pt x="2718560" y="82180"/>
                  <a:pt x="2718560" y="93828"/>
                </a:cubicBezTo>
                <a:cubicBezTo>
                  <a:pt x="2718560" y="105018"/>
                  <a:pt x="2725034" y="117122"/>
                  <a:pt x="2735744" y="123054"/>
                </a:cubicBezTo>
                <a:cubicBezTo>
                  <a:pt x="2728828" y="129205"/>
                  <a:pt x="2718113" y="141288"/>
                  <a:pt x="2718113" y="145847"/>
                </a:cubicBezTo>
                <a:cubicBezTo>
                  <a:pt x="2718113" y="150174"/>
                  <a:pt x="2718784" y="152905"/>
                  <a:pt x="2721015" y="156321"/>
                </a:cubicBezTo>
                <a:cubicBezTo>
                  <a:pt x="2723024" y="159512"/>
                  <a:pt x="2725701" y="161333"/>
                  <a:pt x="2730166" y="162698"/>
                </a:cubicBezTo>
                <a:cubicBezTo>
                  <a:pt x="2720569" y="168620"/>
                  <a:pt x="2710747" y="181593"/>
                  <a:pt x="2710747" y="185464"/>
                </a:cubicBezTo>
                <a:cubicBezTo>
                  <a:pt x="2710747" y="193884"/>
                  <a:pt x="2713427" y="203670"/>
                  <a:pt x="2719452" y="207996"/>
                </a:cubicBezTo>
                <a:cubicBezTo>
                  <a:pt x="2728157" y="214144"/>
                  <a:pt x="2742889" y="215510"/>
                  <a:pt x="2753600" y="215510"/>
                </a:cubicBezTo>
                <a:cubicBezTo>
                  <a:pt x="2784625" y="215510"/>
                  <a:pt x="2820112" y="198892"/>
                  <a:pt x="2820112" y="173853"/>
                </a:cubicBezTo>
                <a:cubicBezTo>
                  <a:pt x="2820112" y="169075"/>
                  <a:pt x="2817881" y="159282"/>
                  <a:pt x="2808952" y="153135"/>
                </a:cubicBezTo>
                <a:cubicBezTo>
                  <a:pt x="2800247" y="147213"/>
                  <a:pt x="2766770" y="145618"/>
                  <a:pt x="2750252" y="145618"/>
                </a:cubicBezTo>
                <a:cubicBezTo>
                  <a:pt x="2746237" y="145618"/>
                  <a:pt x="2740209" y="145163"/>
                  <a:pt x="2740209" y="136044"/>
                </a:cubicBezTo>
                <a:cubicBezTo>
                  <a:pt x="2740209" y="132395"/>
                  <a:pt x="2742443" y="129205"/>
                  <a:pt x="2743557" y="126470"/>
                </a:cubicBezTo>
                <a:cubicBezTo>
                  <a:pt x="2748243" y="128746"/>
                  <a:pt x="2752932" y="128976"/>
                  <a:pt x="2759849" y="128976"/>
                </a:cubicBezTo>
                <a:cubicBezTo>
                  <a:pt x="2771234" y="128976"/>
                  <a:pt x="2781724" y="126015"/>
                  <a:pt x="2789311" y="119179"/>
                </a:cubicBezTo>
                <a:cubicBezTo>
                  <a:pt x="2795785" y="113240"/>
                  <a:pt x="2800247" y="105248"/>
                  <a:pt x="2800247" y="94968"/>
                </a:cubicBezTo>
                <a:cubicBezTo>
                  <a:pt x="2800247" y="82180"/>
                  <a:pt x="2793997" y="73728"/>
                  <a:pt x="2786410" y="67337"/>
                </a:cubicBezTo>
                <a:cubicBezTo>
                  <a:pt x="2788194" y="65058"/>
                  <a:pt x="2795561" y="60961"/>
                  <a:pt x="2797791" y="60961"/>
                </a:cubicBezTo>
                <a:cubicBezTo>
                  <a:pt x="2799801" y="60961"/>
                  <a:pt x="2801364" y="62326"/>
                  <a:pt x="2802035" y="63692"/>
                </a:cubicBezTo>
                <a:cubicBezTo>
                  <a:pt x="2802927" y="66653"/>
                  <a:pt x="2806942" y="71445"/>
                  <a:pt x="2812524" y="71445"/>
                </a:cubicBezTo>
                <a:close/>
                <a:moveTo>
                  <a:pt x="2837968" y="78666"/>
                </a:moveTo>
                <a:cubicBezTo>
                  <a:pt x="2837968" y="87319"/>
                  <a:pt x="2845109" y="94151"/>
                  <a:pt x="2854036" y="94151"/>
                </a:cubicBezTo>
                <a:cubicBezTo>
                  <a:pt x="2862965" y="94151"/>
                  <a:pt x="2870553" y="86864"/>
                  <a:pt x="2870553" y="78208"/>
                </a:cubicBezTo>
                <a:cubicBezTo>
                  <a:pt x="2870553" y="69329"/>
                  <a:pt x="2863411" y="62493"/>
                  <a:pt x="2854482" y="62493"/>
                </a:cubicBezTo>
                <a:cubicBezTo>
                  <a:pt x="2845556" y="62493"/>
                  <a:pt x="2837968" y="69784"/>
                  <a:pt x="2837968" y="78666"/>
                </a:cubicBezTo>
                <a:moveTo>
                  <a:pt x="2837968" y="145757"/>
                </a:moveTo>
                <a:cubicBezTo>
                  <a:pt x="2837968" y="154410"/>
                  <a:pt x="2845109" y="161242"/>
                  <a:pt x="2854036" y="161242"/>
                </a:cubicBezTo>
                <a:cubicBezTo>
                  <a:pt x="2862965" y="161242"/>
                  <a:pt x="2870553" y="153955"/>
                  <a:pt x="2870553" y="145302"/>
                </a:cubicBezTo>
                <a:cubicBezTo>
                  <a:pt x="2870553" y="136419"/>
                  <a:pt x="2863411" y="129587"/>
                  <a:pt x="2854482" y="129587"/>
                </a:cubicBezTo>
                <a:cubicBezTo>
                  <a:pt x="2845556" y="129587"/>
                  <a:pt x="2837968" y="136875"/>
                  <a:pt x="2837968" y="145757"/>
                </a:cubicBezTo>
                <a:close/>
                <a:moveTo>
                  <a:pt x="2987620" y="96744"/>
                </a:moveTo>
                <a:cubicBezTo>
                  <a:pt x="2982709" y="96744"/>
                  <a:pt x="2981146" y="96063"/>
                  <a:pt x="2982038" y="93787"/>
                </a:cubicBezTo>
                <a:lnTo>
                  <a:pt x="3004804" y="34800"/>
                </a:lnTo>
                <a:lnTo>
                  <a:pt x="3006143" y="34800"/>
                </a:lnTo>
                <a:lnTo>
                  <a:pt x="3027121" y="96744"/>
                </a:lnTo>
                <a:lnTo>
                  <a:pt x="2987620" y="96744"/>
                </a:lnTo>
                <a:moveTo>
                  <a:pt x="2963515" y="143234"/>
                </a:moveTo>
                <a:lnTo>
                  <a:pt x="2975788" y="110186"/>
                </a:lnTo>
                <a:cubicBezTo>
                  <a:pt x="2976906" y="107221"/>
                  <a:pt x="2978244" y="106311"/>
                  <a:pt x="2983601" y="106311"/>
                </a:cubicBezTo>
                <a:lnTo>
                  <a:pt x="3030694" y="106311"/>
                </a:lnTo>
                <a:lnTo>
                  <a:pt x="3043639" y="144829"/>
                </a:lnTo>
                <a:cubicBezTo>
                  <a:pt x="3046319" y="152579"/>
                  <a:pt x="3037835" y="153489"/>
                  <a:pt x="3027121" y="154174"/>
                </a:cubicBezTo>
                <a:cubicBezTo>
                  <a:pt x="3025783" y="155540"/>
                  <a:pt x="3025783" y="160321"/>
                  <a:pt x="3027121" y="161687"/>
                </a:cubicBezTo>
                <a:cubicBezTo>
                  <a:pt x="3035380" y="161461"/>
                  <a:pt x="3047657" y="161232"/>
                  <a:pt x="3056362" y="161232"/>
                </a:cubicBezTo>
                <a:cubicBezTo>
                  <a:pt x="3065513" y="161232"/>
                  <a:pt x="3073993" y="161461"/>
                  <a:pt x="3081805" y="161687"/>
                </a:cubicBezTo>
                <a:cubicBezTo>
                  <a:pt x="3083144" y="160321"/>
                  <a:pt x="3083144" y="155540"/>
                  <a:pt x="3081805" y="154174"/>
                </a:cubicBezTo>
                <a:cubicBezTo>
                  <a:pt x="3073101" y="153260"/>
                  <a:pt x="3065513" y="152579"/>
                  <a:pt x="3061716" y="141639"/>
                </a:cubicBezTo>
                <a:lnTo>
                  <a:pt x="3015740" y="11339"/>
                </a:lnTo>
                <a:cubicBezTo>
                  <a:pt x="3012392" y="13390"/>
                  <a:pt x="3006368" y="15895"/>
                  <a:pt x="3003466" y="15895"/>
                </a:cubicBezTo>
                <a:lnTo>
                  <a:pt x="2952801" y="137990"/>
                </a:lnTo>
                <a:cubicBezTo>
                  <a:pt x="2946997" y="152123"/>
                  <a:pt x="2940302" y="153489"/>
                  <a:pt x="2930480" y="154174"/>
                </a:cubicBezTo>
                <a:cubicBezTo>
                  <a:pt x="2929142" y="155540"/>
                  <a:pt x="2929142" y="160321"/>
                  <a:pt x="2930480" y="161687"/>
                </a:cubicBezTo>
                <a:cubicBezTo>
                  <a:pt x="2936283" y="161461"/>
                  <a:pt x="2943650" y="161232"/>
                  <a:pt x="2950345" y="161232"/>
                </a:cubicBezTo>
                <a:cubicBezTo>
                  <a:pt x="2959496" y="161232"/>
                  <a:pt x="2970656" y="161461"/>
                  <a:pt x="2978915" y="161687"/>
                </a:cubicBezTo>
                <a:cubicBezTo>
                  <a:pt x="2980253" y="160321"/>
                  <a:pt x="2980253" y="155540"/>
                  <a:pt x="2978915" y="154174"/>
                </a:cubicBezTo>
                <a:cubicBezTo>
                  <a:pt x="2970431" y="153489"/>
                  <a:pt x="2959942" y="152579"/>
                  <a:pt x="2963515" y="143234"/>
                </a:cubicBezTo>
                <a:close/>
                <a:moveTo>
                  <a:pt x="3092071" y="129747"/>
                </a:moveTo>
                <a:cubicBezTo>
                  <a:pt x="3092963" y="140913"/>
                  <a:pt x="3093634" y="151623"/>
                  <a:pt x="3093634" y="161190"/>
                </a:cubicBezTo>
                <a:cubicBezTo>
                  <a:pt x="3095865" y="160735"/>
                  <a:pt x="3098099" y="160509"/>
                  <a:pt x="3099213" y="160509"/>
                </a:cubicBezTo>
                <a:cubicBezTo>
                  <a:pt x="3100776" y="160509"/>
                  <a:pt x="3102114" y="160509"/>
                  <a:pt x="3103678" y="160964"/>
                </a:cubicBezTo>
                <a:cubicBezTo>
                  <a:pt x="3109705" y="162556"/>
                  <a:pt x="3115730" y="163466"/>
                  <a:pt x="3123989" y="163466"/>
                </a:cubicBezTo>
                <a:cubicBezTo>
                  <a:pt x="3136487" y="163466"/>
                  <a:pt x="3159475" y="157319"/>
                  <a:pt x="3159475" y="134758"/>
                </a:cubicBezTo>
                <a:cubicBezTo>
                  <a:pt x="3159475" y="119266"/>
                  <a:pt x="3148540" y="110151"/>
                  <a:pt x="3133361" y="104452"/>
                </a:cubicBezTo>
                <a:cubicBezTo>
                  <a:pt x="3119970" y="99211"/>
                  <a:pt x="3111044" y="95792"/>
                  <a:pt x="3111044" y="83260"/>
                </a:cubicBezTo>
                <a:cubicBezTo>
                  <a:pt x="3111044" y="73916"/>
                  <a:pt x="3119078" y="68675"/>
                  <a:pt x="3126665" y="68675"/>
                </a:cubicBezTo>
                <a:cubicBezTo>
                  <a:pt x="3131576" y="68675"/>
                  <a:pt x="3144521" y="70500"/>
                  <a:pt x="3147423" y="89870"/>
                </a:cubicBezTo>
                <a:cubicBezTo>
                  <a:pt x="3148761" y="91236"/>
                  <a:pt x="3153226" y="91007"/>
                  <a:pt x="3154564" y="89641"/>
                </a:cubicBezTo>
                <a:cubicBezTo>
                  <a:pt x="3155235" y="81436"/>
                  <a:pt x="3155681" y="73005"/>
                  <a:pt x="3155906" y="65489"/>
                </a:cubicBezTo>
                <a:cubicBezTo>
                  <a:pt x="3148986" y="64349"/>
                  <a:pt x="3138272" y="61159"/>
                  <a:pt x="3126665" y="61159"/>
                </a:cubicBezTo>
                <a:cubicBezTo>
                  <a:pt x="3110152" y="61159"/>
                  <a:pt x="3095198" y="72095"/>
                  <a:pt x="3095198" y="86680"/>
                </a:cubicBezTo>
                <a:cubicBezTo>
                  <a:pt x="3095198" y="103312"/>
                  <a:pt x="3102561" y="110377"/>
                  <a:pt x="3119749" y="117671"/>
                </a:cubicBezTo>
                <a:cubicBezTo>
                  <a:pt x="3138272" y="125417"/>
                  <a:pt x="3142512" y="130202"/>
                  <a:pt x="3142512" y="140002"/>
                </a:cubicBezTo>
                <a:cubicBezTo>
                  <a:pt x="3142512" y="151168"/>
                  <a:pt x="3131801" y="155953"/>
                  <a:pt x="3123543" y="155953"/>
                </a:cubicBezTo>
                <a:cubicBezTo>
                  <a:pt x="3114838" y="155953"/>
                  <a:pt x="3109927" y="152989"/>
                  <a:pt x="3107696" y="150483"/>
                </a:cubicBezTo>
                <a:cubicBezTo>
                  <a:pt x="3102785" y="145243"/>
                  <a:pt x="3100330" y="135217"/>
                  <a:pt x="3098991" y="129518"/>
                </a:cubicBezTo>
                <a:cubicBezTo>
                  <a:pt x="3097653" y="128152"/>
                  <a:pt x="3093410" y="128378"/>
                  <a:pt x="3092071" y="129747"/>
                </a:cubicBezTo>
                <a:close/>
                <a:moveTo>
                  <a:pt x="3179115" y="129747"/>
                </a:moveTo>
                <a:cubicBezTo>
                  <a:pt x="3180007" y="140913"/>
                  <a:pt x="3180678" y="151623"/>
                  <a:pt x="3180678" y="161190"/>
                </a:cubicBezTo>
                <a:cubicBezTo>
                  <a:pt x="3182909" y="160735"/>
                  <a:pt x="3185143" y="160509"/>
                  <a:pt x="3186257" y="160509"/>
                </a:cubicBezTo>
                <a:cubicBezTo>
                  <a:pt x="3187820" y="160509"/>
                  <a:pt x="3189158" y="160509"/>
                  <a:pt x="3190722" y="160964"/>
                </a:cubicBezTo>
                <a:cubicBezTo>
                  <a:pt x="3196750" y="162556"/>
                  <a:pt x="3202774" y="163466"/>
                  <a:pt x="3211033" y="163466"/>
                </a:cubicBezTo>
                <a:cubicBezTo>
                  <a:pt x="3223531" y="163466"/>
                  <a:pt x="3246519" y="157319"/>
                  <a:pt x="3246519" y="134758"/>
                </a:cubicBezTo>
                <a:cubicBezTo>
                  <a:pt x="3246519" y="119266"/>
                  <a:pt x="3235584" y="110151"/>
                  <a:pt x="3220405" y="104452"/>
                </a:cubicBezTo>
                <a:cubicBezTo>
                  <a:pt x="3207014" y="99211"/>
                  <a:pt x="3198088" y="95792"/>
                  <a:pt x="3198088" y="83260"/>
                </a:cubicBezTo>
                <a:cubicBezTo>
                  <a:pt x="3198088" y="73916"/>
                  <a:pt x="3206122" y="68675"/>
                  <a:pt x="3213709" y="68675"/>
                </a:cubicBezTo>
                <a:cubicBezTo>
                  <a:pt x="3218620" y="68675"/>
                  <a:pt x="3231565" y="70500"/>
                  <a:pt x="3234467" y="89870"/>
                </a:cubicBezTo>
                <a:cubicBezTo>
                  <a:pt x="3235805" y="91236"/>
                  <a:pt x="3240270" y="91007"/>
                  <a:pt x="3241608" y="89641"/>
                </a:cubicBezTo>
                <a:cubicBezTo>
                  <a:pt x="3242279" y="81436"/>
                  <a:pt x="3242725" y="73005"/>
                  <a:pt x="3242950" y="65489"/>
                </a:cubicBezTo>
                <a:cubicBezTo>
                  <a:pt x="3236030" y="64349"/>
                  <a:pt x="3225316" y="61159"/>
                  <a:pt x="3213709" y="61159"/>
                </a:cubicBezTo>
                <a:cubicBezTo>
                  <a:pt x="3197196" y="61159"/>
                  <a:pt x="3182242" y="72095"/>
                  <a:pt x="3182242" y="86680"/>
                </a:cubicBezTo>
                <a:cubicBezTo>
                  <a:pt x="3182242" y="103312"/>
                  <a:pt x="3189605" y="110377"/>
                  <a:pt x="3206793" y="117671"/>
                </a:cubicBezTo>
                <a:cubicBezTo>
                  <a:pt x="3225316" y="125417"/>
                  <a:pt x="3229556" y="130202"/>
                  <a:pt x="3229556" y="140002"/>
                </a:cubicBezTo>
                <a:cubicBezTo>
                  <a:pt x="3229556" y="151168"/>
                  <a:pt x="3218845" y="155953"/>
                  <a:pt x="3210587" y="155953"/>
                </a:cubicBezTo>
                <a:cubicBezTo>
                  <a:pt x="3201882" y="155953"/>
                  <a:pt x="3196971" y="152989"/>
                  <a:pt x="3194740" y="150483"/>
                </a:cubicBezTo>
                <a:cubicBezTo>
                  <a:pt x="3189829" y="145243"/>
                  <a:pt x="3187374" y="135217"/>
                  <a:pt x="3186035" y="129518"/>
                </a:cubicBezTo>
                <a:cubicBezTo>
                  <a:pt x="3184697" y="128152"/>
                  <a:pt x="3180454" y="128378"/>
                  <a:pt x="3179115" y="129747"/>
                </a:cubicBezTo>
                <a:close/>
                <a:moveTo>
                  <a:pt x="3303881" y="163466"/>
                </a:moveTo>
                <a:cubicBezTo>
                  <a:pt x="3312586" y="163466"/>
                  <a:pt x="3323075" y="158914"/>
                  <a:pt x="3334010" y="149809"/>
                </a:cubicBezTo>
                <a:cubicBezTo>
                  <a:pt x="3335127" y="148899"/>
                  <a:pt x="3337137" y="148443"/>
                  <a:pt x="3337358" y="150035"/>
                </a:cubicBezTo>
                <a:cubicBezTo>
                  <a:pt x="3338029" y="155724"/>
                  <a:pt x="3339813" y="163466"/>
                  <a:pt x="3339813" y="163466"/>
                </a:cubicBezTo>
                <a:cubicBezTo>
                  <a:pt x="3341598" y="164151"/>
                  <a:pt x="3342715" y="163925"/>
                  <a:pt x="3344053" y="163466"/>
                </a:cubicBezTo>
                <a:cubicBezTo>
                  <a:pt x="3348964" y="159369"/>
                  <a:pt x="3356777" y="155953"/>
                  <a:pt x="3370392" y="154358"/>
                </a:cubicBezTo>
                <a:cubicBezTo>
                  <a:pt x="3371731" y="152992"/>
                  <a:pt x="3371731" y="149580"/>
                  <a:pt x="3370392" y="148217"/>
                </a:cubicBezTo>
                <a:cubicBezTo>
                  <a:pt x="3356106" y="147078"/>
                  <a:pt x="3354097" y="142758"/>
                  <a:pt x="3354097" y="131617"/>
                </a:cubicBezTo>
                <a:lnTo>
                  <a:pt x="3354097" y="87959"/>
                </a:lnTo>
                <a:cubicBezTo>
                  <a:pt x="3354097" y="81137"/>
                  <a:pt x="3354992" y="64530"/>
                  <a:pt x="3354992" y="64530"/>
                </a:cubicBezTo>
                <a:cubicBezTo>
                  <a:pt x="3354992" y="63845"/>
                  <a:pt x="3354321" y="63160"/>
                  <a:pt x="3353204" y="63160"/>
                </a:cubicBezTo>
                <a:cubicBezTo>
                  <a:pt x="3352091" y="63390"/>
                  <a:pt x="3348743" y="63619"/>
                  <a:pt x="3345395" y="63619"/>
                </a:cubicBezTo>
                <a:cubicBezTo>
                  <a:pt x="3338250" y="63619"/>
                  <a:pt x="3330216" y="63390"/>
                  <a:pt x="3322629" y="63160"/>
                </a:cubicBezTo>
                <a:cubicBezTo>
                  <a:pt x="3321290" y="64530"/>
                  <a:pt x="3321290" y="69311"/>
                  <a:pt x="3322629" y="70677"/>
                </a:cubicBezTo>
                <a:cubicBezTo>
                  <a:pt x="3333564" y="71358"/>
                  <a:pt x="3336466" y="74090"/>
                  <a:pt x="3336466" y="89095"/>
                </a:cubicBezTo>
                <a:lnTo>
                  <a:pt x="3336466" y="132983"/>
                </a:lnTo>
                <a:cubicBezTo>
                  <a:pt x="3336466" y="137302"/>
                  <a:pt x="3336020" y="139120"/>
                  <a:pt x="3332897" y="141851"/>
                </a:cubicBezTo>
                <a:cubicBezTo>
                  <a:pt x="3324638" y="149124"/>
                  <a:pt x="3316155" y="152763"/>
                  <a:pt x="3310576" y="152763"/>
                </a:cubicBezTo>
                <a:cubicBezTo>
                  <a:pt x="3303881" y="152763"/>
                  <a:pt x="3292721" y="149580"/>
                  <a:pt x="3292721" y="129344"/>
                </a:cubicBezTo>
                <a:lnTo>
                  <a:pt x="3292721" y="87959"/>
                </a:lnTo>
                <a:cubicBezTo>
                  <a:pt x="3292721" y="81137"/>
                  <a:pt x="3293613" y="64530"/>
                  <a:pt x="3293613" y="64530"/>
                </a:cubicBezTo>
                <a:cubicBezTo>
                  <a:pt x="3293613" y="63845"/>
                  <a:pt x="3292945" y="63160"/>
                  <a:pt x="3291828" y="63160"/>
                </a:cubicBezTo>
                <a:cubicBezTo>
                  <a:pt x="3290711" y="63390"/>
                  <a:pt x="3287363" y="63619"/>
                  <a:pt x="3284016" y="63619"/>
                </a:cubicBezTo>
                <a:cubicBezTo>
                  <a:pt x="3276874" y="63619"/>
                  <a:pt x="3268840" y="63390"/>
                  <a:pt x="3261249" y="63160"/>
                </a:cubicBezTo>
                <a:cubicBezTo>
                  <a:pt x="3259911" y="64530"/>
                  <a:pt x="3259911" y="69311"/>
                  <a:pt x="3261249" y="70677"/>
                </a:cubicBezTo>
                <a:cubicBezTo>
                  <a:pt x="3271963" y="71588"/>
                  <a:pt x="3275090" y="74090"/>
                  <a:pt x="3275090" y="88869"/>
                </a:cubicBezTo>
                <a:lnTo>
                  <a:pt x="3275090" y="132527"/>
                </a:lnTo>
                <a:cubicBezTo>
                  <a:pt x="3275090" y="148217"/>
                  <a:pt x="3281785" y="163466"/>
                  <a:pt x="3303881" y="163466"/>
                </a:cubicBezTo>
                <a:close/>
                <a:moveTo>
                  <a:pt x="3411906" y="79615"/>
                </a:moveTo>
                <a:cubicBezTo>
                  <a:pt x="3411681" y="72776"/>
                  <a:pt x="3411235" y="64578"/>
                  <a:pt x="3410118" y="62299"/>
                </a:cubicBezTo>
                <a:cubicBezTo>
                  <a:pt x="3409672" y="61159"/>
                  <a:pt x="3409226" y="60478"/>
                  <a:pt x="3407441" y="60478"/>
                </a:cubicBezTo>
                <a:cubicBezTo>
                  <a:pt x="3401192" y="62983"/>
                  <a:pt x="3395389" y="65033"/>
                  <a:pt x="3379988" y="67080"/>
                </a:cubicBezTo>
                <a:cubicBezTo>
                  <a:pt x="3379542" y="68449"/>
                  <a:pt x="3379988" y="72091"/>
                  <a:pt x="3380435" y="73461"/>
                </a:cubicBezTo>
                <a:cubicBezTo>
                  <a:pt x="3392487" y="74600"/>
                  <a:pt x="3394943" y="75740"/>
                  <a:pt x="3394943" y="88963"/>
                </a:cubicBezTo>
                <a:lnTo>
                  <a:pt x="3394943" y="133424"/>
                </a:lnTo>
                <a:cubicBezTo>
                  <a:pt x="3394943" y="152120"/>
                  <a:pt x="3392041" y="153260"/>
                  <a:pt x="3379764" y="154174"/>
                </a:cubicBezTo>
                <a:cubicBezTo>
                  <a:pt x="3378425" y="155540"/>
                  <a:pt x="3378425" y="160321"/>
                  <a:pt x="3379764" y="161687"/>
                </a:cubicBezTo>
                <a:cubicBezTo>
                  <a:pt x="3386463" y="161461"/>
                  <a:pt x="3394943" y="161232"/>
                  <a:pt x="3403869" y="161232"/>
                </a:cubicBezTo>
                <a:cubicBezTo>
                  <a:pt x="3412798" y="161232"/>
                  <a:pt x="3419715" y="161461"/>
                  <a:pt x="3426410" y="161687"/>
                </a:cubicBezTo>
                <a:cubicBezTo>
                  <a:pt x="3427752" y="160321"/>
                  <a:pt x="3427752" y="155540"/>
                  <a:pt x="3426410" y="154174"/>
                </a:cubicBezTo>
                <a:cubicBezTo>
                  <a:pt x="3415029" y="153034"/>
                  <a:pt x="3412573" y="152120"/>
                  <a:pt x="3412573" y="133424"/>
                </a:cubicBezTo>
                <a:lnTo>
                  <a:pt x="3412573" y="96032"/>
                </a:lnTo>
                <a:cubicBezTo>
                  <a:pt x="3412573" y="91243"/>
                  <a:pt x="3414583" y="88508"/>
                  <a:pt x="3416367" y="86458"/>
                </a:cubicBezTo>
                <a:cubicBezTo>
                  <a:pt x="3425297" y="77565"/>
                  <a:pt x="3433555" y="73002"/>
                  <a:pt x="3440472" y="73002"/>
                </a:cubicBezTo>
                <a:cubicBezTo>
                  <a:pt x="3448956" y="73002"/>
                  <a:pt x="3455205" y="78475"/>
                  <a:pt x="3455205" y="93752"/>
                </a:cubicBezTo>
                <a:lnTo>
                  <a:pt x="3455205" y="133424"/>
                </a:lnTo>
                <a:cubicBezTo>
                  <a:pt x="3455205" y="152120"/>
                  <a:pt x="3453417" y="153260"/>
                  <a:pt x="3441365" y="154174"/>
                </a:cubicBezTo>
                <a:cubicBezTo>
                  <a:pt x="3440251" y="155540"/>
                  <a:pt x="3440251" y="160321"/>
                  <a:pt x="3441365" y="161687"/>
                </a:cubicBezTo>
                <a:cubicBezTo>
                  <a:pt x="3446946" y="161461"/>
                  <a:pt x="3455205" y="161232"/>
                  <a:pt x="3464131" y="161232"/>
                </a:cubicBezTo>
                <a:cubicBezTo>
                  <a:pt x="3473061" y="161232"/>
                  <a:pt x="3480424" y="161461"/>
                  <a:pt x="3486005" y="161687"/>
                </a:cubicBezTo>
                <a:cubicBezTo>
                  <a:pt x="3487119" y="160321"/>
                  <a:pt x="3487119" y="155540"/>
                  <a:pt x="3486005" y="154174"/>
                </a:cubicBezTo>
                <a:cubicBezTo>
                  <a:pt x="3474845" y="153260"/>
                  <a:pt x="3472836" y="152120"/>
                  <a:pt x="3472836" y="133424"/>
                </a:cubicBezTo>
                <a:lnTo>
                  <a:pt x="3472836" y="97171"/>
                </a:lnTo>
                <a:cubicBezTo>
                  <a:pt x="3472836" y="93981"/>
                  <a:pt x="3472836" y="90788"/>
                  <a:pt x="3472611" y="88053"/>
                </a:cubicBezTo>
                <a:cubicBezTo>
                  <a:pt x="3483325" y="75966"/>
                  <a:pt x="3493368" y="73002"/>
                  <a:pt x="3502073" y="73002"/>
                </a:cubicBezTo>
                <a:cubicBezTo>
                  <a:pt x="3510557" y="73002"/>
                  <a:pt x="3515464" y="78020"/>
                  <a:pt x="3515464" y="93297"/>
                </a:cubicBezTo>
                <a:lnTo>
                  <a:pt x="3515464" y="133424"/>
                </a:lnTo>
                <a:cubicBezTo>
                  <a:pt x="3515464" y="152120"/>
                  <a:pt x="3513233" y="153260"/>
                  <a:pt x="3501627" y="154174"/>
                </a:cubicBezTo>
                <a:cubicBezTo>
                  <a:pt x="3500510" y="155540"/>
                  <a:pt x="3500510" y="160321"/>
                  <a:pt x="3501627" y="161687"/>
                </a:cubicBezTo>
                <a:cubicBezTo>
                  <a:pt x="3507209" y="161461"/>
                  <a:pt x="3515464" y="161232"/>
                  <a:pt x="3524394" y="161232"/>
                </a:cubicBezTo>
                <a:cubicBezTo>
                  <a:pt x="3533320" y="161232"/>
                  <a:pt x="3541132" y="161461"/>
                  <a:pt x="3547382" y="161687"/>
                </a:cubicBezTo>
                <a:cubicBezTo>
                  <a:pt x="3548499" y="160321"/>
                  <a:pt x="3548499" y="155540"/>
                  <a:pt x="3547382" y="154174"/>
                </a:cubicBezTo>
                <a:cubicBezTo>
                  <a:pt x="3535108" y="153260"/>
                  <a:pt x="3533098" y="152120"/>
                  <a:pt x="3533098" y="133424"/>
                </a:cubicBezTo>
                <a:lnTo>
                  <a:pt x="3533098" y="97401"/>
                </a:lnTo>
                <a:cubicBezTo>
                  <a:pt x="3533098" y="77109"/>
                  <a:pt x="3529751" y="61159"/>
                  <a:pt x="3510110" y="61159"/>
                </a:cubicBezTo>
                <a:cubicBezTo>
                  <a:pt x="3498725" y="61159"/>
                  <a:pt x="3484888" y="65489"/>
                  <a:pt x="3473282" y="78020"/>
                </a:cubicBezTo>
                <a:cubicBezTo>
                  <a:pt x="3472611" y="78705"/>
                  <a:pt x="3471273" y="79844"/>
                  <a:pt x="3470827" y="77791"/>
                </a:cubicBezTo>
                <a:cubicBezTo>
                  <a:pt x="3468817" y="68449"/>
                  <a:pt x="3460113" y="61159"/>
                  <a:pt x="3448510" y="61159"/>
                </a:cubicBezTo>
                <a:cubicBezTo>
                  <a:pt x="3435561" y="61159"/>
                  <a:pt x="3423958" y="68905"/>
                  <a:pt x="3414583" y="79615"/>
                </a:cubicBezTo>
                <a:cubicBezTo>
                  <a:pt x="3413466" y="80755"/>
                  <a:pt x="3412127" y="82353"/>
                  <a:pt x="3411906" y="79615"/>
                </a:cubicBezTo>
                <a:close/>
                <a:moveTo>
                  <a:pt x="3577958" y="97008"/>
                </a:moveTo>
                <a:cubicBezTo>
                  <a:pt x="3582198" y="71382"/>
                  <a:pt x="3597823" y="69343"/>
                  <a:pt x="3603180" y="69343"/>
                </a:cubicBezTo>
                <a:cubicBezTo>
                  <a:pt x="3611660" y="69343"/>
                  <a:pt x="3621703" y="74107"/>
                  <a:pt x="3621703" y="93154"/>
                </a:cubicBezTo>
                <a:cubicBezTo>
                  <a:pt x="3621703" y="95194"/>
                  <a:pt x="3620811" y="96330"/>
                  <a:pt x="3618355" y="96330"/>
                </a:cubicBezTo>
                <a:lnTo>
                  <a:pt x="3577958" y="97008"/>
                </a:lnTo>
                <a:moveTo>
                  <a:pt x="3636432" y="140020"/>
                </a:moveTo>
                <a:cubicBezTo>
                  <a:pt x="3628177" y="148669"/>
                  <a:pt x="3621703" y="152308"/>
                  <a:pt x="3608758" y="152308"/>
                </a:cubicBezTo>
                <a:cubicBezTo>
                  <a:pt x="3600724" y="152308"/>
                  <a:pt x="3591349" y="147529"/>
                  <a:pt x="3584432" y="135926"/>
                </a:cubicBezTo>
                <a:cubicBezTo>
                  <a:pt x="3579967" y="128416"/>
                  <a:pt x="3577287" y="117949"/>
                  <a:pt x="3577287" y="104751"/>
                </a:cubicBezTo>
                <a:lnTo>
                  <a:pt x="3636657" y="105206"/>
                </a:lnTo>
                <a:cubicBezTo>
                  <a:pt x="3639334" y="105206"/>
                  <a:pt x="3640897" y="103840"/>
                  <a:pt x="3640897" y="101335"/>
                </a:cubicBezTo>
                <a:cubicBezTo>
                  <a:pt x="3640897" y="82270"/>
                  <a:pt x="3634202" y="61826"/>
                  <a:pt x="3603180" y="61826"/>
                </a:cubicBezTo>
                <a:cubicBezTo>
                  <a:pt x="3583761" y="61826"/>
                  <a:pt x="3558539" y="80682"/>
                  <a:pt x="3558539" y="115218"/>
                </a:cubicBezTo>
                <a:cubicBezTo>
                  <a:pt x="3558539" y="127961"/>
                  <a:pt x="3561665" y="140249"/>
                  <a:pt x="3569032" y="148895"/>
                </a:cubicBezTo>
                <a:cubicBezTo>
                  <a:pt x="3576619" y="158003"/>
                  <a:pt x="3587109" y="163466"/>
                  <a:pt x="3603180" y="163466"/>
                </a:cubicBezTo>
                <a:cubicBezTo>
                  <a:pt x="3620140" y="163466"/>
                  <a:pt x="3632192" y="155498"/>
                  <a:pt x="3641122" y="143662"/>
                </a:cubicBezTo>
                <a:cubicBezTo>
                  <a:pt x="3640451" y="141385"/>
                  <a:pt x="3639112" y="140249"/>
                  <a:pt x="3636432" y="140020"/>
                </a:cubicBezTo>
                <a:close/>
                <a:moveTo>
                  <a:pt x="3739772" y="35895"/>
                </a:moveTo>
                <a:cubicBezTo>
                  <a:pt x="3739772" y="23812"/>
                  <a:pt x="3739772" y="21532"/>
                  <a:pt x="3759191" y="21532"/>
                </a:cubicBezTo>
                <a:cubicBezTo>
                  <a:pt x="3771690" y="21532"/>
                  <a:pt x="3787982" y="28371"/>
                  <a:pt x="3787982" y="51623"/>
                </a:cubicBezTo>
                <a:cubicBezTo>
                  <a:pt x="3787982" y="71000"/>
                  <a:pt x="3774813" y="77839"/>
                  <a:pt x="3756290" y="77839"/>
                </a:cubicBezTo>
                <a:lnTo>
                  <a:pt x="3739772" y="77839"/>
                </a:lnTo>
                <a:lnTo>
                  <a:pt x="3739772" y="35895"/>
                </a:lnTo>
                <a:moveTo>
                  <a:pt x="3739772" y="85585"/>
                </a:moveTo>
                <a:lnTo>
                  <a:pt x="3755173" y="85585"/>
                </a:lnTo>
                <a:cubicBezTo>
                  <a:pt x="3785748" y="85585"/>
                  <a:pt x="3798472" y="103131"/>
                  <a:pt x="3798472" y="123638"/>
                </a:cubicBezTo>
                <a:cubicBezTo>
                  <a:pt x="3798472" y="140273"/>
                  <a:pt x="3792222" y="154174"/>
                  <a:pt x="3758296" y="154174"/>
                </a:cubicBezTo>
                <a:cubicBezTo>
                  <a:pt x="3742674" y="154174"/>
                  <a:pt x="3739772" y="148249"/>
                  <a:pt x="3739772" y="134348"/>
                </a:cubicBezTo>
                <a:lnTo>
                  <a:pt x="3739772" y="85585"/>
                </a:lnTo>
                <a:moveTo>
                  <a:pt x="3701384" y="13786"/>
                </a:moveTo>
                <a:cubicBezTo>
                  <a:pt x="3700043" y="15155"/>
                  <a:pt x="3700043" y="19937"/>
                  <a:pt x="3701384" y="21302"/>
                </a:cubicBezTo>
                <a:cubicBezTo>
                  <a:pt x="3717006" y="21987"/>
                  <a:pt x="3720800" y="23127"/>
                  <a:pt x="3720800" y="42049"/>
                </a:cubicBezTo>
                <a:lnTo>
                  <a:pt x="3720800" y="133438"/>
                </a:lnTo>
                <a:cubicBezTo>
                  <a:pt x="3720800" y="152349"/>
                  <a:pt x="3717006" y="153489"/>
                  <a:pt x="3701384" y="154174"/>
                </a:cubicBezTo>
                <a:cubicBezTo>
                  <a:pt x="3700043" y="155540"/>
                  <a:pt x="3700043" y="160321"/>
                  <a:pt x="3701384" y="161687"/>
                </a:cubicBezTo>
                <a:cubicBezTo>
                  <a:pt x="3710089" y="161461"/>
                  <a:pt x="3722142" y="161232"/>
                  <a:pt x="3730397" y="161232"/>
                </a:cubicBezTo>
                <a:cubicBezTo>
                  <a:pt x="3738434" y="161232"/>
                  <a:pt x="3744237" y="161687"/>
                  <a:pt x="3762985" y="161687"/>
                </a:cubicBezTo>
                <a:cubicBezTo>
                  <a:pt x="3807398" y="161687"/>
                  <a:pt x="3819229" y="138908"/>
                  <a:pt x="3819229" y="119308"/>
                </a:cubicBezTo>
                <a:cubicBezTo>
                  <a:pt x="3819229" y="97435"/>
                  <a:pt x="3804275" y="84901"/>
                  <a:pt x="3784856" y="79208"/>
                </a:cubicBezTo>
                <a:lnTo>
                  <a:pt x="3784856" y="78753"/>
                </a:lnTo>
                <a:cubicBezTo>
                  <a:pt x="3796016" y="73054"/>
                  <a:pt x="3806059" y="61200"/>
                  <a:pt x="3806059" y="48888"/>
                </a:cubicBezTo>
                <a:cubicBezTo>
                  <a:pt x="3806059" y="33615"/>
                  <a:pt x="3799589" y="13786"/>
                  <a:pt x="3758074" y="13786"/>
                </a:cubicBezTo>
                <a:cubicBezTo>
                  <a:pt x="3750262" y="13786"/>
                  <a:pt x="3738209" y="14245"/>
                  <a:pt x="3730175" y="14245"/>
                </a:cubicBezTo>
                <a:cubicBezTo>
                  <a:pt x="3722142" y="14245"/>
                  <a:pt x="3710089" y="14015"/>
                  <a:pt x="3701384" y="13786"/>
                </a:cubicBezTo>
                <a:close/>
                <a:moveTo>
                  <a:pt x="3895560" y="24719"/>
                </a:moveTo>
                <a:cubicBezTo>
                  <a:pt x="3895560" y="30640"/>
                  <a:pt x="3900917" y="36562"/>
                  <a:pt x="3906271" y="36562"/>
                </a:cubicBezTo>
                <a:cubicBezTo>
                  <a:pt x="3912520" y="36562"/>
                  <a:pt x="3917877" y="30414"/>
                  <a:pt x="3917877" y="25629"/>
                </a:cubicBezTo>
                <a:cubicBezTo>
                  <a:pt x="3917877" y="20166"/>
                  <a:pt x="3913191" y="13786"/>
                  <a:pt x="3907167" y="13786"/>
                </a:cubicBezTo>
                <a:cubicBezTo>
                  <a:pt x="3901810" y="13786"/>
                  <a:pt x="3895560" y="19252"/>
                  <a:pt x="3895560" y="24719"/>
                </a:cubicBezTo>
                <a:moveTo>
                  <a:pt x="3915872" y="133445"/>
                </a:moveTo>
                <a:lnTo>
                  <a:pt x="3915872" y="88119"/>
                </a:lnTo>
                <a:cubicBezTo>
                  <a:pt x="3915872" y="76731"/>
                  <a:pt x="3916764" y="62104"/>
                  <a:pt x="3916764" y="62104"/>
                </a:cubicBezTo>
                <a:cubicBezTo>
                  <a:pt x="3916764" y="61183"/>
                  <a:pt x="3915647" y="60491"/>
                  <a:pt x="3913862" y="60491"/>
                </a:cubicBezTo>
                <a:cubicBezTo>
                  <a:pt x="3907613" y="63025"/>
                  <a:pt x="3898683" y="65096"/>
                  <a:pt x="3883283" y="67164"/>
                </a:cubicBezTo>
                <a:cubicBezTo>
                  <a:pt x="3882837" y="68533"/>
                  <a:pt x="3883283" y="72175"/>
                  <a:pt x="3883729" y="73544"/>
                </a:cubicBezTo>
                <a:cubicBezTo>
                  <a:pt x="3896007" y="74680"/>
                  <a:pt x="3898237" y="76050"/>
                  <a:pt x="3898237" y="89033"/>
                </a:cubicBezTo>
                <a:lnTo>
                  <a:pt x="3898237" y="133445"/>
                </a:lnTo>
                <a:cubicBezTo>
                  <a:pt x="3898237" y="152349"/>
                  <a:pt x="3895782" y="153034"/>
                  <a:pt x="3882170" y="154174"/>
                </a:cubicBezTo>
                <a:cubicBezTo>
                  <a:pt x="3880828" y="155540"/>
                  <a:pt x="3880828" y="160321"/>
                  <a:pt x="3882170" y="161687"/>
                </a:cubicBezTo>
                <a:cubicBezTo>
                  <a:pt x="3889532" y="161461"/>
                  <a:pt x="3898237" y="161232"/>
                  <a:pt x="3907167" y="161232"/>
                </a:cubicBezTo>
                <a:cubicBezTo>
                  <a:pt x="3916093" y="161232"/>
                  <a:pt x="3924573" y="161461"/>
                  <a:pt x="3931939" y="161687"/>
                </a:cubicBezTo>
                <a:cubicBezTo>
                  <a:pt x="3933278" y="160321"/>
                  <a:pt x="3933278" y="155540"/>
                  <a:pt x="3931939" y="154174"/>
                </a:cubicBezTo>
                <a:cubicBezTo>
                  <a:pt x="3918324" y="153263"/>
                  <a:pt x="3915872" y="152349"/>
                  <a:pt x="3915872" y="133445"/>
                </a:cubicBezTo>
                <a:close/>
                <a:moveTo>
                  <a:pt x="3946669" y="129747"/>
                </a:moveTo>
                <a:cubicBezTo>
                  <a:pt x="3947562" y="140913"/>
                  <a:pt x="3948233" y="151623"/>
                  <a:pt x="3948233" y="161190"/>
                </a:cubicBezTo>
                <a:cubicBezTo>
                  <a:pt x="3950463" y="160735"/>
                  <a:pt x="3952697" y="160509"/>
                  <a:pt x="3953811" y="160509"/>
                </a:cubicBezTo>
                <a:cubicBezTo>
                  <a:pt x="3955374" y="160509"/>
                  <a:pt x="3956713" y="160509"/>
                  <a:pt x="3958276" y="160964"/>
                </a:cubicBezTo>
                <a:cubicBezTo>
                  <a:pt x="3964304" y="162556"/>
                  <a:pt x="3970328" y="163466"/>
                  <a:pt x="3978587" y="163466"/>
                </a:cubicBezTo>
                <a:cubicBezTo>
                  <a:pt x="3991086" y="163466"/>
                  <a:pt x="4014073" y="157319"/>
                  <a:pt x="4014073" y="134758"/>
                </a:cubicBezTo>
                <a:cubicBezTo>
                  <a:pt x="4014073" y="119266"/>
                  <a:pt x="4003138" y="110151"/>
                  <a:pt x="3987959" y="104452"/>
                </a:cubicBezTo>
                <a:cubicBezTo>
                  <a:pt x="3974568" y="99211"/>
                  <a:pt x="3965642" y="95792"/>
                  <a:pt x="3965642" y="83260"/>
                </a:cubicBezTo>
                <a:cubicBezTo>
                  <a:pt x="3965642" y="73916"/>
                  <a:pt x="3973676" y="68675"/>
                  <a:pt x="3981264" y="68675"/>
                </a:cubicBezTo>
                <a:cubicBezTo>
                  <a:pt x="3986175" y="68675"/>
                  <a:pt x="3999119" y="70500"/>
                  <a:pt x="4002021" y="89870"/>
                </a:cubicBezTo>
                <a:cubicBezTo>
                  <a:pt x="4003359" y="91236"/>
                  <a:pt x="4007824" y="91007"/>
                  <a:pt x="4009163" y="89641"/>
                </a:cubicBezTo>
                <a:cubicBezTo>
                  <a:pt x="4009833" y="81436"/>
                  <a:pt x="4010280" y="73005"/>
                  <a:pt x="4010504" y="65489"/>
                </a:cubicBezTo>
                <a:cubicBezTo>
                  <a:pt x="4003584" y="64349"/>
                  <a:pt x="3992870" y="61159"/>
                  <a:pt x="3981264" y="61159"/>
                </a:cubicBezTo>
                <a:cubicBezTo>
                  <a:pt x="3964750" y="61159"/>
                  <a:pt x="3949796" y="72095"/>
                  <a:pt x="3949796" y="86680"/>
                </a:cubicBezTo>
                <a:cubicBezTo>
                  <a:pt x="3949796" y="103312"/>
                  <a:pt x="3957159" y="110377"/>
                  <a:pt x="3974347" y="117671"/>
                </a:cubicBezTo>
                <a:cubicBezTo>
                  <a:pt x="3992870" y="125417"/>
                  <a:pt x="3997110" y="130202"/>
                  <a:pt x="3997110" y="140002"/>
                </a:cubicBezTo>
                <a:cubicBezTo>
                  <a:pt x="3997110" y="151168"/>
                  <a:pt x="3986399" y="155953"/>
                  <a:pt x="3978141" y="155953"/>
                </a:cubicBezTo>
                <a:cubicBezTo>
                  <a:pt x="3969436" y="155953"/>
                  <a:pt x="3964525" y="152989"/>
                  <a:pt x="3962294" y="150483"/>
                </a:cubicBezTo>
                <a:cubicBezTo>
                  <a:pt x="3957384" y="145243"/>
                  <a:pt x="3954928" y="135217"/>
                  <a:pt x="3953590" y="129518"/>
                </a:cubicBezTo>
                <a:cubicBezTo>
                  <a:pt x="3952251" y="128152"/>
                  <a:pt x="3948008" y="128378"/>
                  <a:pt x="3946669" y="129747"/>
                </a:cubicBezTo>
                <a:close/>
                <a:moveTo>
                  <a:pt x="4109153" y="78475"/>
                </a:moveTo>
                <a:cubicBezTo>
                  <a:pt x="4114956" y="73231"/>
                  <a:pt x="4121652" y="71181"/>
                  <a:pt x="4128123" y="71181"/>
                </a:cubicBezTo>
                <a:cubicBezTo>
                  <a:pt x="4141738" y="71181"/>
                  <a:pt x="4152898" y="88046"/>
                  <a:pt x="4152898" y="110147"/>
                </a:cubicBezTo>
                <a:cubicBezTo>
                  <a:pt x="4152898" y="136127"/>
                  <a:pt x="4142631" y="155724"/>
                  <a:pt x="4121427" y="155724"/>
                </a:cubicBezTo>
                <a:cubicBezTo>
                  <a:pt x="4114510" y="155724"/>
                  <a:pt x="4109821" y="150713"/>
                  <a:pt x="4105359" y="145013"/>
                </a:cubicBezTo>
                <a:lnTo>
                  <a:pt x="4105359" y="88046"/>
                </a:lnTo>
                <a:cubicBezTo>
                  <a:pt x="4105359" y="83260"/>
                  <a:pt x="4106252" y="80981"/>
                  <a:pt x="4109153" y="78475"/>
                </a:cubicBezTo>
                <a:moveTo>
                  <a:pt x="4107590" y="71410"/>
                </a:moveTo>
                <a:cubicBezTo>
                  <a:pt x="4106252" y="72776"/>
                  <a:pt x="4105359" y="72321"/>
                  <a:pt x="4105359" y="70270"/>
                </a:cubicBezTo>
                <a:lnTo>
                  <a:pt x="4105359" y="28340"/>
                </a:lnTo>
                <a:cubicBezTo>
                  <a:pt x="4105359" y="13529"/>
                  <a:pt x="4106252" y="4469"/>
                  <a:pt x="4106252" y="4469"/>
                </a:cubicBezTo>
                <a:cubicBezTo>
                  <a:pt x="4106252" y="2898"/>
                  <a:pt x="4105359" y="2221"/>
                  <a:pt x="4103350" y="2221"/>
                </a:cubicBezTo>
                <a:cubicBezTo>
                  <a:pt x="4097768" y="4469"/>
                  <a:pt x="4081030" y="7614"/>
                  <a:pt x="4072104" y="8288"/>
                </a:cubicBezTo>
                <a:cubicBezTo>
                  <a:pt x="4071657" y="10113"/>
                  <a:pt x="4072104" y="13755"/>
                  <a:pt x="4073442" y="15120"/>
                </a:cubicBezTo>
                <a:cubicBezTo>
                  <a:pt x="4085048" y="15805"/>
                  <a:pt x="4087725" y="14665"/>
                  <a:pt x="4087725" y="33809"/>
                </a:cubicBezTo>
                <a:lnTo>
                  <a:pt x="4087725" y="145013"/>
                </a:lnTo>
                <a:cubicBezTo>
                  <a:pt x="4087725" y="153903"/>
                  <a:pt x="4087504" y="158003"/>
                  <a:pt x="4086833" y="161190"/>
                </a:cubicBezTo>
                <a:cubicBezTo>
                  <a:pt x="4087950" y="163011"/>
                  <a:pt x="4089067" y="163925"/>
                  <a:pt x="4091744" y="163925"/>
                </a:cubicBezTo>
                <a:cubicBezTo>
                  <a:pt x="4093082" y="162556"/>
                  <a:pt x="4095316" y="160509"/>
                  <a:pt x="4097101" y="158459"/>
                </a:cubicBezTo>
                <a:cubicBezTo>
                  <a:pt x="4099331" y="155724"/>
                  <a:pt x="4100670" y="155724"/>
                  <a:pt x="4103125" y="157774"/>
                </a:cubicBezTo>
                <a:cubicBezTo>
                  <a:pt x="4108261" y="162101"/>
                  <a:pt x="4114956" y="163466"/>
                  <a:pt x="4122766" y="163466"/>
                </a:cubicBezTo>
                <a:cubicBezTo>
                  <a:pt x="4145532" y="163466"/>
                  <a:pt x="4172093" y="142278"/>
                  <a:pt x="4172093" y="106047"/>
                </a:cubicBezTo>
                <a:cubicBezTo>
                  <a:pt x="4172093" y="78246"/>
                  <a:pt x="4152006" y="61159"/>
                  <a:pt x="4132587" y="61159"/>
                </a:cubicBezTo>
                <a:cubicBezTo>
                  <a:pt x="4122990" y="61159"/>
                  <a:pt x="4114510" y="65033"/>
                  <a:pt x="4107590" y="71410"/>
                </a:cubicBezTo>
                <a:close/>
                <a:moveTo>
                  <a:pt x="4210258" y="97008"/>
                </a:moveTo>
                <a:cubicBezTo>
                  <a:pt x="4214498" y="71382"/>
                  <a:pt x="4230123" y="69343"/>
                  <a:pt x="4235480" y="69343"/>
                </a:cubicBezTo>
                <a:cubicBezTo>
                  <a:pt x="4243960" y="69343"/>
                  <a:pt x="4254003" y="74107"/>
                  <a:pt x="4254003" y="93154"/>
                </a:cubicBezTo>
                <a:cubicBezTo>
                  <a:pt x="4254003" y="95194"/>
                  <a:pt x="4253111" y="96330"/>
                  <a:pt x="4250655" y="96330"/>
                </a:cubicBezTo>
                <a:lnTo>
                  <a:pt x="4210258" y="97008"/>
                </a:lnTo>
                <a:moveTo>
                  <a:pt x="4268732" y="140020"/>
                </a:moveTo>
                <a:cubicBezTo>
                  <a:pt x="4260477" y="148669"/>
                  <a:pt x="4254003" y="152308"/>
                  <a:pt x="4241058" y="152308"/>
                </a:cubicBezTo>
                <a:cubicBezTo>
                  <a:pt x="4233025" y="152308"/>
                  <a:pt x="4223649" y="147529"/>
                  <a:pt x="4216732" y="135926"/>
                </a:cubicBezTo>
                <a:cubicBezTo>
                  <a:pt x="4212267" y="128416"/>
                  <a:pt x="4209587" y="117949"/>
                  <a:pt x="4209587" y="104751"/>
                </a:cubicBezTo>
                <a:lnTo>
                  <a:pt x="4268957" y="105206"/>
                </a:lnTo>
                <a:cubicBezTo>
                  <a:pt x="4271634" y="105206"/>
                  <a:pt x="4273197" y="103840"/>
                  <a:pt x="4273197" y="101335"/>
                </a:cubicBezTo>
                <a:cubicBezTo>
                  <a:pt x="4273197" y="82270"/>
                  <a:pt x="4266502" y="61826"/>
                  <a:pt x="4235480" y="61826"/>
                </a:cubicBezTo>
                <a:cubicBezTo>
                  <a:pt x="4216061" y="61826"/>
                  <a:pt x="4190839" y="80682"/>
                  <a:pt x="4190839" y="115218"/>
                </a:cubicBezTo>
                <a:cubicBezTo>
                  <a:pt x="4190839" y="127961"/>
                  <a:pt x="4193965" y="140249"/>
                  <a:pt x="4201332" y="148895"/>
                </a:cubicBezTo>
                <a:cubicBezTo>
                  <a:pt x="4208920" y="158003"/>
                  <a:pt x="4219409" y="163466"/>
                  <a:pt x="4235480" y="163466"/>
                </a:cubicBezTo>
                <a:cubicBezTo>
                  <a:pt x="4252440" y="163466"/>
                  <a:pt x="4264492" y="155498"/>
                  <a:pt x="4273422" y="143662"/>
                </a:cubicBezTo>
                <a:cubicBezTo>
                  <a:pt x="4272751" y="141385"/>
                  <a:pt x="4271413" y="140249"/>
                  <a:pt x="4268732" y="140020"/>
                </a:cubicBezTo>
                <a:close/>
                <a:moveTo>
                  <a:pt x="4302437" y="24719"/>
                </a:moveTo>
                <a:cubicBezTo>
                  <a:pt x="4302437" y="30640"/>
                  <a:pt x="4307794" y="36562"/>
                  <a:pt x="4313147" y="36562"/>
                </a:cubicBezTo>
                <a:cubicBezTo>
                  <a:pt x="4319397" y="36562"/>
                  <a:pt x="4324754" y="30414"/>
                  <a:pt x="4324754" y="25629"/>
                </a:cubicBezTo>
                <a:cubicBezTo>
                  <a:pt x="4324754" y="20166"/>
                  <a:pt x="4320068" y="13786"/>
                  <a:pt x="4314043" y="13786"/>
                </a:cubicBezTo>
                <a:cubicBezTo>
                  <a:pt x="4308686" y="13786"/>
                  <a:pt x="4302437" y="19252"/>
                  <a:pt x="4302437" y="24719"/>
                </a:cubicBezTo>
                <a:moveTo>
                  <a:pt x="4322748" y="133445"/>
                </a:moveTo>
                <a:lnTo>
                  <a:pt x="4322748" y="88119"/>
                </a:lnTo>
                <a:cubicBezTo>
                  <a:pt x="4322748" y="76731"/>
                  <a:pt x="4323640" y="62104"/>
                  <a:pt x="4323640" y="62104"/>
                </a:cubicBezTo>
                <a:cubicBezTo>
                  <a:pt x="4323640" y="61183"/>
                  <a:pt x="4322523" y="60491"/>
                  <a:pt x="4320738" y="60491"/>
                </a:cubicBezTo>
                <a:cubicBezTo>
                  <a:pt x="4314489" y="63025"/>
                  <a:pt x="4305560" y="65096"/>
                  <a:pt x="4290159" y="67164"/>
                </a:cubicBezTo>
                <a:cubicBezTo>
                  <a:pt x="4289713" y="68533"/>
                  <a:pt x="4290159" y="72175"/>
                  <a:pt x="4290606" y="73544"/>
                </a:cubicBezTo>
                <a:cubicBezTo>
                  <a:pt x="4302883" y="74680"/>
                  <a:pt x="4305114" y="76050"/>
                  <a:pt x="4305114" y="89033"/>
                </a:cubicBezTo>
                <a:lnTo>
                  <a:pt x="4305114" y="133445"/>
                </a:lnTo>
                <a:cubicBezTo>
                  <a:pt x="4305114" y="152349"/>
                  <a:pt x="4302658" y="153034"/>
                  <a:pt x="4289046" y="154174"/>
                </a:cubicBezTo>
                <a:cubicBezTo>
                  <a:pt x="4287704" y="155540"/>
                  <a:pt x="4287704" y="160321"/>
                  <a:pt x="4289046" y="161687"/>
                </a:cubicBezTo>
                <a:cubicBezTo>
                  <a:pt x="4296409" y="161461"/>
                  <a:pt x="4305114" y="161232"/>
                  <a:pt x="4314043" y="161232"/>
                </a:cubicBezTo>
                <a:cubicBezTo>
                  <a:pt x="4322969" y="161232"/>
                  <a:pt x="4331449" y="161461"/>
                  <a:pt x="4338816" y="161687"/>
                </a:cubicBezTo>
                <a:cubicBezTo>
                  <a:pt x="4340154" y="160321"/>
                  <a:pt x="4340154" y="155540"/>
                  <a:pt x="4338816" y="154174"/>
                </a:cubicBezTo>
                <a:cubicBezTo>
                  <a:pt x="4325200" y="153263"/>
                  <a:pt x="4322748" y="152349"/>
                  <a:pt x="4322748" y="133445"/>
                </a:cubicBezTo>
                <a:close/>
                <a:moveTo>
                  <a:pt x="4383900" y="79615"/>
                </a:moveTo>
                <a:cubicBezTo>
                  <a:pt x="4382562" y="81210"/>
                  <a:pt x="4381223" y="81669"/>
                  <a:pt x="4381223" y="79615"/>
                </a:cubicBezTo>
                <a:cubicBezTo>
                  <a:pt x="4380998" y="73461"/>
                  <a:pt x="4380552" y="64578"/>
                  <a:pt x="4379435" y="62299"/>
                </a:cubicBezTo>
                <a:cubicBezTo>
                  <a:pt x="4378989" y="61159"/>
                  <a:pt x="4378543" y="60478"/>
                  <a:pt x="4376758" y="60478"/>
                </a:cubicBezTo>
                <a:cubicBezTo>
                  <a:pt x="4370509" y="62983"/>
                  <a:pt x="4364706" y="65033"/>
                  <a:pt x="4349306" y="67080"/>
                </a:cubicBezTo>
                <a:cubicBezTo>
                  <a:pt x="4348860" y="68449"/>
                  <a:pt x="4349306" y="72091"/>
                  <a:pt x="4349752" y="73461"/>
                </a:cubicBezTo>
                <a:cubicBezTo>
                  <a:pt x="4361804" y="74600"/>
                  <a:pt x="4364260" y="75740"/>
                  <a:pt x="4364260" y="88963"/>
                </a:cubicBezTo>
                <a:lnTo>
                  <a:pt x="4364260" y="133424"/>
                </a:lnTo>
                <a:cubicBezTo>
                  <a:pt x="4364260" y="152120"/>
                  <a:pt x="4362029" y="153034"/>
                  <a:pt x="4348635" y="154174"/>
                </a:cubicBezTo>
                <a:cubicBezTo>
                  <a:pt x="4347296" y="155540"/>
                  <a:pt x="4347296" y="160321"/>
                  <a:pt x="4348635" y="161687"/>
                </a:cubicBezTo>
                <a:cubicBezTo>
                  <a:pt x="4355334" y="161461"/>
                  <a:pt x="4364260" y="161232"/>
                  <a:pt x="4373186" y="161232"/>
                </a:cubicBezTo>
                <a:cubicBezTo>
                  <a:pt x="4382115" y="161232"/>
                  <a:pt x="4388811" y="161461"/>
                  <a:pt x="4395506" y="161687"/>
                </a:cubicBezTo>
                <a:cubicBezTo>
                  <a:pt x="4396845" y="160321"/>
                  <a:pt x="4396845" y="155540"/>
                  <a:pt x="4395506" y="154174"/>
                </a:cubicBezTo>
                <a:cubicBezTo>
                  <a:pt x="4384125" y="153034"/>
                  <a:pt x="4381891" y="152120"/>
                  <a:pt x="4381891" y="133424"/>
                </a:cubicBezTo>
                <a:lnTo>
                  <a:pt x="4381891" y="96032"/>
                </a:lnTo>
                <a:cubicBezTo>
                  <a:pt x="4381891" y="91243"/>
                  <a:pt x="4383900" y="88508"/>
                  <a:pt x="4385685" y="86458"/>
                </a:cubicBezTo>
                <a:cubicBezTo>
                  <a:pt x="4394168" y="78020"/>
                  <a:pt x="4404211" y="73002"/>
                  <a:pt x="4412916" y="73002"/>
                </a:cubicBezTo>
                <a:cubicBezTo>
                  <a:pt x="4417381" y="73002"/>
                  <a:pt x="4422067" y="75966"/>
                  <a:pt x="4424744" y="81210"/>
                </a:cubicBezTo>
                <a:cubicBezTo>
                  <a:pt x="4426978" y="85773"/>
                  <a:pt x="4427424" y="91927"/>
                  <a:pt x="4427424" y="98766"/>
                </a:cubicBezTo>
                <a:lnTo>
                  <a:pt x="4427424" y="133424"/>
                </a:lnTo>
                <a:cubicBezTo>
                  <a:pt x="4427424" y="152120"/>
                  <a:pt x="4425190" y="153034"/>
                  <a:pt x="4413583" y="154174"/>
                </a:cubicBezTo>
                <a:cubicBezTo>
                  <a:pt x="4412470" y="155540"/>
                  <a:pt x="4412470" y="160321"/>
                  <a:pt x="4413583" y="161687"/>
                </a:cubicBezTo>
                <a:cubicBezTo>
                  <a:pt x="4420282" y="161461"/>
                  <a:pt x="4427424" y="161232"/>
                  <a:pt x="4436350" y="161232"/>
                </a:cubicBezTo>
                <a:cubicBezTo>
                  <a:pt x="4445279" y="161232"/>
                  <a:pt x="4453313" y="161461"/>
                  <a:pt x="4460009" y="161687"/>
                </a:cubicBezTo>
                <a:cubicBezTo>
                  <a:pt x="4461126" y="160321"/>
                  <a:pt x="4461126" y="155540"/>
                  <a:pt x="4460009" y="154174"/>
                </a:cubicBezTo>
                <a:cubicBezTo>
                  <a:pt x="4447510" y="153034"/>
                  <a:pt x="4445055" y="152120"/>
                  <a:pt x="4445055" y="133424"/>
                </a:cubicBezTo>
                <a:lnTo>
                  <a:pt x="4445055" y="99451"/>
                </a:lnTo>
                <a:cubicBezTo>
                  <a:pt x="4445055" y="86913"/>
                  <a:pt x="4444162" y="75966"/>
                  <a:pt x="4439030" y="68905"/>
                </a:cubicBezTo>
                <a:cubicBezTo>
                  <a:pt x="4435233" y="63894"/>
                  <a:pt x="4428316" y="61159"/>
                  <a:pt x="4420504" y="61159"/>
                </a:cubicBezTo>
                <a:cubicBezTo>
                  <a:pt x="4409568" y="61159"/>
                  <a:pt x="4397070" y="64119"/>
                  <a:pt x="4383900" y="79615"/>
                </a:cubicBezTo>
                <a:close/>
                <a:moveTo>
                  <a:pt x="4535002" y="97654"/>
                </a:moveTo>
                <a:cubicBezTo>
                  <a:pt x="4535002" y="118877"/>
                  <a:pt x="4524510" y="123210"/>
                  <a:pt x="4516251" y="123210"/>
                </a:cubicBezTo>
                <a:cubicBezTo>
                  <a:pt x="4497503" y="123210"/>
                  <a:pt x="4495497" y="107013"/>
                  <a:pt x="4495497" y="92407"/>
                </a:cubicBezTo>
                <a:cubicBezTo>
                  <a:pt x="4495497" y="76435"/>
                  <a:pt x="4501076" y="68220"/>
                  <a:pt x="4513353" y="68220"/>
                </a:cubicBezTo>
                <a:cubicBezTo>
                  <a:pt x="4527411" y="68220"/>
                  <a:pt x="4535002" y="78718"/>
                  <a:pt x="4535002" y="97654"/>
                </a:cubicBezTo>
                <a:moveTo>
                  <a:pt x="4493263" y="163456"/>
                </a:moveTo>
                <a:cubicBezTo>
                  <a:pt x="4495719" y="164140"/>
                  <a:pt x="4499291" y="164599"/>
                  <a:pt x="4502193" y="164599"/>
                </a:cubicBezTo>
                <a:cubicBezTo>
                  <a:pt x="4509109" y="164599"/>
                  <a:pt x="4515359" y="163911"/>
                  <a:pt x="4518485" y="163911"/>
                </a:cubicBezTo>
                <a:cubicBezTo>
                  <a:pt x="4529645" y="163911"/>
                  <a:pt x="4539018" y="164140"/>
                  <a:pt x="4545492" y="167796"/>
                </a:cubicBezTo>
                <a:cubicBezTo>
                  <a:pt x="4554196" y="172821"/>
                  <a:pt x="4556873" y="176018"/>
                  <a:pt x="4556873" y="181957"/>
                </a:cubicBezTo>
                <a:cubicBezTo>
                  <a:pt x="4556873" y="198405"/>
                  <a:pt x="4533214" y="207086"/>
                  <a:pt x="4513128" y="207086"/>
                </a:cubicBezTo>
                <a:cubicBezTo>
                  <a:pt x="4505094" y="207086"/>
                  <a:pt x="4486346" y="200459"/>
                  <a:pt x="4486346" y="184929"/>
                </a:cubicBezTo>
                <a:cubicBezTo>
                  <a:pt x="4486346" y="177162"/>
                  <a:pt x="4486792" y="171452"/>
                  <a:pt x="4493263" y="163456"/>
                </a:cubicBezTo>
                <a:moveTo>
                  <a:pt x="4562901" y="73012"/>
                </a:moveTo>
                <a:cubicBezTo>
                  <a:pt x="4567141" y="73012"/>
                  <a:pt x="4571156" y="68905"/>
                  <a:pt x="4571156" y="64349"/>
                </a:cubicBezTo>
                <a:cubicBezTo>
                  <a:pt x="4571156" y="59567"/>
                  <a:pt x="4566916" y="55922"/>
                  <a:pt x="4560892" y="55922"/>
                </a:cubicBezTo>
                <a:cubicBezTo>
                  <a:pt x="4555089" y="55922"/>
                  <a:pt x="4544375" y="59793"/>
                  <a:pt x="4538571" y="67539"/>
                </a:cubicBezTo>
                <a:cubicBezTo>
                  <a:pt x="4535895" y="65715"/>
                  <a:pt x="4528528" y="61159"/>
                  <a:pt x="4515359" y="61159"/>
                </a:cubicBezTo>
                <a:cubicBezTo>
                  <a:pt x="4495497" y="61159"/>
                  <a:pt x="4477195" y="74837"/>
                  <a:pt x="4477195" y="95830"/>
                </a:cubicBezTo>
                <a:cubicBezTo>
                  <a:pt x="4477195" y="108153"/>
                  <a:pt x="4482552" y="115225"/>
                  <a:pt x="4488802" y="121386"/>
                </a:cubicBezTo>
                <a:cubicBezTo>
                  <a:pt x="4482552" y="126856"/>
                  <a:pt x="4478980" y="136628"/>
                  <a:pt x="4478980" y="144346"/>
                </a:cubicBezTo>
                <a:cubicBezTo>
                  <a:pt x="4478980" y="152527"/>
                  <a:pt x="4483445" y="158903"/>
                  <a:pt x="4489248" y="161864"/>
                </a:cubicBezTo>
                <a:cubicBezTo>
                  <a:pt x="4477195" y="169165"/>
                  <a:pt x="4470946" y="179674"/>
                  <a:pt x="4470946" y="189495"/>
                </a:cubicBezTo>
                <a:cubicBezTo>
                  <a:pt x="4470946" y="209362"/>
                  <a:pt x="4489248" y="215510"/>
                  <a:pt x="4506433" y="215510"/>
                </a:cubicBezTo>
                <a:cubicBezTo>
                  <a:pt x="4536562" y="215510"/>
                  <a:pt x="4569150" y="200688"/>
                  <a:pt x="4569150" y="176018"/>
                </a:cubicBezTo>
                <a:cubicBezTo>
                  <a:pt x="4569150" y="168710"/>
                  <a:pt x="4565803" y="163001"/>
                  <a:pt x="4559329" y="157534"/>
                </a:cubicBezTo>
                <a:cubicBezTo>
                  <a:pt x="4550624" y="150247"/>
                  <a:pt x="4535002" y="150021"/>
                  <a:pt x="4526744" y="150021"/>
                </a:cubicBezTo>
                <a:cubicBezTo>
                  <a:pt x="4522725" y="150021"/>
                  <a:pt x="4517147" y="150476"/>
                  <a:pt x="4511790" y="151157"/>
                </a:cubicBezTo>
                <a:cubicBezTo>
                  <a:pt x="4508442" y="151387"/>
                  <a:pt x="4506208" y="151616"/>
                  <a:pt x="4505094" y="151616"/>
                </a:cubicBezTo>
                <a:cubicBezTo>
                  <a:pt x="4498620" y="151616"/>
                  <a:pt x="4490808" y="148433"/>
                  <a:pt x="4490808" y="138671"/>
                </a:cubicBezTo>
                <a:cubicBezTo>
                  <a:pt x="4490808" y="134133"/>
                  <a:pt x="4492149" y="129361"/>
                  <a:pt x="4494826" y="125490"/>
                </a:cubicBezTo>
                <a:cubicBezTo>
                  <a:pt x="4500183" y="128677"/>
                  <a:pt x="4506433" y="130272"/>
                  <a:pt x="4515137" y="130272"/>
                </a:cubicBezTo>
                <a:cubicBezTo>
                  <a:pt x="4534778" y="130272"/>
                  <a:pt x="4552855" y="117737"/>
                  <a:pt x="4552855" y="95375"/>
                </a:cubicBezTo>
                <a:cubicBezTo>
                  <a:pt x="4552855" y="84651"/>
                  <a:pt x="4549732" y="78489"/>
                  <a:pt x="4543258" y="71643"/>
                </a:cubicBezTo>
                <a:cubicBezTo>
                  <a:pt x="4544821" y="69360"/>
                  <a:pt x="4549285" y="66170"/>
                  <a:pt x="4552187" y="66170"/>
                </a:cubicBezTo>
                <a:cubicBezTo>
                  <a:pt x="4553750" y="66170"/>
                  <a:pt x="4555310" y="66854"/>
                  <a:pt x="4556652" y="68905"/>
                </a:cubicBezTo>
                <a:cubicBezTo>
                  <a:pt x="4557544" y="70729"/>
                  <a:pt x="4560446" y="73012"/>
                  <a:pt x="4562901" y="73012"/>
                </a:cubicBezTo>
                <a:close/>
                <a:moveTo>
                  <a:pt x="4687888" y="108101"/>
                </a:moveTo>
                <a:lnTo>
                  <a:pt x="4687888" y="138178"/>
                </a:lnTo>
                <a:cubicBezTo>
                  <a:pt x="4687888" y="141142"/>
                  <a:pt x="4686546" y="142737"/>
                  <a:pt x="4684761" y="144103"/>
                </a:cubicBezTo>
                <a:cubicBezTo>
                  <a:pt x="4678958" y="148888"/>
                  <a:pt x="4671370" y="154132"/>
                  <a:pt x="4665121" y="154132"/>
                </a:cubicBezTo>
                <a:cubicBezTo>
                  <a:pt x="4653961" y="154132"/>
                  <a:pt x="4649050" y="145017"/>
                  <a:pt x="4649050" y="137952"/>
                </a:cubicBezTo>
                <a:cubicBezTo>
                  <a:pt x="4649050" y="127697"/>
                  <a:pt x="4653739" y="117212"/>
                  <a:pt x="4670253" y="112886"/>
                </a:cubicBezTo>
                <a:lnTo>
                  <a:pt x="4687888" y="108101"/>
                </a:lnTo>
                <a:moveTo>
                  <a:pt x="4687888" y="150257"/>
                </a:moveTo>
                <a:cubicBezTo>
                  <a:pt x="4689226" y="157319"/>
                  <a:pt x="4691681" y="163466"/>
                  <a:pt x="4702842" y="163466"/>
                </a:cubicBezTo>
                <a:cubicBezTo>
                  <a:pt x="4711322" y="163466"/>
                  <a:pt x="4719355" y="159595"/>
                  <a:pt x="4724042" y="155043"/>
                </a:cubicBezTo>
                <a:cubicBezTo>
                  <a:pt x="4723595" y="152308"/>
                  <a:pt x="4722703" y="150257"/>
                  <a:pt x="4720248" y="148892"/>
                </a:cubicBezTo>
                <a:cubicBezTo>
                  <a:pt x="4718688" y="150257"/>
                  <a:pt x="4714891" y="152537"/>
                  <a:pt x="4711989" y="152537"/>
                </a:cubicBezTo>
                <a:cubicBezTo>
                  <a:pt x="4705518" y="152537"/>
                  <a:pt x="4705294" y="143648"/>
                  <a:pt x="4705294" y="133167"/>
                </a:cubicBezTo>
                <a:lnTo>
                  <a:pt x="4705294" y="99667"/>
                </a:lnTo>
                <a:cubicBezTo>
                  <a:pt x="4705294" y="67310"/>
                  <a:pt x="4687888" y="61159"/>
                  <a:pt x="4671592" y="61159"/>
                </a:cubicBezTo>
                <a:cubicBezTo>
                  <a:pt x="4653290" y="61159"/>
                  <a:pt x="4634767" y="73461"/>
                  <a:pt x="4634767" y="86451"/>
                </a:cubicBezTo>
                <a:cubicBezTo>
                  <a:pt x="4634767" y="91920"/>
                  <a:pt x="4637444" y="94655"/>
                  <a:pt x="4642579" y="94655"/>
                </a:cubicBezTo>
                <a:cubicBezTo>
                  <a:pt x="4649050" y="94655"/>
                  <a:pt x="4653069" y="89870"/>
                  <a:pt x="4653069" y="86906"/>
                </a:cubicBezTo>
                <a:cubicBezTo>
                  <a:pt x="4653069" y="85311"/>
                  <a:pt x="4652844" y="83716"/>
                  <a:pt x="4652398" y="82805"/>
                </a:cubicBezTo>
                <a:cubicBezTo>
                  <a:pt x="4652176" y="82121"/>
                  <a:pt x="4651951" y="80755"/>
                  <a:pt x="4651951" y="78246"/>
                </a:cubicBezTo>
                <a:cubicBezTo>
                  <a:pt x="4651951" y="71181"/>
                  <a:pt x="4661327" y="68675"/>
                  <a:pt x="4669807" y="68675"/>
                </a:cubicBezTo>
                <a:cubicBezTo>
                  <a:pt x="4677395" y="68675"/>
                  <a:pt x="4687888" y="72550"/>
                  <a:pt x="4687888" y="98301"/>
                </a:cubicBezTo>
                <a:cubicBezTo>
                  <a:pt x="4687888" y="99896"/>
                  <a:pt x="4687217" y="100806"/>
                  <a:pt x="4686546" y="101036"/>
                </a:cubicBezTo>
                <a:lnTo>
                  <a:pt x="4667352" y="105821"/>
                </a:lnTo>
                <a:cubicBezTo>
                  <a:pt x="4645927" y="111291"/>
                  <a:pt x="4630527" y="123367"/>
                  <a:pt x="4630527" y="138862"/>
                </a:cubicBezTo>
                <a:cubicBezTo>
                  <a:pt x="4630527" y="157548"/>
                  <a:pt x="4643025" y="163466"/>
                  <a:pt x="4658647" y="163466"/>
                </a:cubicBezTo>
                <a:cubicBezTo>
                  <a:pt x="4666459" y="163466"/>
                  <a:pt x="4673155" y="161645"/>
                  <a:pt x="4682977" y="153903"/>
                </a:cubicBezTo>
                <a:lnTo>
                  <a:pt x="4687441" y="150257"/>
                </a:lnTo>
                <a:lnTo>
                  <a:pt x="4687888" y="150257"/>
                </a:lnTo>
                <a:close/>
                <a:moveTo>
                  <a:pt x="4734087" y="63605"/>
                </a:moveTo>
                <a:cubicBezTo>
                  <a:pt x="4730961" y="63605"/>
                  <a:pt x="4730069" y="66340"/>
                  <a:pt x="4730069" y="68161"/>
                </a:cubicBezTo>
                <a:lnTo>
                  <a:pt x="4730069" y="71122"/>
                </a:lnTo>
                <a:cubicBezTo>
                  <a:pt x="4730069" y="72262"/>
                  <a:pt x="4730290" y="72488"/>
                  <a:pt x="4731186" y="72488"/>
                </a:cubicBezTo>
                <a:lnTo>
                  <a:pt x="4744352" y="72488"/>
                </a:lnTo>
                <a:lnTo>
                  <a:pt x="4744352" y="140937"/>
                </a:lnTo>
                <a:cubicBezTo>
                  <a:pt x="4744352" y="157089"/>
                  <a:pt x="4751272" y="163466"/>
                  <a:pt x="4761537" y="163466"/>
                </a:cubicBezTo>
                <a:cubicBezTo>
                  <a:pt x="4771805" y="163466"/>
                  <a:pt x="4782965" y="158459"/>
                  <a:pt x="4791670" y="148440"/>
                </a:cubicBezTo>
                <a:cubicBezTo>
                  <a:pt x="4791224" y="146167"/>
                  <a:pt x="4789885" y="144801"/>
                  <a:pt x="4787651" y="144576"/>
                </a:cubicBezTo>
                <a:cubicBezTo>
                  <a:pt x="4781848" y="149124"/>
                  <a:pt x="4775152" y="150942"/>
                  <a:pt x="4769349" y="150942"/>
                </a:cubicBezTo>
                <a:cubicBezTo>
                  <a:pt x="4763325" y="150942"/>
                  <a:pt x="4761986" y="144120"/>
                  <a:pt x="4761986" y="130022"/>
                </a:cubicBezTo>
                <a:lnTo>
                  <a:pt x="4761986" y="72488"/>
                </a:lnTo>
                <a:lnTo>
                  <a:pt x="4785196" y="72488"/>
                </a:lnTo>
                <a:cubicBezTo>
                  <a:pt x="4787430" y="72488"/>
                  <a:pt x="4790553" y="71577"/>
                  <a:pt x="4790553" y="69527"/>
                </a:cubicBezTo>
                <a:lnTo>
                  <a:pt x="4790553" y="64974"/>
                </a:lnTo>
                <a:cubicBezTo>
                  <a:pt x="4790553" y="64064"/>
                  <a:pt x="4789885" y="63605"/>
                  <a:pt x="4788768" y="63605"/>
                </a:cubicBezTo>
                <a:lnTo>
                  <a:pt x="4761986" y="63605"/>
                </a:lnTo>
                <a:lnTo>
                  <a:pt x="4761986" y="54726"/>
                </a:lnTo>
                <a:cubicBezTo>
                  <a:pt x="4761986" y="39922"/>
                  <a:pt x="4762879" y="30810"/>
                  <a:pt x="4762879" y="30810"/>
                </a:cubicBezTo>
                <a:cubicBezTo>
                  <a:pt x="4762879" y="29445"/>
                  <a:pt x="4762208" y="28760"/>
                  <a:pt x="4761091" y="28760"/>
                </a:cubicBezTo>
                <a:cubicBezTo>
                  <a:pt x="4760198" y="28760"/>
                  <a:pt x="4758189" y="29674"/>
                  <a:pt x="4756183" y="30810"/>
                </a:cubicBezTo>
                <a:cubicBezTo>
                  <a:pt x="4753728" y="32180"/>
                  <a:pt x="4751494" y="33316"/>
                  <a:pt x="4748592" y="34001"/>
                </a:cubicBezTo>
                <a:cubicBezTo>
                  <a:pt x="4745915" y="34911"/>
                  <a:pt x="4743685" y="35596"/>
                  <a:pt x="4743685" y="37187"/>
                </a:cubicBezTo>
                <a:cubicBezTo>
                  <a:pt x="4743685" y="39922"/>
                  <a:pt x="4744352" y="38327"/>
                  <a:pt x="4744352" y="63605"/>
                </a:cubicBezTo>
                <a:lnTo>
                  <a:pt x="4734087" y="63605"/>
                </a:lnTo>
                <a:close/>
                <a:moveTo>
                  <a:pt x="4804616" y="63605"/>
                </a:moveTo>
                <a:cubicBezTo>
                  <a:pt x="4801490" y="63605"/>
                  <a:pt x="4800597" y="66340"/>
                  <a:pt x="4800597" y="68161"/>
                </a:cubicBezTo>
                <a:lnTo>
                  <a:pt x="4800597" y="71122"/>
                </a:lnTo>
                <a:cubicBezTo>
                  <a:pt x="4800597" y="72262"/>
                  <a:pt x="4800819" y="72488"/>
                  <a:pt x="4801714" y="72488"/>
                </a:cubicBezTo>
                <a:lnTo>
                  <a:pt x="4814881" y="72488"/>
                </a:lnTo>
                <a:lnTo>
                  <a:pt x="4814881" y="140937"/>
                </a:lnTo>
                <a:cubicBezTo>
                  <a:pt x="4814881" y="157089"/>
                  <a:pt x="4821801" y="163466"/>
                  <a:pt x="4832065" y="163466"/>
                </a:cubicBezTo>
                <a:cubicBezTo>
                  <a:pt x="4842333" y="163466"/>
                  <a:pt x="4853493" y="158459"/>
                  <a:pt x="4862198" y="148440"/>
                </a:cubicBezTo>
                <a:cubicBezTo>
                  <a:pt x="4861752" y="146167"/>
                  <a:pt x="4860414" y="144801"/>
                  <a:pt x="4858180" y="144576"/>
                </a:cubicBezTo>
                <a:cubicBezTo>
                  <a:pt x="4852376" y="149124"/>
                  <a:pt x="4845681" y="150942"/>
                  <a:pt x="4839878" y="150942"/>
                </a:cubicBezTo>
                <a:cubicBezTo>
                  <a:pt x="4833853" y="150942"/>
                  <a:pt x="4832515" y="144120"/>
                  <a:pt x="4832515" y="130022"/>
                </a:cubicBezTo>
                <a:lnTo>
                  <a:pt x="4832515" y="72488"/>
                </a:lnTo>
                <a:lnTo>
                  <a:pt x="4855724" y="72488"/>
                </a:lnTo>
                <a:cubicBezTo>
                  <a:pt x="4857958" y="72488"/>
                  <a:pt x="4861081" y="71577"/>
                  <a:pt x="4861081" y="69527"/>
                </a:cubicBezTo>
                <a:lnTo>
                  <a:pt x="4861081" y="64974"/>
                </a:lnTo>
                <a:cubicBezTo>
                  <a:pt x="4861081" y="64064"/>
                  <a:pt x="4860414" y="63605"/>
                  <a:pt x="4859297" y="63605"/>
                </a:cubicBezTo>
                <a:lnTo>
                  <a:pt x="4832515" y="63605"/>
                </a:lnTo>
                <a:lnTo>
                  <a:pt x="4832515" y="54726"/>
                </a:lnTo>
                <a:cubicBezTo>
                  <a:pt x="4832515" y="39922"/>
                  <a:pt x="4833407" y="30810"/>
                  <a:pt x="4833407" y="30810"/>
                </a:cubicBezTo>
                <a:cubicBezTo>
                  <a:pt x="4833407" y="29445"/>
                  <a:pt x="4832736" y="28760"/>
                  <a:pt x="4831619" y="28760"/>
                </a:cubicBezTo>
                <a:cubicBezTo>
                  <a:pt x="4830727" y="28760"/>
                  <a:pt x="4828718" y="29674"/>
                  <a:pt x="4826712" y="30810"/>
                </a:cubicBezTo>
                <a:cubicBezTo>
                  <a:pt x="4824256" y="32180"/>
                  <a:pt x="4822022" y="33316"/>
                  <a:pt x="4819121" y="34001"/>
                </a:cubicBezTo>
                <a:cubicBezTo>
                  <a:pt x="4816444" y="34911"/>
                  <a:pt x="4814213" y="35596"/>
                  <a:pt x="4814213" y="37187"/>
                </a:cubicBezTo>
                <a:cubicBezTo>
                  <a:pt x="4814213" y="39922"/>
                  <a:pt x="4814881" y="38327"/>
                  <a:pt x="4814881" y="63605"/>
                </a:cubicBezTo>
                <a:lnTo>
                  <a:pt x="4804616" y="63605"/>
                </a:lnTo>
                <a:close/>
                <a:moveTo>
                  <a:pt x="4930942" y="108101"/>
                </a:moveTo>
                <a:lnTo>
                  <a:pt x="4930942" y="138178"/>
                </a:lnTo>
                <a:cubicBezTo>
                  <a:pt x="4930942" y="141142"/>
                  <a:pt x="4929600" y="142737"/>
                  <a:pt x="4927815" y="144103"/>
                </a:cubicBezTo>
                <a:cubicBezTo>
                  <a:pt x="4922012" y="148888"/>
                  <a:pt x="4914424" y="154132"/>
                  <a:pt x="4908175" y="154132"/>
                </a:cubicBezTo>
                <a:cubicBezTo>
                  <a:pt x="4897015" y="154132"/>
                  <a:pt x="4892104" y="145017"/>
                  <a:pt x="4892104" y="137952"/>
                </a:cubicBezTo>
                <a:cubicBezTo>
                  <a:pt x="4892104" y="127697"/>
                  <a:pt x="4896794" y="117212"/>
                  <a:pt x="4913307" y="112886"/>
                </a:cubicBezTo>
                <a:lnTo>
                  <a:pt x="4930942" y="108101"/>
                </a:lnTo>
                <a:moveTo>
                  <a:pt x="4930942" y="150257"/>
                </a:moveTo>
                <a:cubicBezTo>
                  <a:pt x="4932280" y="157319"/>
                  <a:pt x="4934736" y="163466"/>
                  <a:pt x="4945896" y="163466"/>
                </a:cubicBezTo>
                <a:cubicBezTo>
                  <a:pt x="4954376" y="163466"/>
                  <a:pt x="4962410" y="159595"/>
                  <a:pt x="4967096" y="155043"/>
                </a:cubicBezTo>
                <a:cubicBezTo>
                  <a:pt x="4966650" y="152308"/>
                  <a:pt x="4965757" y="150257"/>
                  <a:pt x="4963302" y="148892"/>
                </a:cubicBezTo>
                <a:cubicBezTo>
                  <a:pt x="4961742" y="150257"/>
                  <a:pt x="4957945" y="152537"/>
                  <a:pt x="4955043" y="152537"/>
                </a:cubicBezTo>
                <a:cubicBezTo>
                  <a:pt x="4948573" y="152537"/>
                  <a:pt x="4948348" y="143648"/>
                  <a:pt x="4948348" y="133167"/>
                </a:cubicBezTo>
                <a:lnTo>
                  <a:pt x="4948348" y="99667"/>
                </a:lnTo>
                <a:cubicBezTo>
                  <a:pt x="4948348" y="67310"/>
                  <a:pt x="4930942" y="61159"/>
                  <a:pt x="4914646" y="61159"/>
                </a:cubicBezTo>
                <a:cubicBezTo>
                  <a:pt x="4896344" y="61159"/>
                  <a:pt x="4877821" y="73461"/>
                  <a:pt x="4877821" y="86451"/>
                </a:cubicBezTo>
                <a:cubicBezTo>
                  <a:pt x="4877821" y="91920"/>
                  <a:pt x="4880498" y="94655"/>
                  <a:pt x="4885633" y="94655"/>
                </a:cubicBezTo>
                <a:cubicBezTo>
                  <a:pt x="4892104" y="94655"/>
                  <a:pt x="4896123" y="89870"/>
                  <a:pt x="4896123" y="86906"/>
                </a:cubicBezTo>
                <a:cubicBezTo>
                  <a:pt x="4896123" y="85311"/>
                  <a:pt x="4895898" y="83716"/>
                  <a:pt x="4895452" y="82805"/>
                </a:cubicBezTo>
                <a:cubicBezTo>
                  <a:pt x="4895230" y="82121"/>
                  <a:pt x="4895006" y="80755"/>
                  <a:pt x="4895006" y="78246"/>
                </a:cubicBezTo>
                <a:cubicBezTo>
                  <a:pt x="4895006" y="71181"/>
                  <a:pt x="4904381" y="68675"/>
                  <a:pt x="4912861" y="68675"/>
                </a:cubicBezTo>
                <a:cubicBezTo>
                  <a:pt x="4920449" y="68675"/>
                  <a:pt x="4930942" y="72550"/>
                  <a:pt x="4930942" y="98301"/>
                </a:cubicBezTo>
                <a:cubicBezTo>
                  <a:pt x="4930942" y="99896"/>
                  <a:pt x="4930271" y="100806"/>
                  <a:pt x="4929600" y="101036"/>
                </a:cubicBezTo>
                <a:lnTo>
                  <a:pt x="4910406" y="105821"/>
                </a:lnTo>
                <a:cubicBezTo>
                  <a:pt x="4888981" y="111291"/>
                  <a:pt x="4873581" y="123367"/>
                  <a:pt x="4873581" y="138862"/>
                </a:cubicBezTo>
                <a:cubicBezTo>
                  <a:pt x="4873581" y="157548"/>
                  <a:pt x="4886079" y="163466"/>
                  <a:pt x="4901701" y="163466"/>
                </a:cubicBezTo>
                <a:cubicBezTo>
                  <a:pt x="4909513" y="163466"/>
                  <a:pt x="4916209" y="161645"/>
                  <a:pt x="4926031" y="153903"/>
                </a:cubicBezTo>
                <a:lnTo>
                  <a:pt x="4930496" y="150257"/>
                </a:lnTo>
                <a:lnTo>
                  <a:pt x="4930942" y="150257"/>
                </a:lnTo>
                <a:close/>
                <a:moveTo>
                  <a:pt x="5056374" y="140457"/>
                </a:moveTo>
                <a:cubicBezTo>
                  <a:pt x="5055482" y="138407"/>
                  <a:pt x="5053694" y="137497"/>
                  <a:pt x="5051688" y="137267"/>
                </a:cubicBezTo>
                <a:cubicBezTo>
                  <a:pt x="5044097" y="147297"/>
                  <a:pt x="5034500" y="152308"/>
                  <a:pt x="5024903" y="152308"/>
                </a:cubicBezTo>
                <a:cubicBezTo>
                  <a:pt x="5008610" y="152308"/>
                  <a:pt x="4994994" y="135446"/>
                  <a:pt x="4994994" y="108782"/>
                </a:cubicBezTo>
                <a:cubicBezTo>
                  <a:pt x="4994994" y="83716"/>
                  <a:pt x="5005708" y="68675"/>
                  <a:pt x="5020441" y="68675"/>
                </a:cubicBezTo>
                <a:cubicBezTo>
                  <a:pt x="5033607" y="68675"/>
                  <a:pt x="5035392" y="76651"/>
                  <a:pt x="5036288" y="84626"/>
                </a:cubicBezTo>
                <a:cubicBezTo>
                  <a:pt x="5036955" y="90781"/>
                  <a:pt x="5040081" y="92831"/>
                  <a:pt x="5044768" y="92831"/>
                </a:cubicBezTo>
                <a:cubicBezTo>
                  <a:pt x="5049454" y="92831"/>
                  <a:pt x="5055703" y="89870"/>
                  <a:pt x="5055703" y="82805"/>
                </a:cubicBezTo>
                <a:cubicBezTo>
                  <a:pt x="5055703" y="70270"/>
                  <a:pt x="5042983" y="61159"/>
                  <a:pt x="5021555" y="61159"/>
                </a:cubicBezTo>
                <a:cubicBezTo>
                  <a:pt x="4999459" y="61159"/>
                  <a:pt x="4975800" y="81436"/>
                  <a:pt x="4975800" y="113796"/>
                </a:cubicBezTo>
                <a:cubicBezTo>
                  <a:pt x="4975800" y="143192"/>
                  <a:pt x="4991871" y="163466"/>
                  <a:pt x="5019992" y="163466"/>
                </a:cubicBezTo>
                <a:cubicBezTo>
                  <a:pt x="5033386" y="163466"/>
                  <a:pt x="5045214" y="159140"/>
                  <a:pt x="5056374" y="140457"/>
                </a:cubicBezTo>
                <a:close/>
                <a:moveTo>
                  <a:pt x="5082265" y="133455"/>
                </a:moveTo>
                <a:cubicBezTo>
                  <a:pt x="5082265" y="152353"/>
                  <a:pt x="5079810" y="153263"/>
                  <a:pt x="5067311" y="154174"/>
                </a:cubicBezTo>
                <a:cubicBezTo>
                  <a:pt x="5065969" y="155540"/>
                  <a:pt x="5065969" y="160321"/>
                  <a:pt x="5067311" y="161687"/>
                </a:cubicBezTo>
                <a:cubicBezTo>
                  <a:pt x="5074674" y="161461"/>
                  <a:pt x="5082265" y="161232"/>
                  <a:pt x="5091191" y="161232"/>
                </a:cubicBezTo>
                <a:cubicBezTo>
                  <a:pt x="5099004" y="161232"/>
                  <a:pt x="5106370" y="161461"/>
                  <a:pt x="5111502" y="161687"/>
                </a:cubicBezTo>
                <a:cubicBezTo>
                  <a:pt x="5112841" y="160321"/>
                  <a:pt x="5112841" y="155540"/>
                  <a:pt x="5111502" y="154174"/>
                </a:cubicBezTo>
                <a:cubicBezTo>
                  <a:pt x="5102351" y="153263"/>
                  <a:pt x="5099896" y="152353"/>
                  <a:pt x="5099896" y="133455"/>
                </a:cubicBezTo>
                <a:lnTo>
                  <a:pt x="5099896" y="113647"/>
                </a:lnTo>
                <a:cubicBezTo>
                  <a:pt x="5104136" y="113876"/>
                  <a:pt x="5107262" y="114106"/>
                  <a:pt x="5109493" y="114787"/>
                </a:cubicBezTo>
                <a:cubicBezTo>
                  <a:pt x="5111949" y="116608"/>
                  <a:pt x="5113958" y="118658"/>
                  <a:pt x="5116635" y="122300"/>
                </a:cubicBezTo>
                <a:lnTo>
                  <a:pt x="5132927" y="144610"/>
                </a:lnTo>
                <a:cubicBezTo>
                  <a:pt x="5139401" y="153489"/>
                  <a:pt x="5142078" y="157816"/>
                  <a:pt x="5142303" y="160551"/>
                </a:cubicBezTo>
                <a:cubicBezTo>
                  <a:pt x="5142303" y="161232"/>
                  <a:pt x="5142524" y="161687"/>
                  <a:pt x="5143195" y="161687"/>
                </a:cubicBezTo>
                <a:cubicBezTo>
                  <a:pt x="5147660" y="161461"/>
                  <a:pt x="5152567" y="161232"/>
                  <a:pt x="5157032" y="161232"/>
                </a:cubicBezTo>
                <a:cubicBezTo>
                  <a:pt x="5163952" y="161232"/>
                  <a:pt x="5170869" y="161461"/>
                  <a:pt x="5175334" y="161687"/>
                </a:cubicBezTo>
                <a:cubicBezTo>
                  <a:pt x="5176672" y="160321"/>
                  <a:pt x="5176672" y="155540"/>
                  <a:pt x="5175334" y="154174"/>
                </a:cubicBezTo>
                <a:cubicBezTo>
                  <a:pt x="5167746" y="153263"/>
                  <a:pt x="5162168" y="152353"/>
                  <a:pt x="5156140" y="144610"/>
                </a:cubicBezTo>
                <a:lnTo>
                  <a:pt x="5126678" y="106818"/>
                </a:lnTo>
                <a:cubicBezTo>
                  <a:pt x="5125786" y="105682"/>
                  <a:pt x="5125118" y="104771"/>
                  <a:pt x="5125118" y="103635"/>
                </a:cubicBezTo>
                <a:cubicBezTo>
                  <a:pt x="5125118" y="102728"/>
                  <a:pt x="5125118" y="102273"/>
                  <a:pt x="5126010" y="101362"/>
                </a:cubicBezTo>
                <a:lnTo>
                  <a:pt x="5145651" y="80678"/>
                </a:lnTo>
                <a:cubicBezTo>
                  <a:pt x="5152346" y="73405"/>
                  <a:pt x="5160158" y="71588"/>
                  <a:pt x="5169085" y="70677"/>
                </a:cubicBezTo>
                <a:cubicBezTo>
                  <a:pt x="5170423" y="69311"/>
                  <a:pt x="5170423" y="64530"/>
                  <a:pt x="5169085" y="63160"/>
                </a:cubicBezTo>
                <a:cubicBezTo>
                  <a:pt x="5163952" y="63390"/>
                  <a:pt x="5157703" y="63619"/>
                  <a:pt x="5149669" y="63619"/>
                </a:cubicBezTo>
                <a:cubicBezTo>
                  <a:pt x="5141186" y="63619"/>
                  <a:pt x="5132927" y="63390"/>
                  <a:pt x="5127795" y="63160"/>
                </a:cubicBezTo>
                <a:cubicBezTo>
                  <a:pt x="5126456" y="64530"/>
                  <a:pt x="5126456" y="69311"/>
                  <a:pt x="5127795" y="70677"/>
                </a:cubicBezTo>
                <a:cubicBezTo>
                  <a:pt x="5140293" y="71588"/>
                  <a:pt x="5134936" y="79542"/>
                  <a:pt x="5132927" y="82270"/>
                </a:cubicBezTo>
                <a:cubicBezTo>
                  <a:pt x="5127795" y="88862"/>
                  <a:pt x="5120875" y="96591"/>
                  <a:pt x="5115071" y="100907"/>
                </a:cubicBezTo>
                <a:cubicBezTo>
                  <a:pt x="5110164" y="104546"/>
                  <a:pt x="5104136" y="107274"/>
                  <a:pt x="5099896" y="107955"/>
                </a:cubicBezTo>
                <a:lnTo>
                  <a:pt x="5099896" y="28506"/>
                </a:lnTo>
                <a:cubicBezTo>
                  <a:pt x="5099896" y="13689"/>
                  <a:pt x="5100788" y="4528"/>
                  <a:pt x="5100788" y="4528"/>
                </a:cubicBezTo>
                <a:cubicBezTo>
                  <a:pt x="5100788" y="2916"/>
                  <a:pt x="5099896" y="2221"/>
                  <a:pt x="5097887" y="2221"/>
                </a:cubicBezTo>
                <a:cubicBezTo>
                  <a:pt x="5092308" y="4528"/>
                  <a:pt x="5075570" y="7756"/>
                  <a:pt x="5066640" y="8448"/>
                </a:cubicBezTo>
                <a:cubicBezTo>
                  <a:pt x="5066194" y="10272"/>
                  <a:pt x="5066640" y="13914"/>
                  <a:pt x="5067979" y="15284"/>
                </a:cubicBezTo>
                <a:cubicBezTo>
                  <a:pt x="5079585" y="15965"/>
                  <a:pt x="5082265" y="14828"/>
                  <a:pt x="5082265" y="33976"/>
                </a:cubicBezTo>
                <a:lnTo>
                  <a:pt x="5082265" y="133455"/>
                </a:lnTo>
                <a:close/>
                <a:moveTo>
                  <a:pt x="5205018" y="97008"/>
                </a:moveTo>
                <a:cubicBezTo>
                  <a:pt x="5209258" y="71382"/>
                  <a:pt x="5224883" y="69343"/>
                  <a:pt x="5230240" y="69343"/>
                </a:cubicBezTo>
                <a:cubicBezTo>
                  <a:pt x="5238720" y="69343"/>
                  <a:pt x="5248763" y="74107"/>
                  <a:pt x="5248763" y="93154"/>
                </a:cubicBezTo>
                <a:cubicBezTo>
                  <a:pt x="5248763" y="95194"/>
                  <a:pt x="5247871" y="96330"/>
                  <a:pt x="5245416" y="96330"/>
                </a:cubicBezTo>
                <a:lnTo>
                  <a:pt x="5205018" y="97008"/>
                </a:lnTo>
                <a:moveTo>
                  <a:pt x="5263493" y="140020"/>
                </a:moveTo>
                <a:cubicBezTo>
                  <a:pt x="5255238" y="148669"/>
                  <a:pt x="5248763" y="152308"/>
                  <a:pt x="5235819" y="152308"/>
                </a:cubicBezTo>
                <a:cubicBezTo>
                  <a:pt x="5227785" y="152308"/>
                  <a:pt x="5218409" y="147529"/>
                  <a:pt x="5211492" y="135926"/>
                </a:cubicBezTo>
                <a:cubicBezTo>
                  <a:pt x="5207028" y="128416"/>
                  <a:pt x="5204347" y="117949"/>
                  <a:pt x="5204347" y="104751"/>
                </a:cubicBezTo>
                <a:lnTo>
                  <a:pt x="5263718" y="105206"/>
                </a:lnTo>
                <a:cubicBezTo>
                  <a:pt x="5266394" y="105206"/>
                  <a:pt x="5267958" y="103840"/>
                  <a:pt x="5267958" y="101335"/>
                </a:cubicBezTo>
                <a:cubicBezTo>
                  <a:pt x="5267958" y="82270"/>
                  <a:pt x="5261262" y="61826"/>
                  <a:pt x="5230240" y="61826"/>
                </a:cubicBezTo>
                <a:cubicBezTo>
                  <a:pt x="5210821" y="61826"/>
                  <a:pt x="5185599" y="80682"/>
                  <a:pt x="5185599" y="115218"/>
                </a:cubicBezTo>
                <a:cubicBezTo>
                  <a:pt x="5185599" y="127961"/>
                  <a:pt x="5188726" y="140249"/>
                  <a:pt x="5196092" y="148895"/>
                </a:cubicBezTo>
                <a:cubicBezTo>
                  <a:pt x="5203680" y="158003"/>
                  <a:pt x="5214169" y="163466"/>
                  <a:pt x="5230240" y="163466"/>
                </a:cubicBezTo>
                <a:cubicBezTo>
                  <a:pt x="5247200" y="163466"/>
                  <a:pt x="5259253" y="155498"/>
                  <a:pt x="5268182" y="143662"/>
                </a:cubicBezTo>
                <a:cubicBezTo>
                  <a:pt x="5267511" y="141385"/>
                  <a:pt x="5266173" y="140249"/>
                  <a:pt x="5263493" y="140020"/>
                </a:cubicBezTo>
                <a:close/>
                <a:moveTo>
                  <a:pt x="5355895" y="132937"/>
                </a:moveTo>
                <a:cubicBezTo>
                  <a:pt x="5355895" y="137267"/>
                  <a:pt x="5355448" y="139092"/>
                  <a:pt x="5352325" y="141827"/>
                </a:cubicBezTo>
                <a:cubicBezTo>
                  <a:pt x="5344067" y="149117"/>
                  <a:pt x="5336925" y="152763"/>
                  <a:pt x="5331343" y="152763"/>
                </a:cubicBezTo>
                <a:cubicBezTo>
                  <a:pt x="5319294" y="152763"/>
                  <a:pt x="5306796" y="139318"/>
                  <a:pt x="5306796" y="110832"/>
                </a:cubicBezTo>
                <a:cubicBezTo>
                  <a:pt x="5306796" y="94426"/>
                  <a:pt x="5309919" y="85311"/>
                  <a:pt x="5313266" y="80526"/>
                </a:cubicBezTo>
                <a:cubicBezTo>
                  <a:pt x="5320187" y="69815"/>
                  <a:pt x="5329559" y="69131"/>
                  <a:pt x="5334024" y="69131"/>
                </a:cubicBezTo>
                <a:cubicBezTo>
                  <a:pt x="5342058" y="69131"/>
                  <a:pt x="5347639" y="72095"/>
                  <a:pt x="5352101" y="77335"/>
                </a:cubicBezTo>
                <a:cubicBezTo>
                  <a:pt x="5355227" y="80981"/>
                  <a:pt x="5355895" y="82576"/>
                  <a:pt x="5355895" y="89641"/>
                </a:cubicBezTo>
                <a:lnTo>
                  <a:pt x="5355895" y="132937"/>
                </a:lnTo>
                <a:moveTo>
                  <a:pt x="5353443" y="149802"/>
                </a:moveTo>
                <a:cubicBezTo>
                  <a:pt x="5354556" y="148892"/>
                  <a:pt x="5356565" y="148433"/>
                  <a:pt x="5356790" y="150028"/>
                </a:cubicBezTo>
                <a:cubicBezTo>
                  <a:pt x="5357458" y="155498"/>
                  <a:pt x="5359246" y="163466"/>
                  <a:pt x="5359246" y="163466"/>
                </a:cubicBezTo>
                <a:cubicBezTo>
                  <a:pt x="5361030" y="164151"/>
                  <a:pt x="5362144" y="163925"/>
                  <a:pt x="5363486" y="163466"/>
                </a:cubicBezTo>
                <a:cubicBezTo>
                  <a:pt x="5368393" y="159359"/>
                  <a:pt x="5376206" y="155943"/>
                  <a:pt x="5389821" y="154348"/>
                </a:cubicBezTo>
                <a:cubicBezTo>
                  <a:pt x="5391160" y="152982"/>
                  <a:pt x="5391160" y="149566"/>
                  <a:pt x="5389821" y="148200"/>
                </a:cubicBezTo>
                <a:cubicBezTo>
                  <a:pt x="5375538" y="147060"/>
                  <a:pt x="5373529" y="142730"/>
                  <a:pt x="5373529" y="131565"/>
                </a:cubicBezTo>
                <a:lnTo>
                  <a:pt x="5373529" y="28340"/>
                </a:lnTo>
                <a:cubicBezTo>
                  <a:pt x="5373529" y="13529"/>
                  <a:pt x="5374421" y="4469"/>
                  <a:pt x="5374421" y="4469"/>
                </a:cubicBezTo>
                <a:cubicBezTo>
                  <a:pt x="5374421" y="2898"/>
                  <a:pt x="5373529" y="2221"/>
                  <a:pt x="5371520" y="2221"/>
                </a:cubicBezTo>
                <a:cubicBezTo>
                  <a:pt x="5365941" y="4469"/>
                  <a:pt x="5349199" y="7614"/>
                  <a:pt x="5340273" y="8288"/>
                </a:cubicBezTo>
                <a:cubicBezTo>
                  <a:pt x="5339827" y="10113"/>
                  <a:pt x="5340273" y="13755"/>
                  <a:pt x="5341611" y="15120"/>
                </a:cubicBezTo>
                <a:cubicBezTo>
                  <a:pt x="5353218" y="15805"/>
                  <a:pt x="5355895" y="14665"/>
                  <a:pt x="5355895" y="33809"/>
                </a:cubicBezTo>
                <a:lnTo>
                  <a:pt x="5355895" y="62983"/>
                </a:lnTo>
                <a:cubicBezTo>
                  <a:pt x="5355895" y="64578"/>
                  <a:pt x="5355448" y="65033"/>
                  <a:pt x="5353889" y="65033"/>
                </a:cubicBezTo>
                <a:cubicBezTo>
                  <a:pt x="5352993" y="65033"/>
                  <a:pt x="5343845" y="61159"/>
                  <a:pt x="5336479" y="61159"/>
                </a:cubicBezTo>
                <a:cubicBezTo>
                  <a:pt x="5321746" y="61159"/>
                  <a:pt x="5311928" y="66170"/>
                  <a:pt x="5302998" y="74826"/>
                </a:cubicBezTo>
                <a:cubicBezTo>
                  <a:pt x="5293401" y="84626"/>
                  <a:pt x="5287598" y="98071"/>
                  <a:pt x="5287598" y="114933"/>
                </a:cubicBezTo>
                <a:cubicBezTo>
                  <a:pt x="5287598" y="142967"/>
                  <a:pt x="5301439" y="163466"/>
                  <a:pt x="5325544" y="163466"/>
                </a:cubicBezTo>
                <a:cubicBezTo>
                  <a:pt x="5334245" y="163466"/>
                  <a:pt x="5342504" y="158914"/>
                  <a:pt x="5353443" y="149802"/>
                </a:cubicBezTo>
                <a:close/>
                <a:moveTo>
                  <a:pt x="5404551" y="151397"/>
                </a:moveTo>
                <a:cubicBezTo>
                  <a:pt x="5404551" y="158003"/>
                  <a:pt x="5409908" y="163466"/>
                  <a:pt x="5416379" y="163466"/>
                </a:cubicBezTo>
                <a:cubicBezTo>
                  <a:pt x="5422853" y="163466"/>
                  <a:pt x="5428210" y="158003"/>
                  <a:pt x="5428210" y="151397"/>
                </a:cubicBezTo>
                <a:cubicBezTo>
                  <a:pt x="5428210" y="144794"/>
                  <a:pt x="5422853" y="139328"/>
                  <a:pt x="5416379" y="139328"/>
                </a:cubicBezTo>
                <a:cubicBezTo>
                  <a:pt x="5409908" y="139328"/>
                  <a:pt x="5404551" y="144794"/>
                  <a:pt x="5404551" y="15139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Text IfCpinsitsdependencies,theattackwouldnotreachE,">
            <a:extLst xmlns:a="http://schemas.openxmlformats.org/drawingml/2006/main">
              <a:ext uri="{FF2B5EF4-FFF2-40B4-BE49-F238E27FC236}">
                <a16:creationId xmlns:a16="http://schemas.microsoft.com/office/drawing/2014/main" id="{D20D4959-63AE-426D-996F-E0103F9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3689" y="3614393"/>
            <a:ext cx="5419104" cy="212399"/>
          </a:xfrm>
          <a:custGeom xmlns:a="http://schemas.openxmlformats.org/drawingml/2006/main">
            <a:pathLst>
              <a:path w="5419104" h="212399">
                <a:moveTo>
                  <a:pt x="41352" y="131214"/>
                </a:moveTo>
                <a:lnTo>
                  <a:pt x="41352" y="39821"/>
                </a:lnTo>
                <a:cubicBezTo>
                  <a:pt x="41352" y="20906"/>
                  <a:pt x="45300" y="19766"/>
                  <a:pt x="61563" y="19082"/>
                </a:cubicBezTo>
                <a:cubicBezTo>
                  <a:pt x="62956" y="17716"/>
                  <a:pt x="62956" y="12934"/>
                  <a:pt x="61563" y="11565"/>
                </a:cubicBezTo>
                <a:cubicBezTo>
                  <a:pt x="51340" y="11795"/>
                  <a:pt x="40423" y="12024"/>
                  <a:pt x="31363" y="12024"/>
                </a:cubicBezTo>
                <a:cubicBezTo>
                  <a:pt x="23696" y="12024"/>
                  <a:pt x="12314" y="11795"/>
                  <a:pt x="1397" y="11565"/>
                </a:cubicBezTo>
                <a:cubicBezTo>
                  <a:pt x="0" y="12934"/>
                  <a:pt x="0" y="17716"/>
                  <a:pt x="1397" y="19082"/>
                </a:cubicBezTo>
                <a:cubicBezTo>
                  <a:pt x="17656" y="19766"/>
                  <a:pt x="21604" y="20906"/>
                  <a:pt x="21604" y="39821"/>
                </a:cubicBezTo>
                <a:lnTo>
                  <a:pt x="21604" y="131214"/>
                </a:lnTo>
                <a:cubicBezTo>
                  <a:pt x="21604" y="150129"/>
                  <a:pt x="17656" y="151269"/>
                  <a:pt x="1397" y="151953"/>
                </a:cubicBezTo>
                <a:cubicBezTo>
                  <a:pt x="0" y="153319"/>
                  <a:pt x="0" y="158101"/>
                  <a:pt x="1397" y="159466"/>
                </a:cubicBezTo>
                <a:cubicBezTo>
                  <a:pt x="11850" y="159241"/>
                  <a:pt x="23231" y="159011"/>
                  <a:pt x="31593" y="159011"/>
                </a:cubicBezTo>
                <a:cubicBezTo>
                  <a:pt x="39959" y="159011"/>
                  <a:pt x="51106" y="159241"/>
                  <a:pt x="61563" y="159466"/>
                </a:cubicBezTo>
                <a:cubicBezTo>
                  <a:pt x="62956" y="158101"/>
                  <a:pt x="62956" y="153319"/>
                  <a:pt x="61563" y="151953"/>
                </a:cubicBezTo>
                <a:cubicBezTo>
                  <a:pt x="45300" y="151269"/>
                  <a:pt x="41352" y="150129"/>
                  <a:pt x="41352" y="131214"/>
                </a:cubicBezTo>
                <a:close/>
                <a:moveTo>
                  <a:pt x="106626" y="131248"/>
                </a:moveTo>
                <a:lnTo>
                  <a:pt x="106626" y="70267"/>
                </a:lnTo>
                <a:lnTo>
                  <a:pt x="128231" y="70267"/>
                </a:lnTo>
                <a:cubicBezTo>
                  <a:pt x="130322" y="70267"/>
                  <a:pt x="133576" y="69356"/>
                  <a:pt x="133576" y="67306"/>
                </a:cubicBezTo>
                <a:lnTo>
                  <a:pt x="133576" y="62754"/>
                </a:lnTo>
                <a:cubicBezTo>
                  <a:pt x="133576" y="61843"/>
                  <a:pt x="132878" y="61385"/>
                  <a:pt x="131715" y="61385"/>
                </a:cubicBezTo>
                <a:lnTo>
                  <a:pt x="106626" y="61385"/>
                </a:lnTo>
                <a:lnTo>
                  <a:pt x="106626" y="48374"/>
                </a:lnTo>
                <a:cubicBezTo>
                  <a:pt x="106626" y="13223"/>
                  <a:pt x="117314" y="7746"/>
                  <a:pt x="124981" y="7746"/>
                </a:cubicBezTo>
                <a:cubicBezTo>
                  <a:pt x="131949" y="7746"/>
                  <a:pt x="135664" y="10484"/>
                  <a:pt x="138918" y="18474"/>
                </a:cubicBezTo>
                <a:cubicBezTo>
                  <a:pt x="140775" y="22581"/>
                  <a:pt x="143331" y="25778"/>
                  <a:pt x="148208" y="25778"/>
                </a:cubicBezTo>
                <a:cubicBezTo>
                  <a:pt x="152157" y="25778"/>
                  <a:pt x="157733" y="20983"/>
                  <a:pt x="157733" y="16420"/>
                </a:cubicBezTo>
                <a:cubicBezTo>
                  <a:pt x="157733" y="12538"/>
                  <a:pt x="155177" y="8431"/>
                  <a:pt x="150300" y="4785"/>
                </a:cubicBezTo>
                <a:cubicBezTo>
                  <a:pt x="144260" y="685"/>
                  <a:pt x="138220" y="0"/>
                  <a:pt x="129394" y="0"/>
                </a:cubicBezTo>
                <a:cubicBezTo>
                  <a:pt x="109880" y="0"/>
                  <a:pt x="88276" y="16646"/>
                  <a:pt x="88276" y="52255"/>
                </a:cubicBezTo>
                <a:lnTo>
                  <a:pt x="88276" y="61385"/>
                </a:lnTo>
                <a:lnTo>
                  <a:pt x="76430" y="61385"/>
                </a:lnTo>
                <a:cubicBezTo>
                  <a:pt x="72247" y="61385"/>
                  <a:pt x="71085" y="64119"/>
                  <a:pt x="71085" y="65940"/>
                </a:cubicBezTo>
                <a:lnTo>
                  <a:pt x="71085" y="68901"/>
                </a:lnTo>
                <a:cubicBezTo>
                  <a:pt x="71085" y="70041"/>
                  <a:pt x="71318" y="70267"/>
                  <a:pt x="72247" y="70267"/>
                </a:cubicBezTo>
                <a:lnTo>
                  <a:pt x="88276" y="70267"/>
                </a:lnTo>
                <a:lnTo>
                  <a:pt x="88276" y="131248"/>
                </a:lnTo>
                <a:cubicBezTo>
                  <a:pt x="88276" y="150132"/>
                  <a:pt x="84558" y="151043"/>
                  <a:pt x="72013" y="151953"/>
                </a:cubicBezTo>
                <a:cubicBezTo>
                  <a:pt x="70620" y="153319"/>
                  <a:pt x="70620" y="158101"/>
                  <a:pt x="72013" y="159466"/>
                </a:cubicBezTo>
                <a:cubicBezTo>
                  <a:pt x="80145" y="159241"/>
                  <a:pt x="88276" y="159011"/>
                  <a:pt x="97566" y="159011"/>
                </a:cubicBezTo>
                <a:cubicBezTo>
                  <a:pt x="106860" y="159011"/>
                  <a:pt x="118012" y="159241"/>
                  <a:pt x="126140" y="159466"/>
                </a:cubicBezTo>
                <a:cubicBezTo>
                  <a:pt x="127536" y="158101"/>
                  <a:pt x="127536" y="153319"/>
                  <a:pt x="126140" y="151953"/>
                </a:cubicBezTo>
                <a:cubicBezTo>
                  <a:pt x="108023" y="151043"/>
                  <a:pt x="106626" y="150132"/>
                  <a:pt x="106626" y="131248"/>
                </a:cubicBezTo>
                <a:close/>
                <a:moveTo>
                  <a:pt x="291074" y="161246"/>
                </a:moveTo>
                <a:cubicBezTo>
                  <a:pt x="313607" y="161246"/>
                  <a:pt x="334283" y="150772"/>
                  <a:pt x="350078" y="130501"/>
                </a:cubicBezTo>
                <a:cubicBezTo>
                  <a:pt x="348915" y="128454"/>
                  <a:pt x="347292" y="127089"/>
                  <a:pt x="344736" y="127089"/>
                </a:cubicBezTo>
                <a:cubicBezTo>
                  <a:pt x="328243" y="144850"/>
                  <a:pt x="312445" y="151911"/>
                  <a:pt x="290840" y="151911"/>
                </a:cubicBezTo>
                <a:cubicBezTo>
                  <a:pt x="259481" y="151911"/>
                  <a:pt x="237877" y="117296"/>
                  <a:pt x="237877" y="84046"/>
                </a:cubicBezTo>
                <a:cubicBezTo>
                  <a:pt x="237877" y="64460"/>
                  <a:pt x="243218" y="48064"/>
                  <a:pt x="251584" y="37816"/>
                </a:cubicBezTo>
                <a:cubicBezTo>
                  <a:pt x="263199" y="23923"/>
                  <a:pt x="276672" y="17546"/>
                  <a:pt x="288753" y="17546"/>
                </a:cubicBezTo>
                <a:cubicBezTo>
                  <a:pt x="320810" y="17546"/>
                  <a:pt x="333585" y="36221"/>
                  <a:pt x="339625" y="55807"/>
                </a:cubicBezTo>
                <a:cubicBezTo>
                  <a:pt x="342411" y="56717"/>
                  <a:pt x="344736" y="56033"/>
                  <a:pt x="347292" y="54667"/>
                </a:cubicBezTo>
                <a:cubicBezTo>
                  <a:pt x="346129" y="42827"/>
                  <a:pt x="344502" y="31895"/>
                  <a:pt x="342181" y="19370"/>
                </a:cubicBezTo>
                <a:cubicBezTo>
                  <a:pt x="330334" y="18230"/>
                  <a:pt x="319878" y="9119"/>
                  <a:pt x="291305" y="9119"/>
                </a:cubicBezTo>
                <a:cubicBezTo>
                  <a:pt x="271561" y="9119"/>
                  <a:pt x="255068" y="16180"/>
                  <a:pt x="241361" y="28479"/>
                </a:cubicBezTo>
                <a:cubicBezTo>
                  <a:pt x="226030" y="42372"/>
                  <a:pt x="216736" y="64689"/>
                  <a:pt x="216736" y="88372"/>
                </a:cubicBezTo>
                <a:cubicBezTo>
                  <a:pt x="216736" y="127999"/>
                  <a:pt x="241130" y="161246"/>
                  <a:pt x="291074" y="161246"/>
                </a:cubicBezTo>
                <a:close/>
                <a:moveTo>
                  <a:pt x="468783" y="83545"/>
                </a:moveTo>
                <a:cubicBezTo>
                  <a:pt x="474823" y="76251"/>
                  <a:pt x="485510" y="69416"/>
                  <a:pt x="492245" y="69416"/>
                </a:cubicBezTo>
                <a:cubicBezTo>
                  <a:pt x="507115" y="69416"/>
                  <a:pt x="519890" y="85822"/>
                  <a:pt x="519890" y="111572"/>
                </a:cubicBezTo>
                <a:cubicBezTo>
                  <a:pt x="519890" y="130261"/>
                  <a:pt x="513155" y="153503"/>
                  <a:pt x="487137" y="153503"/>
                </a:cubicBezTo>
                <a:cubicBezTo>
                  <a:pt x="482955" y="153503"/>
                  <a:pt x="474823" y="152363"/>
                  <a:pt x="470644" y="148718"/>
                </a:cubicBezTo>
                <a:cubicBezTo>
                  <a:pt x="465997" y="144617"/>
                  <a:pt x="465068" y="143248"/>
                  <a:pt x="465068" y="135047"/>
                </a:cubicBezTo>
                <a:lnTo>
                  <a:pt x="465068" y="93571"/>
                </a:lnTo>
                <a:cubicBezTo>
                  <a:pt x="465068" y="88786"/>
                  <a:pt x="465997" y="86736"/>
                  <a:pt x="468783" y="83545"/>
                </a:cubicBezTo>
                <a:moveTo>
                  <a:pt x="464370" y="75111"/>
                </a:moveTo>
                <a:cubicBezTo>
                  <a:pt x="464140" y="68276"/>
                  <a:pt x="463675" y="62358"/>
                  <a:pt x="462513" y="60078"/>
                </a:cubicBezTo>
                <a:cubicBezTo>
                  <a:pt x="462048" y="58938"/>
                  <a:pt x="461584" y="58257"/>
                  <a:pt x="459723" y="58257"/>
                </a:cubicBezTo>
                <a:cubicBezTo>
                  <a:pt x="453219" y="60763"/>
                  <a:pt x="447179" y="62813"/>
                  <a:pt x="431150" y="64860"/>
                </a:cubicBezTo>
                <a:cubicBezTo>
                  <a:pt x="430686" y="66229"/>
                  <a:pt x="431150" y="69871"/>
                  <a:pt x="431618" y="71240"/>
                </a:cubicBezTo>
                <a:cubicBezTo>
                  <a:pt x="444159" y="72380"/>
                  <a:pt x="446714" y="73516"/>
                  <a:pt x="446714" y="86736"/>
                </a:cubicBezTo>
                <a:lnTo>
                  <a:pt x="446714" y="184095"/>
                </a:lnTo>
                <a:cubicBezTo>
                  <a:pt x="446714" y="203058"/>
                  <a:pt x="444159" y="204202"/>
                  <a:pt x="429991" y="204886"/>
                </a:cubicBezTo>
                <a:cubicBezTo>
                  <a:pt x="428598" y="206252"/>
                  <a:pt x="428598" y="211034"/>
                  <a:pt x="429991" y="212399"/>
                </a:cubicBezTo>
                <a:cubicBezTo>
                  <a:pt x="438122" y="212174"/>
                  <a:pt x="446714" y="211944"/>
                  <a:pt x="456008" y="211944"/>
                </a:cubicBezTo>
                <a:cubicBezTo>
                  <a:pt x="465299" y="211944"/>
                  <a:pt x="476450" y="212174"/>
                  <a:pt x="484117" y="212399"/>
                </a:cubicBezTo>
                <a:cubicBezTo>
                  <a:pt x="485510" y="211034"/>
                  <a:pt x="485510" y="206252"/>
                  <a:pt x="484117" y="204886"/>
                </a:cubicBezTo>
                <a:cubicBezTo>
                  <a:pt x="467624" y="203972"/>
                  <a:pt x="465068" y="203058"/>
                  <a:pt x="465068" y="184095"/>
                </a:cubicBezTo>
                <a:lnTo>
                  <a:pt x="465068" y="159425"/>
                </a:lnTo>
                <a:cubicBezTo>
                  <a:pt x="465068" y="156464"/>
                  <a:pt x="465997" y="156693"/>
                  <a:pt x="468319" y="157830"/>
                </a:cubicBezTo>
                <a:cubicBezTo>
                  <a:pt x="474128" y="159880"/>
                  <a:pt x="481097" y="161246"/>
                  <a:pt x="488530" y="161246"/>
                </a:cubicBezTo>
                <a:cubicBezTo>
                  <a:pt x="501539" y="161246"/>
                  <a:pt x="513155" y="157374"/>
                  <a:pt x="522679" y="148492"/>
                </a:cubicBezTo>
                <a:cubicBezTo>
                  <a:pt x="533597" y="138008"/>
                  <a:pt x="539867" y="123878"/>
                  <a:pt x="539867" y="105421"/>
                </a:cubicBezTo>
                <a:cubicBezTo>
                  <a:pt x="539867" y="81266"/>
                  <a:pt x="522445" y="58938"/>
                  <a:pt x="498749" y="58938"/>
                </a:cubicBezTo>
                <a:cubicBezTo>
                  <a:pt x="488066" y="58938"/>
                  <a:pt x="476216" y="66000"/>
                  <a:pt x="466926" y="76025"/>
                </a:cubicBezTo>
                <a:cubicBezTo>
                  <a:pt x="465533" y="77391"/>
                  <a:pt x="464604" y="77391"/>
                  <a:pt x="464370" y="75111"/>
                </a:cubicBezTo>
                <a:close/>
                <a:moveTo>
                  <a:pt x="569604" y="22498"/>
                </a:moveTo>
                <a:cubicBezTo>
                  <a:pt x="569604" y="28420"/>
                  <a:pt x="575179" y="34341"/>
                  <a:pt x="580751" y="34341"/>
                </a:cubicBezTo>
                <a:cubicBezTo>
                  <a:pt x="587256" y="34341"/>
                  <a:pt x="592831" y="28194"/>
                  <a:pt x="592831" y="23408"/>
                </a:cubicBezTo>
                <a:cubicBezTo>
                  <a:pt x="592831" y="17946"/>
                  <a:pt x="587954" y="11565"/>
                  <a:pt x="581684" y="11565"/>
                </a:cubicBezTo>
                <a:cubicBezTo>
                  <a:pt x="576108" y="11565"/>
                  <a:pt x="569604" y="17032"/>
                  <a:pt x="569604" y="22498"/>
                </a:cubicBezTo>
                <a:moveTo>
                  <a:pt x="590744" y="131224"/>
                </a:moveTo>
                <a:lnTo>
                  <a:pt x="590744" y="85898"/>
                </a:lnTo>
                <a:cubicBezTo>
                  <a:pt x="590744" y="74510"/>
                  <a:pt x="591672" y="59883"/>
                  <a:pt x="591672" y="59883"/>
                </a:cubicBezTo>
                <a:cubicBezTo>
                  <a:pt x="591672" y="58962"/>
                  <a:pt x="590510" y="58271"/>
                  <a:pt x="588652" y="58271"/>
                </a:cubicBezTo>
                <a:cubicBezTo>
                  <a:pt x="582148" y="60804"/>
                  <a:pt x="572854" y="62875"/>
                  <a:pt x="556825" y="64943"/>
                </a:cubicBezTo>
                <a:cubicBezTo>
                  <a:pt x="556361" y="66312"/>
                  <a:pt x="556825" y="69954"/>
                  <a:pt x="557290" y="71323"/>
                </a:cubicBezTo>
                <a:cubicBezTo>
                  <a:pt x="570068" y="72460"/>
                  <a:pt x="572390" y="73829"/>
                  <a:pt x="572390" y="86812"/>
                </a:cubicBezTo>
                <a:lnTo>
                  <a:pt x="572390" y="131224"/>
                </a:lnTo>
                <a:cubicBezTo>
                  <a:pt x="572390" y="150129"/>
                  <a:pt x="569834" y="150813"/>
                  <a:pt x="555666" y="151953"/>
                </a:cubicBezTo>
                <a:cubicBezTo>
                  <a:pt x="554269" y="153319"/>
                  <a:pt x="554269" y="158101"/>
                  <a:pt x="555666" y="159466"/>
                </a:cubicBezTo>
                <a:cubicBezTo>
                  <a:pt x="563330" y="159241"/>
                  <a:pt x="572390" y="159011"/>
                  <a:pt x="581684" y="159011"/>
                </a:cubicBezTo>
                <a:cubicBezTo>
                  <a:pt x="590974" y="159011"/>
                  <a:pt x="599800" y="159241"/>
                  <a:pt x="607467" y="159466"/>
                </a:cubicBezTo>
                <a:cubicBezTo>
                  <a:pt x="608860" y="158101"/>
                  <a:pt x="608860" y="153319"/>
                  <a:pt x="607467" y="151953"/>
                </a:cubicBezTo>
                <a:cubicBezTo>
                  <a:pt x="593296" y="151043"/>
                  <a:pt x="590744" y="150129"/>
                  <a:pt x="590744" y="131224"/>
                </a:cubicBezTo>
                <a:close/>
                <a:moveTo>
                  <a:pt x="654392" y="77394"/>
                </a:moveTo>
                <a:cubicBezTo>
                  <a:pt x="652999" y="78990"/>
                  <a:pt x="651606" y="79448"/>
                  <a:pt x="651606" y="77394"/>
                </a:cubicBezTo>
                <a:cubicBezTo>
                  <a:pt x="651372" y="71240"/>
                  <a:pt x="650907" y="62358"/>
                  <a:pt x="649745" y="60078"/>
                </a:cubicBezTo>
                <a:cubicBezTo>
                  <a:pt x="649280" y="58938"/>
                  <a:pt x="648816" y="58257"/>
                  <a:pt x="646959" y="58257"/>
                </a:cubicBezTo>
                <a:cubicBezTo>
                  <a:pt x="640454" y="60763"/>
                  <a:pt x="634414" y="62813"/>
                  <a:pt x="618385" y="64860"/>
                </a:cubicBezTo>
                <a:cubicBezTo>
                  <a:pt x="617921" y="66229"/>
                  <a:pt x="618385" y="69871"/>
                  <a:pt x="618850" y="71240"/>
                </a:cubicBezTo>
                <a:cubicBezTo>
                  <a:pt x="631394" y="72380"/>
                  <a:pt x="633950" y="73520"/>
                  <a:pt x="633950" y="86743"/>
                </a:cubicBezTo>
                <a:lnTo>
                  <a:pt x="633950" y="131203"/>
                </a:lnTo>
                <a:cubicBezTo>
                  <a:pt x="633950" y="149899"/>
                  <a:pt x="631628" y="150813"/>
                  <a:pt x="617687" y="151953"/>
                </a:cubicBezTo>
                <a:cubicBezTo>
                  <a:pt x="616294" y="153319"/>
                  <a:pt x="616294" y="158101"/>
                  <a:pt x="617687" y="159466"/>
                </a:cubicBezTo>
                <a:cubicBezTo>
                  <a:pt x="624659" y="159241"/>
                  <a:pt x="633950" y="159011"/>
                  <a:pt x="643240" y="159011"/>
                </a:cubicBezTo>
                <a:cubicBezTo>
                  <a:pt x="652534" y="159011"/>
                  <a:pt x="659503" y="159241"/>
                  <a:pt x="666472" y="159466"/>
                </a:cubicBezTo>
                <a:cubicBezTo>
                  <a:pt x="667865" y="158101"/>
                  <a:pt x="667865" y="153319"/>
                  <a:pt x="666472" y="151953"/>
                </a:cubicBezTo>
                <a:cubicBezTo>
                  <a:pt x="654626" y="150813"/>
                  <a:pt x="652300" y="149899"/>
                  <a:pt x="652300" y="131203"/>
                </a:cubicBezTo>
                <a:lnTo>
                  <a:pt x="652300" y="93811"/>
                </a:lnTo>
                <a:cubicBezTo>
                  <a:pt x="652300" y="89022"/>
                  <a:pt x="654392" y="86287"/>
                  <a:pt x="656249" y="84237"/>
                </a:cubicBezTo>
                <a:cubicBezTo>
                  <a:pt x="665079" y="75799"/>
                  <a:pt x="675532" y="70781"/>
                  <a:pt x="684592" y="70781"/>
                </a:cubicBezTo>
                <a:cubicBezTo>
                  <a:pt x="689239" y="70781"/>
                  <a:pt x="694116" y="73746"/>
                  <a:pt x="696902" y="78990"/>
                </a:cubicBezTo>
                <a:cubicBezTo>
                  <a:pt x="699228" y="83552"/>
                  <a:pt x="699692" y="89707"/>
                  <a:pt x="699692" y="96546"/>
                </a:cubicBezTo>
                <a:lnTo>
                  <a:pt x="699692" y="131203"/>
                </a:lnTo>
                <a:cubicBezTo>
                  <a:pt x="699692" y="149899"/>
                  <a:pt x="697367" y="150813"/>
                  <a:pt x="685287" y="151953"/>
                </a:cubicBezTo>
                <a:cubicBezTo>
                  <a:pt x="684128" y="153319"/>
                  <a:pt x="684128" y="158101"/>
                  <a:pt x="685287" y="159466"/>
                </a:cubicBezTo>
                <a:cubicBezTo>
                  <a:pt x="692259" y="159241"/>
                  <a:pt x="699692" y="159011"/>
                  <a:pt x="708982" y="159011"/>
                </a:cubicBezTo>
                <a:cubicBezTo>
                  <a:pt x="718276" y="159011"/>
                  <a:pt x="726638" y="159241"/>
                  <a:pt x="733607" y="159466"/>
                </a:cubicBezTo>
                <a:cubicBezTo>
                  <a:pt x="734770" y="158101"/>
                  <a:pt x="734770" y="153319"/>
                  <a:pt x="733607" y="151953"/>
                </a:cubicBezTo>
                <a:cubicBezTo>
                  <a:pt x="720598" y="150813"/>
                  <a:pt x="718043" y="149899"/>
                  <a:pt x="718043" y="131203"/>
                </a:cubicBezTo>
                <a:lnTo>
                  <a:pt x="718043" y="97230"/>
                </a:lnTo>
                <a:cubicBezTo>
                  <a:pt x="718043" y="84692"/>
                  <a:pt x="717114" y="73746"/>
                  <a:pt x="711772" y="66684"/>
                </a:cubicBezTo>
                <a:cubicBezTo>
                  <a:pt x="707820" y="61673"/>
                  <a:pt x="700621" y="58938"/>
                  <a:pt x="692489" y="58938"/>
                </a:cubicBezTo>
                <a:cubicBezTo>
                  <a:pt x="681108" y="58938"/>
                  <a:pt x="668099" y="61899"/>
                  <a:pt x="654392" y="77394"/>
                </a:cubicBezTo>
                <a:close/>
                <a:moveTo>
                  <a:pt x="748705" y="127527"/>
                </a:moveTo>
                <a:cubicBezTo>
                  <a:pt x="749634" y="138692"/>
                  <a:pt x="750332" y="149402"/>
                  <a:pt x="750332" y="158969"/>
                </a:cubicBezTo>
                <a:cubicBezTo>
                  <a:pt x="752654" y="158514"/>
                  <a:pt x="754979" y="158288"/>
                  <a:pt x="756138" y="158288"/>
                </a:cubicBezTo>
                <a:cubicBezTo>
                  <a:pt x="757765" y="158288"/>
                  <a:pt x="759158" y="158288"/>
                  <a:pt x="760785" y="158744"/>
                </a:cubicBezTo>
                <a:cubicBezTo>
                  <a:pt x="767059" y="160335"/>
                  <a:pt x="773330" y="161246"/>
                  <a:pt x="781926" y="161246"/>
                </a:cubicBezTo>
                <a:cubicBezTo>
                  <a:pt x="794934" y="161246"/>
                  <a:pt x="818861" y="155098"/>
                  <a:pt x="818861" y="132538"/>
                </a:cubicBezTo>
                <a:cubicBezTo>
                  <a:pt x="818861" y="117046"/>
                  <a:pt x="807479" y="107930"/>
                  <a:pt x="791680" y="102231"/>
                </a:cubicBezTo>
                <a:cubicBezTo>
                  <a:pt x="777743" y="96991"/>
                  <a:pt x="768452" y="93571"/>
                  <a:pt x="768452" y="81040"/>
                </a:cubicBezTo>
                <a:cubicBezTo>
                  <a:pt x="768452" y="71695"/>
                  <a:pt x="776814" y="66455"/>
                  <a:pt x="784712" y="66455"/>
                </a:cubicBezTo>
                <a:cubicBezTo>
                  <a:pt x="789823" y="66455"/>
                  <a:pt x="803296" y="68279"/>
                  <a:pt x="806316" y="87650"/>
                </a:cubicBezTo>
                <a:cubicBezTo>
                  <a:pt x="807709" y="89015"/>
                  <a:pt x="812356" y="88786"/>
                  <a:pt x="813749" y="87420"/>
                </a:cubicBezTo>
                <a:cubicBezTo>
                  <a:pt x="814448" y="79215"/>
                  <a:pt x="814912" y="70785"/>
                  <a:pt x="815146" y="63268"/>
                </a:cubicBezTo>
                <a:cubicBezTo>
                  <a:pt x="807943" y="62128"/>
                  <a:pt x="796792" y="58938"/>
                  <a:pt x="784712" y="58938"/>
                </a:cubicBezTo>
                <a:cubicBezTo>
                  <a:pt x="767524" y="58938"/>
                  <a:pt x="751959" y="69874"/>
                  <a:pt x="751959" y="84459"/>
                </a:cubicBezTo>
                <a:cubicBezTo>
                  <a:pt x="751959" y="101091"/>
                  <a:pt x="759623" y="108156"/>
                  <a:pt x="777513" y="115451"/>
                </a:cubicBezTo>
                <a:cubicBezTo>
                  <a:pt x="796792" y="123197"/>
                  <a:pt x="801205" y="127982"/>
                  <a:pt x="801205" y="137782"/>
                </a:cubicBezTo>
                <a:cubicBezTo>
                  <a:pt x="801205" y="148947"/>
                  <a:pt x="790057" y="153732"/>
                  <a:pt x="781461" y="153732"/>
                </a:cubicBezTo>
                <a:cubicBezTo>
                  <a:pt x="772401" y="153732"/>
                  <a:pt x="767290" y="150768"/>
                  <a:pt x="764968" y="148263"/>
                </a:cubicBezTo>
                <a:cubicBezTo>
                  <a:pt x="759857" y="143022"/>
                  <a:pt x="757301" y="132996"/>
                  <a:pt x="755908" y="127297"/>
                </a:cubicBezTo>
                <a:cubicBezTo>
                  <a:pt x="754515" y="125931"/>
                  <a:pt x="750098" y="126157"/>
                  <a:pt x="748705" y="127527"/>
                </a:cubicBezTo>
                <a:close/>
                <a:moveTo>
                  <a:pt x="919216" y="22498"/>
                </a:moveTo>
                <a:cubicBezTo>
                  <a:pt x="919216" y="28420"/>
                  <a:pt x="924791" y="34341"/>
                  <a:pt x="930363" y="34341"/>
                </a:cubicBezTo>
                <a:cubicBezTo>
                  <a:pt x="936868" y="34341"/>
                  <a:pt x="942443" y="28194"/>
                  <a:pt x="942443" y="23408"/>
                </a:cubicBezTo>
                <a:cubicBezTo>
                  <a:pt x="942443" y="17946"/>
                  <a:pt x="937566" y="11565"/>
                  <a:pt x="931296" y="11565"/>
                </a:cubicBezTo>
                <a:cubicBezTo>
                  <a:pt x="925720" y="11565"/>
                  <a:pt x="919216" y="17032"/>
                  <a:pt x="919216" y="22498"/>
                </a:cubicBezTo>
                <a:moveTo>
                  <a:pt x="940356" y="131224"/>
                </a:moveTo>
                <a:lnTo>
                  <a:pt x="940356" y="85898"/>
                </a:lnTo>
                <a:cubicBezTo>
                  <a:pt x="940356" y="74510"/>
                  <a:pt x="941284" y="59883"/>
                  <a:pt x="941284" y="59883"/>
                </a:cubicBezTo>
                <a:cubicBezTo>
                  <a:pt x="941284" y="58962"/>
                  <a:pt x="940122" y="58271"/>
                  <a:pt x="938264" y="58271"/>
                </a:cubicBezTo>
                <a:cubicBezTo>
                  <a:pt x="931760" y="60804"/>
                  <a:pt x="922466" y="62875"/>
                  <a:pt x="906437" y="64943"/>
                </a:cubicBezTo>
                <a:cubicBezTo>
                  <a:pt x="905973" y="66312"/>
                  <a:pt x="906437" y="69954"/>
                  <a:pt x="906901" y="71323"/>
                </a:cubicBezTo>
                <a:cubicBezTo>
                  <a:pt x="919680" y="72460"/>
                  <a:pt x="922002" y="73829"/>
                  <a:pt x="922002" y="86812"/>
                </a:cubicBezTo>
                <a:lnTo>
                  <a:pt x="922002" y="131224"/>
                </a:lnTo>
                <a:cubicBezTo>
                  <a:pt x="922002" y="150129"/>
                  <a:pt x="919446" y="150813"/>
                  <a:pt x="905278" y="151953"/>
                </a:cubicBezTo>
                <a:cubicBezTo>
                  <a:pt x="903881" y="153319"/>
                  <a:pt x="903881" y="158101"/>
                  <a:pt x="905278" y="159466"/>
                </a:cubicBezTo>
                <a:cubicBezTo>
                  <a:pt x="912942" y="159241"/>
                  <a:pt x="922002" y="159011"/>
                  <a:pt x="931296" y="159011"/>
                </a:cubicBezTo>
                <a:cubicBezTo>
                  <a:pt x="940586" y="159011"/>
                  <a:pt x="949412" y="159241"/>
                  <a:pt x="957079" y="159466"/>
                </a:cubicBezTo>
                <a:cubicBezTo>
                  <a:pt x="958472" y="158101"/>
                  <a:pt x="958472" y="153319"/>
                  <a:pt x="957079" y="151953"/>
                </a:cubicBezTo>
                <a:cubicBezTo>
                  <a:pt x="942908" y="151043"/>
                  <a:pt x="940356" y="150129"/>
                  <a:pt x="940356" y="131224"/>
                </a:cubicBezTo>
                <a:close/>
                <a:moveTo>
                  <a:pt x="971252" y="61385"/>
                </a:moveTo>
                <a:cubicBezTo>
                  <a:pt x="967998" y="61385"/>
                  <a:pt x="967069" y="64119"/>
                  <a:pt x="967069" y="65940"/>
                </a:cubicBezTo>
                <a:lnTo>
                  <a:pt x="967069" y="68901"/>
                </a:lnTo>
                <a:cubicBezTo>
                  <a:pt x="967069" y="70041"/>
                  <a:pt x="967299" y="70267"/>
                  <a:pt x="968232" y="70267"/>
                </a:cubicBezTo>
                <a:lnTo>
                  <a:pt x="981935" y="70267"/>
                </a:lnTo>
                <a:lnTo>
                  <a:pt x="981935" y="138716"/>
                </a:lnTo>
                <a:cubicBezTo>
                  <a:pt x="981935" y="154869"/>
                  <a:pt x="989138" y="161246"/>
                  <a:pt x="999821" y="161246"/>
                </a:cubicBezTo>
                <a:cubicBezTo>
                  <a:pt x="1010508" y="161246"/>
                  <a:pt x="1022124" y="156238"/>
                  <a:pt x="1031184" y="146219"/>
                </a:cubicBezTo>
                <a:cubicBezTo>
                  <a:pt x="1030720" y="143947"/>
                  <a:pt x="1029327" y="142581"/>
                  <a:pt x="1027002" y="142355"/>
                </a:cubicBezTo>
                <a:cubicBezTo>
                  <a:pt x="1020961" y="146904"/>
                  <a:pt x="1013993" y="148721"/>
                  <a:pt x="1007953" y="148721"/>
                </a:cubicBezTo>
                <a:cubicBezTo>
                  <a:pt x="1001682" y="148721"/>
                  <a:pt x="1000289" y="141900"/>
                  <a:pt x="1000289" y="127801"/>
                </a:cubicBezTo>
                <a:lnTo>
                  <a:pt x="1000289" y="70267"/>
                </a:lnTo>
                <a:lnTo>
                  <a:pt x="1024446" y="70267"/>
                </a:lnTo>
                <a:cubicBezTo>
                  <a:pt x="1026771" y="70267"/>
                  <a:pt x="1030022" y="69356"/>
                  <a:pt x="1030022" y="67306"/>
                </a:cubicBezTo>
                <a:lnTo>
                  <a:pt x="1030022" y="62754"/>
                </a:lnTo>
                <a:cubicBezTo>
                  <a:pt x="1030022" y="61843"/>
                  <a:pt x="1029327" y="61385"/>
                  <a:pt x="1028164" y="61385"/>
                </a:cubicBezTo>
                <a:lnTo>
                  <a:pt x="1000289" y="61385"/>
                </a:lnTo>
                <a:lnTo>
                  <a:pt x="1000289" y="52506"/>
                </a:lnTo>
                <a:cubicBezTo>
                  <a:pt x="1000289" y="37702"/>
                  <a:pt x="1001218" y="28590"/>
                  <a:pt x="1001218" y="28590"/>
                </a:cubicBezTo>
                <a:cubicBezTo>
                  <a:pt x="1001218" y="27224"/>
                  <a:pt x="1000520" y="26540"/>
                  <a:pt x="999357" y="26540"/>
                </a:cubicBezTo>
                <a:cubicBezTo>
                  <a:pt x="998428" y="26540"/>
                  <a:pt x="996337" y="27453"/>
                  <a:pt x="994249" y="28590"/>
                </a:cubicBezTo>
                <a:cubicBezTo>
                  <a:pt x="991693" y="29959"/>
                  <a:pt x="989368" y="31095"/>
                  <a:pt x="986348" y="31780"/>
                </a:cubicBezTo>
                <a:cubicBezTo>
                  <a:pt x="983562" y="32690"/>
                  <a:pt x="981240" y="33375"/>
                  <a:pt x="981240" y="34967"/>
                </a:cubicBezTo>
                <a:cubicBezTo>
                  <a:pt x="981240" y="37702"/>
                  <a:pt x="981935" y="36107"/>
                  <a:pt x="981935" y="61385"/>
                </a:cubicBezTo>
                <a:lnTo>
                  <a:pt x="971252" y="61385"/>
                </a:lnTo>
                <a:close/>
                <a:moveTo>
                  <a:pt x="1045817" y="127527"/>
                </a:moveTo>
                <a:cubicBezTo>
                  <a:pt x="1046746" y="138692"/>
                  <a:pt x="1047444" y="149402"/>
                  <a:pt x="1047444" y="158969"/>
                </a:cubicBezTo>
                <a:cubicBezTo>
                  <a:pt x="1049766" y="158514"/>
                  <a:pt x="1052091" y="158288"/>
                  <a:pt x="1053250" y="158288"/>
                </a:cubicBezTo>
                <a:cubicBezTo>
                  <a:pt x="1054877" y="158288"/>
                  <a:pt x="1056270" y="158288"/>
                  <a:pt x="1057897" y="158744"/>
                </a:cubicBezTo>
                <a:cubicBezTo>
                  <a:pt x="1064171" y="160335"/>
                  <a:pt x="1070442" y="161246"/>
                  <a:pt x="1079038" y="161246"/>
                </a:cubicBezTo>
                <a:cubicBezTo>
                  <a:pt x="1092046" y="161246"/>
                  <a:pt x="1115973" y="155098"/>
                  <a:pt x="1115973" y="132538"/>
                </a:cubicBezTo>
                <a:cubicBezTo>
                  <a:pt x="1115973" y="117046"/>
                  <a:pt x="1104591" y="107930"/>
                  <a:pt x="1088792" y="102231"/>
                </a:cubicBezTo>
                <a:cubicBezTo>
                  <a:pt x="1074855" y="96991"/>
                  <a:pt x="1065564" y="93571"/>
                  <a:pt x="1065564" y="81040"/>
                </a:cubicBezTo>
                <a:cubicBezTo>
                  <a:pt x="1065564" y="71695"/>
                  <a:pt x="1073926" y="66455"/>
                  <a:pt x="1081824" y="66455"/>
                </a:cubicBezTo>
                <a:cubicBezTo>
                  <a:pt x="1086935" y="66455"/>
                  <a:pt x="1100408" y="68279"/>
                  <a:pt x="1103428" y="87650"/>
                </a:cubicBezTo>
                <a:cubicBezTo>
                  <a:pt x="1104821" y="89015"/>
                  <a:pt x="1109468" y="88786"/>
                  <a:pt x="1110861" y="87420"/>
                </a:cubicBezTo>
                <a:cubicBezTo>
                  <a:pt x="1111559" y="79215"/>
                  <a:pt x="1112024" y="70785"/>
                  <a:pt x="1112258" y="63268"/>
                </a:cubicBezTo>
                <a:cubicBezTo>
                  <a:pt x="1105055" y="62128"/>
                  <a:pt x="1093904" y="58938"/>
                  <a:pt x="1081824" y="58938"/>
                </a:cubicBezTo>
                <a:cubicBezTo>
                  <a:pt x="1064636" y="58938"/>
                  <a:pt x="1049071" y="69874"/>
                  <a:pt x="1049071" y="84459"/>
                </a:cubicBezTo>
                <a:cubicBezTo>
                  <a:pt x="1049071" y="101091"/>
                  <a:pt x="1056735" y="108156"/>
                  <a:pt x="1074625" y="115451"/>
                </a:cubicBezTo>
                <a:cubicBezTo>
                  <a:pt x="1093904" y="123197"/>
                  <a:pt x="1098317" y="127982"/>
                  <a:pt x="1098317" y="137782"/>
                </a:cubicBezTo>
                <a:cubicBezTo>
                  <a:pt x="1098317" y="148947"/>
                  <a:pt x="1087169" y="153732"/>
                  <a:pt x="1078573" y="153732"/>
                </a:cubicBezTo>
                <a:cubicBezTo>
                  <a:pt x="1069513" y="153732"/>
                  <a:pt x="1064402" y="150768"/>
                  <a:pt x="1062080" y="148263"/>
                </a:cubicBezTo>
                <a:cubicBezTo>
                  <a:pt x="1056969" y="143022"/>
                  <a:pt x="1054413" y="132996"/>
                  <a:pt x="1053020" y="127297"/>
                </a:cubicBezTo>
                <a:cubicBezTo>
                  <a:pt x="1051627" y="125931"/>
                  <a:pt x="1047210" y="126157"/>
                  <a:pt x="1045817" y="127527"/>
                </a:cubicBezTo>
                <a:close/>
                <a:moveTo>
                  <a:pt x="1275330" y="130717"/>
                </a:moveTo>
                <a:cubicBezTo>
                  <a:pt x="1275330" y="135047"/>
                  <a:pt x="1274865" y="136871"/>
                  <a:pt x="1271615" y="139606"/>
                </a:cubicBezTo>
                <a:cubicBezTo>
                  <a:pt x="1263019" y="146897"/>
                  <a:pt x="1255586" y="150542"/>
                  <a:pt x="1249776" y="150542"/>
                </a:cubicBezTo>
                <a:cubicBezTo>
                  <a:pt x="1237236" y="150542"/>
                  <a:pt x="1224227" y="137097"/>
                  <a:pt x="1224227" y="108611"/>
                </a:cubicBezTo>
                <a:cubicBezTo>
                  <a:pt x="1224227" y="92205"/>
                  <a:pt x="1227477" y="83090"/>
                  <a:pt x="1230962" y="78305"/>
                </a:cubicBezTo>
                <a:cubicBezTo>
                  <a:pt x="1238164" y="67595"/>
                  <a:pt x="1247919" y="66910"/>
                  <a:pt x="1252566" y="66910"/>
                </a:cubicBezTo>
                <a:cubicBezTo>
                  <a:pt x="1260928" y="66910"/>
                  <a:pt x="1266738" y="69874"/>
                  <a:pt x="1271381" y="75115"/>
                </a:cubicBezTo>
                <a:cubicBezTo>
                  <a:pt x="1274635" y="78760"/>
                  <a:pt x="1275330" y="80355"/>
                  <a:pt x="1275330" y="87420"/>
                </a:cubicBezTo>
                <a:lnTo>
                  <a:pt x="1275330" y="130717"/>
                </a:lnTo>
                <a:moveTo>
                  <a:pt x="1272778" y="147581"/>
                </a:moveTo>
                <a:cubicBezTo>
                  <a:pt x="1273937" y="146671"/>
                  <a:pt x="1276028" y="146212"/>
                  <a:pt x="1276262" y="147807"/>
                </a:cubicBezTo>
                <a:cubicBezTo>
                  <a:pt x="1276957" y="153277"/>
                  <a:pt x="1278818" y="161246"/>
                  <a:pt x="1278818" y="161246"/>
                </a:cubicBezTo>
                <a:cubicBezTo>
                  <a:pt x="1280675" y="161930"/>
                  <a:pt x="1281834" y="161704"/>
                  <a:pt x="1283231" y="161246"/>
                </a:cubicBezTo>
                <a:cubicBezTo>
                  <a:pt x="1288338" y="157138"/>
                  <a:pt x="1296470" y="153722"/>
                  <a:pt x="1310641" y="152127"/>
                </a:cubicBezTo>
                <a:cubicBezTo>
                  <a:pt x="1312034" y="150761"/>
                  <a:pt x="1312034" y="147345"/>
                  <a:pt x="1310641" y="145979"/>
                </a:cubicBezTo>
                <a:cubicBezTo>
                  <a:pt x="1295775" y="144840"/>
                  <a:pt x="1293684" y="140510"/>
                  <a:pt x="1293684" y="129344"/>
                </a:cubicBezTo>
                <a:lnTo>
                  <a:pt x="1293684" y="26119"/>
                </a:lnTo>
                <a:cubicBezTo>
                  <a:pt x="1293684" y="11308"/>
                  <a:pt x="1294612" y="2248"/>
                  <a:pt x="1294612" y="2248"/>
                </a:cubicBezTo>
                <a:cubicBezTo>
                  <a:pt x="1294612" y="678"/>
                  <a:pt x="1293684" y="0"/>
                  <a:pt x="1291592" y="0"/>
                </a:cubicBezTo>
                <a:cubicBezTo>
                  <a:pt x="1285786" y="2248"/>
                  <a:pt x="1268361" y="5393"/>
                  <a:pt x="1259070" y="6068"/>
                </a:cubicBezTo>
                <a:cubicBezTo>
                  <a:pt x="1258606" y="7892"/>
                  <a:pt x="1259070" y="11534"/>
                  <a:pt x="1260464" y="12900"/>
                </a:cubicBezTo>
                <a:cubicBezTo>
                  <a:pt x="1272544" y="13584"/>
                  <a:pt x="1275330" y="12444"/>
                  <a:pt x="1275330" y="31589"/>
                </a:cubicBezTo>
                <a:lnTo>
                  <a:pt x="1275330" y="60763"/>
                </a:lnTo>
                <a:cubicBezTo>
                  <a:pt x="1275330" y="62358"/>
                  <a:pt x="1274865" y="62813"/>
                  <a:pt x="1273242" y="62813"/>
                </a:cubicBezTo>
                <a:cubicBezTo>
                  <a:pt x="1272310" y="62813"/>
                  <a:pt x="1262789" y="58938"/>
                  <a:pt x="1255122" y="58938"/>
                </a:cubicBezTo>
                <a:cubicBezTo>
                  <a:pt x="1239788" y="58938"/>
                  <a:pt x="1229569" y="63949"/>
                  <a:pt x="1220275" y="72606"/>
                </a:cubicBezTo>
                <a:cubicBezTo>
                  <a:pt x="1210286" y="82406"/>
                  <a:pt x="1204246" y="95851"/>
                  <a:pt x="1204246" y="112712"/>
                </a:cubicBezTo>
                <a:cubicBezTo>
                  <a:pt x="1204246" y="140746"/>
                  <a:pt x="1218651" y="161246"/>
                  <a:pt x="1243740" y="161246"/>
                </a:cubicBezTo>
                <a:cubicBezTo>
                  <a:pt x="1252797" y="161246"/>
                  <a:pt x="1261392" y="156693"/>
                  <a:pt x="1272778" y="147581"/>
                </a:cubicBezTo>
                <a:close/>
                <a:moveTo>
                  <a:pt x="1341537" y="94787"/>
                </a:moveTo>
                <a:cubicBezTo>
                  <a:pt x="1345950" y="69162"/>
                  <a:pt x="1362213" y="67122"/>
                  <a:pt x="1367788" y="67122"/>
                </a:cubicBezTo>
                <a:cubicBezTo>
                  <a:pt x="1376614" y="67122"/>
                  <a:pt x="1387067" y="71886"/>
                  <a:pt x="1387067" y="90934"/>
                </a:cubicBezTo>
                <a:cubicBezTo>
                  <a:pt x="1387067" y="92973"/>
                  <a:pt x="1386139" y="94110"/>
                  <a:pt x="1383583" y="94110"/>
                </a:cubicBezTo>
                <a:lnTo>
                  <a:pt x="1341537" y="94787"/>
                </a:lnTo>
                <a:moveTo>
                  <a:pt x="1402398" y="137799"/>
                </a:moveTo>
                <a:cubicBezTo>
                  <a:pt x="1393806" y="146449"/>
                  <a:pt x="1387067" y="150087"/>
                  <a:pt x="1373594" y="150087"/>
                </a:cubicBezTo>
                <a:cubicBezTo>
                  <a:pt x="1365233" y="150087"/>
                  <a:pt x="1355474" y="145309"/>
                  <a:pt x="1348275" y="133705"/>
                </a:cubicBezTo>
                <a:cubicBezTo>
                  <a:pt x="1343628" y="126196"/>
                  <a:pt x="1340838" y="115729"/>
                  <a:pt x="1340838" y="102530"/>
                </a:cubicBezTo>
                <a:lnTo>
                  <a:pt x="1402632" y="102985"/>
                </a:lnTo>
                <a:cubicBezTo>
                  <a:pt x="1405418" y="102985"/>
                  <a:pt x="1407045" y="101620"/>
                  <a:pt x="1407045" y="99114"/>
                </a:cubicBezTo>
                <a:cubicBezTo>
                  <a:pt x="1407045" y="80049"/>
                  <a:pt x="1400076" y="59605"/>
                  <a:pt x="1367788" y="59605"/>
                </a:cubicBezTo>
                <a:cubicBezTo>
                  <a:pt x="1347577" y="59605"/>
                  <a:pt x="1321325" y="78461"/>
                  <a:pt x="1321325" y="112997"/>
                </a:cubicBezTo>
                <a:cubicBezTo>
                  <a:pt x="1321325" y="125740"/>
                  <a:pt x="1324579" y="138028"/>
                  <a:pt x="1332246" y="146674"/>
                </a:cubicBezTo>
                <a:cubicBezTo>
                  <a:pt x="1340144" y="155783"/>
                  <a:pt x="1351061" y="161246"/>
                  <a:pt x="1367788" y="161246"/>
                </a:cubicBezTo>
                <a:cubicBezTo>
                  <a:pt x="1385440" y="161246"/>
                  <a:pt x="1397985" y="153277"/>
                  <a:pt x="1407279" y="141441"/>
                </a:cubicBezTo>
                <a:cubicBezTo>
                  <a:pt x="1406581" y="139165"/>
                  <a:pt x="1405188" y="138028"/>
                  <a:pt x="1402398" y="137799"/>
                </a:cubicBezTo>
                <a:close/>
                <a:moveTo>
                  <a:pt x="1457221" y="83545"/>
                </a:moveTo>
                <a:cubicBezTo>
                  <a:pt x="1463261" y="76251"/>
                  <a:pt x="1473948" y="69416"/>
                  <a:pt x="1480683" y="69416"/>
                </a:cubicBezTo>
                <a:cubicBezTo>
                  <a:pt x="1495553" y="69416"/>
                  <a:pt x="1508327" y="85822"/>
                  <a:pt x="1508327" y="111572"/>
                </a:cubicBezTo>
                <a:cubicBezTo>
                  <a:pt x="1508327" y="130261"/>
                  <a:pt x="1501593" y="153503"/>
                  <a:pt x="1475575" y="153503"/>
                </a:cubicBezTo>
                <a:cubicBezTo>
                  <a:pt x="1471392" y="153503"/>
                  <a:pt x="1463261" y="152363"/>
                  <a:pt x="1459082" y="148718"/>
                </a:cubicBezTo>
                <a:cubicBezTo>
                  <a:pt x="1454435" y="144617"/>
                  <a:pt x="1453506" y="143248"/>
                  <a:pt x="1453506" y="135047"/>
                </a:cubicBezTo>
                <a:lnTo>
                  <a:pt x="1453506" y="93571"/>
                </a:lnTo>
                <a:cubicBezTo>
                  <a:pt x="1453506" y="88786"/>
                  <a:pt x="1454435" y="86736"/>
                  <a:pt x="1457221" y="83545"/>
                </a:cubicBezTo>
                <a:moveTo>
                  <a:pt x="1452808" y="75111"/>
                </a:moveTo>
                <a:cubicBezTo>
                  <a:pt x="1452578" y="68276"/>
                  <a:pt x="1452113" y="62358"/>
                  <a:pt x="1450951" y="60078"/>
                </a:cubicBezTo>
                <a:cubicBezTo>
                  <a:pt x="1450486" y="58938"/>
                  <a:pt x="1450022" y="58257"/>
                  <a:pt x="1448161" y="58257"/>
                </a:cubicBezTo>
                <a:cubicBezTo>
                  <a:pt x="1441657" y="60763"/>
                  <a:pt x="1435617" y="62813"/>
                  <a:pt x="1419588" y="64860"/>
                </a:cubicBezTo>
                <a:cubicBezTo>
                  <a:pt x="1419123" y="66229"/>
                  <a:pt x="1419588" y="69871"/>
                  <a:pt x="1420056" y="71240"/>
                </a:cubicBezTo>
                <a:cubicBezTo>
                  <a:pt x="1432596" y="72380"/>
                  <a:pt x="1435152" y="73516"/>
                  <a:pt x="1435152" y="86736"/>
                </a:cubicBezTo>
                <a:lnTo>
                  <a:pt x="1435152" y="184095"/>
                </a:lnTo>
                <a:cubicBezTo>
                  <a:pt x="1435152" y="203058"/>
                  <a:pt x="1432596" y="204202"/>
                  <a:pt x="1418429" y="204886"/>
                </a:cubicBezTo>
                <a:cubicBezTo>
                  <a:pt x="1417036" y="206252"/>
                  <a:pt x="1417036" y="211034"/>
                  <a:pt x="1418429" y="212399"/>
                </a:cubicBezTo>
                <a:cubicBezTo>
                  <a:pt x="1426560" y="212174"/>
                  <a:pt x="1435152" y="211944"/>
                  <a:pt x="1444446" y="211944"/>
                </a:cubicBezTo>
                <a:cubicBezTo>
                  <a:pt x="1453737" y="211944"/>
                  <a:pt x="1464888" y="212174"/>
                  <a:pt x="1472555" y="212399"/>
                </a:cubicBezTo>
                <a:cubicBezTo>
                  <a:pt x="1473948" y="211034"/>
                  <a:pt x="1473948" y="206252"/>
                  <a:pt x="1472555" y="204886"/>
                </a:cubicBezTo>
                <a:cubicBezTo>
                  <a:pt x="1456062" y="203972"/>
                  <a:pt x="1453506" y="203058"/>
                  <a:pt x="1453506" y="184095"/>
                </a:cubicBezTo>
                <a:lnTo>
                  <a:pt x="1453506" y="159425"/>
                </a:lnTo>
                <a:cubicBezTo>
                  <a:pt x="1453506" y="156464"/>
                  <a:pt x="1454435" y="156693"/>
                  <a:pt x="1456757" y="157830"/>
                </a:cubicBezTo>
                <a:cubicBezTo>
                  <a:pt x="1462566" y="159880"/>
                  <a:pt x="1469535" y="161246"/>
                  <a:pt x="1476968" y="161246"/>
                </a:cubicBezTo>
                <a:cubicBezTo>
                  <a:pt x="1489977" y="161246"/>
                  <a:pt x="1501593" y="157374"/>
                  <a:pt x="1511117" y="148492"/>
                </a:cubicBezTo>
                <a:cubicBezTo>
                  <a:pt x="1522034" y="138008"/>
                  <a:pt x="1528305" y="123878"/>
                  <a:pt x="1528305" y="105421"/>
                </a:cubicBezTo>
                <a:cubicBezTo>
                  <a:pt x="1528305" y="81266"/>
                  <a:pt x="1510883" y="58938"/>
                  <a:pt x="1487187" y="58938"/>
                </a:cubicBezTo>
                <a:cubicBezTo>
                  <a:pt x="1476504" y="58938"/>
                  <a:pt x="1464654" y="66000"/>
                  <a:pt x="1455364" y="76025"/>
                </a:cubicBezTo>
                <a:cubicBezTo>
                  <a:pt x="1453971" y="77391"/>
                  <a:pt x="1453042" y="77391"/>
                  <a:pt x="1452808" y="75111"/>
                </a:cubicBezTo>
                <a:close/>
                <a:moveTo>
                  <a:pt x="1567566" y="94787"/>
                </a:moveTo>
                <a:cubicBezTo>
                  <a:pt x="1571979" y="69162"/>
                  <a:pt x="1588241" y="67122"/>
                  <a:pt x="1593817" y="67122"/>
                </a:cubicBezTo>
                <a:cubicBezTo>
                  <a:pt x="1602643" y="67122"/>
                  <a:pt x="1613096" y="71886"/>
                  <a:pt x="1613096" y="90934"/>
                </a:cubicBezTo>
                <a:cubicBezTo>
                  <a:pt x="1613096" y="92973"/>
                  <a:pt x="1612168" y="94110"/>
                  <a:pt x="1609612" y="94110"/>
                </a:cubicBezTo>
                <a:lnTo>
                  <a:pt x="1567566" y="94787"/>
                </a:lnTo>
                <a:moveTo>
                  <a:pt x="1628427" y="137799"/>
                </a:moveTo>
                <a:cubicBezTo>
                  <a:pt x="1619835" y="146449"/>
                  <a:pt x="1613096" y="150087"/>
                  <a:pt x="1599623" y="150087"/>
                </a:cubicBezTo>
                <a:cubicBezTo>
                  <a:pt x="1591261" y="150087"/>
                  <a:pt x="1581503" y="145309"/>
                  <a:pt x="1574304" y="133705"/>
                </a:cubicBezTo>
                <a:cubicBezTo>
                  <a:pt x="1569657" y="126196"/>
                  <a:pt x="1566867" y="115729"/>
                  <a:pt x="1566867" y="102530"/>
                </a:cubicBezTo>
                <a:lnTo>
                  <a:pt x="1628661" y="102985"/>
                </a:lnTo>
                <a:cubicBezTo>
                  <a:pt x="1631447" y="102985"/>
                  <a:pt x="1633074" y="101620"/>
                  <a:pt x="1633074" y="99114"/>
                </a:cubicBezTo>
                <a:cubicBezTo>
                  <a:pt x="1633074" y="80049"/>
                  <a:pt x="1626105" y="59605"/>
                  <a:pt x="1593817" y="59605"/>
                </a:cubicBezTo>
                <a:cubicBezTo>
                  <a:pt x="1573606" y="59605"/>
                  <a:pt x="1547354" y="78461"/>
                  <a:pt x="1547354" y="112997"/>
                </a:cubicBezTo>
                <a:cubicBezTo>
                  <a:pt x="1547354" y="125740"/>
                  <a:pt x="1550608" y="138028"/>
                  <a:pt x="1558275" y="146674"/>
                </a:cubicBezTo>
                <a:cubicBezTo>
                  <a:pt x="1566173" y="155783"/>
                  <a:pt x="1577090" y="161246"/>
                  <a:pt x="1593817" y="161246"/>
                </a:cubicBezTo>
                <a:cubicBezTo>
                  <a:pt x="1611469" y="161246"/>
                  <a:pt x="1624014" y="153277"/>
                  <a:pt x="1633308" y="141441"/>
                </a:cubicBezTo>
                <a:cubicBezTo>
                  <a:pt x="1632609" y="139165"/>
                  <a:pt x="1631216" y="138028"/>
                  <a:pt x="1628427" y="137799"/>
                </a:cubicBezTo>
                <a:close/>
                <a:moveTo>
                  <a:pt x="1685341" y="77394"/>
                </a:moveTo>
                <a:cubicBezTo>
                  <a:pt x="1683948" y="78990"/>
                  <a:pt x="1682555" y="79448"/>
                  <a:pt x="1682555" y="77394"/>
                </a:cubicBezTo>
                <a:cubicBezTo>
                  <a:pt x="1682321" y="71240"/>
                  <a:pt x="1681857" y="62358"/>
                  <a:pt x="1680694" y="60078"/>
                </a:cubicBezTo>
                <a:cubicBezTo>
                  <a:pt x="1680230" y="58938"/>
                  <a:pt x="1679765" y="58257"/>
                  <a:pt x="1677908" y="58257"/>
                </a:cubicBezTo>
                <a:cubicBezTo>
                  <a:pt x="1671404" y="60763"/>
                  <a:pt x="1665364" y="62813"/>
                  <a:pt x="1649335" y="64860"/>
                </a:cubicBezTo>
                <a:cubicBezTo>
                  <a:pt x="1648870" y="66229"/>
                  <a:pt x="1649335" y="69871"/>
                  <a:pt x="1649799" y="71240"/>
                </a:cubicBezTo>
                <a:cubicBezTo>
                  <a:pt x="1662344" y="72380"/>
                  <a:pt x="1664899" y="73520"/>
                  <a:pt x="1664899" y="86743"/>
                </a:cubicBezTo>
                <a:lnTo>
                  <a:pt x="1664899" y="131203"/>
                </a:lnTo>
                <a:cubicBezTo>
                  <a:pt x="1664899" y="149899"/>
                  <a:pt x="1662578" y="150813"/>
                  <a:pt x="1648637" y="151953"/>
                </a:cubicBezTo>
                <a:cubicBezTo>
                  <a:pt x="1647244" y="153319"/>
                  <a:pt x="1647244" y="158101"/>
                  <a:pt x="1648637" y="159466"/>
                </a:cubicBezTo>
                <a:cubicBezTo>
                  <a:pt x="1655609" y="159241"/>
                  <a:pt x="1664899" y="159011"/>
                  <a:pt x="1674190" y="159011"/>
                </a:cubicBezTo>
                <a:cubicBezTo>
                  <a:pt x="1683484" y="159011"/>
                  <a:pt x="1690452" y="159241"/>
                  <a:pt x="1697421" y="159466"/>
                </a:cubicBezTo>
                <a:cubicBezTo>
                  <a:pt x="1698814" y="158101"/>
                  <a:pt x="1698814" y="153319"/>
                  <a:pt x="1697421" y="151953"/>
                </a:cubicBezTo>
                <a:cubicBezTo>
                  <a:pt x="1685575" y="150813"/>
                  <a:pt x="1683250" y="149899"/>
                  <a:pt x="1683250" y="131203"/>
                </a:cubicBezTo>
                <a:lnTo>
                  <a:pt x="1683250" y="93811"/>
                </a:lnTo>
                <a:cubicBezTo>
                  <a:pt x="1683250" y="89022"/>
                  <a:pt x="1685341" y="86287"/>
                  <a:pt x="1687199" y="84237"/>
                </a:cubicBezTo>
                <a:cubicBezTo>
                  <a:pt x="1696028" y="75799"/>
                  <a:pt x="1706481" y="70781"/>
                  <a:pt x="1715541" y="70781"/>
                </a:cubicBezTo>
                <a:cubicBezTo>
                  <a:pt x="1720188" y="70781"/>
                  <a:pt x="1725066" y="73746"/>
                  <a:pt x="1727852" y="78990"/>
                </a:cubicBezTo>
                <a:cubicBezTo>
                  <a:pt x="1730177" y="83552"/>
                  <a:pt x="1730641" y="89707"/>
                  <a:pt x="1730641" y="96546"/>
                </a:cubicBezTo>
                <a:lnTo>
                  <a:pt x="1730641" y="131203"/>
                </a:lnTo>
                <a:cubicBezTo>
                  <a:pt x="1730641" y="149899"/>
                  <a:pt x="1728316" y="150813"/>
                  <a:pt x="1716236" y="151953"/>
                </a:cubicBezTo>
                <a:cubicBezTo>
                  <a:pt x="1715077" y="153319"/>
                  <a:pt x="1715077" y="158101"/>
                  <a:pt x="1716236" y="159466"/>
                </a:cubicBezTo>
                <a:cubicBezTo>
                  <a:pt x="1723208" y="159241"/>
                  <a:pt x="1730641" y="159011"/>
                  <a:pt x="1739932" y="159011"/>
                </a:cubicBezTo>
                <a:cubicBezTo>
                  <a:pt x="1749226" y="159011"/>
                  <a:pt x="1757588" y="159241"/>
                  <a:pt x="1764556" y="159466"/>
                </a:cubicBezTo>
                <a:cubicBezTo>
                  <a:pt x="1765719" y="158101"/>
                  <a:pt x="1765719" y="153319"/>
                  <a:pt x="1764556" y="151953"/>
                </a:cubicBezTo>
                <a:cubicBezTo>
                  <a:pt x="1751548" y="150813"/>
                  <a:pt x="1748992" y="149899"/>
                  <a:pt x="1748992" y="131203"/>
                </a:cubicBezTo>
                <a:lnTo>
                  <a:pt x="1748992" y="97230"/>
                </a:lnTo>
                <a:cubicBezTo>
                  <a:pt x="1748992" y="84692"/>
                  <a:pt x="1748063" y="73746"/>
                  <a:pt x="1742722" y="66684"/>
                </a:cubicBezTo>
                <a:cubicBezTo>
                  <a:pt x="1738769" y="61673"/>
                  <a:pt x="1731570" y="58938"/>
                  <a:pt x="1723439" y="58938"/>
                </a:cubicBezTo>
                <a:cubicBezTo>
                  <a:pt x="1712057" y="58938"/>
                  <a:pt x="1699048" y="61899"/>
                  <a:pt x="1685341" y="77394"/>
                </a:cubicBezTo>
                <a:close/>
                <a:moveTo>
                  <a:pt x="1848647" y="130717"/>
                </a:moveTo>
                <a:cubicBezTo>
                  <a:pt x="1848647" y="135047"/>
                  <a:pt x="1848183" y="136871"/>
                  <a:pt x="1844932" y="139606"/>
                </a:cubicBezTo>
                <a:cubicBezTo>
                  <a:pt x="1836337" y="146897"/>
                  <a:pt x="1828904" y="150542"/>
                  <a:pt x="1823094" y="150542"/>
                </a:cubicBezTo>
                <a:cubicBezTo>
                  <a:pt x="1810553" y="150542"/>
                  <a:pt x="1797544" y="137097"/>
                  <a:pt x="1797544" y="108611"/>
                </a:cubicBezTo>
                <a:cubicBezTo>
                  <a:pt x="1797544" y="92205"/>
                  <a:pt x="1800795" y="83090"/>
                  <a:pt x="1804279" y="78305"/>
                </a:cubicBezTo>
                <a:cubicBezTo>
                  <a:pt x="1811482" y="67595"/>
                  <a:pt x="1821236" y="66910"/>
                  <a:pt x="1825883" y="66910"/>
                </a:cubicBezTo>
                <a:cubicBezTo>
                  <a:pt x="1834245" y="66910"/>
                  <a:pt x="1840055" y="69874"/>
                  <a:pt x="1844698" y="75115"/>
                </a:cubicBezTo>
                <a:cubicBezTo>
                  <a:pt x="1847952" y="78760"/>
                  <a:pt x="1848647" y="80355"/>
                  <a:pt x="1848647" y="87420"/>
                </a:cubicBezTo>
                <a:lnTo>
                  <a:pt x="1848647" y="130717"/>
                </a:lnTo>
                <a:moveTo>
                  <a:pt x="1846095" y="147581"/>
                </a:moveTo>
                <a:cubicBezTo>
                  <a:pt x="1847254" y="146671"/>
                  <a:pt x="1849345" y="146212"/>
                  <a:pt x="1849579" y="147807"/>
                </a:cubicBezTo>
                <a:cubicBezTo>
                  <a:pt x="1850274" y="153277"/>
                  <a:pt x="1852135" y="161246"/>
                  <a:pt x="1852135" y="161246"/>
                </a:cubicBezTo>
                <a:cubicBezTo>
                  <a:pt x="1853992" y="161930"/>
                  <a:pt x="1855151" y="161704"/>
                  <a:pt x="1856548" y="161246"/>
                </a:cubicBezTo>
                <a:cubicBezTo>
                  <a:pt x="1861656" y="157138"/>
                  <a:pt x="1869787" y="153722"/>
                  <a:pt x="1883959" y="152127"/>
                </a:cubicBezTo>
                <a:cubicBezTo>
                  <a:pt x="1885352" y="150761"/>
                  <a:pt x="1885352" y="147345"/>
                  <a:pt x="1883959" y="145979"/>
                </a:cubicBezTo>
                <a:cubicBezTo>
                  <a:pt x="1869092" y="144840"/>
                  <a:pt x="1867001" y="140510"/>
                  <a:pt x="1867001" y="129344"/>
                </a:cubicBezTo>
                <a:lnTo>
                  <a:pt x="1867001" y="26119"/>
                </a:lnTo>
                <a:cubicBezTo>
                  <a:pt x="1867001" y="11308"/>
                  <a:pt x="1867930" y="2248"/>
                  <a:pt x="1867930" y="2248"/>
                </a:cubicBezTo>
                <a:cubicBezTo>
                  <a:pt x="1867930" y="678"/>
                  <a:pt x="1867001" y="0"/>
                  <a:pt x="1864910" y="0"/>
                </a:cubicBezTo>
                <a:cubicBezTo>
                  <a:pt x="1859104" y="2248"/>
                  <a:pt x="1841678" y="5393"/>
                  <a:pt x="1832388" y="6068"/>
                </a:cubicBezTo>
                <a:cubicBezTo>
                  <a:pt x="1831924" y="7892"/>
                  <a:pt x="1832388" y="11534"/>
                  <a:pt x="1833781" y="12900"/>
                </a:cubicBezTo>
                <a:cubicBezTo>
                  <a:pt x="1845861" y="13584"/>
                  <a:pt x="1848647" y="12444"/>
                  <a:pt x="1848647" y="31589"/>
                </a:cubicBezTo>
                <a:lnTo>
                  <a:pt x="1848647" y="60763"/>
                </a:lnTo>
                <a:cubicBezTo>
                  <a:pt x="1848647" y="62358"/>
                  <a:pt x="1848183" y="62813"/>
                  <a:pt x="1846559" y="62813"/>
                </a:cubicBezTo>
                <a:cubicBezTo>
                  <a:pt x="1845627" y="62813"/>
                  <a:pt x="1836106" y="58938"/>
                  <a:pt x="1828439" y="58938"/>
                </a:cubicBezTo>
                <a:cubicBezTo>
                  <a:pt x="1813105" y="58938"/>
                  <a:pt x="1802886" y="63949"/>
                  <a:pt x="1793592" y="72606"/>
                </a:cubicBezTo>
                <a:cubicBezTo>
                  <a:pt x="1783603" y="82406"/>
                  <a:pt x="1777563" y="95851"/>
                  <a:pt x="1777563" y="112712"/>
                </a:cubicBezTo>
                <a:cubicBezTo>
                  <a:pt x="1777563" y="140746"/>
                  <a:pt x="1791969" y="161246"/>
                  <a:pt x="1817057" y="161246"/>
                </a:cubicBezTo>
                <a:cubicBezTo>
                  <a:pt x="1826114" y="161246"/>
                  <a:pt x="1834710" y="156693"/>
                  <a:pt x="1846095" y="147581"/>
                </a:cubicBezTo>
                <a:close/>
                <a:moveTo>
                  <a:pt x="1914854" y="94787"/>
                </a:moveTo>
                <a:cubicBezTo>
                  <a:pt x="1919267" y="69162"/>
                  <a:pt x="1935530" y="67122"/>
                  <a:pt x="1941106" y="67122"/>
                </a:cubicBezTo>
                <a:cubicBezTo>
                  <a:pt x="1949932" y="67122"/>
                  <a:pt x="1960385" y="71886"/>
                  <a:pt x="1960385" y="90934"/>
                </a:cubicBezTo>
                <a:cubicBezTo>
                  <a:pt x="1960385" y="92973"/>
                  <a:pt x="1959456" y="94110"/>
                  <a:pt x="1956901" y="94110"/>
                </a:cubicBezTo>
                <a:lnTo>
                  <a:pt x="1914854" y="94787"/>
                </a:lnTo>
                <a:moveTo>
                  <a:pt x="1975716" y="137799"/>
                </a:moveTo>
                <a:cubicBezTo>
                  <a:pt x="1967123" y="146449"/>
                  <a:pt x="1960385" y="150087"/>
                  <a:pt x="1946912" y="150087"/>
                </a:cubicBezTo>
                <a:cubicBezTo>
                  <a:pt x="1938550" y="150087"/>
                  <a:pt x="1928792" y="145309"/>
                  <a:pt x="1921593" y="133705"/>
                </a:cubicBezTo>
                <a:cubicBezTo>
                  <a:pt x="1916946" y="126196"/>
                  <a:pt x="1914156" y="115729"/>
                  <a:pt x="1914156" y="102530"/>
                </a:cubicBezTo>
                <a:lnTo>
                  <a:pt x="1975950" y="102985"/>
                </a:lnTo>
                <a:cubicBezTo>
                  <a:pt x="1978736" y="102985"/>
                  <a:pt x="1980363" y="101620"/>
                  <a:pt x="1980363" y="99114"/>
                </a:cubicBezTo>
                <a:cubicBezTo>
                  <a:pt x="1980363" y="80049"/>
                  <a:pt x="1973394" y="59605"/>
                  <a:pt x="1941106" y="59605"/>
                </a:cubicBezTo>
                <a:cubicBezTo>
                  <a:pt x="1920894" y="59605"/>
                  <a:pt x="1894643" y="78461"/>
                  <a:pt x="1894643" y="112997"/>
                </a:cubicBezTo>
                <a:cubicBezTo>
                  <a:pt x="1894643" y="125740"/>
                  <a:pt x="1897897" y="138028"/>
                  <a:pt x="1905564" y="146674"/>
                </a:cubicBezTo>
                <a:cubicBezTo>
                  <a:pt x="1913461" y="155783"/>
                  <a:pt x="1924379" y="161246"/>
                  <a:pt x="1941106" y="161246"/>
                </a:cubicBezTo>
                <a:cubicBezTo>
                  <a:pt x="1958758" y="161246"/>
                  <a:pt x="1971303" y="153277"/>
                  <a:pt x="1980597" y="141441"/>
                </a:cubicBezTo>
                <a:cubicBezTo>
                  <a:pt x="1979898" y="139165"/>
                  <a:pt x="1978505" y="138028"/>
                  <a:pt x="1975716" y="137799"/>
                </a:cubicBezTo>
                <a:close/>
                <a:moveTo>
                  <a:pt x="2032630" y="77394"/>
                </a:moveTo>
                <a:cubicBezTo>
                  <a:pt x="2031237" y="78990"/>
                  <a:pt x="2029844" y="79448"/>
                  <a:pt x="2029844" y="77394"/>
                </a:cubicBezTo>
                <a:cubicBezTo>
                  <a:pt x="2029610" y="71240"/>
                  <a:pt x="2029146" y="62358"/>
                  <a:pt x="2027983" y="60078"/>
                </a:cubicBezTo>
                <a:cubicBezTo>
                  <a:pt x="2027519" y="58938"/>
                  <a:pt x="2027054" y="58257"/>
                  <a:pt x="2025197" y="58257"/>
                </a:cubicBezTo>
                <a:cubicBezTo>
                  <a:pt x="2018693" y="60763"/>
                  <a:pt x="2012652" y="62813"/>
                  <a:pt x="1996624" y="64860"/>
                </a:cubicBezTo>
                <a:cubicBezTo>
                  <a:pt x="1996159" y="66229"/>
                  <a:pt x="1996624" y="69871"/>
                  <a:pt x="1997088" y="71240"/>
                </a:cubicBezTo>
                <a:cubicBezTo>
                  <a:pt x="2009632" y="72380"/>
                  <a:pt x="2012188" y="73520"/>
                  <a:pt x="2012188" y="86743"/>
                </a:cubicBezTo>
                <a:lnTo>
                  <a:pt x="2012188" y="131203"/>
                </a:lnTo>
                <a:cubicBezTo>
                  <a:pt x="2012188" y="149899"/>
                  <a:pt x="2009866" y="150813"/>
                  <a:pt x="1995925" y="151953"/>
                </a:cubicBezTo>
                <a:cubicBezTo>
                  <a:pt x="1994532" y="153319"/>
                  <a:pt x="1994532" y="158101"/>
                  <a:pt x="1995925" y="159466"/>
                </a:cubicBezTo>
                <a:cubicBezTo>
                  <a:pt x="2002898" y="159241"/>
                  <a:pt x="2012188" y="159011"/>
                  <a:pt x="2021479" y="159011"/>
                </a:cubicBezTo>
                <a:cubicBezTo>
                  <a:pt x="2030773" y="159011"/>
                  <a:pt x="2037741" y="159241"/>
                  <a:pt x="2044710" y="159466"/>
                </a:cubicBezTo>
                <a:cubicBezTo>
                  <a:pt x="2046103" y="158101"/>
                  <a:pt x="2046103" y="153319"/>
                  <a:pt x="2044710" y="151953"/>
                </a:cubicBezTo>
                <a:cubicBezTo>
                  <a:pt x="2032864" y="150813"/>
                  <a:pt x="2030539" y="149899"/>
                  <a:pt x="2030539" y="131203"/>
                </a:cubicBezTo>
                <a:lnTo>
                  <a:pt x="2030539" y="93811"/>
                </a:lnTo>
                <a:cubicBezTo>
                  <a:pt x="2030539" y="89022"/>
                  <a:pt x="2032630" y="86287"/>
                  <a:pt x="2034487" y="84237"/>
                </a:cubicBezTo>
                <a:cubicBezTo>
                  <a:pt x="2043317" y="75799"/>
                  <a:pt x="2053770" y="70781"/>
                  <a:pt x="2062830" y="70781"/>
                </a:cubicBezTo>
                <a:cubicBezTo>
                  <a:pt x="2067477" y="70781"/>
                  <a:pt x="2072355" y="73746"/>
                  <a:pt x="2075141" y="78990"/>
                </a:cubicBezTo>
                <a:cubicBezTo>
                  <a:pt x="2077466" y="83552"/>
                  <a:pt x="2077930" y="89707"/>
                  <a:pt x="2077930" y="96546"/>
                </a:cubicBezTo>
                <a:lnTo>
                  <a:pt x="2077930" y="131203"/>
                </a:lnTo>
                <a:cubicBezTo>
                  <a:pt x="2077930" y="149899"/>
                  <a:pt x="2075605" y="150813"/>
                  <a:pt x="2063525" y="151953"/>
                </a:cubicBezTo>
                <a:cubicBezTo>
                  <a:pt x="2062366" y="153319"/>
                  <a:pt x="2062366" y="158101"/>
                  <a:pt x="2063525" y="159466"/>
                </a:cubicBezTo>
                <a:cubicBezTo>
                  <a:pt x="2070497" y="159241"/>
                  <a:pt x="2077930" y="159011"/>
                  <a:pt x="2087221" y="159011"/>
                </a:cubicBezTo>
                <a:cubicBezTo>
                  <a:pt x="2096515" y="159011"/>
                  <a:pt x="2104877" y="159241"/>
                  <a:pt x="2111845" y="159466"/>
                </a:cubicBezTo>
                <a:cubicBezTo>
                  <a:pt x="2113008" y="158101"/>
                  <a:pt x="2113008" y="153319"/>
                  <a:pt x="2111845" y="151953"/>
                </a:cubicBezTo>
                <a:cubicBezTo>
                  <a:pt x="2098836" y="150813"/>
                  <a:pt x="2096281" y="149899"/>
                  <a:pt x="2096281" y="131203"/>
                </a:cubicBezTo>
                <a:lnTo>
                  <a:pt x="2096281" y="97230"/>
                </a:lnTo>
                <a:cubicBezTo>
                  <a:pt x="2096281" y="84692"/>
                  <a:pt x="2095352" y="73746"/>
                  <a:pt x="2090010" y="66684"/>
                </a:cubicBezTo>
                <a:cubicBezTo>
                  <a:pt x="2086058" y="61673"/>
                  <a:pt x="2078859" y="58938"/>
                  <a:pt x="2070728" y="58938"/>
                </a:cubicBezTo>
                <a:cubicBezTo>
                  <a:pt x="2059346" y="58938"/>
                  <a:pt x="2046337" y="61899"/>
                  <a:pt x="2032630" y="77394"/>
                </a:cubicBezTo>
                <a:close/>
                <a:moveTo>
                  <a:pt x="2208250" y="138237"/>
                </a:moveTo>
                <a:cubicBezTo>
                  <a:pt x="2207322" y="136187"/>
                  <a:pt x="2205461" y="135276"/>
                  <a:pt x="2203373" y="135047"/>
                </a:cubicBezTo>
                <a:cubicBezTo>
                  <a:pt x="2195472" y="145076"/>
                  <a:pt x="2185483" y="150087"/>
                  <a:pt x="2175494" y="150087"/>
                </a:cubicBezTo>
                <a:cubicBezTo>
                  <a:pt x="2158537" y="150087"/>
                  <a:pt x="2144365" y="133226"/>
                  <a:pt x="2144365" y="106561"/>
                </a:cubicBezTo>
                <a:cubicBezTo>
                  <a:pt x="2144365" y="81495"/>
                  <a:pt x="2155517" y="66455"/>
                  <a:pt x="2170851" y="66455"/>
                </a:cubicBezTo>
                <a:cubicBezTo>
                  <a:pt x="2184554" y="66455"/>
                  <a:pt x="2186412" y="74430"/>
                  <a:pt x="2187344" y="82406"/>
                </a:cubicBezTo>
                <a:cubicBezTo>
                  <a:pt x="2188039" y="88560"/>
                  <a:pt x="2191293" y="90610"/>
                  <a:pt x="2196170" y="90610"/>
                </a:cubicBezTo>
                <a:cubicBezTo>
                  <a:pt x="2201048" y="90610"/>
                  <a:pt x="2207552" y="87650"/>
                  <a:pt x="2207552" y="80585"/>
                </a:cubicBezTo>
                <a:cubicBezTo>
                  <a:pt x="2207552" y="68050"/>
                  <a:pt x="2194313" y="58938"/>
                  <a:pt x="2172010" y="58938"/>
                </a:cubicBezTo>
                <a:cubicBezTo>
                  <a:pt x="2149012" y="58938"/>
                  <a:pt x="2124388" y="79215"/>
                  <a:pt x="2124388" y="111576"/>
                </a:cubicBezTo>
                <a:cubicBezTo>
                  <a:pt x="2124388" y="140972"/>
                  <a:pt x="2141115" y="161246"/>
                  <a:pt x="2170383" y="161246"/>
                </a:cubicBezTo>
                <a:cubicBezTo>
                  <a:pt x="2184324" y="161246"/>
                  <a:pt x="2196634" y="156919"/>
                  <a:pt x="2208250" y="138237"/>
                </a:cubicBezTo>
                <a:close/>
                <a:moveTo>
                  <a:pt x="2236127" y="22498"/>
                </a:moveTo>
                <a:cubicBezTo>
                  <a:pt x="2236127" y="28420"/>
                  <a:pt x="2241702" y="34341"/>
                  <a:pt x="2247275" y="34341"/>
                </a:cubicBezTo>
                <a:cubicBezTo>
                  <a:pt x="2253779" y="34341"/>
                  <a:pt x="2259355" y="28194"/>
                  <a:pt x="2259355" y="23408"/>
                </a:cubicBezTo>
                <a:cubicBezTo>
                  <a:pt x="2259355" y="17946"/>
                  <a:pt x="2254477" y="11565"/>
                  <a:pt x="2248207" y="11565"/>
                </a:cubicBezTo>
                <a:cubicBezTo>
                  <a:pt x="2242631" y="11565"/>
                  <a:pt x="2236127" y="17032"/>
                  <a:pt x="2236127" y="22498"/>
                </a:cubicBezTo>
                <a:moveTo>
                  <a:pt x="2257267" y="131224"/>
                </a:moveTo>
                <a:lnTo>
                  <a:pt x="2257267" y="85898"/>
                </a:lnTo>
                <a:cubicBezTo>
                  <a:pt x="2257267" y="74510"/>
                  <a:pt x="2258196" y="59883"/>
                  <a:pt x="2258196" y="59883"/>
                </a:cubicBezTo>
                <a:cubicBezTo>
                  <a:pt x="2258196" y="58962"/>
                  <a:pt x="2257033" y="58271"/>
                  <a:pt x="2255175" y="58271"/>
                </a:cubicBezTo>
                <a:cubicBezTo>
                  <a:pt x="2248671" y="60804"/>
                  <a:pt x="2239377" y="62875"/>
                  <a:pt x="2223348" y="64943"/>
                </a:cubicBezTo>
                <a:cubicBezTo>
                  <a:pt x="2222884" y="66312"/>
                  <a:pt x="2223348" y="69954"/>
                  <a:pt x="2223813" y="71323"/>
                </a:cubicBezTo>
                <a:cubicBezTo>
                  <a:pt x="2236591" y="72460"/>
                  <a:pt x="2238913" y="73829"/>
                  <a:pt x="2238913" y="86812"/>
                </a:cubicBezTo>
                <a:lnTo>
                  <a:pt x="2238913" y="131224"/>
                </a:lnTo>
                <a:cubicBezTo>
                  <a:pt x="2238913" y="150129"/>
                  <a:pt x="2236357" y="150813"/>
                  <a:pt x="2222189" y="151953"/>
                </a:cubicBezTo>
                <a:cubicBezTo>
                  <a:pt x="2220793" y="153319"/>
                  <a:pt x="2220793" y="158101"/>
                  <a:pt x="2222189" y="159466"/>
                </a:cubicBezTo>
                <a:cubicBezTo>
                  <a:pt x="2229853" y="159241"/>
                  <a:pt x="2238913" y="159011"/>
                  <a:pt x="2248207" y="159011"/>
                </a:cubicBezTo>
                <a:cubicBezTo>
                  <a:pt x="2257497" y="159011"/>
                  <a:pt x="2266323" y="159241"/>
                  <a:pt x="2273990" y="159466"/>
                </a:cubicBezTo>
                <a:cubicBezTo>
                  <a:pt x="2275383" y="158101"/>
                  <a:pt x="2275383" y="153319"/>
                  <a:pt x="2273990" y="151953"/>
                </a:cubicBezTo>
                <a:cubicBezTo>
                  <a:pt x="2259819" y="151043"/>
                  <a:pt x="2257267" y="150129"/>
                  <a:pt x="2257267" y="131224"/>
                </a:cubicBezTo>
                <a:close/>
                <a:moveTo>
                  <a:pt x="2306978" y="94787"/>
                </a:moveTo>
                <a:cubicBezTo>
                  <a:pt x="2311391" y="69162"/>
                  <a:pt x="2327653" y="67122"/>
                  <a:pt x="2333229" y="67122"/>
                </a:cubicBezTo>
                <a:cubicBezTo>
                  <a:pt x="2342055" y="67122"/>
                  <a:pt x="2352508" y="71886"/>
                  <a:pt x="2352508" y="90934"/>
                </a:cubicBezTo>
                <a:cubicBezTo>
                  <a:pt x="2352508" y="92973"/>
                  <a:pt x="2351580" y="94110"/>
                  <a:pt x="2349024" y="94110"/>
                </a:cubicBezTo>
                <a:lnTo>
                  <a:pt x="2306978" y="94787"/>
                </a:lnTo>
                <a:moveTo>
                  <a:pt x="2367839" y="137799"/>
                </a:moveTo>
                <a:cubicBezTo>
                  <a:pt x="2359247" y="146449"/>
                  <a:pt x="2352508" y="150087"/>
                  <a:pt x="2339035" y="150087"/>
                </a:cubicBezTo>
                <a:cubicBezTo>
                  <a:pt x="2330673" y="150087"/>
                  <a:pt x="2320915" y="145309"/>
                  <a:pt x="2313716" y="133705"/>
                </a:cubicBezTo>
                <a:cubicBezTo>
                  <a:pt x="2309069" y="126196"/>
                  <a:pt x="2306279" y="115729"/>
                  <a:pt x="2306279" y="102530"/>
                </a:cubicBezTo>
                <a:lnTo>
                  <a:pt x="2368073" y="102985"/>
                </a:lnTo>
                <a:cubicBezTo>
                  <a:pt x="2370859" y="102985"/>
                  <a:pt x="2372486" y="101620"/>
                  <a:pt x="2372486" y="99114"/>
                </a:cubicBezTo>
                <a:cubicBezTo>
                  <a:pt x="2372486" y="80049"/>
                  <a:pt x="2365517" y="59605"/>
                  <a:pt x="2333229" y="59605"/>
                </a:cubicBezTo>
                <a:cubicBezTo>
                  <a:pt x="2313018" y="59605"/>
                  <a:pt x="2286766" y="78461"/>
                  <a:pt x="2286766" y="112997"/>
                </a:cubicBezTo>
                <a:cubicBezTo>
                  <a:pt x="2286766" y="125740"/>
                  <a:pt x="2290020" y="138028"/>
                  <a:pt x="2297687" y="146674"/>
                </a:cubicBezTo>
                <a:cubicBezTo>
                  <a:pt x="2305585" y="155783"/>
                  <a:pt x="2316502" y="161246"/>
                  <a:pt x="2333229" y="161246"/>
                </a:cubicBezTo>
                <a:cubicBezTo>
                  <a:pt x="2350881" y="161246"/>
                  <a:pt x="2363426" y="153277"/>
                  <a:pt x="2372720" y="141441"/>
                </a:cubicBezTo>
                <a:cubicBezTo>
                  <a:pt x="2372022" y="139165"/>
                  <a:pt x="2370629" y="138028"/>
                  <a:pt x="2367839" y="137799"/>
                </a:cubicBezTo>
                <a:close/>
                <a:moveTo>
                  <a:pt x="2393160" y="127527"/>
                </a:moveTo>
                <a:cubicBezTo>
                  <a:pt x="2394089" y="138692"/>
                  <a:pt x="2394787" y="149402"/>
                  <a:pt x="2394787" y="158969"/>
                </a:cubicBezTo>
                <a:cubicBezTo>
                  <a:pt x="2397109" y="158514"/>
                  <a:pt x="2399434" y="158288"/>
                  <a:pt x="2400593" y="158288"/>
                </a:cubicBezTo>
                <a:cubicBezTo>
                  <a:pt x="2402220" y="158288"/>
                  <a:pt x="2403613" y="158288"/>
                  <a:pt x="2405240" y="158744"/>
                </a:cubicBezTo>
                <a:cubicBezTo>
                  <a:pt x="2411514" y="160335"/>
                  <a:pt x="2417785" y="161246"/>
                  <a:pt x="2426380" y="161246"/>
                </a:cubicBezTo>
                <a:cubicBezTo>
                  <a:pt x="2439389" y="161246"/>
                  <a:pt x="2463315" y="155098"/>
                  <a:pt x="2463315" y="132538"/>
                </a:cubicBezTo>
                <a:cubicBezTo>
                  <a:pt x="2463315" y="117046"/>
                  <a:pt x="2451933" y="107930"/>
                  <a:pt x="2436135" y="102231"/>
                </a:cubicBezTo>
                <a:cubicBezTo>
                  <a:pt x="2422198" y="96991"/>
                  <a:pt x="2412907" y="93571"/>
                  <a:pt x="2412907" y="81040"/>
                </a:cubicBezTo>
                <a:cubicBezTo>
                  <a:pt x="2412907" y="71695"/>
                  <a:pt x="2421269" y="66455"/>
                  <a:pt x="2429166" y="66455"/>
                </a:cubicBezTo>
                <a:cubicBezTo>
                  <a:pt x="2434278" y="66455"/>
                  <a:pt x="2447751" y="68279"/>
                  <a:pt x="2450771" y="87650"/>
                </a:cubicBezTo>
                <a:cubicBezTo>
                  <a:pt x="2452164" y="89015"/>
                  <a:pt x="2456811" y="88786"/>
                  <a:pt x="2458204" y="87420"/>
                </a:cubicBezTo>
                <a:cubicBezTo>
                  <a:pt x="2458902" y="79215"/>
                  <a:pt x="2459367" y="70785"/>
                  <a:pt x="2459600" y="63268"/>
                </a:cubicBezTo>
                <a:cubicBezTo>
                  <a:pt x="2452398" y="62128"/>
                  <a:pt x="2441246" y="58938"/>
                  <a:pt x="2429166" y="58938"/>
                </a:cubicBezTo>
                <a:cubicBezTo>
                  <a:pt x="2411978" y="58938"/>
                  <a:pt x="2396414" y="69874"/>
                  <a:pt x="2396414" y="84459"/>
                </a:cubicBezTo>
                <a:cubicBezTo>
                  <a:pt x="2396414" y="101091"/>
                  <a:pt x="2404077" y="108156"/>
                  <a:pt x="2421967" y="115451"/>
                </a:cubicBezTo>
                <a:cubicBezTo>
                  <a:pt x="2441246" y="123197"/>
                  <a:pt x="2445659" y="127982"/>
                  <a:pt x="2445659" y="137782"/>
                </a:cubicBezTo>
                <a:cubicBezTo>
                  <a:pt x="2445659" y="148947"/>
                  <a:pt x="2434512" y="153732"/>
                  <a:pt x="2425916" y="153732"/>
                </a:cubicBezTo>
                <a:cubicBezTo>
                  <a:pt x="2416856" y="153732"/>
                  <a:pt x="2411744" y="150768"/>
                  <a:pt x="2409423" y="148263"/>
                </a:cubicBezTo>
                <a:cubicBezTo>
                  <a:pt x="2404311" y="143022"/>
                  <a:pt x="2401756" y="132996"/>
                  <a:pt x="2400363" y="127297"/>
                </a:cubicBezTo>
                <a:cubicBezTo>
                  <a:pt x="2398970" y="125931"/>
                  <a:pt x="2394553" y="126157"/>
                  <a:pt x="2393160" y="127527"/>
                </a:cubicBezTo>
                <a:close/>
                <a:moveTo>
                  <a:pt x="2496766" y="137399"/>
                </a:moveTo>
                <a:cubicBezTo>
                  <a:pt x="2489567" y="137399"/>
                  <a:pt x="2484455" y="142181"/>
                  <a:pt x="2484455" y="148558"/>
                </a:cubicBezTo>
                <a:cubicBezTo>
                  <a:pt x="2484455" y="155619"/>
                  <a:pt x="2490495" y="157896"/>
                  <a:pt x="2494675" y="158577"/>
                </a:cubicBezTo>
                <a:cubicBezTo>
                  <a:pt x="2499091" y="159032"/>
                  <a:pt x="2503040" y="160398"/>
                  <a:pt x="2503040" y="165624"/>
                </a:cubicBezTo>
                <a:cubicBezTo>
                  <a:pt x="2503040" y="170396"/>
                  <a:pt x="2494675" y="180849"/>
                  <a:pt x="2482598" y="183806"/>
                </a:cubicBezTo>
                <a:cubicBezTo>
                  <a:pt x="2482598" y="186082"/>
                  <a:pt x="2483062" y="187677"/>
                  <a:pt x="2484686" y="189269"/>
                </a:cubicBezTo>
                <a:cubicBezTo>
                  <a:pt x="2498627" y="186767"/>
                  <a:pt x="2512100" y="175852"/>
                  <a:pt x="2512100" y="159943"/>
                </a:cubicBezTo>
                <a:cubicBezTo>
                  <a:pt x="2512100" y="146282"/>
                  <a:pt x="2506060" y="137399"/>
                  <a:pt x="2496766" y="137399"/>
                </a:cubicBezTo>
                <a:close/>
                <a:moveTo>
                  <a:pt x="2603859" y="61385"/>
                </a:moveTo>
                <a:cubicBezTo>
                  <a:pt x="2600605" y="61385"/>
                  <a:pt x="2599676" y="64119"/>
                  <a:pt x="2599676" y="65940"/>
                </a:cubicBezTo>
                <a:lnTo>
                  <a:pt x="2599676" y="68901"/>
                </a:lnTo>
                <a:cubicBezTo>
                  <a:pt x="2599676" y="70041"/>
                  <a:pt x="2599906" y="70267"/>
                  <a:pt x="2600839" y="70267"/>
                </a:cubicBezTo>
                <a:lnTo>
                  <a:pt x="2614542" y="70267"/>
                </a:lnTo>
                <a:lnTo>
                  <a:pt x="2614542" y="138716"/>
                </a:lnTo>
                <a:cubicBezTo>
                  <a:pt x="2614542" y="154869"/>
                  <a:pt x="2621745" y="161246"/>
                  <a:pt x="2632428" y="161246"/>
                </a:cubicBezTo>
                <a:cubicBezTo>
                  <a:pt x="2643115" y="161246"/>
                  <a:pt x="2654731" y="156238"/>
                  <a:pt x="2663791" y="146219"/>
                </a:cubicBezTo>
                <a:cubicBezTo>
                  <a:pt x="2663327" y="143947"/>
                  <a:pt x="2661934" y="142581"/>
                  <a:pt x="2659608" y="142355"/>
                </a:cubicBezTo>
                <a:cubicBezTo>
                  <a:pt x="2653568" y="146904"/>
                  <a:pt x="2646600" y="148721"/>
                  <a:pt x="2640560" y="148721"/>
                </a:cubicBezTo>
                <a:cubicBezTo>
                  <a:pt x="2634289" y="148721"/>
                  <a:pt x="2632896" y="141900"/>
                  <a:pt x="2632896" y="127801"/>
                </a:cubicBezTo>
                <a:lnTo>
                  <a:pt x="2632896" y="70267"/>
                </a:lnTo>
                <a:lnTo>
                  <a:pt x="2657053" y="70267"/>
                </a:lnTo>
                <a:cubicBezTo>
                  <a:pt x="2659378" y="70267"/>
                  <a:pt x="2662628" y="69356"/>
                  <a:pt x="2662628" y="67306"/>
                </a:cubicBezTo>
                <a:lnTo>
                  <a:pt x="2662628" y="62754"/>
                </a:lnTo>
                <a:cubicBezTo>
                  <a:pt x="2662628" y="61843"/>
                  <a:pt x="2661934" y="61385"/>
                  <a:pt x="2660771" y="61385"/>
                </a:cubicBezTo>
                <a:lnTo>
                  <a:pt x="2632896" y="61385"/>
                </a:lnTo>
                <a:lnTo>
                  <a:pt x="2632896" y="52506"/>
                </a:lnTo>
                <a:cubicBezTo>
                  <a:pt x="2632896" y="37702"/>
                  <a:pt x="2633825" y="28590"/>
                  <a:pt x="2633825" y="28590"/>
                </a:cubicBezTo>
                <a:cubicBezTo>
                  <a:pt x="2633825" y="27224"/>
                  <a:pt x="2633127" y="26540"/>
                  <a:pt x="2631964" y="26540"/>
                </a:cubicBezTo>
                <a:cubicBezTo>
                  <a:pt x="2631035" y="26540"/>
                  <a:pt x="2628944" y="27453"/>
                  <a:pt x="2626856" y="28590"/>
                </a:cubicBezTo>
                <a:cubicBezTo>
                  <a:pt x="2624300" y="29959"/>
                  <a:pt x="2621975" y="31095"/>
                  <a:pt x="2618955" y="31780"/>
                </a:cubicBezTo>
                <a:cubicBezTo>
                  <a:pt x="2616169" y="32690"/>
                  <a:pt x="2613847" y="33375"/>
                  <a:pt x="2613847" y="34967"/>
                </a:cubicBezTo>
                <a:cubicBezTo>
                  <a:pt x="2613847" y="37702"/>
                  <a:pt x="2614542" y="36107"/>
                  <a:pt x="2614542" y="61385"/>
                </a:cubicBezTo>
                <a:lnTo>
                  <a:pt x="2603859" y="61385"/>
                </a:lnTo>
                <a:close/>
                <a:moveTo>
                  <a:pt x="2706069" y="93811"/>
                </a:moveTo>
                <a:cubicBezTo>
                  <a:pt x="2706069" y="89022"/>
                  <a:pt x="2708160" y="86287"/>
                  <a:pt x="2710017" y="84237"/>
                </a:cubicBezTo>
                <a:cubicBezTo>
                  <a:pt x="2718847" y="75799"/>
                  <a:pt x="2730693" y="70781"/>
                  <a:pt x="2739753" y="70781"/>
                </a:cubicBezTo>
                <a:cubicBezTo>
                  <a:pt x="2744397" y="70781"/>
                  <a:pt x="2749278" y="73746"/>
                  <a:pt x="2752064" y="78990"/>
                </a:cubicBezTo>
                <a:cubicBezTo>
                  <a:pt x="2754389" y="83552"/>
                  <a:pt x="2754853" y="89707"/>
                  <a:pt x="2754853" y="96546"/>
                </a:cubicBezTo>
                <a:lnTo>
                  <a:pt x="2754853" y="131203"/>
                </a:lnTo>
                <a:cubicBezTo>
                  <a:pt x="2754853" y="149899"/>
                  <a:pt x="2752528" y="150813"/>
                  <a:pt x="2740448" y="151953"/>
                </a:cubicBezTo>
                <a:cubicBezTo>
                  <a:pt x="2739289" y="153319"/>
                  <a:pt x="2739289" y="158101"/>
                  <a:pt x="2740448" y="159466"/>
                </a:cubicBezTo>
                <a:cubicBezTo>
                  <a:pt x="2746952" y="159241"/>
                  <a:pt x="2754853" y="159011"/>
                  <a:pt x="2764144" y="159011"/>
                </a:cubicBezTo>
                <a:cubicBezTo>
                  <a:pt x="2773438" y="159011"/>
                  <a:pt x="2781101" y="159241"/>
                  <a:pt x="2788768" y="159466"/>
                </a:cubicBezTo>
                <a:cubicBezTo>
                  <a:pt x="2789931" y="158101"/>
                  <a:pt x="2789931" y="153319"/>
                  <a:pt x="2788768" y="151953"/>
                </a:cubicBezTo>
                <a:cubicBezTo>
                  <a:pt x="2775760" y="150813"/>
                  <a:pt x="2773204" y="149899"/>
                  <a:pt x="2773204" y="131203"/>
                </a:cubicBezTo>
                <a:lnTo>
                  <a:pt x="2773204" y="97230"/>
                </a:lnTo>
                <a:cubicBezTo>
                  <a:pt x="2773204" y="84692"/>
                  <a:pt x="2772275" y="73520"/>
                  <a:pt x="2766934" y="66684"/>
                </a:cubicBezTo>
                <a:cubicBezTo>
                  <a:pt x="2762981" y="61673"/>
                  <a:pt x="2755782" y="58938"/>
                  <a:pt x="2747651" y="58938"/>
                </a:cubicBezTo>
                <a:cubicBezTo>
                  <a:pt x="2736269" y="58938"/>
                  <a:pt x="2722332" y="61899"/>
                  <a:pt x="2708160" y="77394"/>
                </a:cubicBezTo>
                <a:cubicBezTo>
                  <a:pt x="2707462" y="78308"/>
                  <a:pt x="2705835" y="80588"/>
                  <a:pt x="2705835" y="77394"/>
                </a:cubicBezTo>
                <a:lnTo>
                  <a:pt x="2706069" y="26119"/>
                </a:lnTo>
                <a:cubicBezTo>
                  <a:pt x="2706069" y="11308"/>
                  <a:pt x="2706997" y="2248"/>
                  <a:pt x="2706997" y="2248"/>
                </a:cubicBezTo>
                <a:cubicBezTo>
                  <a:pt x="2706997" y="678"/>
                  <a:pt x="2706069" y="0"/>
                  <a:pt x="2703977" y="0"/>
                </a:cubicBezTo>
                <a:cubicBezTo>
                  <a:pt x="2698171" y="2248"/>
                  <a:pt x="2680750" y="5393"/>
                  <a:pt x="2671456" y="6068"/>
                </a:cubicBezTo>
                <a:cubicBezTo>
                  <a:pt x="2670991" y="7892"/>
                  <a:pt x="2671456" y="11534"/>
                  <a:pt x="2672849" y="12900"/>
                </a:cubicBezTo>
                <a:cubicBezTo>
                  <a:pt x="2684929" y="13584"/>
                  <a:pt x="2687718" y="12444"/>
                  <a:pt x="2687718" y="31589"/>
                </a:cubicBezTo>
                <a:lnTo>
                  <a:pt x="2687718" y="131203"/>
                </a:lnTo>
                <a:cubicBezTo>
                  <a:pt x="2687718" y="150129"/>
                  <a:pt x="2684929" y="151039"/>
                  <a:pt x="2671456" y="151953"/>
                </a:cubicBezTo>
                <a:cubicBezTo>
                  <a:pt x="2670062" y="153319"/>
                  <a:pt x="2670062" y="158101"/>
                  <a:pt x="2671456" y="159466"/>
                </a:cubicBezTo>
                <a:cubicBezTo>
                  <a:pt x="2679123" y="159241"/>
                  <a:pt x="2687718" y="159011"/>
                  <a:pt x="2697009" y="159011"/>
                </a:cubicBezTo>
                <a:cubicBezTo>
                  <a:pt x="2705835" y="159011"/>
                  <a:pt x="2713502" y="159241"/>
                  <a:pt x="2720006" y="159466"/>
                </a:cubicBezTo>
                <a:cubicBezTo>
                  <a:pt x="2721399" y="158101"/>
                  <a:pt x="2721399" y="153319"/>
                  <a:pt x="2720006" y="151953"/>
                </a:cubicBezTo>
                <a:cubicBezTo>
                  <a:pt x="2708160" y="151039"/>
                  <a:pt x="2706069" y="150129"/>
                  <a:pt x="2706069" y="131203"/>
                </a:cubicBezTo>
                <a:lnTo>
                  <a:pt x="2706069" y="93811"/>
                </a:lnTo>
                <a:close/>
                <a:moveTo>
                  <a:pt x="2821057" y="94787"/>
                </a:moveTo>
                <a:cubicBezTo>
                  <a:pt x="2825470" y="69162"/>
                  <a:pt x="2841732" y="67122"/>
                  <a:pt x="2847308" y="67122"/>
                </a:cubicBezTo>
                <a:cubicBezTo>
                  <a:pt x="2856134" y="67122"/>
                  <a:pt x="2866587" y="71886"/>
                  <a:pt x="2866587" y="90934"/>
                </a:cubicBezTo>
                <a:cubicBezTo>
                  <a:pt x="2866587" y="92973"/>
                  <a:pt x="2865659" y="94110"/>
                  <a:pt x="2863103" y="94110"/>
                </a:cubicBezTo>
                <a:lnTo>
                  <a:pt x="2821057" y="94787"/>
                </a:lnTo>
                <a:moveTo>
                  <a:pt x="2881918" y="137799"/>
                </a:moveTo>
                <a:cubicBezTo>
                  <a:pt x="2873326" y="146449"/>
                  <a:pt x="2866587" y="150087"/>
                  <a:pt x="2853114" y="150087"/>
                </a:cubicBezTo>
                <a:cubicBezTo>
                  <a:pt x="2844752" y="150087"/>
                  <a:pt x="2834994" y="145309"/>
                  <a:pt x="2827795" y="133705"/>
                </a:cubicBezTo>
                <a:cubicBezTo>
                  <a:pt x="2823148" y="126196"/>
                  <a:pt x="2820358" y="115729"/>
                  <a:pt x="2820358" y="102530"/>
                </a:cubicBezTo>
                <a:lnTo>
                  <a:pt x="2882152" y="102985"/>
                </a:lnTo>
                <a:cubicBezTo>
                  <a:pt x="2884938" y="102985"/>
                  <a:pt x="2886565" y="101620"/>
                  <a:pt x="2886565" y="99114"/>
                </a:cubicBezTo>
                <a:cubicBezTo>
                  <a:pt x="2886565" y="80049"/>
                  <a:pt x="2879596" y="59605"/>
                  <a:pt x="2847308" y="59605"/>
                </a:cubicBezTo>
                <a:cubicBezTo>
                  <a:pt x="2827097" y="59605"/>
                  <a:pt x="2800845" y="78461"/>
                  <a:pt x="2800845" y="112997"/>
                </a:cubicBezTo>
                <a:cubicBezTo>
                  <a:pt x="2800845" y="125740"/>
                  <a:pt x="2804099" y="138028"/>
                  <a:pt x="2811766" y="146674"/>
                </a:cubicBezTo>
                <a:cubicBezTo>
                  <a:pt x="2819663" y="155783"/>
                  <a:pt x="2830581" y="161246"/>
                  <a:pt x="2847308" y="161246"/>
                </a:cubicBezTo>
                <a:cubicBezTo>
                  <a:pt x="2864960" y="161246"/>
                  <a:pt x="2877505" y="153277"/>
                  <a:pt x="2886799" y="141441"/>
                </a:cubicBezTo>
                <a:cubicBezTo>
                  <a:pt x="2886100" y="139165"/>
                  <a:pt x="2884707" y="138028"/>
                  <a:pt x="2881918" y="137799"/>
                </a:cubicBezTo>
                <a:close/>
                <a:moveTo>
                  <a:pt x="3034310" y="105880"/>
                </a:moveTo>
                <a:lnTo>
                  <a:pt x="3034310" y="135957"/>
                </a:lnTo>
                <a:cubicBezTo>
                  <a:pt x="3034310" y="138921"/>
                  <a:pt x="3032913" y="140517"/>
                  <a:pt x="3031056" y="141882"/>
                </a:cubicBezTo>
                <a:cubicBezTo>
                  <a:pt x="3025016" y="146668"/>
                  <a:pt x="3017119" y="151911"/>
                  <a:pt x="3010614" y="151911"/>
                </a:cubicBezTo>
                <a:cubicBezTo>
                  <a:pt x="2998998" y="151911"/>
                  <a:pt x="2993887" y="142796"/>
                  <a:pt x="2993887" y="135731"/>
                </a:cubicBezTo>
                <a:cubicBezTo>
                  <a:pt x="2993887" y="125476"/>
                  <a:pt x="2998768" y="114992"/>
                  <a:pt x="3015956" y="110665"/>
                </a:cubicBezTo>
                <a:lnTo>
                  <a:pt x="3034310" y="105880"/>
                </a:lnTo>
                <a:moveTo>
                  <a:pt x="3034310" y="148037"/>
                </a:moveTo>
                <a:cubicBezTo>
                  <a:pt x="3035703" y="155098"/>
                  <a:pt x="3038259" y="161246"/>
                  <a:pt x="3049874" y="161246"/>
                </a:cubicBezTo>
                <a:cubicBezTo>
                  <a:pt x="3058700" y="161246"/>
                  <a:pt x="3067062" y="157374"/>
                  <a:pt x="3071940" y="152822"/>
                </a:cubicBezTo>
                <a:cubicBezTo>
                  <a:pt x="3071475" y="150087"/>
                  <a:pt x="3070547" y="148037"/>
                  <a:pt x="3067991" y="146671"/>
                </a:cubicBezTo>
                <a:cubicBezTo>
                  <a:pt x="3066368" y="148037"/>
                  <a:pt x="3062415" y="150316"/>
                  <a:pt x="3059395" y="150316"/>
                </a:cubicBezTo>
                <a:cubicBezTo>
                  <a:pt x="3052660" y="150316"/>
                  <a:pt x="3052427" y="141427"/>
                  <a:pt x="3052427" y="130946"/>
                </a:cubicBezTo>
                <a:lnTo>
                  <a:pt x="3052427" y="97446"/>
                </a:lnTo>
                <a:cubicBezTo>
                  <a:pt x="3052427" y="65089"/>
                  <a:pt x="3034310" y="58938"/>
                  <a:pt x="3017349" y="58938"/>
                </a:cubicBezTo>
                <a:cubicBezTo>
                  <a:pt x="2998300" y="58938"/>
                  <a:pt x="2979021" y="71240"/>
                  <a:pt x="2979021" y="84230"/>
                </a:cubicBezTo>
                <a:cubicBezTo>
                  <a:pt x="2979021" y="89700"/>
                  <a:pt x="2981807" y="92435"/>
                  <a:pt x="2987152" y="92435"/>
                </a:cubicBezTo>
                <a:cubicBezTo>
                  <a:pt x="2993887" y="92435"/>
                  <a:pt x="2998070" y="87650"/>
                  <a:pt x="2998070" y="84685"/>
                </a:cubicBezTo>
                <a:cubicBezTo>
                  <a:pt x="2998070" y="83090"/>
                  <a:pt x="2997836" y="81495"/>
                  <a:pt x="2997371" y="80585"/>
                </a:cubicBezTo>
                <a:cubicBezTo>
                  <a:pt x="2997141" y="79900"/>
                  <a:pt x="2996907" y="78534"/>
                  <a:pt x="2996907" y="76025"/>
                </a:cubicBezTo>
                <a:cubicBezTo>
                  <a:pt x="2996907" y="68960"/>
                  <a:pt x="3006665" y="66455"/>
                  <a:pt x="3015492" y="66455"/>
                </a:cubicBezTo>
                <a:cubicBezTo>
                  <a:pt x="3023389" y="66455"/>
                  <a:pt x="3034310" y="70330"/>
                  <a:pt x="3034310" y="96080"/>
                </a:cubicBezTo>
                <a:cubicBezTo>
                  <a:pt x="3034310" y="97675"/>
                  <a:pt x="3033612" y="98586"/>
                  <a:pt x="3032913" y="98815"/>
                </a:cubicBezTo>
                <a:lnTo>
                  <a:pt x="3012936" y="103600"/>
                </a:lnTo>
                <a:cubicBezTo>
                  <a:pt x="2990637" y="109070"/>
                  <a:pt x="2974608" y="121146"/>
                  <a:pt x="2974608" y="136642"/>
                </a:cubicBezTo>
                <a:cubicBezTo>
                  <a:pt x="2974608" y="155328"/>
                  <a:pt x="2987617" y="161246"/>
                  <a:pt x="3003876" y="161246"/>
                </a:cubicBezTo>
                <a:cubicBezTo>
                  <a:pt x="3012007" y="161246"/>
                  <a:pt x="3018976" y="159425"/>
                  <a:pt x="3029199" y="151682"/>
                </a:cubicBezTo>
                <a:lnTo>
                  <a:pt x="3033846" y="148037"/>
                </a:lnTo>
                <a:lnTo>
                  <a:pt x="3034310" y="148037"/>
                </a:lnTo>
                <a:close/>
                <a:moveTo>
                  <a:pt x="3082396" y="61385"/>
                </a:moveTo>
                <a:cubicBezTo>
                  <a:pt x="3079142" y="61385"/>
                  <a:pt x="3078214" y="64119"/>
                  <a:pt x="3078214" y="65940"/>
                </a:cubicBezTo>
                <a:lnTo>
                  <a:pt x="3078214" y="68901"/>
                </a:lnTo>
                <a:cubicBezTo>
                  <a:pt x="3078214" y="70041"/>
                  <a:pt x="3078444" y="70267"/>
                  <a:pt x="3079376" y="70267"/>
                </a:cubicBezTo>
                <a:lnTo>
                  <a:pt x="3093080" y="70267"/>
                </a:lnTo>
                <a:lnTo>
                  <a:pt x="3093080" y="138716"/>
                </a:lnTo>
                <a:cubicBezTo>
                  <a:pt x="3093080" y="154869"/>
                  <a:pt x="3100283" y="161246"/>
                  <a:pt x="3110966" y="161246"/>
                </a:cubicBezTo>
                <a:cubicBezTo>
                  <a:pt x="3121653" y="161246"/>
                  <a:pt x="3133269" y="156238"/>
                  <a:pt x="3142329" y="146219"/>
                </a:cubicBezTo>
                <a:cubicBezTo>
                  <a:pt x="3141865" y="143947"/>
                  <a:pt x="3140471" y="142581"/>
                  <a:pt x="3138146" y="142355"/>
                </a:cubicBezTo>
                <a:cubicBezTo>
                  <a:pt x="3132106" y="146904"/>
                  <a:pt x="3125137" y="148721"/>
                  <a:pt x="3119097" y="148721"/>
                </a:cubicBezTo>
                <a:cubicBezTo>
                  <a:pt x="3112827" y="148721"/>
                  <a:pt x="3111434" y="141900"/>
                  <a:pt x="3111434" y="127801"/>
                </a:cubicBezTo>
                <a:lnTo>
                  <a:pt x="3111434" y="70267"/>
                </a:lnTo>
                <a:lnTo>
                  <a:pt x="3135591" y="70267"/>
                </a:lnTo>
                <a:cubicBezTo>
                  <a:pt x="3137916" y="70267"/>
                  <a:pt x="3141166" y="69356"/>
                  <a:pt x="3141166" y="67306"/>
                </a:cubicBezTo>
                <a:lnTo>
                  <a:pt x="3141166" y="62754"/>
                </a:lnTo>
                <a:cubicBezTo>
                  <a:pt x="3141166" y="61843"/>
                  <a:pt x="3140471" y="61385"/>
                  <a:pt x="3139309" y="61385"/>
                </a:cubicBezTo>
                <a:lnTo>
                  <a:pt x="3111434" y="61385"/>
                </a:lnTo>
                <a:lnTo>
                  <a:pt x="3111434" y="52506"/>
                </a:lnTo>
                <a:cubicBezTo>
                  <a:pt x="3111434" y="37702"/>
                  <a:pt x="3112363" y="28590"/>
                  <a:pt x="3112363" y="28590"/>
                </a:cubicBezTo>
                <a:cubicBezTo>
                  <a:pt x="3112363" y="27224"/>
                  <a:pt x="3111664" y="26540"/>
                  <a:pt x="3110502" y="26540"/>
                </a:cubicBezTo>
                <a:cubicBezTo>
                  <a:pt x="3109573" y="26540"/>
                  <a:pt x="3107482" y="27453"/>
                  <a:pt x="3105394" y="28590"/>
                </a:cubicBezTo>
                <a:cubicBezTo>
                  <a:pt x="3102838" y="29959"/>
                  <a:pt x="3100513" y="31095"/>
                  <a:pt x="3097493" y="31780"/>
                </a:cubicBezTo>
                <a:cubicBezTo>
                  <a:pt x="3094707" y="32690"/>
                  <a:pt x="3092385" y="33375"/>
                  <a:pt x="3092385" y="34967"/>
                </a:cubicBezTo>
                <a:cubicBezTo>
                  <a:pt x="3092385" y="37702"/>
                  <a:pt x="3093080" y="36107"/>
                  <a:pt x="3093080" y="61385"/>
                </a:cubicBezTo>
                <a:lnTo>
                  <a:pt x="3082396" y="61385"/>
                </a:lnTo>
                <a:close/>
                <a:moveTo>
                  <a:pt x="3155803" y="61385"/>
                </a:moveTo>
                <a:cubicBezTo>
                  <a:pt x="3152549" y="61385"/>
                  <a:pt x="3151620" y="64119"/>
                  <a:pt x="3151620" y="65940"/>
                </a:cubicBezTo>
                <a:lnTo>
                  <a:pt x="3151620" y="68901"/>
                </a:lnTo>
                <a:cubicBezTo>
                  <a:pt x="3151620" y="70041"/>
                  <a:pt x="3151851" y="70267"/>
                  <a:pt x="3152783" y="70267"/>
                </a:cubicBezTo>
                <a:lnTo>
                  <a:pt x="3166486" y="70267"/>
                </a:lnTo>
                <a:lnTo>
                  <a:pt x="3166486" y="138716"/>
                </a:lnTo>
                <a:cubicBezTo>
                  <a:pt x="3166486" y="154869"/>
                  <a:pt x="3173689" y="161246"/>
                  <a:pt x="3184373" y="161246"/>
                </a:cubicBezTo>
                <a:cubicBezTo>
                  <a:pt x="3195060" y="161246"/>
                  <a:pt x="3206675" y="156238"/>
                  <a:pt x="3215735" y="146219"/>
                </a:cubicBezTo>
                <a:cubicBezTo>
                  <a:pt x="3215271" y="143947"/>
                  <a:pt x="3213878" y="142581"/>
                  <a:pt x="3211553" y="142355"/>
                </a:cubicBezTo>
                <a:cubicBezTo>
                  <a:pt x="3205513" y="146904"/>
                  <a:pt x="3198544" y="148721"/>
                  <a:pt x="3192504" y="148721"/>
                </a:cubicBezTo>
                <a:cubicBezTo>
                  <a:pt x="3186234" y="148721"/>
                  <a:pt x="3184841" y="141900"/>
                  <a:pt x="3184841" y="127801"/>
                </a:cubicBezTo>
                <a:lnTo>
                  <a:pt x="3184841" y="70267"/>
                </a:lnTo>
                <a:lnTo>
                  <a:pt x="3208997" y="70267"/>
                </a:lnTo>
                <a:cubicBezTo>
                  <a:pt x="3211322" y="70267"/>
                  <a:pt x="3214573" y="69356"/>
                  <a:pt x="3214573" y="67306"/>
                </a:cubicBezTo>
                <a:lnTo>
                  <a:pt x="3214573" y="62754"/>
                </a:lnTo>
                <a:cubicBezTo>
                  <a:pt x="3214573" y="61843"/>
                  <a:pt x="3213878" y="61385"/>
                  <a:pt x="3212715" y="61385"/>
                </a:cubicBezTo>
                <a:lnTo>
                  <a:pt x="3184841" y="61385"/>
                </a:lnTo>
                <a:lnTo>
                  <a:pt x="3184841" y="52506"/>
                </a:lnTo>
                <a:cubicBezTo>
                  <a:pt x="3184841" y="37702"/>
                  <a:pt x="3185769" y="28590"/>
                  <a:pt x="3185769" y="28590"/>
                </a:cubicBezTo>
                <a:cubicBezTo>
                  <a:pt x="3185769" y="27224"/>
                  <a:pt x="3185071" y="26540"/>
                  <a:pt x="3183908" y="26540"/>
                </a:cubicBezTo>
                <a:cubicBezTo>
                  <a:pt x="3182980" y="26540"/>
                  <a:pt x="3180888" y="27453"/>
                  <a:pt x="3178800" y="28590"/>
                </a:cubicBezTo>
                <a:cubicBezTo>
                  <a:pt x="3176245" y="29959"/>
                  <a:pt x="3173920" y="31095"/>
                  <a:pt x="3170900" y="31780"/>
                </a:cubicBezTo>
                <a:cubicBezTo>
                  <a:pt x="3168113" y="32690"/>
                  <a:pt x="3165792" y="33375"/>
                  <a:pt x="3165792" y="34967"/>
                </a:cubicBezTo>
                <a:cubicBezTo>
                  <a:pt x="3165792" y="37702"/>
                  <a:pt x="3166486" y="36107"/>
                  <a:pt x="3166486" y="61385"/>
                </a:cubicBezTo>
                <a:lnTo>
                  <a:pt x="3155803" y="61385"/>
                </a:lnTo>
                <a:close/>
                <a:moveTo>
                  <a:pt x="3287284" y="105880"/>
                </a:moveTo>
                <a:lnTo>
                  <a:pt x="3287284" y="135957"/>
                </a:lnTo>
                <a:cubicBezTo>
                  <a:pt x="3287284" y="138921"/>
                  <a:pt x="3285888" y="140517"/>
                  <a:pt x="3284030" y="141882"/>
                </a:cubicBezTo>
                <a:cubicBezTo>
                  <a:pt x="3277990" y="146668"/>
                  <a:pt x="3270093" y="151911"/>
                  <a:pt x="3263589" y="151911"/>
                </a:cubicBezTo>
                <a:cubicBezTo>
                  <a:pt x="3251973" y="151911"/>
                  <a:pt x="3246862" y="142796"/>
                  <a:pt x="3246862" y="135731"/>
                </a:cubicBezTo>
                <a:cubicBezTo>
                  <a:pt x="3246862" y="125476"/>
                  <a:pt x="3251742" y="114992"/>
                  <a:pt x="3268930" y="110665"/>
                </a:cubicBezTo>
                <a:lnTo>
                  <a:pt x="3287284" y="105880"/>
                </a:lnTo>
                <a:moveTo>
                  <a:pt x="3287284" y="148037"/>
                </a:moveTo>
                <a:cubicBezTo>
                  <a:pt x="3288677" y="155098"/>
                  <a:pt x="3291233" y="161246"/>
                  <a:pt x="3302849" y="161246"/>
                </a:cubicBezTo>
                <a:cubicBezTo>
                  <a:pt x="3311675" y="161246"/>
                  <a:pt x="3320037" y="157374"/>
                  <a:pt x="3324914" y="152822"/>
                </a:cubicBezTo>
                <a:cubicBezTo>
                  <a:pt x="3324450" y="150087"/>
                  <a:pt x="3323521" y="148037"/>
                  <a:pt x="3320965" y="146671"/>
                </a:cubicBezTo>
                <a:cubicBezTo>
                  <a:pt x="3319342" y="148037"/>
                  <a:pt x="3315390" y="150316"/>
                  <a:pt x="3312370" y="150316"/>
                </a:cubicBezTo>
                <a:cubicBezTo>
                  <a:pt x="3305635" y="150316"/>
                  <a:pt x="3305401" y="141427"/>
                  <a:pt x="3305401" y="130946"/>
                </a:cubicBezTo>
                <a:lnTo>
                  <a:pt x="3305401" y="97446"/>
                </a:lnTo>
                <a:cubicBezTo>
                  <a:pt x="3305401" y="65089"/>
                  <a:pt x="3287284" y="58938"/>
                  <a:pt x="3270323" y="58938"/>
                </a:cubicBezTo>
                <a:cubicBezTo>
                  <a:pt x="3251275" y="58938"/>
                  <a:pt x="3231995" y="71240"/>
                  <a:pt x="3231995" y="84230"/>
                </a:cubicBezTo>
                <a:cubicBezTo>
                  <a:pt x="3231995" y="89700"/>
                  <a:pt x="3234781" y="92435"/>
                  <a:pt x="3240127" y="92435"/>
                </a:cubicBezTo>
                <a:cubicBezTo>
                  <a:pt x="3246862" y="92435"/>
                  <a:pt x="3251044" y="87650"/>
                  <a:pt x="3251044" y="84685"/>
                </a:cubicBezTo>
                <a:cubicBezTo>
                  <a:pt x="3251044" y="83090"/>
                  <a:pt x="3250810" y="81495"/>
                  <a:pt x="3250346" y="80585"/>
                </a:cubicBezTo>
                <a:cubicBezTo>
                  <a:pt x="3250115" y="79900"/>
                  <a:pt x="3249882" y="78534"/>
                  <a:pt x="3249882" y="76025"/>
                </a:cubicBezTo>
                <a:cubicBezTo>
                  <a:pt x="3249882" y="68960"/>
                  <a:pt x="3259640" y="66455"/>
                  <a:pt x="3268466" y="66455"/>
                </a:cubicBezTo>
                <a:cubicBezTo>
                  <a:pt x="3276363" y="66455"/>
                  <a:pt x="3287284" y="70330"/>
                  <a:pt x="3287284" y="96080"/>
                </a:cubicBezTo>
                <a:cubicBezTo>
                  <a:pt x="3287284" y="97675"/>
                  <a:pt x="3286586" y="98586"/>
                  <a:pt x="3285888" y="98815"/>
                </a:cubicBezTo>
                <a:lnTo>
                  <a:pt x="3265910" y="103600"/>
                </a:lnTo>
                <a:cubicBezTo>
                  <a:pt x="3243611" y="109070"/>
                  <a:pt x="3227582" y="121146"/>
                  <a:pt x="3227582" y="136642"/>
                </a:cubicBezTo>
                <a:cubicBezTo>
                  <a:pt x="3227582" y="155328"/>
                  <a:pt x="3240591" y="161246"/>
                  <a:pt x="3256850" y="161246"/>
                </a:cubicBezTo>
                <a:cubicBezTo>
                  <a:pt x="3264982" y="161246"/>
                  <a:pt x="3271950" y="159425"/>
                  <a:pt x="3282173" y="151682"/>
                </a:cubicBezTo>
                <a:lnTo>
                  <a:pt x="3286820" y="148037"/>
                </a:lnTo>
                <a:lnTo>
                  <a:pt x="3287284" y="148037"/>
                </a:lnTo>
                <a:close/>
                <a:moveTo>
                  <a:pt x="3417837" y="138237"/>
                </a:moveTo>
                <a:cubicBezTo>
                  <a:pt x="3416908" y="136187"/>
                  <a:pt x="3415047" y="135276"/>
                  <a:pt x="3412959" y="135047"/>
                </a:cubicBezTo>
                <a:cubicBezTo>
                  <a:pt x="3405058" y="145076"/>
                  <a:pt x="3395069" y="150087"/>
                  <a:pt x="3385081" y="150087"/>
                </a:cubicBezTo>
                <a:cubicBezTo>
                  <a:pt x="3368123" y="150087"/>
                  <a:pt x="3353952" y="133226"/>
                  <a:pt x="3353952" y="106561"/>
                </a:cubicBezTo>
                <a:cubicBezTo>
                  <a:pt x="3353952" y="81495"/>
                  <a:pt x="3365103" y="66455"/>
                  <a:pt x="3380437" y="66455"/>
                </a:cubicBezTo>
                <a:cubicBezTo>
                  <a:pt x="3394141" y="66455"/>
                  <a:pt x="3395998" y="74430"/>
                  <a:pt x="3396930" y="82406"/>
                </a:cubicBezTo>
                <a:cubicBezTo>
                  <a:pt x="3397625" y="88560"/>
                  <a:pt x="3400879" y="90610"/>
                  <a:pt x="3405756" y="90610"/>
                </a:cubicBezTo>
                <a:cubicBezTo>
                  <a:pt x="3410634" y="90610"/>
                  <a:pt x="3417138" y="87650"/>
                  <a:pt x="3417138" y="80585"/>
                </a:cubicBezTo>
                <a:cubicBezTo>
                  <a:pt x="3417138" y="68050"/>
                  <a:pt x="3403899" y="58938"/>
                  <a:pt x="3381596" y="58938"/>
                </a:cubicBezTo>
                <a:cubicBezTo>
                  <a:pt x="3358599" y="58938"/>
                  <a:pt x="3333974" y="79215"/>
                  <a:pt x="3333974" y="111576"/>
                </a:cubicBezTo>
                <a:cubicBezTo>
                  <a:pt x="3333974" y="140972"/>
                  <a:pt x="3350701" y="161246"/>
                  <a:pt x="3379969" y="161246"/>
                </a:cubicBezTo>
                <a:cubicBezTo>
                  <a:pt x="3393910" y="161246"/>
                  <a:pt x="3406221" y="156919"/>
                  <a:pt x="3417837" y="138237"/>
                </a:cubicBezTo>
                <a:close/>
                <a:moveTo>
                  <a:pt x="3444784" y="131235"/>
                </a:moveTo>
                <a:cubicBezTo>
                  <a:pt x="3444784" y="150132"/>
                  <a:pt x="3442228" y="151043"/>
                  <a:pt x="3429219" y="151953"/>
                </a:cubicBezTo>
                <a:cubicBezTo>
                  <a:pt x="3427823" y="153319"/>
                  <a:pt x="3427823" y="158101"/>
                  <a:pt x="3429219" y="159466"/>
                </a:cubicBezTo>
                <a:cubicBezTo>
                  <a:pt x="3436883" y="159241"/>
                  <a:pt x="3444784" y="159011"/>
                  <a:pt x="3454074" y="159011"/>
                </a:cubicBezTo>
                <a:cubicBezTo>
                  <a:pt x="3462206" y="159011"/>
                  <a:pt x="3469873" y="159241"/>
                  <a:pt x="3475214" y="159466"/>
                </a:cubicBezTo>
                <a:cubicBezTo>
                  <a:pt x="3476607" y="158101"/>
                  <a:pt x="3476607" y="153319"/>
                  <a:pt x="3475214" y="151953"/>
                </a:cubicBezTo>
                <a:cubicBezTo>
                  <a:pt x="3465690" y="151043"/>
                  <a:pt x="3463134" y="150132"/>
                  <a:pt x="3463134" y="131235"/>
                </a:cubicBezTo>
                <a:lnTo>
                  <a:pt x="3463134" y="111426"/>
                </a:lnTo>
                <a:cubicBezTo>
                  <a:pt x="3467547" y="111656"/>
                  <a:pt x="3470801" y="111885"/>
                  <a:pt x="3473123" y="112566"/>
                </a:cubicBezTo>
                <a:cubicBezTo>
                  <a:pt x="3475679" y="114387"/>
                  <a:pt x="3477770" y="116437"/>
                  <a:pt x="3480556" y="120079"/>
                </a:cubicBezTo>
                <a:lnTo>
                  <a:pt x="3497514" y="142390"/>
                </a:lnTo>
                <a:cubicBezTo>
                  <a:pt x="3504252" y="151269"/>
                  <a:pt x="3507038" y="155595"/>
                  <a:pt x="3507272" y="158330"/>
                </a:cubicBezTo>
                <a:cubicBezTo>
                  <a:pt x="3507272" y="159011"/>
                  <a:pt x="3507502" y="159466"/>
                  <a:pt x="3508201" y="159466"/>
                </a:cubicBezTo>
                <a:cubicBezTo>
                  <a:pt x="3512848" y="159241"/>
                  <a:pt x="3517955" y="159011"/>
                  <a:pt x="3522602" y="159011"/>
                </a:cubicBezTo>
                <a:cubicBezTo>
                  <a:pt x="3529805" y="159011"/>
                  <a:pt x="3537004" y="159241"/>
                  <a:pt x="3541651" y="159466"/>
                </a:cubicBezTo>
                <a:cubicBezTo>
                  <a:pt x="3543044" y="158101"/>
                  <a:pt x="3543044" y="153319"/>
                  <a:pt x="3541651" y="151953"/>
                </a:cubicBezTo>
                <a:cubicBezTo>
                  <a:pt x="3533754" y="151043"/>
                  <a:pt x="3527948" y="150132"/>
                  <a:pt x="3521674" y="142390"/>
                </a:cubicBezTo>
                <a:lnTo>
                  <a:pt x="3491009" y="104598"/>
                </a:lnTo>
                <a:cubicBezTo>
                  <a:pt x="3490080" y="103461"/>
                  <a:pt x="3489386" y="102551"/>
                  <a:pt x="3489386" y="101414"/>
                </a:cubicBezTo>
                <a:cubicBezTo>
                  <a:pt x="3489386" y="100507"/>
                  <a:pt x="3489386" y="100052"/>
                  <a:pt x="3490314" y="99142"/>
                </a:cubicBezTo>
                <a:lnTo>
                  <a:pt x="3510756" y="78458"/>
                </a:lnTo>
                <a:cubicBezTo>
                  <a:pt x="3517725" y="71184"/>
                  <a:pt x="3525856" y="69367"/>
                  <a:pt x="3535147" y="68456"/>
                </a:cubicBezTo>
                <a:cubicBezTo>
                  <a:pt x="3536540" y="67091"/>
                  <a:pt x="3536540" y="62309"/>
                  <a:pt x="3535147" y="60940"/>
                </a:cubicBezTo>
                <a:cubicBezTo>
                  <a:pt x="3529805" y="61169"/>
                  <a:pt x="3523301" y="61398"/>
                  <a:pt x="3514939" y="61398"/>
                </a:cubicBezTo>
                <a:cubicBezTo>
                  <a:pt x="3506109" y="61398"/>
                  <a:pt x="3497514" y="61169"/>
                  <a:pt x="3492172" y="60940"/>
                </a:cubicBezTo>
                <a:cubicBezTo>
                  <a:pt x="3490779" y="62309"/>
                  <a:pt x="3490779" y="67091"/>
                  <a:pt x="3492172" y="68456"/>
                </a:cubicBezTo>
                <a:cubicBezTo>
                  <a:pt x="3505181" y="69367"/>
                  <a:pt x="3499605" y="77321"/>
                  <a:pt x="3497514" y="80049"/>
                </a:cubicBezTo>
                <a:cubicBezTo>
                  <a:pt x="3492172" y="86642"/>
                  <a:pt x="3484969" y="94370"/>
                  <a:pt x="3478929" y="98687"/>
                </a:cubicBezTo>
                <a:cubicBezTo>
                  <a:pt x="3473821" y="102325"/>
                  <a:pt x="3467547" y="105053"/>
                  <a:pt x="3463134" y="105734"/>
                </a:cubicBezTo>
                <a:lnTo>
                  <a:pt x="3463134" y="26286"/>
                </a:lnTo>
                <a:cubicBezTo>
                  <a:pt x="3463134" y="11468"/>
                  <a:pt x="3464063" y="2307"/>
                  <a:pt x="3464063" y="2307"/>
                </a:cubicBezTo>
                <a:cubicBezTo>
                  <a:pt x="3464063" y="695"/>
                  <a:pt x="3463134" y="0"/>
                  <a:pt x="3461043" y="0"/>
                </a:cubicBezTo>
                <a:cubicBezTo>
                  <a:pt x="3455237" y="2307"/>
                  <a:pt x="3437815" y="5536"/>
                  <a:pt x="3428521" y="6227"/>
                </a:cubicBezTo>
                <a:cubicBezTo>
                  <a:pt x="3428057" y="8052"/>
                  <a:pt x="3428521" y="11694"/>
                  <a:pt x="3429914" y="13063"/>
                </a:cubicBezTo>
                <a:cubicBezTo>
                  <a:pt x="3441994" y="13744"/>
                  <a:pt x="3444784" y="12608"/>
                  <a:pt x="3444784" y="31756"/>
                </a:cubicBezTo>
                <a:lnTo>
                  <a:pt x="3444784" y="131235"/>
                </a:lnTo>
                <a:close/>
                <a:moveTo>
                  <a:pt x="3660821" y="68456"/>
                </a:moveTo>
                <a:cubicBezTo>
                  <a:pt x="3662218" y="67091"/>
                  <a:pt x="3662218" y="62309"/>
                  <a:pt x="3660821" y="60940"/>
                </a:cubicBezTo>
                <a:cubicBezTo>
                  <a:pt x="3653852" y="61169"/>
                  <a:pt x="3645721" y="61398"/>
                  <a:pt x="3637359" y="61398"/>
                </a:cubicBezTo>
                <a:cubicBezTo>
                  <a:pt x="3628533" y="61398"/>
                  <a:pt x="3622259" y="61169"/>
                  <a:pt x="3616219" y="60940"/>
                </a:cubicBezTo>
                <a:cubicBezTo>
                  <a:pt x="3614826" y="62309"/>
                  <a:pt x="3614826" y="67091"/>
                  <a:pt x="3616219" y="68456"/>
                </a:cubicBezTo>
                <a:cubicBezTo>
                  <a:pt x="3627140" y="69593"/>
                  <a:pt x="3629692" y="71869"/>
                  <a:pt x="3634573" y="83691"/>
                </a:cubicBezTo>
                <a:lnTo>
                  <a:pt x="3665004" y="157145"/>
                </a:lnTo>
                <a:cubicBezTo>
                  <a:pt x="3666397" y="160328"/>
                  <a:pt x="3668254" y="161690"/>
                  <a:pt x="3670579" y="161690"/>
                </a:cubicBezTo>
                <a:cubicBezTo>
                  <a:pt x="3672671" y="161690"/>
                  <a:pt x="3674528" y="160328"/>
                  <a:pt x="3676155" y="156690"/>
                </a:cubicBezTo>
                <a:lnTo>
                  <a:pt x="3699617" y="100747"/>
                </a:lnTo>
                <a:lnTo>
                  <a:pt x="3723543" y="157145"/>
                </a:lnTo>
                <a:cubicBezTo>
                  <a:pt x="3724936" y="160328"/>
                  <a:pt x="3726797" y="161690"/>
                  <a:pt x="3729119" y="161690"/>
                </a:cubicBezTo>
                <a:cubicBezTo>
                  <a:pt x="3731210" y="161690"/>
                  <a:pt x="3733068" y="160328"/>
                  <a:pt x="3734461" y="156916"/>
                </a:cubicBezTo>
                <a:lnTo>
                  <a:pt x="3764895" y="84831"/>
                </a:lnTo>
                <a:cubicBezTo>
                  <a:pt x="3768610" y="75507"/>
                  <a:pt x="3772558" y="69138"/>
                  <a:pt x="3784408" y="68456"/>
                </a:cubicBezTo>
                <a:cubicBezTo>
                  <a:pt x="3785801" y="67091"/>
                  <a:pt x="3785801" y="62309"/>
                  <a:pt x="3784408" y="60940"/>
                </a:cubicBezTo>
                <a:cubicBezTo>
                  <a:pt x="3779761" y="61169"/>
                  <a:pt x="3774650" y="61398"/>
                  <a:pt x="3767681" y="61398"/>
                </a:cubicBezTo>
                <a:cubicBezTo>
                  <a:pt x="3760712" y="61398"/>
                  <a:pt x="3750954" y="61169"/>
                  <a:pt x="3743985" y="60940"/>
                </a:cubicBezTo>
                <a:cubicBezTo>
                  <a:pt x="3742592" y="62309"/>
                  <a:pt x="3742592" y="67091"/>
                  <a:pt x="3743985" y="68456"/>
                </a:cubicBezTo>
                <a:cubicBezTo>
                  <a:pt x="3761407" y="69367"/>
                  <a:pt x="3759085" y="75963"/>
                  <a:pt x="3755835" y="83921"/>
                </a:cubicBezTo>
                <a:lnTo>
                  <a:pt x="3736322" y="131221"/>
                </a:lnTo>
                <a:cubicBezTo>
                  <a:pt x="3733996" y="136906"/>
                  <a:pt x="3733068" y="136906"/>
                  <a:pt x="3731210" y="132131"/>
                </a:cubicBezTo>
                <a:lnTo>
                  <a:pt x="3711233" y="82329"/>
                </a:lnTo>
                <a:cubicBezTo>
                  <a:pt x="3706816" y="71640"/>
                  <a:pt x="3707284" y="69367"/>
                  <a:pt x="3719595" y="68456"/>
                </a:cubicBezTo>
                <a:cubicBezTo>
                  <a:pt x="3720988" y="67091"/>
                  <a:pt x="3720988" y="62309"/>
                  <a:pt x="3719595" y="60940"/>
                </a:cubicBezTo>
                <a:cubicBezTo>
                  <a:pt x="3712626" y="61169"/>
                  <a:pt x="3703332" y="61398"/>
                  <a:pt x="3696363" y="61398"/>
                </a:cubicBezTo>
                <a:cubicBezTo>
                  <a:pt x="3690557" y="61398"/>
                  <a:pt x="3682890" y="61169"/>
                  <a:pt x="3675921" y="60940"/>
                </a:cubicBezTo>
                <a:cubicBezTo>
                  <a:pt x="3674528" y="62309"/>
                  <a:pt x="3674528" y="67091"/>
                  <a:pt x="3675921" y="68456"/>
                </a:cubicBezTo>
                <a:cubicBezTo>
                  <a:pt x="3686839" y="69367"/>
                  <a:pt x="3689628" y="75963"/>
                  <a:pt x="3693807" y="86193"/>
                </a:cubicBezTo>
                <a:lnTo>
                  <a:pt x="3695204" y="89832"/>
                </a:lnTo>
                <a:lnTo>
                  <a:pt x="3678941" y="130084"/>
                </a:lnTo>
                <a:cubicBezTo>
                  <a:pt x="3675921" y="137587"/>
                  <a:pt x="3675457" y="137816"/>
                  <a:pt x="3672437" y="130539"/>
                </a:cubicBezTo>
                <a:lnTo>
                  <a:pt x="3653852" y="83691"/>
                </a:lnTo>
                <a:cubicBezTo>
                  <a:pt x="3649439" y="72776"/>
                  <a:pt x="3649673" y="69138"/>
                  <a:pt x="3660821" y="68456"/>
                </a:cubicBezTo>
                <a:close/>
                <a:moveTo>
                  <a:pt x="3794858" y="112257"/>
                </a:moveTo>
                <a:cubicBezTo>
                  <a:pt x="3794858" y="135502"/>
                  <a:pt x="3810656" y="161246"/>
                  <a:pt x="3843643" y="161246"/>
                </a:cubicBezTo>
                <a:cubicBezTo>
                  <a:pt x="3858509" y="161246"/>
                  <a:pt x="3869894" y="156009"/>
                  <a:pt x="3877791" y="148492"/>
                </a:cubicBezTo>
                <a:cubicBezTo>
                  <a:pt x="3888245" y="138463"/>
                  <a:pt x="3892892" y="124107"/>
                  <a:pt x="3892892" y="110207"/>
                </a:cubicBezTo>
                <a:cubicBezTo>
                  <a:pt x="3892892" y="86506"/>
                  <a:pt x="3879649" y="58938"/>
                  <a:pt x="3844107" y="58938"/>
                </a:cubicBezTo>
                <a:cubicBezTo>
                  <a:pt x="3828776" y="58938"/>
                  <a:pt x="3816232" y="65089"/>
                  <a:pt x="3807636" y="74885"/>
                </a:cubicBezTo>
                <a:cubicBezTo>
                  <a:pt x="3799274" y="84685"/>
                  <a:pt x="3794858" y="97901"/>
                  <a:pt x="3794858" y="112257"/>
                </a:cubicBezTo>
                <a:moveTo>
                  <a:pt x="3840623" y="66910"/>
                </a:moveTo>
                <a:cubicBezTo>
                  <a:pt x="3860600" y="66910"/>
                  <a:pt x="3872914" y="84685"/>
                  <a:pt x="3872914" y="117501"/>
                </a:cubicBezTo>
                <a:cubicBezTo>
                  <a:pt x="3872914" y="146212"/>
                  <a:pt x="3857814" y="153277"/>
                  <a:pt x="3846897" y="153277"/>
                </a:cubicBezTo>
                <a:cubicBezTo>
                  <a:pt x="3822736" y="153277"/>
                  <a:pt x="3814839" y="124562"/>
                  <a:pt x="3814839" y="107016"/>
                </a:cubicBezTo>
                <a:cubicBezTo>
                  <a:pt x="3814839" y="87191"/>
                  <a:pt x="3819716" y="66910"/>
                  <a:pt x="3840623" y="66910"/>
                </a:cubicBezTo>
                <a:close/>
                <a:moveTo>
                  <a:pt x="3952824" y="161246"/>
                </a:moveTo>
                <a:cubicBezTo>
                  <a:pt x="3961884" y="161246"/>
                  <a:pt x="3972802" y="156693"/>
                  <a:pt x="3984184" y="147588"/>
                </a:cubicBezTo>
                <a:cubicBezTo>
                  <a:pt x="3985346" y="146678"/>
                  <a:pt x="3987438" y="146223"/>
                  <a:pt x="3987668" y="147814"/>
                </a:cubicBezTo>
                <a:cubicBezTo>
                  <a:pt x="3988366" y="153503"/>
                  <a:pt x="3990224" y="161246"/>
                  <a:pt x="3990224" y="161246"/>
                </a:cubicBezTo>
                <a:cubicBezTo>
                  <a:pt x="3992081" y="161930"/>
                  <a:pt x="3993244" y="161704"/>
                  <a:pt x="3994637" y="161246"/>
                </a:cubicBezTo>
                <a:cubicBezTo>
                  <a:pt x="3999748" y="157149"/>
                  <a:pt x="4007879" y="153732"/>
                  <a:pt x="4022051" y="152137"/>
                </a:cubicBezTo>
                <a:cubicBezTo>
                  <a:pt x="4023444" y="150772"/>
                  <a:pt x="4023444" y="147359"/>
                  <a:pt x="4022051" y="145997"/>
                </a:cubicBezTo>
                <a:cubicBezTo>
                  <a:pt x="4007181" y="144857"/>
                  <a:pt x="4005090" y="140537"/>
                  <a:pt x="4005090" y="129396"/>
                </a:cubicBezTo>
                <a:lnTo>
                  <a:pt x="4005090" y="85738"/>
                </a:lnTo>
                <a:cubicBezTo>
                  <a:pt x="4005090" y="78917"/>
                  <a:pt x="4006022" y="62309"/>
                  <a:pt x="4006022" y="62309"/>
                </a:cubicBezTo>
                <a:cubicBezTo>
                  <a:pt x="4006022" y="61624"/>
                  <a:pt x="4005324" y="60940"/>
                  <a:pt x="4004161" y="60940"/>
                </a:cubicBezTo>
                <a:cubicBezTo>
                  <a:pt x="4003002" y="61169"/>
                  <a:pt x="3999518" y="61398"/>
                  <a:pt x="3996033" y="61398"/>
                </a:cubicBezTo>
                <a:cubicBezTo>
                  <a:pt x="3988597" y="61398"/>
                  <a:pt x="3980235" y="61169"/>
                  <a:pt x="3972337" y="60940"/>
                </a:cubicBezTo>
                <a:cubicBezTo>
                  <a:pt x="3970944" y="62309"/>
                  <a:pt x="3970944" y="67091"/>
                  <a:pt x="3972337" y="68456"/>
                </a:cubicBezTo>
                <a:cubicBezTo>
                  <a:pt x="3983719" y="69138"/>
                  <a:pt x="3986739" y="71869"/>
                  <a:pt x="3986739" y="86875"/>
                </a:cubicBezTo>
                <a:lnTo>
                  <a:pt x="3986739" y="130762"/>
                </a:lnTo>
                <a:cubicBezTo>
                  <a:pt x="3986739" y="135081"/>
                  <a:pt x="3986275" y="136899"/>
                  <a:pt x="3983025" y="139630"/>
                </a:cubicBezTo>
                <a:cubicBezTo>
                  <a:pt x="3974429" y="146904"/>
                  <a:pt x="3965599" y="150542"/>
                  <a:pt x="3959793" y="150542"/>
                </a:cubicBezTo>
                <a:cubicBezTo>
                  <a:pt x="3952824" y="150542"/>
                  <a:pt x="3941209" y="147359"/>
                  <a:pt x="3941209" y="127123"/>
                </a:cubicBezTo>
                <a:lnTo>
                  <a:pt x="3941209" y="85738"/>
                </a:lnTo>
                <a:cubicBezTo>
                  <a:pt x="3941209" y="78917"/>
                  <a:pt x="3942137" y="62309"/>
                  <a:pt x="3942137" y="62309"/>
                </a:cubicBezTo>
                <a:cubicBezTo>
                  <a:pt x="3942137" y="61624"/>
                  <a:pt x="3941443" y="60940"/>
                  <a:pt x="3940280" y="60940"/>
                </a:cubicBezTo>
                <a:cubicBezTo>
                  <a:pt x="3939117" y="61169"/>
                  <a:pt x="3935633" y="61398"/>
                  <a:pt x="3932149" y="61398"/>
                </a:cubicBezTo>
                <a:cubicBezTo>
                  <a:pt x="3924715" y="61398"/>
                  <a:pt x="3916354" y="61169"/>
                  <a:pt x="3908453" y="60940"/>
                </a:cubicBezTo>
                <a:cubicBezTo>
                  <a:pt x="3907060" y="62309"/>
                  <a:pt x="3907060" y="67091"/>
                  <a:pt x="3908453" y="68456"/>
                </a:cubicBezTo>
                <a:cubicBezTo>
                  <a:pt x="3919604" y="69367"/>
                  <a:pt x="3922858" y="71869"/>
                  <a:pt x="3922858" y="86649"/>
                </a:cubicBezTo>
                <a:lnTo>
                  <a:pt x="3922858" y="130307"/>
                </a:lnTo>
                <a:cubicBezTo>
                  <a:pt x="3922858" y="145997"/>
                  <a:pt x="3929827" y="161246"/>
                  <a:pt x="3952824" y="161246"/>
                </a:cubicBezTo>
                <a:close/>
                <a:moveTo>
                  <a:pt x="4047833" y="131231"/>
                </a:moveTo>
                <a:cubicBezTo>
                  <a:pt x="4047833" y="150132"/>
                  <a:pt x="4045281" y="151269"/>
                  <a:pt x="4031110" y="151953"/>
                </a:cubicBezTo>
                <a:cubicBezTo>
                  <a:pt x="4029717" y="153319"/>
                  <a:pt x="4029717" y="158101"/>
                  <a:pt x="4031110" y="159466"/>
                </a:cubicBezTo>
                <a:cubicBezTo>
                  <a:pt x="4039241" y="159241"/>
                  <a:pt x="4047833" y="159011"/>
                  <a:pt x="4057127" y="159011"/>
                </a:cubicBezTo>
                <a:cubicBezTo>
                  <a:pt x="4066418" y="159011"/>
                  <a:pt x="4075247" y="159241"/>
                  <a:pt x="4082911" y="159466"/>
                </a:cubicBezTo>
                <a:cubicBezTo>
                  <a:pt x="4084307" y="158101"/>
                  <a:pt x="4084307" y="153319"/>
                  <a:pt x="4082911" y="151953"/>
                </a:cubicBezTo>
                <a:cubicBezTo>
                  <a:pt x="4068743" y="151269"/>
                  <a:pt x="4066187" y="150132"/>
                  <a:pt x="4066187" y="131231"/>
                </a:cubicBezTo>
                <a:lnTo>
                  <a:pt x="4066187" y="26265"/>
                </a:lnTo>
                <a:cubicBezTo>
                  <a:pt x="4066187" y="11468"/>
                  <a:pt x="4067116" y="2307"/>
                  <a:pt x="4067116" y="2307"/>
                </a:cubicBezTo>
                <a:cubicBezTo>
                  <a:pt x="4067116" y="695"/>
                  <a:pt x="4066187" y="0"/>
                  <a:pt x="4064096" y="0"/>
                </a:cubicBezTo>
                <a:cubicBezTo>
                  <a:pt x="4058290" y="2307"/>
                  <a:pt x="4040864" y="5536"/>
                  <a:pt x="4031574" y="6227"/>
                </a:cubicBezTo>
                <a:cubicBezTo>
                  <a:pt x="4031110" y="8052"/>
                  <a:pt x="4031574" y="11694"/>
                  <a:pt x="4032967" y="13063"/>
                </a:cubicBezTo>
                <a:cubicBezTo>
                  <a:pt x="4046440" y="13970"/>
                  <a:pt x="4047833" y="14655"/>
                  <a:pt x="4047833" y="31731"/>
                </a:cubicBezTo>
                <a:lnTo>
                  <a:pt x="4047833" y="131231"/>
                </a:lnTo>
                <a:close/>
                <a:moveTo>
                  <a:pt x="4167235" y="130717"/>
                </a:moveTo>
                <a:cubicBezTo>
                  <a:pt x="4167235" y="135047"/>
                  <a:pt x="4166771" y="136871"/>
                  <a:pt x="4163520" y="139606"/>
                </a:cubicBezTo>
                <a:cubicBezTo>
                  <a:pt x="4154925" y="146897"/>
                  <a:pt x="4147492" y="150542"/>
                  <a:pt x="4141682" y="150542"/>
                </a:cubicBezTo>
                <a:cubicBezTo>
                  <a:pt x="4129141" y="150542"/>
                  <a:pt x="4116132" y="137097"/>
                  <a:pt x="4116132" y="108611"/>
                </a:cubicBezTo>
                <a:cubicBezTo>
                  <a:pt x="4116132" y="92205"/>
                  <a:pt x="4119383" y="83090"/>
                  <a:pt x="4122867" y="78305"/>
                </a:cubicBezTo>
                <a:cubicBezTo>
                  <a:pt x="4130070" y="67595"/>
                  <a:pt x="4139825" y="66910"/>
                  <a:pt x="4144472" y="66910"/>
                </a:cubicBezTo>
                <a:cubicBezTo>
                  <a:pt x="4152833" y="66910"/>
                  <a:pt x="4158643" y="69874"/>
                  <a:pt x="4163286" y="75115"/>
                </a:cubicBezTo>
                <a:cubicBezTo>
                  <a:pt x="4166540" y="78760"/>
                  <a:pt x="4167235" y="80355"/>
                  <a:pt x="4167235" y="87420"/>
                </a:cubicBezTo>
                <a:lnTo>
                  <a:pt x="4167235" y="130717"/>
                </a:lnTo>
                <a:moveTo>
                  <a:pt x="4164683" y="147581"/>
                </a:moveTo>
                <a:cubicBezTo>
                  <a:pt x="4165842" y="146671"/>
                  <a:pt x="4167933" y="146212"/>
                  <a:pt x="4168167" y="147807"/>
                </a:cubicBezTo>
                <a:cubicBezTo>
                  <a:pt x="4168862" y="153277"/>
                  <a:pt x="4170723" y="161246"/>
                  <a:pt x="4170723" y="161246"/>
                </a:cubicBezTo>
                <a:cubicBezTo>
                  <a:pt x="4172580" y="161930"/>
                  <a:pt x="4173740" y="161704"/>
                  <a:pt x="4175136" y="161246"/>
                </a:cubicBezTo>
                <a:cubicBezTo>
                  <a:pt x="4180244" y="157138"/>
                  <a:pt x="4188375" y="153722"/>
                  <a:pt x="4202547" y="152127"/>
                </a:cubicBezTo>
                <a:cubicBezTo>
                  <a:pt x="4203940" y="150761"/>
                  <a:pt x="4203940" y="147345"/>
                  <a:pt x="4202547" y="145979"/>
                </a:cubicBezTo>
                <a:cubicBezTo>
                  <a:pt x="4187681" y="144840"/>
                  <a:pt x="4185589" y="140510"/>
                  <a:pt x="4185589" y="129344"/>
                </a:cubicBezTo>
                <a:lnTo>
                  <a:pt x="4185589" y="26119"/>
                </a:lnTo>
                <a:cubicBezTo>
                  <a:pt x="4185589" y="11308"/>
                  <a:pt x="4186518" y="2248"/>
                  <a:pt x="4186518" y="2248"/>
                </a:cubicBezTo>
                <a:cubicBezTo>
                  <a:pt x="4186518" y="678"/>
                  <a:pt x="4185589" y="0"/>
                  <a:pt x="4183498" y="0"/>
                </a:cubicBezTo>
                <a:cubicBezTo>
                  <a:pt x="4177692" y="2248"/>
                  <a:pt x="4160266" y="5393"/>
                  <a:pt x="4150976" y="6068"/>
                </a:cubicBezTo>
                <a:cubicBezTo>
                  <a:pt x="4150512" y="7892"/>
                  <a:pt x="4150976" y="11534"/>
                  <a:pt x="4152369" y="12900"/>
                </a:cubicBezTo>
                <a:cubicBezTo>
                  <a:pt x="4164449" y="13584"/>
                  <a:pt x="4167235" y="12444"/>
                  <a:pt x="4167235" y="31589"/>
                </a:cubicBezTo>
                <a:lnTo>
                  <a:pt x="4167235" y="60763"/>
                </a:lnTo>
                <a:cubicBezTo>
                  <a:pt x="4167235" y="62358"/>
                  <a:pt x="4166771" y="62813"/>
                  <a:pt x="4165147" y="62813"/>
                </a:cubicBezTo>
                <a:cubicBezTo>
                  <a:pt x="4164215" y="62813"/>
                  <a:pt x="4154694" y="58938"/>
                  <a:pt x="4147027" y="58938"/>
                </a:cubicBezTo>
                <a:cubicBezTo>
                  <a:pt x="4131693" y="58938"/>
                  <a:pt x="4121474" y="63949"/>
                  <a:pt x="4112180" y="72606"/>
                </a:cubicBezTo>
                <a:cubicBezTo>
                  <a:pt x="4102191" y="82406"/>
                  <a:pt x="4096151" y="95851"/>
                  <a:pt x="4096151" y="112712"/>
                </a:cubicBezTo>
                <a:cubicBezTo>
                  <a:pt x="4096151" y="140746"/>
                  <a:pt x="4110557" y="161246"/>
                  <a:pt x="4135645" y="161246"/>
                </a:cubicBezTo>
                <a:cubicBezTo>
                  <a:pt x="4144702" y="161246"/>
                  <a:pt x="4153298" y="156693"/>
                  <a:pt x="4164683" y="147581"/>
                </a:cubicBezTo>
                <a:close/>
                <a:moveTo>
                  <a:pt x="4317535" y="77394"/>
                </a:moveTo>
                <a:cubicBezTo>
                  <a:pt x="4316142" y="78990"/>
                  <a:pt x="4314749" y="79448"/>
                  <a:pt x="4314749" y="77394"/>
                </a:cubicBezTo>
                <a:cubicBezTo>
                  <a:pt x="4314515" y="71240"/>
                  <a:pt x="4314050" y="62358"/>
                  <a:pt x="4312888" y="60078"/>
                </a:cubicBezTo>
                <a:cubicBezTo>
                  <a:pt x="4312423" y="58938"/>
                  <a:pt x="4311959" y="58257"/>
                  <a:pt x="4310102" y="58257"/>
                </a:cubicBezTo>
                <a:cubicBezTo>
                  <a:pt x="4303597" y="60763"/>
                  <a:pt x="4297557" y="62813"/>
                  <a:pt x="4281528" y="64860"/>
                </a:cubicBezTo>
                <a:cubicBezTo>
                  <a:pt x="4281064" y="66229"/>
                  <a:pt x="4281528" y="69871"/>
                  <a:pt x="4281993" y="71240"/>
                </a:cubicBezTo>
                <a:cubicBezTo>
                  <a:pt x="4294537" y="72380"/>
                  <a:pt x="4297093" y="73520"/>
                  <a:pt x="4297093" y="86743"/>
                </a:cubicBezTo>
                <a:lnTo>
                  <a:pt x="4297093" y="131203"/>
                </a:lnTo>
                <a:cubicBezTo>
                  <a:pt x="4297093" y="149899"/>
                  <a:pt x="4294771" y="150813"/>
                  <a:pt x="4280830" y="151953"/>
                </a:cubicBezTo>
                <a:cubicBezTo>
                  <a:pt x="4279437" y="153319"/>
                  <a:pt x="4279437" y="158101"/>
                  <a:pt x="4280830" y="159466"/>
                </a:cubicBezTo>
                <a:cubicBezTo>
                  <a:pt x="4287802" y="159241"/>
                  <a:pt x="4297093" y="159011"/>
                  <a:pt x="4306383" y="159011"/>
                </a:cubicBezTo>
                <a:cubicBezTo>
                  <a:pt x="4315677" y="159011"/>
                  <a:pt x="4322646" y="159241"/>
                  <a:pt x="4329615" y="159466"/>
                </a:cubicBezTo>
                <a:cubicBezTo>
                  <a:pt x="4331008" y="158101"/>
                  <a:pt x="4331008" y="153319"/>
                  <a:pt x="4329615" y="151953"/>
                </a:cubicBezTo>
                <a:cubicBezTo>
                  <a:pt x="4317769" y="150813"/>
                  <a:pt x="4315443" y="149899"/>
                  <a:pt x="4315443" y="131203"/>
                </a:cubicBezTo>
                <a:lnTo>
                  <a:pt x="4315443" y="93811"/>
                </a:lnTo>
                <a:cubicBezTo>
                  <a:pt x="4315443" y="89022"/>
                  <a:pt x="4317535" y="86287"/>
                  <a:pt x="4319392" y="84237"/>
                </a:cubicBezTo>
                <a:cubicBezTo>
                  <a:pt x="4328222" y="75799"/>
                  <a:pt x="4338675" y="70781"/>
                  <a:pt x="4347735" y="70781"/>
                </a:cubicBezTo>
                <a:cubicBezTo>
                  <a:pt x="4352382" y="70781"/>
                  <a:pt x="4357259" y="73746"/>
                  <a:pt x="4360045" y="78990"/>
                </a:cubicBezTo>
                <a:cubicBezTo>
                  <a:pt x="4362371" y="83552"/>
                  <a:pt x="4362835" y="89707"/>
                  <a:pt x="4362835" y="96546"/>
                </a:cubicBezTo>
                <a:lnTo>
                  <a:pt x="4362835" y="131203"/>
                </a:lnTo>
                <a:cubicBezTo>
                  <a:pt x="4362835" y="149899"/>
                  <a:pt x="4360510" y="150813"/>
                  <a:pt x="4348430" y="151953"/>
                </a:cubicBezTo>
                <a:cubicBezTo>
                  <a:pt x="4347271" y="153319"/>
                  <a:pt x="4347271" y="158101"/>
                  <a:pt x="4348430" y="159466"/>
                </a:cubicBezTo>
                <a:cubicBezTo>
                  <a:pt x="4355402" y="159241"/>
                  <a:pt x="4362835" y="159011"/>
                  <a:pt x="4372125" y="159011"/>
                </a:cubicBezTo>
                <a:cubicBezTo>
                  <a:pt x="4381419" y="159011"/>
                  <a:pt x="4389781" y="159241"/>
                  <a:pt x="4396750" y="159466"/>
                </a:cubicBezTo>
                <a:cubicBezTo>
                  <a:pt x="4397913" y="158101"/>
                  <a:pt x="4397913" y="153319"/>
                  <a:pt x="4396750" y="151953"/>
                </a:cubicBezTo>
                <a:cubicBezTo>
                  <a:pt x="4383741" y="150813"/>
                  <a:pt x="4381186" y="149899"/>
                  <a:pt x="4381186" y="131203"/>
                </a:cubicBezTo>
                <a:lnTo>
                  <a:pt x="4381186" y="97230"/>
                </a:lnTo>
                <a:cubicBezTo>
                  <a:pt x="4381186" y="84692"/>
                  <a:pt x="4380257" y="73746"/>
                  <a:pt x="4374915" y="66684"/>
                </a:cubicBezTo>
                <a:cubicBezTo>
                  <a:pt x="4370963" y="61673"/>
                  <a:pt x="4363764" y="58938"/>
                  <a:pt x="4355632" y="58938"/>
                </a:cubicBezTo>
                <a:cubicBezTo>
                  <a:pt x="4344251" y="58938"/>
                  <a:pt x="4331242" y="61899"/>
                  <a:pt x="4317535" y="77394"/>
                </a:cubicBezTo>
                <a:close/>
                <a:moveTo>
                  <a:pt x="4410221" y="112257"/>
                </a:moveTo>
                <a:cubicBezTo>
                  <a:pt x="4410221" y="135502"/>
                  <a:pt x="4426020" y="161246"/>
                  <a:pt x="4459006" y="161246"/>
                </a:cubicBezTo>
                <a:cubicBezTo>
                  <a:pt x="4473872" y="161246"/>
                  <a:pt x="4485257" y="156009"/>
                  <a:pt x="4493155" y="148492"/>
                </a:cubicBezTo>
                <a:cubicBezTo>
                  <a:pt x="4503608" y="138463"/>
                  <a:pt x="4508255" y="124107"/>
                  <a:pt x="4508255" y="110207"/>
                </a:cubicBezTo>
                <a:cubicBezTo>
                  <a:pt x="4508255" y="86506"/>
                  <a:pt x="4495012" y="58938"/>
                  <a:pt x="4459470" y="58938"/>
                </a:cubicBezTo>
                <a:cubicBezTo>
                  <a:pt x="4444140" y="58938"/>
                  <a:pt x="4431595" y="65089"/>
                  <a:pt x="4423000" y="74885"/>
                </a:cubicBezTo>
                <a:cubicBezTo>
                  <a:pt x="4414638" y="84685"/>
                  <a:pt x="4410221" y="97901"/>
                  <a:pt x="4410221" y="112257"/>
                </a:cubicBezTo>
                <a:moveTo>
                  <a:pt x="4455986" y="66910"/>
                </a:moveTo>
                <a:cubicBezTo>
                  <a:pt x="4475964" y="66910"/>
                  <a:pt x="4488278" y="84685"/>
                  <a:pt x="4488278" y="117501"/>
                </a:cubicBezTo>
                <a:cubicBezTo>
                  <a:pt x="4488278" y="146212"/>
                  <a:pt x="4473177" y="153277"/>
                  <a:pt x="4462260" y="153277"/>
                </a:cubicBezTo>
                <a:cubicBezTo>
                  <a:pt x="4438100" y="153277"/>
                  <a:pt x="4430202" y="124562"/>
                  <a:pt x="4430202" y="107016"/>
                </a:cubicBezTo>
                <a:cubicBezTo>
                  <a:pt x="4430202" y="87191"/>
                  <a:pt x="4435080" y="66910"/>
                  <a:pt x="4455986" y="66910"/>
                </a:cubicBezTo>
                <a:close/>
                <a:moveTo>
                  <a:pt x="4527768" y="61385"/>
                </a:moveTo>
                <a:cubicBezTo>
                  <a:pt x="4524514" y="61385"/>
                  <a:pt x="4523586" y="64119"/>
                  <a:pt x="4523586" y="65940"/>
                </a:cubicBezTo>
                <a:lnTo>
                  <a:pt x="4523586" y="68901"/>
                </a:lnTo>
                <a:cubicBezTo>
                  <a:pt x="4523586" y="70041"/>
                  <a:pt x="4523816" y="70267"/>
                  <a:pt x="4524748" y="70267"/>
                </a:cubicBezTo>
                <a:lnTo>
                  <a:pt x="4538452" y="70267"/>
                </a:lnTo>
                <a:lnTo>
                  <a:pt x="4538452" y="138716"/>
                </a:lnTo>
                <a:cubicBezTo>
                  <a:pt x="4538452" y="154869"/>
                  <a:pt x="4545655" y="161246"/>
                  <a:pt x="4556338" y="161246"/>
                </a:cubicBezTo>
                <a:cubicBezTo>
                  <a:pt x="4567025" y="161246"/>
                  <a:pt x="4578641" y="156238"/>
                  <a:pt x="4587701" y="146219"/>
                </a:cubicBezTo>
                <a:cubicBezTo>
                  <a:pt x="4587237" y="143947"/>
                  <a:pt x="4585844" y="142581"/>
                  <a:pt x="4583518" y="142355"/>
                </a:cubicBezTo>
                <a:cubicBezTo>
                  <a:pt x="4577478" y="146904"/>
                  <a:pt x="4570510" y="148721"/>
                  <a:pt x="4564469" y="148721"/>
                </a:cubicBezTo>
                <a:cubicBezTo>
                  <a:pt x="4558199" y="148721"/>
                  <a:pt x="4556806" y="141900"/>
                  <a:pt x="4556806" y="127801"/>
                </a:cubicBezTo>
                <a:lnTo>
                  <a:pt x="4556806" y="70267"/>
                </a:lnTo>
                <a:lnTo>
                  <a:pt x="4580963" y="70267"/>
                </a:lnTo>
                <a:cubicBezTo>
                  <a:pt x="4583288" y="70267"/>
                  <a:pt x="4586538" y="69356"/>
                  <a:pt x="4586538" y="67306"/>
                </a:cubicBezTo>
                <a:lnTo>
                  <a:pt x="4586538" y="62754"/>
                </a:lnTo>
                <a:cubicBezTo>
                  <a:pt x="4586538" y="61843"/>
                  <a:pt x="4585844" y="61385"/>
                  <a:pt x="4584681" y="61385"/>
                </a:cubicBezTo>
                <a:lnTo>
                  <a:pt x="4556806" y="61385"/>
                </a:lnTo>
                <a:lnTo>
                  <a:pt x="4556806" y="52506"/>
                </a:lnTo>
                <a:cubicBezTo>
                  <a:pt x="4556806" y="37702"/>
                  <a:pt x="4557735" y="28590"/>
                  <a:pt x="4557735" y="28590"/>
                </a:cubicBezTo>
                <a:cubicBezTo>
                  <a:pt x="4557735" y="27224"/>
                  <a:pt x="4557036" y="26540"/>
                  <a:pt x="4555874" y="26540"/>
                </a:cubicBezTo>
                <a:cubicBezTo>
                  <a:pt x="4554945" y="26540"/>
                  <a:pt x="4552854" y="27453"/>
                  <a:pt x="4550766" y="28590"/>
                </a:cubicBezTo>
                <a:cubicBezTo>
                  <a:pt x="4548210" y="29959"/>
                  <a:pt x="4545885" y="31095"/>
                  <a:pt x="4542865" y="31780"/>
                </a:cubicBezTo>
                <a:cubicBezTo>
                  <a:pt x="4540079" y="32690"/>
                  <a:pt x="4537757" y="33375"/>
                  <a:pt x="4537757" y="34967"/>
                </a:cubicBezTo>
                <a:cubicBezTo>
                  <a:pt x="4537757" y="37702"/>
                  <a:pt x="4538452" y="36107"/>
                  <a:pt x="4538452" y="61385"/>
                </a:cubicBezTo>
                <a:lnTo>
                  <a:pt x="4527768" y="61385"/>
                </a:lnTo>
                <a:close/>
                <a:moveTo>
                  <a:pt x="4702224" y="77391"/>
                </a:moveTo>
                <a:cubicBezTo>
                  <a:pt x="4701760" y="68276"/>
                  <a:pt x="4701526" y="62358"/>
                  <a:pt x="4700367" y="60078"/>
                </a:cubicBezTo>
                <a:cubicBezTo>
                  <a:pt x="4699899" y="58938"/>
                  <a:pt x="4699435" y="58257"/>
                  <a:pt x="4697577" y="58257"/>
                </a:cubicBezTo>
                <a:cubicBezTo>
                  <a:pt x="4691073" y="60763"/>
                  <a:pt x="4685033" y="62813"/>
                  <a:pt x="4669004" y="64860"/>
                </a:cubicBezTo>
                <a:cubicBezTo>
                  <a:pt x="4668540" y="66229"/>
                  <a:pt x="4669004" y="69871"/>
                  <a:pt x="4669469" y="71237"/>
                </a:cubicBezTo>
                <a:cubicBezTo>
                  <a:pt x="4682013" y="72376"/>
                  <a:pt x="4684569" y="73516"/>
                  <a:pt x="4684569" y="86739"/>
                </a:cubicBezTo>
                <a:lnTo>
                  <a:pt x="4684569" y="131203"/>
                </a:lnTo>
                <a:cubicBezTo>
                  <a:pt x="4684569" y="150129"/>
                  <a:pt x="4681783" y="151039"/>
                  <a:pt x="4667377" y="151953"/>
                </a:cubicBezTo>
                <a:cubicBezTo>
                  <a:pt x="4665984" y="153319"/>
                  <a:pt x="4665984" y="158101"/>
                  <a:pt x="4667377" y="159466"/>
                </a:cubicBezTo>
                <a:cubicBezTo>
                  <a:pt x="4675509" y="159241"/>
                  <a:pt x="4684569" y="159011"/>
                  <a:pt x="4693863" y="159011"/>
                </a:cubicBezTo>
                <a:cubicBezTo>
                  <a:pt x="4703153" y="159011"/>
                  <a:pt x="4713840" y="159241"/>
                  <a:pt x="4721968" y="159466"/>
                </a:cubicBezTo>
                <a:cubicBezTo>
                  <a:pt x="4723365" y="158101"/>
                  <a:pt x="4723365" y="153319"/>
                  <a:pt x="4721968" y="151953"/>
                </a:cubicBezTo>
                <a:cubicBezTo>
                  <a:pt x="4705709" y="150813"/>
                  <a:pt x="4702919" y="150129"/>
                  <a:pt x="4702919" y="131203"/>
                </a:cubicBezTo>
                <a:lnTo>
                  <a:pt x="4702919" y="99510"/>
                </a:lnTo>
                <a:cubicBezTo>
                  <a:pt x="4702919" y="93582"/>
                  <a:pt x="4705709" y="88338"/>
                  <a:pt x="4708495" y="84233"/>
                </a:cubicBezTo>
                <a:cubicBezTo>
                  <a:pt x="4711051" y="80585"/>
                  <a:pt x="4716396" y="73061"/>
                  <a:pt x="4719182" y="73061"/>
                </a:cubicBezTo>
                <a:cubicBezTo>
                  <a:pt x="4721273" y="73061"/>
                  <a:pt x="4723365" y="73516"/>
                  <a:pt x="4725222" y="76025"/>
                </a:cubicBezTo>
                <a:cubicBezTo>
                  <a:pt x="4726849" y="78305"/>
                  <a:pt x="4729635" y="81269"/>
                  <a:pt x="4733584" y="81269"/>
                </a:cubicBezTo>
                <a:cubicBezTo>
                  <a:pt x="4739159" y="81269"/>
                  <a:pt x="4744501" y="75567"/>
                  <a:pt x="4744501" y="69871"/>
                </a:cubicBezTo>
                <a:cubicBezTo>
                  <a:pt x="4744501" y="65544"/>
                  <a:pt x="4740322" y="58938"/>
                  <a:pt x="4730564" y="58938"/>
                </a:cubicBezTo>
                <a:cubicBezTo>
                  <a:pt x="4719646" y="58938"/>
                  <a:pt x="4710122" y="68960"/>
                  <a:pt x="4704780" y="77846"/>
                </a:cubicBezTo>
                <a:cubicBezTo>
                  <a:pt x="4703387" y="80355"/>
                  <a:pt x="4702224" y="78531"/>
                  <a:pt x="4702224" y="77391"/>
                </a:cubicBezTo>
                <a:close/>
                <a:moveTo>
                  <a:pt x="4774702" y="94787"/>
                </a:moveTo>
                <a:cubicBezTo>
                  <a:pt x="4779115" y="69162"/>
                  <a:pt x="4795378" y="67122"/>
                  <a:pt x="4800953" y="67122"/>
                </a:cubicBezTo>
                <a:cubicBezTo>
                  <a:pt x="4809779" y="67122"/>
                  <a:pt x="4820233" y="71886"/>
                  <a:pt x="4820233" y="90934"/>
                </a:cubicBezTo>
                <a:cubicBezTo>
                  <a:pt x="4820233" y="92973"/>
                  <a:pt x="4819304" y="94110"/>
                  <a:pt x="4816748" y="94110"/>
                </a:cubicBezTo>
                <a:lnTo>
                  <a:pt x="4774702" y="94787"/>
                </a:lnTo>
                <a:moveTo>
                  <a:pt x="4835563" y="137799"/>
                </a:moveTo>
                <a:cubicBezTo>
                  <a:pt x="4826971" y="146449"/>
                  <a:pt x="4820233" y="150087"/>
                  <a:pt x="4806759" y="150087"/>
                </a:cubicBezTo>
                <a:cubicBezTo>
                  <a:pt x="4798398" y="150087"/>
                  <a:pt x="4788639" y="145309"/>
                  <a:pt x="4781440" y="133705"/>
                </a:cubicBezTo>
                <a:cubicBezTo>
                  <a:pt x="4776793" y="126196"/>
                  <a:pt x="4774004" y="115729"/>
                  <a:pt x="4774004" y="102530"/>
                </a:cubicBezTo>
                <a:lnTo>
                  <a:pt x="4835797" y="102985"/>
                </a:lnTo>
                <a:cubicBezTo>
                  <a:pt x="4838583" y="102985"/>
                  <a:pt x="4840210" y="101620"/>
                  <a:pt x="4840210" y="99114"/>
                </a:cubicBezTo>
                <a:cubicBezTo>
                  <a:pt x="4840210" y="80049"/>
                  <a:pt x="4833241" y="59605"/>
                  <a:pt x="4800953" y="59605"/>
                </a:cubicBezTo>
                <a:cubicBezTo>
                  <a:pt x="4780742" y="59605"/>
                  <a:pt x="4754490" y="78461"/>
                  <a:pt x="4754490" y="112997"/>
                </a:cubicBezTo>
                <a:cubicBezTo>
                  <a:pt x="4754490" y="125740"/>
                  <a:pt x="4757744" y="138028"/>
                  <a:pt x="4765411" y="146674"/>
                </a:cubicBezTo>
                <a:cubicBezTo>
                  <a:pt x="4773309" y="155783"/>
                  <a:pt x="4784226" y="161246"/>
                  <a:pt x="4800953" y="161246"/>
                </a:cubicBezTo>
                <a:cubicBezTo>
                  <a:pt x="4818606" y="161246"/>
                  <a:pt x="4831150" y="153277"/>
                  <a:pt x="4840444" y="141441"/>
                </a:cubicBezTo>
                <a:cubicBezTo>
                  <a:pt x="4839746" y="139165"/>
                  <a:pt x="4838353" y="138028"/>
                  <a:pt x="4835563" y="137799"/>
                </a:cubicBezTo>
                <a:close/>
                <a:moveTo>
                  <a:pt x="4917800" y="105880"/>
                </a:moveTo>
                <a:lnTo>
                  <a:pt x="4917800" y="135957"/>
                </a:lnTo>
                <a:cubicBezTo>
                  <a:pt x="4917800" y="138921"/>
                  <a:pt x="4916403" y="140517"/>
                  <a:pt x="4914546" y="141882"/>
                </a:cubicBezTo>
                <a:cubicBezTo>
                  <a:pt x="4908506" y="146668"/>
                  <a:pt x="4900608" y="151911"/>
                  <a:pt x="4894104" y="151911"/>
                </a:cubicBezTo>
                <a:cubicBezTo>
                  <a:pt x="4882488" y="151911"/>
                  <a:pt x="4877377" y="142796"/>
                  <a:pt x="4877377" y="135731"/>
                </a:cubicBezTo>
                <a:cubicBezTo>
                  <a:pt x="4877377" y="125476"/>
                  <a:pt x="4882258" y="114992"/>
                  <a:pt x="4899446" y="110665"/>
                </a:cubicBezTo>
                <a:lnTo>
                  <a:pt x="4917800" y="105880"/>
                </a:lnTo>
                <a:moveTo>
                  <a:pt x="4917800" y="148037"/>
                </a:moveTo>
                <a:cubicBezTo>
                  <a:pt x="4919193" y="155098"/>
                  <a:pt x="4921748" y="161246"/>
                  <a:pt x="4933364" y="161246"/>
                </a:cubicBezTo>
                <a:cubicBezTo>
                  <a:pt x="4942190" y="161246"/>
                  <a:pt x="4950552" y="157374"/>
                  <a:pt x="4955429" y="152822"/>
                </a:cubicBezTo>
                <a:cubicBezTo>
                  <a:pt x="4954965" y="150087"/>
                  <a:pt x="4954036" y="148037"/>
                  <a:pt x="4951481" y="146671"/>
                </a:cubicBezTo>
                <a:cubicBezTo>
                  <a:pt x="4949857" y="148037"/>
                  <a:pt x="4945905" y="150316"/>
                  <a:pt x="4942885" y="150316"/>
                </a:cubicBezTo>
                <a:cubicBezTo>
                  <a:pt x="4936150" y="150316"/>
                  <a:pt x="4935916" y="141427"/>
                  <a:pt x="4935916" y="130946"/>
                </a:cubicBezTo>
                <a:lnTo>
                  <a:pt x="4935916" y="97446"/>
                </a:lnTo>
                <a:cubicBezTo>
                  <a:pt x="4935916" y="65089"/>
                  <a:pt x="4917800" y="58938"/>
                  <a:pt x="4900839" y="58938"/>
                </a:cubicBezTo>
                <a:cubicBezTo>
                  <a:pt x="4881790" y="58938"/>
                  <a:pt x="4862511" y="71240"/>
                  <a:pt x="4862511" y="84230"/>
                </a:cubicBezTo>
                <a:cubicBezTo>
                  <a:pt x="4862511" y="89700"/>
                  <a:pt x="4865297" y="92435"/>
                  <a:pt x="4870642" y="92435"/>
                </a:cubicBezTo>
                <a:cubicBezTo>
                  <a:pt x="4877377" y="92435"/>
                  <a:pt x="4881559" y="87650"/>
                  <a:pt x="4881559" y="84685"/>
                </a:cubicBezTo>
                <a:cubicBezTo>
                  <a:pt x="4881559" y="83090"/>
                  <a:pt x="4881325" y="81495"/>
                  <a:pt x="4880861" y="80585"/>
                </a:cubicBezTo>
                <a:cubicBezTo>
                  <a:pt x="4880631" y="79900"/>
                  <a:pt x="4880397" y="78534"/>
                  <a:pt x="4880397" y="76025"/>
                </a:cubicBezTo>
                <a:cubicBezTo>
                  <a:pt x="4880397" y="68960"/>
                  <a:pt x="4890155" y="66455"/>
                  <a:pt x="4898981" y="66455"/>
                </a:cubicBezTo>
                <a:cubicBezTo>
                  <a:pt x="4906879" y="66455"/>
                  <a:pt x="4917800" y="70330"/>
                  <a:pt x="4917800" y="96080"/>
                </a:cubicBezTo>
                <a:cubicBezTo>
                  <a:pt x="4917800" y="97675"/>
                  <a:pt x="4917101" y="98586"/>
                  <a:pt x="4916403" y="98815"/>
                </a:cubicBezTo>
                <a:lnTo>
                  <a:pt x="4896426" y="103600"/>
                </a:lnTo>
                <a:cubicBezTo>
                  <a:pt x="4874126" y="109070"/>
                  <a:pt x="4858098" y="121146"/>
                  <a:pt x="4858098" y="136642"/>
                </a:cubicBezTo>
                <a:cubicBezTo>
                  <a:pt x="4858098" y="155328"/>
                  <a:pt x="4871106" y="161246"/>
                  <a:pt x="4887365" y="161246"/>
                </a:cubicBezTo>
                <a:cubicBezTo>
                  <a:pt x="4895497" y="161246"/>
                  <a:pt x="4902466" y="159425"/>
                  <a:pt x="4912688" y="151682"/>
                </a:cubicBezTo>
                <a:lnTo>
                  <a:pt x="4917335" y="148037"/>
                </a:lnTo>
                <a:lnTo>
                  <a:pt x="4917800" y="148037"/>
                </a:lnTo>
                <a:close/>
                <a:moveTo>
                  <a:pt x="5048352" y="138237"/>
                </a:moveTo>
                <a:cubicBezTo>
                  <a:pt x="5047423" y="136187"/>
                  <a:pt x="5045562" y="135276"/>
                  <a:pt x="5043475" y="135047"/>
                </a:cubicBezTo>
                <a:cubicBezTo>
                  <a:pt x="5035574" y="145076"/>
                  <a:pt x="5025585" y="150087"/>
                  <a:pt x="5015596" y="150087"/>
                </a:cubicBezTo>
                <a:cubicBezTo>
                  <a:pt x="4998639" y="150087"/>
                  <a:pt x="4984467" y="133226"/>
                  <a:pt x="4984467" y="106561"/>
                </a:cubicBezTo>
                <a:cubicBezTo>
                  <a:pt x="4984467" y="81495"/>
                  <a:pt x="4995619" y="66455"/>
                  <a:pt x="5010953" y="66455"/>
                </a:cubicBezTo>
                <a:cubicBezTo>
                  <a:pt x="5024656" y="66455"/>
                  <a:pt x="5026514" y="74430"/>
                  <a:pt x="5027446" y="82406"/>
                </a:cubicBezTo>
                <a:cubicBezTo>
                  <a:pt x="5028141" y="88560"/>
                  <a:pt x="5031395" y="90610"/>
                  <a:pt x="5036272" y="90610"/>
                </a:cubicBezTo>
                <a:cubicBezTo>
                  <a:pt x="5041149" y="90610"/>
                  <a:pt x="5047654" y="87650"/>
                  <a:pt x="5047654" y="80585"/>
                </a:cubicBezTo>
                <a:cubicBezTo>
                  <a:pt x="5047654" y="68050"/>
                  <a:pt x="5034415" y="58938"/>
                  <a:pt x="5012112" y="58938"/>
                </a:cubicBezTo>
                <a:cubicBezTo>
                  <a:pt x="4989114" y="58938"/>
                  <a:pt x="4964490" y="79215"/>
                  <a:pt x="4964490" y="111576"/>
                </a:cubicBezTo>
                <a:cubicBezTo>
                  <a:pt x="4964490" y="140972"/>
                  <a:pt x="4981217" y="161246"/>
                  <a:pt x="5010485" y="161246"/>
                </a:cubicBezTo>
                <a:cubicBezTo>
                  <a:pt x="5024426" y="161246"/>
                  <a:pt x="5036736" y="156919"/>
                  <a:pt x="5048352" y="138237"/>
                </a:cubicBezTo>
                <a:close/>
                <a:moveTo>
                  <a:pt x="5094115" y="93811"/>
                </a:moveTo>
                <a:cubicBezTo>
                  <a:pt x="5094115" y="89022"/>
                  <a:pt x="5096206" y="86287"/>
                  <a:pt x="5098063" y="84237"/>
                </a:cubicBezTo>
                <a:cubicBezTo>
                  <a:pt x="5106893" y="75799"/>
                  <a:pt x="5118739" y="70781"/>
                  <a:pt x="5127799" y="70781"/>
                </a:cubicBezTo>
                <a:cubicBezTo>
                  <a:pt x="5132443" y="70781"/>
                  <a:pt x="5137324" y="73746"/>
                  <a:pt x="5140110" y="78990"/>
                </a:cubicBezTo>
                <a:cubicBezTo>
                  <a:pt x="5142435" y="83552"/>
                  <a:pt x="5142899" y="89707"/>
                  <a:pt x="5142899" y="96546"/>
                </a:cubicBezTo>
                <a:lnTo>
                  <a:pt x="5142899" y="131203"/>
                </a:lnTo>
                <a:cubicBezTo>
                  <a:pt x="5142899" y="149899"/>
                  <a:pt x="5140574" y="150813"/>
                  <a:pt x="5128494" y="151953"/>
                </a:cubicBezTo>
                <a:cubicBezTo>
                  <a:pt x="5127335" y="153319"/>
                  <a:pt x="5127335" y="158101"/>
                  <a:pt x="5128494" y="159466"/>
                </a:cubicBezTo>
                <a:cubicBezTo>
                  <a:pt x="5134998" y="159241"/>
                  <a:pt x="5142899" y="159011"/>
                  <a:pt x="5152190" y="159011"/>
                </a:cubicBezTo>
                <a:cubicBezTo>
                  <a:pt x="5161484" y="159011"/>
                  <a:pt x="5169147" y="159241"/>
                  <a:pt x="5176814" y="159466"/>
                </a:cubicBezTo>
                <a:cubicBezTo>
                  <a:pt x="5177977" y="158101"/>
                  <a:pt x="5177977" y="153319"/>
                  <a:pt x="5176814" y="151953"/>
                </a:cubicBezTo>
                <a:cubicBezTo>
                  <a:pt x="5163806" y="150813"/>
                  <a:pt x="5161250" y="149899"/>
                  <a:pt x="5161250" y="131203"/>
                </a:cubicBezTo>
                <a:lnTo>
                  <a:pt x="5161250" y="97230"/>
                </a:lnTo>
                <a:cubicBezTo>
                  <a:pt x="5161250" y="84692"/>
                  <a:pt x="5160321" y="73520"/>
                  <a:pt x="5154979" y="66684"/>
                </a:cubicBezTo>
                <a:cubicBezTo>
                  <a:pt x="5151027" y="61673"/>
                  <a:pt x="5143828" y="58938"/>
                  <a:pt x="5135697" y="58938"/>
                </a:cubicBezTo>
                <a:cubicBezTo>
                  <a:pt x="5124315" y="58938"/>
                  <a:pt x="5110377" y="61899"/>
                  <a:pt x="5096206" y="77394"/>
                </a:cubicBezTo>
                <a:cubicBezTo>
                  <a:pt x="5095508" y="78308"/>
                  <a:pt x="5093881" y="80588"/>
                  <a:pt x="5093881" y="77394"/>
                </a:cubicBezTo>
                <a:lnTo>
                  <a:pt x="5094115" y="26119"/>
                </a:lnTo>
                <a:cubicBezTo>
                  <a:pt x="5094115" y="11308"/>
                  <a:pt x="5095043" y="2248"/>
                  <a:pt x="5095043" y="2248"/>
                </a:cubicBezTo>
                <a:cubicBezTo>
                  <a:pt x="5095043" y="678"/>
                  <a:pt x="5094115" y="0"/>
                  <a:pt x="5092023" y="0"/>
                </a:cubicBezTo>
                <a:cubicBezTo>
                  <a:pt x="5086217" y="2248"/>
                  <a:pt x="5068795" y="5393"/>
                  <a:pt x="5059501" y="6068"/>
                </a:cubicBezTo>
                <a:cubicBezTo>
                  <a:pt x="5059037" y="7892"/>
                  <a:pt x="5059501" y="11534"/>
                  <a:pt x="5060894" y="12900"/>
                </a:cubicBezTo>
                <a:cubicBezTo>
                  <a:pt x="5072975" y="13584"/>
                  <a:pt x="5075764" y="12444"/>
                  <a:pt x="5075764" y="31589"/>
                </a:cubicBezTo>
                <a:lnTo>
                  <a:pt x="5075764" y="131203"/>
                </a:lnTo>
                <a:cubicBezTo>
                  <a:pt x="5075764" y="150129"/>
                  <a:pt x="5072975" y="151039"/>
                  <a:pt x="5059501" y="151953"/>
                </a:cubicBezTo>
                <a:cubicBezTo>
                  <a:pt x="5058108" y="153319"/>
                  <a:pt x="5058108" y="158101"/>
                  <a:pt x="5059501" y="159466"/>
                </a:cubicBezTo>
                <a:cubicBezTo>
                  <a:pt x="5067168" y="159241"/>
                  <a:pt x="5075764" y="159011"/>
                  <a:pt x="5085055" y="159011"/>
                </a:cubicBezTo>
                <a:cubicBezTo>
                  <a:pt x="5093881" y="159011"/>
                  <a:pt x="5101548" y="159241"/>
                  <a:pt x="5108052" y="159466"/>
                </a:cubicBezTo>
                <a:cubicBezTo>
                  <a:pt x="5109445" y="158101"/>
                  <a:pt x="5109445" y="153319"/>
                  <a:pt x="5108052" y="151953"/>
                </a:cubicBezTo>
                <a:cubicBezTo>
                  <a:pt x="5096206" y="151039"/>
                  <a:pt x="5094115" y="150129"/>
                  <a:pt x="5094115" y="131203"/>
                </a:cubicBezTo>
                <a:lnTo>
                  <a:pt x="5094115" y="93811"/>
                </a:lnTo>
                <a:close/>
                <a:moveTo>
                  <a:pt x="5315497" y="76953"/>
                </a:moveTo>
                <a:lnTo>
                  <a:pt x="5294357" y="76953"/>
                </a:lnTo>
                <a:lnTo>
                  <a:pt x="5294357" y="35929"/>
                </a:lnTo>
                <a:cubicBezTo>
                  <a:pt x="5294357" y="25904"/>
                  <a:pt x="5297146" y="21344"/>
                  <a:pt x="5309691" y="21344"/>
                </a:cubicBezTo>
                <a:lnTo>
                  <a:pt x="5327112" y="21344"/>
                </a:lnTo>
                <a:cubicBezTo>
                  <a:pt x="5344534" y="21344"/>
                  <a:pt x="5348253" y="30459"/>
                  <a:pt x="5353364" y="46188"/>
                </a:cubicBezTo>
                <a:cubicBezTo>
                  <a:pt x="5356150" y="46643"/>
                  <a:pt x="5358706" y="46188"/>
                  <a:pt x="5361027" y="45048"/>
                </a:cubicBezTo>
                <a:cubicBezTo>
                  <a:pt x="5359868" y="35703"/>
                  <a:pt x="5356384" y="13828"/>
                  <a:pt x="5355916" y="12007"/>
                </a:cubicBezTo>
                <a:cubicBezTo>
                  <a:pt x="5355916" y="11551"/>
                  <a:pt x="5355686" y="11322"/>
                  <a:pt x="5354987" y="11322"/>
                </a:cubicBezTo>
                <a:cubicBezTo>
                  <a:pt x="5351039" y="12007"/>
                  <a:pt x="5349181" y="12232"/>
                  <a:pt x="5343606" y="12232"/>
                </a:cubicBezTo>
                <a:lnTo>
                  <a:pt x="5284368" y="12232"/>
                </a:lnTo>
                <a:cubicBezTo>
                  <a:pt x="5277399" y="12024"/>
                  <a:pt x="5263696" y="11795"/>
                  <a:pt x="5254401" y="11565"/>
                </a:cubicBezTo>
                <a:cubicBezTo>
                  <a:pt x="5253008" y="12934"/>
                  <a:pt x="5253008" y="17716"/>
                  <a:pt x="5254401" y="19082"/>
                </a:cubicBezTo>
                <a:cubicBezTo>
                  <a:pt x="5270664" y="19770"/>
                  <a:pt x="5274613" y="20913"/>
                  <a:pt x="5274613" y="39898"/>
                </a:cubicBezTo>
                <a:lnTo>
                  <a:pt x="5274613" y="131276"/>
                </a:lnTo>
                <a:cubicBezTo>
                  <a:pt x="5274613" y="150136"/>
                  <a:pt x="5270664" y="151272"/>
                  <a:pt x="5254401" y="151953"/>
                </a:cubicBezTo>
                <a:cubicBezTo>
                  <a:pt x="5253008" y="153319"/>
                  <a:pt x="5253008" y="158101"/>
                  <a:pt x="5254401" y="159466"/>
                </a:cubicBezTo>
                <a:cubicBezTo>
                  <a:pt x="5262997" y="159251"/>
                  <a:pt x="5276935" y="159022"/>
                  <a:pt x="5284602" y="159022"/>
                </a:cubicBezTo>
                <a:lnTo>
                  <a:pt x="5334545" y="159022"/>
                </a:lnTo>
                <a:cubicBezTo>
                  <a:pt x="5345697" y="159011"/>
                  <a:pt x="5364281" y="159466"/>
                  <a:pt x="5364281" y="159466"/>
                </a:cubicBezTo>
                <a:cubicBezTo>
                  <a:pt x="5367532" y="148089"/>
                  <a:pt x="5371016" y="133094"/>
                  <a:pt x="5372877" y="121508"/>
                </a:cubicBezTo>
                <a:cubicBezTo>
                  <a:pt x="5370552" y="120145"/>
                  <a:pt x="5367766" y="119690"/>
                  <a:pt x="5364746" y="120371"/>
                </a:cubicBezTo>
                <a:cubicBezTo>
                  <a:pt x="5360099" y="136736"/>
                  <a:pt x="5351967" y="150143"/>
                  <a:pt x="5334315" y="150143"/>
                </a:cubicBezTo>
                <a:lnTo>
                  <a:pt x="5307365" y="150143"/>
                </a:lnTo>
                <a:cubicBezTo>
                  <a:pt x="5297610" y="150143"/>
                  <a:pt x="5294357" y="146504"/>
                  <a:pt x="5294357" y="135825"/>
                </a:cubicBezTo>
                <a:lnTo>
                  <a:pt x="5294357" y="85610"/>
                </a:lnTo>
                <a:lnTo>
                  <a:pt x="5315497" y="85610"/>
                </a:lnTo>
                <a:cubicBezTo>
                  <a:pt x="5335244" y="85610"/>
                  <a:pt x="5335938" y="90836"/>
                  <a:pt x="5336637" y="101060"/>
                </a:cubicBezTo>
                <a:cubicBezTo>
                  <a:pt x="5338030" y="102422"/>
                  <a:pt x="5342907" y="102422"/>
                  <a:pt x="5344304" y="101060"/>
                </a:cubicBezTo>
                <a:cubicBezTo>
                  <a:pt x="5344070" y="95152"/>
                  <a:pt x="5343839" y="88789"/>
                  <a:pt x="5343839" y="81054"/>
                </a:cubicBezTo>
                <a:cubicBezTo>
                  <a:pt x="5343839" y="74677"/>
                  <a:pt x="5344070" y="66927"/>
                  <a:pt x="5344304" y="61458"/>
                </a:cubicBezTo>
                <a:cubicBezTo>
                  <a:pt x="5342907" y="60088"/>
                  <a:pt x="5338030" y="60088"/>
                  <a:pt x="5336637" y="61458"/>
                </a:cubicBezTo>
                <a:cubicBezTo>
                  <a:pt x="5335938" y="73992"/>
                  <a:pt x="5335244" y="76953"/>
                  <a:pt x="5315497" y="76953"/>
                </a:cubicBezTo>
                <a:close/>
                <a:moveTo>
                  <a:pt x="5403770" y="137399"/>
                </a:moveTo>
                <a:cubicBezTo>
                  <a:pt x="5396571" y="137399"/>
                  <a:pt x="5391460" y="142181"/>
                  <a:pt x="5391460" y="148558"/>
                </a:cubicBezTo>
                <a:cubicBezTo>
                  <a:pt x="5391460" y="155619"/>
                  <a:pt x="5397500" y="157896"/>
                  <a:pt x="5401679" y="158577"/>
                </a:cubicBezTo>
                <a:cubicBezTo>
                  <a:pt x="5406095" y="159032"/>
                  <a:pt x="5410044" y="160398"/>
                  <a:pt x="5410044" y="165624"/>
                </a:cubicBezTo>
                <a:cubicBezTo>
                  <a:pt x="5410044" y="170396"/>
                  <a:pt x="5401679" y="180849"/>
                  <a:pt x="5389602" y="183806"/>
                </a:cubicBezTo>
                <a:cubicBezTo>
                  <a:pt x="5389602" y="186082"/>
                  <a:pt x="5390067" y="187677"/>
                  <a:pt x="5391690" y="189269"/>
                </a:cubicBezTo>
                <a:cubicBezTo>
                  <a:pt x="5405631" y="186767"/>
                  <a:pt x="5419104" y="175852"/>
                  <a:pt x="5419104" y="159943"/>
                </a:cubicBezTo>
                <a:cubicBezTo>
                  <a:pt x="5419104" y="146282"/>
                  <a:pt x="5413064" y="137399"/>
                  <a:pt x="5403770" y="137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asCwouldnotupdatetothemaliciousversion.However,">
            <a:extLst xmlns:a="http://schemas.openxmlformats.org/drawingml/2006/main">
              <a:ext uri="{FF2B5EF4-FFF2-40B4-BE49-F238E27FC236}">
                <a16:creationId xmlns:a16="http://schemas.microsoft.com/office/drawing/2014/main" id="{EEA89DE3-0F4D-44B4-8141-3FA65F12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985" y="3899085"/>
            <a:ext cx="5414020" cy="212399"/>
          </a:xfrm>
          <a:custGeom xmlns:a="http://schemas.openxmlformats.org/drawingml/2006/main">
            <a:pathLst>
              <a:path w="5414020" h="212399">
                <a:moveTo>
                  <a:pt x="59351" y="105880"/>
                </a:moveTo>
                <a:lnTo>
                  <a:pt x="59351" y="135957"/>
                </a:lnTo>
                <a:cubicBezTo>
                  <a:pt x="59351" y="138921"/>
                  <a:pt x="57963" y="140517"/>
                  <a:pt x="56116" y="141882"/>
                </a:cubicBezTo>
                <a:cubicBezTo>
                  <a:pt x="50112" y="146668"/>
                  <a:pt x="42261" y="151911"/>
                  <a:pt x="35794" y="151911"/>
                </a:cubicBezTo>
                <a:cubicBezTo>
                  <a:pt x="24247" y="151911"/>
                  <a:pt x="19166" y="142796"/>
                  <a:pt x="19166" y="135731"/>
                </a:cubicBezTo>
                <a:cubicBezTo>
                  <a:pt x="19166" y="125476"/>
                  <a:pt x="24018" y="114992"/>
                  <a:pt x="41105" y="110665"/>
                </a:cubicBezTo>
                <a:lnTo>
                  <a:pt x="59351" y="105880"/>
                </a:lnTo>
                <a:moveTo>
                  <a:pt x="59351" y="148037"/>
                </a:moveTo>
                <a:cubicBezTo>
                  <a:pt x="60736" y="155098"/>
                  <a:pt x="63276" y="161246"/>
                  <a:pt x="74824" y="161246"/>
                </a:cubicBezTo>
                <a:cubicBezTo>
                  <a:pt x="83598" y="161246"/>
                  <a:pt x="91911" y="157374"/>
                  <a:pt x="96759" y="152822"/>
                </a:cubicBezTo>
                <a:cubicBezTo>
                  <a:pt x="96298" y="150087"/>
                  <a:pt x="95374" y="148037"/>
                  <a:pt x="92834" y="146671"/>
                </a:cubicBezTo>
                <a:cubicBezTo>
                  <a:pt x="91220" y="148037"/>
                  <a:pt x="87291" y="150316"/>
                  <a:pt x="84289" y="150316"/>
                </a:cubicBezTo>
                <a:cubicBezTo>
                  <a:pt x="77594" y="150316"/>
                  <a:pt x="77361" y="141427"/>
                  <a:pt x="77361" y="130946"/>
                </a:cubicBezTo>
                <a:lnTo>
                  <a:pt x="77361" y="97446"/>
                </a:lnTo>
                <a:cubicBezTo>
                  <a:pt x="77361" y="65089"/>
                  <a:pt x="59351" y="58938"/>
                  <a:pt x="42490" y="58938"/>
                </a:cubicBezTo>
                <a:cubicBezTo>
                  <a:pt x="23553" y="58938"/>
                  <a:pt x="4387" y="71240"/>
                  <a:pt x="4387" y="84230"/>
                </a:cubicBezTo>
                <a:cubicBezTo>
                  <a:pt x="4387" y="89700"/>
                  <a:pt x="7157" y="92435"/>
                  <a:pt x="12471" y="92435"/>
                </a:cubicBezTo>
                <a:cubicBezTo>
                  <a:pt x="19166" y="92435"/>
                  <a:pt x="23324" y="87650"/>
                  <a:pt x="23324" y="84685"/>
                </a:cubicBezTo>
                <a:cubicBezTo>
                  <a:pt x="23324" y="83090"/>
                  <a:pt x="23091" y="81495"/>
                  <a:pt x="22630" y="80585"/>
                </a:cubicBezTo>
                <a:cubicBezTo>
                  <a:pt x="22401" y="79900"/>
                  <a:pt x="22168" y="78534"/>
                  <a:pt x="22168" y="76025"/>
                </a:cubicBezTo>
                <a:cubicBezTo>
                  <a:pt x="22168" y="68960"/>
                  <a:pt x="31869" y="66455"/>
                  <a:pt x="40643" y="66455"/>
                </a:cubicBezTo>
                <a:cubicBezTo>
                  <a:pt x="48494" y="66455"/>
                  <a:pt x="59351" y="70330"/>
                  <a:pt x="59351" y="96080"/>
                </a:cubicBezTo>
                <a:cubicBezTo>
                  <a:pt x="59351" y="97675"/>
                  <a:pt x="58657" y="98586"/>
                  <a:pt x="57963" y="98815"/>
                </a:cubicBezTo>
                <a:lnTo>
                  <a:pt x="38103" y="103600"/>
                </a:lnTo>
                <a:cubicBezTo>
                  <a:pt x="15935" y="109070"/>
                  <a:pt x="0" y="121146"/>
                  <a:pt x="0" y="136642"/>
                </a:cubicBezTo>
                <a:cubicBezTo>
                  <a:pt x="0" y="155328"/>
                  <a:pt x="12932" y="161246"/>
                  <a:pt x="29096" y="161246"/>
                </a:cubicBezTo>
                <a:cubicBezTo>
                  <a:pt x="37179" y="161246"/>
                  <a:pt x="44107" y="159425"/>
                  <a:pt x="54270" y="151682"/>
                </a:cubicBezTo>
                <a:lnTo>
                  <a:pt x="58889" y="148037"/>
                </a:lnTo>
                <a:lnTo>
                  <a:pt x="59351" y="148037"/>
                </a:lnTo>
                <a:close/>
                <a:moveTo>
                  <a:pt x="108307" y="127527"/>
                </a:moveTo>
                <a:cubicBezTo>
                  <a:pt x="109230" y="138692"/>
                  <a:pt x="109924" y="149402"/>
                  <a:pt x="109924" y="158969"/>
                </a:cubicBezTo>
                <a:cubicBezTo>
                  <a:pt x="112232" y="158514"/>
                  <a:pt x="114544" y="158288"/>
                  <a:pt x="115696" y="158288"/>
                </a:cubicBezTo>
                <a:cubicBezTo>
                  <a:pt x="117313" y="158288"/>
                  <a:pt x="118698" y="158288"/>
                  <a:pt x="120316" y="158744"/>
                </a:cubicBezTo>
                <a:cubicBezTo>
                  <a:pt x="126553" y="160335"/>
                  <a:pt x="132786" y="161246"/>
                  <a:pt x="141331" y="161246"/>
                </a:cubicBezTo>
                <a:cubicBezTo>
                  <a:pt x="154264" y="161246"/>
                  <a:pt x="178049" y="155098"/>
                  <a:pt x="178049" y="132538"/>
                </a:cubicBezTo>
                <a:cubicBezTo>
                  <a:pt x="178049" y="117046"/>
                  <a:pt x="166734" y="107930"/>
                  <a:pt x="151029" y="102231"/>
                </a:cubicBezTo>
                <a:cubicBezTo>
                  <a:pt x="137173" y="96991"/>
                  <a:pt x="127938" y="93571"/>
                  <a:pt x="127938" y="81040"/>
                </a:cubicBezTo>
                <a:cubicBezTo>
                  <a:pt x="127938" y="71695"/>
                  <a:pt x="136250" y="66455"/>
                  <a:pt x="144101" y="66455"/>
                </a:cubicBezTo>
                <a:cubicBezTo>
                  <a:pt x="149182" y="66455"/>
                  <a:pt x="162576" y="68279"/>
                  <a:pt x="165578" y="87650"/>
                </a:cubicBezTo>
                <a:cubicBezTo>
                  <a:pt x="166963" y="89015"/>
                  <a:pt x="171583" y="88786"/>
                  <a:pt x="172968" y="87420"/>
                </a:cubicBezTo>
                <a:cubicBezTo>
                  <a:pt x="173662" y="79215"/>
                  <a:pt x="174124" y="70785"/>
                  <a:pt x="174356" y="63268"/>
                </a:cubicBezTo>
                <a:cubicBezTo>
                  <a:pt x="167196" y="62128"/>
                  <a:pt x="156110" y="58938"/>
                  <a:pt x="144101" y="58938"/>
                </a:cubicBezTo>
                <a:cubicBezTo>
                  <a:pt x="127014" y="58938"/>
                  <a:pt x="111541" y="69874"/>
                  <a:pt x="111541" y="84459"/>
                </a:cubicBezTo>
                <a:cubicBezTo>
                  <a:pt x="111541" y="101091"/>
                  <a:pt x="119160" y="108156"/>
                  <a:pt x="136944" y="115451"/>
                </a:cubicBezTo>
                <a:cubicBezTo>
                  <a:pt x="156110" y="123197"/>
                  <a:pt x="160497" y="127982"/>
                  <a:pt x="160497" y="137782"/>
                </a:cubicBezTo>
                <a:cubicBezTo>
                  <a:pt x="160497" y="148947"/>
                  <a:pt x="149415" y="153732"/>
                  <a:pt x="140870" y="153732"/>
                </a:cubicBezTo>
                <a:cubicBezTo>
                  <a:pt x="131863" y="153732"/>
                  <a:pt x="126782" y="150768"/>
                  <a:pt x="124474" y="148263"/>
                </a:cubicBezTo>
                <a:cubicBezTo>
                  <a:pt x="119392" y="143022"/>
                  <a:pt x="116852" y="132996"/>
                  <a:pt x="115467" y="127297"/>
                </a:cubicBezTo>
                <a:cubicBezTo>
                  <a:pt x="114082" y="125931"/>
                  <a:pt x="109691" y="126157"/>
                  <a:pt x="108307" y="127527"/>
                </a:cubicBezTo>
                <a:close/>
                <a:moveTo>
                  <a:pt x="326310" y="161246"/>
                </a:moveTo>
                <a:cubicBezTo>
                  <a:pt x="348710" y="161246"/>
                  <a:pt x="369265" y="150772"/>
                  <a:pt x="384966" y="130501"/>
                </a:cubicBezTo>
                <a:cubicBezTo>
                  <a:pt x="383811" y="128454"/>
                  <a:pt x="382197" y="127089"/>
                  <a:pt x="379656" y="127089"/>
                </a:cubicBezTo>
                <a:cubicBezTo>
                  <a:pt x="363260" y="144850"/>
                  <a:pt x="347555" y="151911"/>
                  <a:pt x="326077" y="151911"/>
                </a:cubicBezTo>
                <a:cubicBezTo>
                  <a:pt x="294902" y="151911"/>
                  <a:pt x="273425" y="117296"/>
                  <a:pt x="273425" y="84046"/>
                </a:cubicBezTo>
                <a:cubicBezTo>
                  <a:pt x="273425" y="64460"/>
                  <a:pt x="278735" y="48064"/>
                  <a:pt x="287051" y="37816"/>
                </a:cubicBezTo>
                <a:cubicBezTo>
                  <a:pt x="298599" y="23923"/>
                  <a:pt x="311993" y="17546"/>
                  <a:pt x="324002" y="17546"/>
                </a:cubicBezTo>
                <a:cubicBezTo>
                  <a:pt x="355871" y="17546"/>
                  <a:pt x="368570" y="36221"/>
                  <a:pt x="374575" y="55807"/>
                </a:cubicBezTo>
                <a:cubicBezTo>
                  <a:pt x="377345" y="56717"/>
                  <a:pt x="379656" y="56033"/>
                  <a:pt x="382197" y="54667"/>
                </a:cubicBezTo>
                <a:cubicBezTo>
                  <a:pt x="381041" y="42827"/>
                  <a:pt x="379424" y="31895"/>
                  <a:pt x="377116" y="19370"/>
                </a:cubicBezTo>
                <a:cubicBezTo>
                  <a:pt x="365339" y="18230"/>
                  <a:pt x="354944" y="9119"/>
                  <a:pt x="326539" y="9119"/>
                </a:cubicBezTo>
                <a:cubicBezTo>
                  <a:pt x="306911" y="9119"/>
                  <a:pt x="290515" y="16180"/>
                  <a:pt x="276889" y="28479"/>
                </a:cubicBezTo>
                <a:cubicBezTo>
                  <a:pt x="261648" y="42372"/>
                  <a:pt x="252409" y="64689"/>
                  <a:pt x="252409" y="88372"/>
                </a:cubicBezTo>
                <a:cubicBezTo>
                  <a:pt x="252409" y="127999"/>
                  <a:pt x="276660" y="161246"/>
                  <a:pt x="326310" y="161246"/>
                </a:cubicBezTo>
                <a:close/>
                <a:moveTo>
                  <a:pt x="496738" y="68456"/>
                </a:moveTo>
                <a:cubicBezTo>
                  <a:pt x="498126" y="67091"/>
                  <a:pt x="498126" y="62309"/>
                  <a:pt x="496738" y="60940"/>
                </a:cubicBezTo>
                <a:cubicBezTo>
                  <a:pt x="489810" y="61169"/>
                  <a:pt x="481726" y="61398"/>
                  <a:pt x="473414" y="61398"/>
                </a:cubicBezTo>
                <a:cubicBezTo>
                  <a:pt x="464640" y="61398"/>
                  <a:pt x="458403" y="61169"/>
                  <a:pt x="452398" y="60940"/>
                </a:cubicBezTo>
                <a:cubicBezTo>
                  <a:pt x="451013" y="62309"/>
                  <a:pt x="451013" y="67091"/>
                  <a:pt x="452398" y="68456"/>
                </a:cubicBezTo>
                <a:cubicBezTo>
                  <a:pt x="463255" y="69593"/>
                  <a:pt x="465792" y="71869"/>
                  <a:pt x="470644" y="83691"/>
                </a:cubicBezTo>
                <a:lnTo>
                  <a:pt x="500896" y="157145"/>
                </a:lnTo>
                <a:cubicBezTo>
                  <a:pt x="502281" y="160328"/>
                  <a:pt x="504127" y="161690"/>
                  <a:pt x="506439" y="161690"/>
                </a:cubicBezTo>
                <a:cubicBezTo>
                  <a:pt x="508518" y="161690"/>
                  <a:pt x="510364" y="160328"/>
                  <a:pt x="511982" y="156690"/>
                </a:cubicBezTo>
                <a:lnTo>
                  <a:pt x="535305" y="100747"/>
                </a:lnTo>
                <a:lnTo>
                  <a:pt x="559091" y="157145"/>
                </a:lnTo>
                <a:cubicBezTo>
                  <a:pt x="560476" y="160328"/>
                  <a:pt x="562326" y="161690"/>
                  <a:pt x="564634" y="161690"/>
                </a:cubicBezTo>
                <a:cubicBezTo>
                  <a:pt x="566713" y="161690"/>
                  <a:pt x="568559" y="160328"/>
                  <a:pt x="569944" y="156916"/>
                </a:cubicBezTo>
                <a:lnTo>
                  <a:pt x="600199" y="84831"/>
                </a:lnTo>
                <a:cubicBezTo>
                  <a:pt x="603892" y="75507"/>
                  <a:pt x="607818" y="69138"/>
                  <a:pt x="619598" y="68456"/>
                </a:cubicBezTo>
                <a:cubicBezTo>
                  <a:pt x="620982" y="67091"/>
                  <a:pt x="620982" y="62309"/>
                  <a:pt x="619598" y="60940"/>
                </a:cubicBezTo>
                <a:cubicBezTo>
                  <a:pt x="614978" y="61169"/>
                  <a:pt x="609897" y="61398"/>
                  <a:pt x="602969" y="61398"/>
                </a:cubicBezTo>
                <a:cubicBezTo>
                  <a:pt x="596041" y="61398"/>
                  <a:pt x="586340" y="61169"/>
                  <a:pt x="579413" y="60940"/>
                </a:cubicBezTo>
                <a:cubicBezTo>
                  <a:pt x="578028" y="62309"/>
                  <a:pt x="578028" y="67091"/>
                  <a:pt x="579413" y="68456"/>
                </a:cubicBezTo>
                <a:cubicBezTo>
                  <a:pt x="596732" y="69367"/>
                  <a:pt x="594424" y="75963"/>
                  <a:pt x="591192" y="83921"/>
                </a:cubicBezTo>
                <a:lnTo>
                  <a:pt x="571794" y="131221"/>
                </a:lnTo>
                <a:cubicBezTo>
                  <a:pt x="569483" y="136906"/>
                  <a:pt x="568559" y="136906"/>
                  <a:pt x="566713" y="132131"/>
                </a:cubicBezTo>
                <a:lnTo>
                  <a:pt x="546853" y="82329"/>
                </a:lnTo>
                <a:cubicBezTo>
                  <a:pt x="542462" y="71640"/>
                  <a:pt x="542927" y="69367"/>
                  <a:pt x="555165" y="68456"/>
                </a:cubicBezTo>
                <a:cubicBezTo>
                  <a:pt x="556550" y="67091"/>
                  <a:pt x="556550" y="62309"/>
                  <a:pt x="555165" y="60940"/>
                </a:cubicBezTo>
                <a:cubicBezTo>
                  <a:pt x="548238" y="61169"/>
                  <a:pt x="538998" y="61398"/>
                  <a:pt x="532071" y="61398"/>
                </a:cubicBezTo>
                <a:cubicBezTo>
                  <a:pt x="526299" y="61398"/>
                  <a:pt x="518677" y="61169"/>
                  <a:pt x="511749" y="60940"/>
                </a:cubicBezTo>
                <a:cubicBezTo>
                  <a:pt x="510364" y="62309"/>
                  <a:pt x="510364" y="67091"/>
                  <a:pt x="511749" y="68456"/>
                </a:cubicBezTo>
                <a:cubicBezTo>
                  <a:pt x="522602" y="69367"/>
                  <a:pt x="525375" y="75963"/>
                  <a:pt x="529530" y="86193"/>
                </a:cubicBezTo>
                <a:lnTo>
                  <a:pt x="530918" y="89832"/>
                </a:lnTo>
                <a:lnTo>
                  <a:pt x="514751" y="130084"/>
                </a:lnTo>
                <a:cubicBezTo>
                  <a:pt x="511749" y="137587"/>
                  <a:pt x="511287" y="137816"/>
                  <a:pt x="508285" y="130539"/>
                </a:cubicBezTo>
                <a:lnTo>
                  <a:pt x="489810" y="83691"/>
                </a:lnTo>
                <a:cubicBezTo>
                  <a:pt x="485423" y="72776"/>
                  <a:pt x="485655" y="69138"/>
                  <a:pt x="496738" y="68456"/>
                </a:cubicBezTo>
                <a:close/>
                <a:moveTo>
                  <a:pt x="629986" y="112257"/>
                </a:moveTo>
                <a:cubicBezTo>
                  <a:pt x="629986" y="135502"/>
                  <a:pt x="645691" y="161246"/>
                  <a:pt x="678483" y="161246"/>
                </a:cubicBezTo>
                <a:cubicBezTo>
                  <a:pt x="693262" y="161246"/>
                  <a:pt x="704580" y="156009"/>
                  <a:pt x="712431" y="148492"/>
                </a:cubicBezTo>
                <a:cubicBezTo>
                  <a:pt x="722823" y="138463"/>
                  <a:pt x="727443" y="124107"/>
                  <a:pt x="727443" y="110207"/>
                </a:cubicBezTo>
                <a:cubicBezTo>
                  <a:pt x="727443" y="86506"/>
                  <a:pt x="714278" y="58938"/>
                  <a:pt x="678945" y="58938"/>
                </a:cubicBezTo>
                <a:cubicBezTo>
                  <a:pt x="663705" y="58938"/>
                  <a:pt x="651234" y="65089"/>
                  <a:pt x="642689" y="74885"/>
                </a:cubicBezTo>
                <a:cubicBezTo>
                  <a:pt x="634376" y="84685"/>
                  <a:pt x="629986" y="97901"/>
                  <a:pt x="629986" y="112257"/>
                </a:cubicBezTo>
                <a:moveTo>
                  <a:pt x="675481" y="66910"/>
                </a:moveTo>
                <a:cubicBezTo>
                  <a:pt x="695341" y="66910"/>
                  <a:pt x="707583" y="84685"/>
                  <a:pt x="707583" y="117501"/>
                </a:cubicBezTo>
                <a:cubicBezTo>
                  <a:pt x="707583" y="146212"/>
                  <a:pt x="692571" y="153277"/>
                  <a:pt x="681718" y="153277"/>
                </a:cubicBezTo>
                <a:cubicBezTo>
                  <a:pt x="657700" y="153277"/>
                  <a:pt x="649849" y="124562"/>
                  <a:pt x="649849" y="107016"/>
                </a:cubicBezTo>
                <a:cubicBezTo>
                  <a:pt x="649849" y="87191"/>
                  <a:pt x="654698" y="66910"/>
                  <a:pt x="675481" y="66910"/>
                </a:cubicBezTo>
                <a:close/>
                <a:moveTo>
                  <a:pt x="787024" y="161246"/>
                </a:moveTo>
                <a:cubicBezTo>
                  <a:pt x="796030" y="161246"/>
                  <a:pt x="806884" y="156693"/>
                  <a:pt x="818198" y="147588"/>
                </a:cubicBezTo>
                <a:cubicBezTo>
                  <a:pt x="819354" y="146678"/>
                  <a:pt x="821433" y="146223"/>
                  <a:pt x="821662" y="147814"/>
                </a:cubicBezTo>
                <a:cubicBezTo>
                  <a:pt x="822356" y="153503"/>
                  <a:pt x="824203" y="161246"/>
                  <a:pt x="824203" y="161246"/>
                </a:cubicBezTo>
                <a:cubicBezTo>
                  <a:pt x="826049" y="161930"/>
                  <a:pt x="827205" y="161704"/>
                  <a:pt x="828590" y="161246"/>
                </a:cubicBezTo>
                <a:cubicBezTo>
                  <a:pt x="833671" y="157149"/>
                  <a:pt x="841755" y="153732"/>
                  <a:pt x="855843" y="152137"/>
                </a:cubicBezTo>
                <a:cubicBezTo>
                  <a:pt x="857228" y="150772"/>
                  <a:pt x="857228" y="147359"/>
                  <a:pt x="855843" y="145997"/>
                </a:cubicBezTo>
                <a:cubicBezTo>
                  <a:pt x="841061" y="144857"/>
                  <a:pt x="838982" y="140537"/>
                  <a:pt x="838982" y="129396"/>
                </a:cubicBezTo>
                <a:lnTo>
                  <a:pt x="838982" y="85738"/>
                </a:lnTo>
                <a:cubicBezTo>
                  <a:pt x="838982" y="78917"/>
                  <a:pt x="839908" y="62309"/>
                  <a:pt x="839908" y="62309"/>
                </a:cubicBezTo>
                <a:cubicBezTo>
                  <a:pt x="839908" y="61624"/>
                  <a:pt x="839214" y="60940"/>
                  <a:pt x="838058" y="60940"/>
                </a:cubicBezTo>
                <a:cubicBezTo>
                  <a:pt x="836906" y="61169"/>
                  <a:pt x="833442" y="61398"/>
                  <a:pt x="829978" y="61398"/>
                </a:cubicBezTo>
                <a:cubicBezTo>
                  <a:pt x="822586" y="61398"/>
                  <a:pt x="814273" y="61169"/>
                  <a:pt x="806422" y="60940"/>
                </a:cubicBezTo>
                <a:cubicBezTo>
                  <a:pt x="805037" y="62309"/>
                  <a:pt x="805037" y="67091"/>
                  <a:pt x="806422" y="68456"/>
                </a:cubicBezTo>
                <a:cubicBezTo>
                  <a:pt x="817737" y="69138"/>
                  <a:pt x="820739" y="71869"/>
                  <a:pt x="820739" y="86875"/>
                </a:cubicBezTo>
                <a:lnTo>
                  <a:pt x="820739" y="130762"/>
                </a:lnTo>
                <a:cubicBezTo>
                  <a:pt x="820739" y="135081"/>
                  <a:pt x="820277" y="136899"/>
                  <a:pt x="817046" y="139630"/>
                </a:cubicBezTo>
                <a:cubicBezTo>
                  <a:pt x="808501" y="146904"/>
                  <a:pt x="799723" y="150542"/>
                  <a:pt x="793951" y="150542"/>
                </a:cubicBezTo>
                <a:cubicBezTo>
                  <a:pt x="787024" y="150542"/>
                  <a:pt x="775476" y="147359"/>
                  <a:pt x="775476" y="127123"/>
                </a:cubicBezTo>
                <a:lnTo>
                  <a:pt x="775476" y="85738"/>
                </a:lnTo>
                <a:cubicBezTo>
                  <a:pt x="775476" y="78917"/>
                  <a:pt x="776399" y="62309"/>
                  <a:pt x="776399" y="62309"/>
                </a:cubicBezTo>
                <a:cubicBezTo>
                  <a:pt x="776399" y="61624"/>
                  <a:pt x="775709" y="60940"/>
                  <a:pt x="774553" y="60940"/>
                </a:cubicBezTo>
                <a:cubicBezTo>
                  <a:pt x="773397" y="61169"/>
                  <a:pt x="769933" y="61398"/>
                  <a:pt x="766469" y="61398"/>
                </a:cubicBezTo>
                <a:cubicBezTo>
                  <a:pt x="759080" y="61398"/>
                  <a:pt x="750767" y="61169"/>
                  <a:pt x="742913" y="60940"/>
                </a:cubicBezTo>
                <a:cubicBezTo>
                  <a:pt x="741528" y="62309"/>
                  <a:pt x="741528" y="67091"/>
                  <a:pt x="742913" y="68456"/>
                </a:cubicBezTo>
                <a:cubicBezTo>
                  <a:pt x="753999" y="69367"/>
                  <a:pt x="757234" y="71869"/>
                  <a:pt x="757234" y="86649"/>
                </a:cubicBezTo>
                <a:lnTo>
                  <a:pt x="757234" y="130307"/>
                </a:lnTo>
                <a:cubicBezTo>
                  <a:pt x="757234" y="145997"/>
                  <a:pt x="764161" y="161246"/>
                  <a:pt x="787024" y="161246"/>
                </a:cubicBezTo>
                <a:close/>
                <a:moveTo>
                  <a:pt x="881474" y="131231"/>
                </a:moveTo>
                <a:cubicBezTo>
                  <a:pt x="881474" y="150132"/>
                  <a:pt x="878937" y="151269"/>
                  <a:pt x="864848" y="151953"/>
                </a:cubicBezTo>
                <a:cubicBezTo>
                  <a:pt x="863464" y="153319"/>
                  <a:pt x="863464" y="158101"/>
                  <a:pt x="864848" y="159466"/>
                </a:cubicBezTo>
                <a:cubicBezTo>
                  <a:pt x="872932" y="159241"/>
                  <a:pt x="881474" y="159011"/>
                  <a:pt x="890713" y="159011"/>
                </a:cubicBezTo>
                <a:cubicBezTo>
                  <a:pt x="899949" y="159011"/>
                  <a:pt x="908727" y="159241"/>
                  <a:pt x="916345" y="159466"/>
                </a:cubicBezTo>
                <a:cubicBezTo>
                  <a:pt x="917733" y="158101"/>
                  <a:pt x="917733" y="153319"/>
                  <a:pt x="916345" y="151953"/>
                </a:cubicBezTo>
                <a:cubicBezTo>
                  <a:pt x="902260" y="151269"/>
                  <a:pt x="899720" y="150132"/>
                  <a:pt x="899720" y="131231"/>
                </a:cubicBezTo>
                <a:lnTo>
                  <a:pt x="899720" y="26265"/>
                </a:lnTo>
                <a:cubicBezTo>
                  <a:pt x="899720" y="11468"/>
                  <a:pt x="900643" y="2307"/>
                  <a:pt x="900643" y="2307"/>
                </a:cubicBezTo>
                <a:cubicBezTo>
                  <a:pt x="900643" y="695"/>
                  <a:pt x="899720" y="0"/>
                  <a:pt x="897641" y="0"/>
                </a:cubicBezTo>
                <a:cubicBezTo>
                  <a:pt x="891869" y="2307"/>
                  <a:pt x="874546" y="5536"/>
                  <a:pt x="865310" y="6227"/>
                </a:cubicBezTo>
                <a:cubicBezTo>
                  <a:pt x="864848" y="8052"/>
                  <a:pt x="865310" y="11694"/>
                  <a:pt x="866695" y="13063"/>
                </a:cubicBezTo>
                <a:cubicBezTo>
                  <a:pt x="880089" y="13970"/>
                  <a:pt x="881474" y="14655"/>
                  <a:pt x="881474" y="31731"/>
                </a:cubicBezTo>
                <a:lnTo>
                  <a:pt x="881474" y="131231"/>
                </a:lnTo>
                <a:close/>
                <a:moveTo>
                  <a:pt x="1000174" y="130717"/>
                </a:moveTo>
                <a:cubicBezTo>
                  <a:pt x="1000174" y="135047"/>
                  <a:pt x="999713" y="136871"/>
                  <a:pt x="996481" y="139606"/>
                </a:cubicBezTo>
                <a:cubicBezTo>
                  <a:pt x="987936" y="146897"/>
                  <a:pt x="980547" y="150542"/>
                  <a:pt x="974771" y="150542"/>
                </a:cubicBezTo>
                <a:cubicBezTo>
                  <a:pt x="962304" y="150542"/>
                  <a:pt x="949372" y="137097"/>
                  <a:pt x="949372" y="108611"/>
                </a:cubicBezTo>
                <a:cubicBezTo>
                  <a:pt x="949372" y="92205"/>
                  <a:pt x="952603" y="83090"/>
                  <a:pt x="956067" y="78305"/>
                </a:cubicBezTo>
                <a:cubicBezTo>
                  <a:pt x="963227" y="67595"/>
                  <a:pt x="972925" y="66910"/>
                  <a:pt x="977545" y="66910"/>
                </a:cubicBezTo>
                <a:cubicBezTo>
                  <a:pt x="985857" y="66910"/>
                  <a:pt x="991633" y="69874"/>
                  <a:pt x="996249" y="75115"/>
                </a:cubicBezTo>
                <a:cubicBezTo>
                  <a:pt x="999484" y="78760"/>
                  <a:pt x="1000174" y="80355"/>
                  <a:pt x="1000174" y="87420"/>
                </a:cubicBezTo>
                <a:lnTo>
                  <a:pt x="1000174" y="130717"/>
                </a:lnTo>
                <a:moveTo>
                  <a:pt x="997637" y="147581"/>
                </a:moveTo>
                <a:cubicBezTo>
                  <a:pt x="998789" y="146671"/>
                  <a:pt x="1000868" y="146212"/>
                  <a:pt x="1001101" y="147807"/>
                </a:cubicBezTo>
                <a:cubicBezTo>
                  <a:pt x="1001792" y="153277"/>
                  <a:pt x="1003642" y="161246"/>
                  <a:pt x="1003642" y="161246"/>
                </a:cubicBezTo>
                <a:cubicBezTo>
                  <a:pt x="1005488" y="161930"/>
                  <a:pt x="1006640" y="161704"/>
                  <a:pt x="1008029" y="161246"/>
                </a:cubicBezTo>
                <a:cubicBezTo>
                  <a:pt x="1013106" y="157138"/>
                  <a:pt x="1021190" y="153722"/>
                  <a:pt x="1035278" y="152127"/>
                </a:cubicBezTo>
                <a:cubicBezTo>
                  <a:pt x="1036663" y="150761"/>
                  <a:pt x="1036663" y="147345"/>
                  <a:pt x="1035278" y="145979"/>
                </a:cubicBezTo>
                <a:cubicBezTo>
                  <a:pt x="1020499" y="144840"/>
                  <a:pt x="1018420" y="140510"/>
                  <a:pt x="1018420" y="129344"/>
                </a:cubicBezTo>
                <a:lnTo>
                  <a:pt x="1018420" y="26119"/>
                </a:lnTo>
                <a:cubicBezTo>
                  <a:pt x="1018420" y="11308"/>
                  <a:pt x="1019344" y="2248"/>
                  <a:pt x="1019344" y="2248"/>
                </a:cubicBezTo>
                <a:cubicBezTo>
                  <a:pt x="1019344" y="678"/>
                  <a:pt x="1018420" y="0"/>
                  <a:pt x="1016341" y="0"/>
                </a:cubicBezTo>
                <a:cubicBezTo>
                  <a:pt x="1010569" y="2248"/>
                  <a:pt x="993246" y="5393"/>
                  <a:pt x="984011" y="6068"/>
                </a:cubicBezTo>
                <a:cubicBezTo>
                  <a:pt x="983549" y="7892"/>
                  <a:pt x="984011" y="11534"/>
                  <a:pt x="985396" y="12900"/>
                </a:cubicBezTo>
                <a:cubicBezTo>
                  <a:pt x="997405" y="13584"/>
                  <a:pt x="1000174" y="12444"/>
                  <a:pt x="1000174" y="31589"/>
                </a:cubicBezTo>
                <a:lnTo>
                  <a:pt x="1000174" y="60763"/>
                </a:lnTo>
                <a:cubicBezTo>
                  <a:pt x="1000174" y="62358"/>
                  <a:pt x="999713" y="62813"/>
                  <a:pt x="998099" y="62813"/>
                </a:cubicBezTo>
                <a:cubicBezTo>
                  <a:pt x="997172" y="62813"/>
                  <a:pt x="987707" y="58938"/>
                  <a:pt x="980085" y="58938"/>
                </a:cubicBezTo>
                <a:cubicBezTo>
                  <a:pt x="964841" y="58938"/>
                  <a:pt x="954682" y="63949"/>
                  <a:pt x="945443" y="72606"/>
                </a:cubicBezTo>
                <a:cubicBezTo>
                  <a:pt x="935513" y="82406"/>
                  <a:pt x="929508" y="95851"/>
                  <a:pt x="929508" y="112712"/>
                </a:cubicBezTo>
                <a:cubicBezTo>
                  <a:pt x="929508" y="140746"/>
                  <a:pt x="943829" y="161246"/>
                  <a:pt x="968770" y="161246"/>
                </a:cubicBezTo>
                <a:cubicBezTo>
                  <a:pt x="977774" y="161246"/>
                  <a:pt x="986319" y="156693"/>
                  <a:pt x="997637" y="147581"/>
                </a:cubicBezTo>
                <a:close/>
                <a:moveTo>
                  <a:pt x="1136657" y="77394"/>
                </a:moveTo>
                <a:cubicBezTo>
                  <a:pt x="1135272" y="78990"/>
                  <a:pt x="1133887" y="79448"/>
                  <a:pt x="1133887" y="77394"/>
                </a:cubicBezTo>
                <a:cubicBezTo>
                  <a:pt x="1133655" y="71240"/>
                  <a:pt x="1133193" y="62358"/>
                  <a:pt x="1132037" y="60078"/>
                </a:cubicBezTo>
                <a:cubicBezTo>
                  <a:pt x="1131576" y="58938"/>
                  <a:pt x="1131114" y="58257"/>
                  <a:pt x="1129268" y="58257"/>
                </a:cubicBezTo>
                <a:cubicBezTo>
                  <a:pt x="1122802" y="60763"/>
                  <a:pt x="1116797" y="62813"/>
                  <a:pt x="1100863" y="64860"/>
                </a:cubicBezTo>
                <a:cubicBezTo>
                  <a:pt x="1100401" y="66229"/>
                  <a:pt x="1100863" y="69871"/>
                  <a:pt x="1101324" y="71240"/>
                </a:cubicBezTo>
                <a:cubicBezTo>
                  <a:pt x="1113795" y="72380"/>
                  <a:pt x="1116336" y="73520"/>
                  <a:pt x="1116336" y="86743"/>
                </a:cubicBezTo>
                <a:lnTo>
                  <a:pt x="1116336" y="131203"/>
                </a:lnTo>
                <a:cubicBezTo>
                  <a:pt x="1116336" y="149899"/>
                  <a:pt x="1114027" y="150813"/>
                  <a:pt x="1100168" y="151953"/>
                </a:cubicBezTo>
                <a:cubicBezTo>
                  <a:pt x="1098784" y="153319"/>
                  <a:pt x="1098784" y="158101"/>
                  <a:pt x="1100168" y="159466"/>
                </a:cubicBezTo>
                <a:cubicBezTo>
                  <a:pt x="1107100" y="159241"/>
                  <a:pt x="1116336" y="159011"/>
                  <a:pt x="1125571" y="159011"/>
                </a:cubicBezTo>
                <a:cubicBezTo>
                  <a:pt x="1134811" y="159011"/>
                  <a:pt x="1141738" y="159241"/>
                  <a:pt x="1148666" y="159466"/>
                </a:cubicBezTo>
                <a:cubicBezTo>
                  <a:pt x="1150051" y="158101"/>
                  <a:pt x="1150051" y="153319"/>
                  <a:pt x="1148666" y="151953"/>
                </a:cubicBezTo>
                <a:cubicBezTo>
                  <a:pt x="1136890" y="150813"/>
                  <a:pt x="1134578" y="149899"/>
                  <a:pt x="1134578" y="131203"/>
                </a:cubicBezTo>
                <a:lnTo>
                  <a:pt x="1134578" y="93811"/>
                </a:lnTo>
                <a:cubicBezTo>
                  <a:pt x="1134578" y="89022"/>
                  <a:pt x="1136657" y="86287"/>
                  <a:pt x="1138504" y="84237"/>
                </a:cubicBezTo>
                <a:cubicBezTo>
                  <a:pt x="1147281" y="75799"/>
                  <a:pt x="1157673" y="70781"/>
                  <a:pt x="1166680" y="70781"/>
                </a:cubicBezTo>
                <a:cubicBezTo>
                  <a:pt x="1171299" y="70781"/>
                  <a:pt x="1176148" y="73746"/>
                  <a:pt x="1178918" y="78990"/>
                </a:cubicBezTo>
                <a:cubicBezTo>
                  <a:pt x="1181229" y="83552"/>
                  <a:pt x="1181691" y="89707"/>
                  <a:pt x="1181691" y="96546"/>
                </a:cubicBezTo>
                <a:lnTo>
                  <a:pt x="1181691" y="131203"/>
                </a:lnTo>
                <a:cubicBezTo>
                  <a:pt x="1181691" y="149899"/>
                  <a:pt x="1179379" y="150813"/>
                  <a:pt x="1167370" y="151953"/>
                </a:cubicBezTo>
                <a:cubicBezTo>
                  <a:pt x="1166218" y="153319"/>
                  <a:pt x="1166218" y="158101"/>
                  <a:pt x="1167370" y="159466"/>
                </a:cubicBezTo>
                <a:cubicBezTo>
                  <a:pt x="1174302" y="159241"/>
                  <a:pt x="1181691" y="159011"/>
                  <a:pt x="1190927" y="159011"/>
                </a:cubicBezTo>
                <a:cubicBezTo>
                  <a:pt x="1200166" y="159011"/>
                  <a:pt x="1208479" y="159241"/>
                  <a:pt x="1215406" y="159466"/>
                </a:cubicBezTo>
                <a:cubicBezTo>
                  <a:pt x="1216562" y="158101"/>
                  <a:pt x="1216562" y="153319"/>
                  <a:pt x="1215406" y="151953"/>
                </a:cubicBezTo>
                <a:cubicBezTo>
                  <a:pt x="1202474" y="150813"/>
                  <a:pt x="1199934" y="149899"/>
                  <a:pt x="1199934" y="131203"/>
                </a:cubicBezTo>
                <a:lnTo>
                  <a:pt x="1199934" y="97230"/>
                </a:lnTo>
                <a:cubicBezTo>
                  <a:pt x="1199934" y="84692"/>
                  <a:pt x="1199010" y="73746"/>
                  <a:pt x="1193700" y="66684"/>
                </a:cubicBezTo>
                <a:cubicBezTo>
                  <a:pt x="1189771" y="61673"/>
                  <a:pt x="1182614" y="58938"/>
                  <a:pt x="1174531" y="58938"/>
                </a:cubicBezTo>
                <a:cubicBezTo>
                  <a:pt x="1163216" y="58938"/>
                  <a:pt x="1150284" y="61899"/>
                  <a:pt x="1136657" y="77394"/>
                </a:cubicBezTo>
                <a:close/>
                <a:moveTo>
                  <a:pt x="1228799" y="112257"/>
                </a:moveTo>
                <a:cubicBezTo>
                  <a:pt x="1228799" y="135502"/>
                  <a:pt x="1244504" y="161246"/>
                  <a:pt x="1277297" y="161246"/>
                </a:cubicBezTo>
                <a:cubicBezTo>
                  <a:pt x="1292075" y="161246"/>
                  <a:pt x="1303394" y="156009"/>
                  <a:pt x="1311245" y="148492"/>
                </a:cubicBezTo>
                <a:cubicBezTo>
                  <a:pt x="1321636" y="138463"/>
                  <a:pt x="1326256" y="124107"/>
                  <a:pt x="1326256" y="110207"/>
                </a:cubicBezTo>
                <a:cubicBezTo>
                  <a:pt x="1326256" y="86506"/>
                  <a:pt x="1313091" y="58938"/>
                  <a:pt x="1277758" y="58938"/>
                </a:cubicBezTo>
                <a:cubicBezTo>
                  <a:pt x="1262518" y="58938"/>
                  <a:pt x="1250047" y="65089"/>
                  <a:pt x="1241502" y="74885"/>
                </a:cubicBezTo>
                <a:cubicBezTo>
                  <a:pt x="1233189" y="84685"/>
                  <a:pt x="1228799" y="97901"/>
                  <a:pt x="1228799" y="112257"/>
                </a:cubicBezTo>
                <a:moveTo>
                  <a:pt x="1274294" y="66910"/>
                </a:moveTo>
                <a:cubicBezTo>
                  <a:pt x="1294154" y="66910"/>
                  <a:pt x="1306396" y="84685"/>
                  <a:pt x="1306396" y="117501"/>
                </a:cubicBezTo>
                <a:cubicBezTo>
                  <a:pt x="1306396" y="146212"/>
                  <a:pt x="1291385" y="153277"/>
                  <a:pt x="1280531" y="153277"/>
                </a:cubicBezTo>
                <a:cubicBezTo>
                  <a:pt x="1256513" y="153277"/>
                  <a:pt x="1248662" y="124562"/>
                  <a:pt x="1248662" y="107016"/>
                </a:cubicBezTo>
                <a:cubicBezTo>
                  <a:pt x="1248662" y="87191"/>
                  <a:pt x="1253511" y="66910"/>
                  <a:pt x="1274294" y="66910"/>
                </a:cubicBezTo>
                <a:close/>
                <a:moveTo>
                  <a:pt x="1345655" y="61385"/>
                </a:moveTo>
                <a:cubicBezTo>
                  <a:pt x="1342420" y="61385"/>
                  <a:pt x="1341497" y="64119"/>
                  <a:pt x="1341497" y="65940"/>
                </a:cubicBezTo>
                <a:lnTo>
                  <a:pt x="1341497" y="68901"/>
                </a:lnTo>
                <a:cubicBezTo>
                  <a:pt x="1341497" y="70041"/>
                  <a:pt x="1341726" y="70267"/>
                  <a:pt x="1342653" y="70267"/>
                </a:cubicBezTo>
                <a:lnTo>
                  <a:pt x="1356276" y="70267"/>
                </a:lnTo>
                <a:lnTo>
                  <a:pt x="1356276" y="138716"/>
                </a:lnTo>
                <a:cubicBezTo>
                  <a:pt x="1356276" y="154869"/>
                  <a:pt x="1363436" y="161246"/>
                  <a:pt x="1374057" y="161246"/>
                </a:cubicBezTo>
                <a:cubicBezTo>
                  <a:pt x="1384681" y="161246"/>
                  <a:pt x="1396228" y="156238"/>
                  <a:pt x="1405235" y="146219"/>
                </a:cubicBezTo>
                <a:cubicBezTo>
                  <a:pt x="1404773" y="143947"/>
                  <a:pt x="1403389" y="142581"/>
                  <a:pt x="1401077" y="142355"/>
                </a:cubicBezTo>
                <a:cubicBezTo>
                  <a:pt x="1395073" y="146904"/>
                  <a:pt x="1388145" y="148721"/>
                  <a:pt x="1382140" y="148721"/>
                </a:cubicBezTo>
                <a:cubicBezTo>
                  <a:pt x="1375907" y="148721"/>
                  <a:pt x="1374522" y="141900"/>
                  <a:pt x="1374522" y="127801"/>
                </a:cubicBezTo>
                <a:lnTo>
                  <a:pt x="1374522" y="70267"/>
                </a:lnTo>
                <a:lnTo>
                  <a:pt x="1398536" y="70267"/>
                </a:lnTo>
                <a:cubicBezTo>
                  <a:pt x="1400848" y="70267"/>
                  <a:pt x="1404079" y="69356"/>
                  <a:pt x="1404079" y="67306"/>
                </a:cubicBezTo>
                <a:lnTo>
                  <a:pt x="1404079" y="62754"/>
                </a:lnTo>
                <a:cubicBezTo>
                  <a:pt x="1404079" y="61843"/>
                  <a:pt x="1403389" y="61385"/>
                  <a:pt x="1402233" y="61385"/>
                </a:cubicBezTo>
                <a:lnTo>
                  <a:pt x="1374522" y="61385"/>
                </a:lnTo>
                <a:lnTo>
                  <a:pt x="1374522" y="52506"/>
                </a:lnTo>
                <a:cubicBezTo>
                  <a:pt x="1374522" y="37702"/>
                  <a:pt x="1375445" y="28590"/>
                  <a:pt x="1375445" y="28590"/>
                </a:cubicBezTo>
                <a:cubicBezTo>
                  <a:pt x="1375445" y="27224"/>
                  <a:pt x="1374751" y="26540"/>
                  <a:pt x="1373595" y="26540"/>
                </a:cubicBezTo>
                <a:cubicBezTo>
                  <a:pt x="1372672" y="26540"/>
                  <a:pt x="1370593" y="27453"/>
                  <a:pt x="1368517" y="28590"/>
                </a:cubicBezTo>
                <a:cubicBezTo>
                  <a:pt x="1365977" y="29959"/>
                  <a:pt x="1363665" y="31095"/>
                  <a:pt x="1360663" y="31780"/>
                </a:cubicBezTo>
                <a:cubicBezTo>
                  <a:pt x="1357893" y="32690"/>
                  <a:pt x="1355585" y="33375"/>
                  <a:pt x="1355585" y="34967"/>
                </a:cubicBezTo>
                <a:cubicBezTo>
                  <a:pt x="1355585" y="37702"/>
                  <a:pt x="1356276" y="36107"/>
                  <a:pt x="1356276" y="61385"/>
                </a:cubicBezTo>
                <a:lnTo>
                  <a:pt x="1345655" y="61385"/>
                </a:lnTo>
                <a:close/>
                <a:moveTo>
                  <a:pt x="1515391" y="161246"/>
                </a:moveTo>
                <a:cubicBezTo>
                  <a:pt x="1524397" y="161246"/>
                  <a:pt x="1535251" y="156693"/>
                  <a:pt x="1546565" y="147588"/>
                </a:cubicBezTo>
                <a:cubicBezTo>
                  <a:pt x="1547721" y="146678"/>
                  <a:pt x="1549800" y="146223"/>
                  <a:pt x="1550029" y="147814"/>
                </a:cubicBezTo>
                <a:cubicBezTo>
                  <a:pt x="1550723" y="153503"/>
                  <a:pt x="1552570" y="161246"/>
                  <a:pt x="1552570" y="161246"/>
                </a:cubicBezTo>
                <a:cubicBezTo>
                  <a:pt x="1554416" y="161930"/>
                  <a:pt x="1555572" y="161704"/>
                  <a:pt x="1556957" y="161246"/>
                </a:cubicBezTo>
                <a:cubicBezTo>
                  <a:pt x="1562038" y="157149"/>
                  <a:pt x="1570122" y="153732"/>
                  <a:pt x="1584210" y="152137"/>
                </a:cubicBezTo>
                <a:cubicBezTo>
                  <a:pt x="1585595" y="150772"/>
                  <a:pt x="1585595" y="147359"/>
                  <a:pt x="1584210" y="145997"/>
                </a:cubicBezTo>
                <a:cubicBezTo>
                  <a:pt x="1569428" y="144857"/>
                  <a:pt x="1567349" y="140537"/>
                  <a:pt x="1567349" y="129396"/>
                </a:cubicBezTo>
                <a:lnTo>
                  <a:pt x="1567349" y="85738"/>
                </a:lnTo>
                <a:cubicBezTo>
                  <a:pt x="1567349" y="78917"/>
                  <a:pt x="1568275" y="62309"/>
                  <a:pt x="1568275" y="62309"/>
                </a:cubicBezTo>
                <a:cubicBezTo>
                  <a:pt x="1568275" y="61624"/>
                  <a:pt x="1567581" y="60940"/>
                  <a:pt x="1566425" y="60940"/>
                </a:cubicBezTo>
                <a:cubicBezTo>
                  <a:pt x="1565273" y="61169"/>
                  <a:pt x="1561809" y="61398"/>
                  <a:pt x="1558345" y="61398"/>
                </a:cubicBezTo>
                <a:cubicBezTo>
                  <a:pt x="1550953" y="61398"/>
                  <a:pt x="1542640" y="61169"/>
                  <a:pt x="1534789" y="60940"/>
                </a:cubicBezTo>
                <a:cubicBezTo>
                  <a:pt x="1533404" y="62309"/>
                  <a:pt x="1533404" y="67091"/>
                  <a:pt x="1534789" y="68456"/>
                </a:cubicBezTo>
                <a:cubicBezTo>
                  <a:pt x="1546104" y="69138"/>
                  <a:pt x="1549106" y="71869"/>
                  <a:pt x="1549106" y="86875"/>
                </a:cubicBezTo>
                <a:lnTo>
                  <a:pt x="1549106" y="130762"/>
                </a:lnTo>
                <a:cubicBezTo>
                  <a:pt x="1549106" y="135081"/>
                  <a:pt x="1548644" y="136899"/>
                  <a:pt x="1545413" y="139630"/>
                </a:cubicBezTo>
                <a:cubicBezTo>
                  <a:pt x="1536868" y="146904"/>
                  <a:pt x="1528090" y="150542"/>
                  <a:pt x="1522318" y="150542"/>
                </a:cubicBezTo>
                <a:cubicBezTo>
                  <a:pt x="1515391" y="150542"/>
                  <a:pt x="1503843" y="147359"/>
                  <a:pt x="1503843" y="127123"/>
                </a:cubicBezTo>
                <a:lnTo>
                  <a:pt x="1503843" y="85738"/>
                </a:lnTo>
                <a:cubicBezTo>
                  <a:pt x="1503843" y="78917"/>
                  <a:pt x="1504766" y="62309"/>
                  <a:pt x="1504766" y="62309"/>
                </a:cubicBezTo>
                <a:cubicBezTo>
                  <a:pt x="1504766" y="61624"/>
                  <a:pt x="1504076" y="60940"/>
                  <a:pt x="1502920" y="60940"/>
                </a:cubicBezTo>
                <a:cubicBezTo>
                  <a:pt x="1501764" y="61169"/>
                  <a:pt x="1498300" y="61398"/>
                  <a:pt x="1494836" y="61398"/>
                </a:cubicBezTo>
                <a:cubicBezTo>
                  <a:pt x="1487447" y="61398"/>
                  <a:pt x="1479135" y="61169"/>
                  <a:pt x="1471280" y="60940"/>
                </a:cubicBezTo>
                <a:cubicBezTo>
                  <a:pt x="1469895" y="62309"/>
                  <a:pt x="1469895" y="67091"/>
                  <a:pt x="1471280" y="68456"/>
                </a:cubicBezTo>
                <a:cubicBezTo>
                  <a:pt x="1482366" y="69367"/>
                  <a:pt x="1485601" y="71869"/>
                  <a:pt x="1485601" y="86649"/>
                </a:cubicBezTo>
                <a:lnTo>
                  <a:pt x="1485601" y="130307"/>
                </a:lnTo>
                <a:cubicBezTo>
                  <a:pt x="1485601" y="145997"/>
                  <a:pt x="1492528" y="161246"/>
                  <a:pt x="1515391" y="161246"/>
                </a:cubicBezTo>
                <a:close/>
                <a:moveTo>
                  <a:pt x="1628316" y="83545"/>
                </a:moveTo>
                <a:cubicBezTo>
                  <a:pt x="1634321" y="76251"/>
                  <a:pt x="1644945" y="69416"/>
                  <a:pt x="1651640" y="69416"/>
                </a:cubicBezTo>
                <a:cubicBezTo>
                  <a:pt x="1666422" y="69416"/>
                  <a:pt x="1679122" y="85822"/>
                  <a:pt x="1679122" y="111572"/>
                </a:cubicBezTo>
                <a:cubicBezTo>
                  <a:pt x="1679122" y="130261"/>
                  <a:pt x="1672427" y="153503"/>
                  <a:pt x="1646562" y="153503"/>
                </a:cubicBezTo>
                <a:cubicBezTo>
                  <a:pt x="1642404" y="153503"/>
                  <a:pt x="1634321" y="152363"/>
                  <a:pt x="1630166" y="148718"/>
                </a:cubicBezTo>
                <a:cubicBezTo>
                  <a:pt x="1625546" y="144617"/>
                  <a:pt x="1624623" y="143248"/>
                  <a:pt x="1624623" y="135047"/>
                </a:cubicBezTo>
                <a:lnTo>
                  <a:pt x="1624623" y="93571"/>
                </a:lnTo>
                <a:cubicBezTo>
                  <a:pt x="1624623" y="88786"/>
                  <a:pt x="1625546" y="86736"/>
                  <a:pt x="1628316" y="83545"/>
                </a:cubicBezTo>
                <a:moveTo>
                  <a:pt x="1623929" y="75111"/>
                </a:moveTo>
                <a:cubicBezTo>
                  <a:pt x="1623700" y="68276"/>
                  <a:pt x="1623238" y="62358"/>
                  <a:pt x="1622083" y="60078"/>
                </a:cubicBezTo>
                <a:cubicBezTo>
                  <a:pt x="1621621" y="58938"/>
                  <a:pt x="1621159" y="58257"/>
                  <a:pt x="1619309" y="58257"/>
                </a:cubicBezTo>
                <a:cubicBezTo>
                  <a:pt x="1612843" y="60763"/>
                  <a:pt x="1606839" y="62813"/>
                  <a:pt x="1590904" y="64860"/>
                </a:cubicBezTo>
                <a:cubicBezTo>
                  <a:pt x="1590443" y="66229"/>
                  <a:pt x="1590904" y="69871"/>
                  <a:pt x="1591369" y="71240"/>
                </a:cubicBezTo>
                <a:cubicBezTo>
                  <a:pt x="1603836" y="72380"/>
                  <a:pt x="1606377" y="73516"/>
                  <a:pt x="1606377" y="86736"/>
                </a:cubicBezTo>
                <a:lnTo>
                  <a:pt x="1606377" y="184095"/>
                </a:lnTo>
                <a:cubicBezTo>
                  <a:pt x="1606377" y="203058"/>
                  <a:pt x="1603836" y="204202"/>
                  <a:pt x="1589752" y="204886"/>
                </a:cubicBezTo>
                <a:cubicBezTo>
                  <a:pt x="1588367" y="206252"/>
                  <a:pt x="1588367" y="211034"/>
                  <a:pt x="1589752" y="212399"/>
                </a:cubicBezTo>
                <a:cubicBezTo>
                  <a:pt x="1597835" y="212174"/>
                  <a:pt x="1606377" y="211944"/>
                  <a:pt x="1615616" y="211944"/>
                </a:cubicBezTo>
                <a:cubicBezTo>
                  <a:pt x="1624852" y="211944"/>
                  <a:pt x="1635938" y="212174"/>
                  <a:pt x="1643560" y="212399"/>
                </a:cubicBezTo>
                <a:cubicBezTo>
                  <a:pt x="1644945" y="211034"/>
                  <a:pt x="1644945" y="206252"/>
                  <a:pt x="1643560" y="204886"/>
                </a:cubicBezTo>
                <a:cubicBezTo>
                  <a:pt x="1627164" y="203972"/>
                  <a:pt x="1624623" y="203058"/>
                  <a:pt x="1624623" y="184095"/>
                </a:cubicBezTo>
                <a:lnTo>
                  <a:pt x="1624623" y="159425"/>
                </a:lnTo>
                <a:cubicBezTo>
                  <a:pt x="1624623" y="156464"/>
                  <a:pt x="1625546" y="156693"/>
                  <a:pt x="1627855" y="157830"/>
                </a:cubicBezTo>
                <a:cubicBezTo>
                  <a:pt x="1633630" y="159880"/>
                  <a:pt x="1640558" y="161246"/>
                  <a:pt x="1647947" y="161246"/>
                </a:cubicBezTo>
                <a:cubicBezTo>
                  <a:pt x="1660879" y="161246"/>
                  <a:pt x="1672427" y="157374"/>
                  <a:pt x="1681895" y="148492"/>
                </a:cubicBezTo>
                <a:cubicBezTo>
                  <a:pt x="1692748" y="138008"/>
                  <a:pt x="1698982" y="123878"/>
                  <a:pt x="1698982" y="105421"/>
                </a:cubicBezTo>
                <a:cubicBezTo>
                  <a:pt x="1698982" y="81266"/>
                  <a:pt x="1681663" y="58938"/>
                  <a:pt x="1658106" y="58938"/>
                </a:cubicBezTo>
                <a:cubicBezTo>
                  <a:pt x="1647485" y="58938"/>
                  <a:pt x="1635705" y="66000"/>
                  <a:pt x="1626470" y="76025"/>
                </a:cubicBezTo>
                <a:cubicBezTo>
                  <a:pt x="1625085" y="77391"/>
                  <a:pt x="1624162" y="77391"/>
                  <a:pt x="1623929" y="75111"/>
                </a:cubicBezTo>
                <a:close/>
                <a:moveTo>
                  <a:pt x="1789045" y="130717"/>
                </a:moveTo>
                <a:cubicBezTo>
                  <a:pt x="1789045" y="135047"/>
                  <a:pt x="1788584" y="136871"/>
                  <a:pt x="1785352" y="139606"/>
                </a:cubicBezTo>
                <a:cubicBezTo>
                  <a:pt x="1776807" y="146897"/>
                  <a:pt x="1769418" y="150542"/>
                  <a:pt x="1763643" y="150542"/>
                </a:cubicBezTo>
                <a:cubicBezTo>
                  <a:pt x="1751175" y="150542"/>
                  <a:pt x="1738243" y="137097"/>
                  <a:pt x="1738243" y="108611"/>
                </a:cubicBezTo>
                <a:cubicBezTo>
                  <a:pt x="1738243" y="92205"/>
                  <a:pt x="1741474" y="83090"/>
                  <a:pt x="1744938" y="78305"/>
                </a:cubicBezTo>
                <a:cubicBezTo>
                  <a:pt x="1752099" y="67595"/>
                  <a:pt x="1761796" y="66910"/>
                  <a:pt x="1766416" y="66910"/>
                </a:cubicBezTo>
                <a:cubicBezTo>
                  <a:pt x="1774728" y="66910"/>
                  <a:pt x="1780504" y="69874"/>
                  <a:pt x="1785120" y="75115"/>
                </a:cubicBezTo>
                <a:cubicBezTo>
                  <a:pt x="1788355" y="78760"/>
                  <a:pt x="1789045" y="80355"/>
                  <a:pt x="1789045" y="87420"/>
                </a:cubicBezTo>
                <a:lnTo>
                  <a:pt x="1789045" y="130717"/>
                </a:lnTo>
                <a:moveTo>
                  <a:pt x="1786508" y="147581"/>
                </a:moveTo>
                <a:cubicBezTo>
                  <a:pt x="1787661" y="146671"/>
                  <a:pt x="1789740" y="146212"/>
                  <a:pt x="1789972" y="147807"/>
                </a:cubicBezTo>
                <a:cubicBezTo>
                  <a:pt x="1790663" y="153277"/>
                  <a:pt x="1792513" y="161246"/>
                  <a:pt x="1792513" y="161246"/>
                </a:cubicBezTo>
                <a:cubicBezTo>
                  <a:pt x="1794359" y="161930"/>
                  <a:pt x="1795512" y="161704"/>
                  <a:pt x="1796900" y="161246"/>
                </a:cubicBezTo>
                <a:cubicBezTo>
                  <a:pt x="1801978" y="157138"/>
                  <a:pt x="1810061" y="153722"/>
                  <a:pt x="1824149" y="152127"/>
                </a:cubicBezTo>
                <a:cubicBezTo>
                  <a:pt x="1825534" y="150761"/>
                  <a:pt x="1825534" y="147345"/>
                  <a:pt x="1824149" y="145979"/>
                </a:cubicBezTo>
                <a:cubicBezTo>
                  <a:pt x="1809371" y="144840"/>
                  <a:pt x="1807292" y="140510"/>
                  <a:pt x="1807292" y="129344"/>
                </a:cubicBezTo>
                <a:lnTo>
                  <a:pt x="1807292" y="26119"/>
                </a:lnTo>
                <a:cubicBezTo>
                  <a:pt x="1807292" y="11308"/>
                  <a:pt x="1808215" y="2248"/>
                  <a:pt x="1808215" y="2248"/>
                </a:cubicBezTo>
                <a:cubicBezTo>
                  <a:pt x="1808215" y="678"/>
                  <a:pt x="1807292" y="0"/>
                  <a:pt x="1805212" y="0"/>
                </a:cubicBezTo>
                <a:cubicBezTo>
                  <a:pt x="1799441" y="2248"/>
                  <a:pt x="1782118" y="5393"/>
                  <a:pt x="1772882" y="6068"/>
                </a:cubicBezTo>
                <a:cubicBezTo>
                  <a:pt x="1772420" y="7892"/>
                  <a:pt x="1772882" y="11534"/>
                  <a:pt x="1774267" y="12900"/>
                </a:cubicBezTo>
                <a:cubicBezTo>
                  <a:pt x="1786276" y="13584"/>
                  <a:pt x="1789045" y="12444"/>
                  <a:pt x="1789045" y="31589"/>
                </a:cubicBezTo>
                <a:lnTo>
                  <a:pt x="1789045" y="60763"/>
                </a:lnTo>
                <a:cubicBezTo>
                  <a:pt x="1789045" y="62358"/>
                  <a:pt x="1788584" y="62813"/>
                  <a:pt x="1786970" y="62813"/>
                </a:cubicBezTo>
                <a:cubicBezTo>
                  <a:pt x="1786043" y="62813"/>
                  <a:pt x="1776578" y="58938"/>
                  <a:pt x="1768956" y="58938"/>
                </a:cubicBezTo>
                <a:cubicBezTo>
                  <a:pt x="1753713" y="58938"/>
                  <a:pt x="1743553" y="63949"/>
                  <a:pt x="1734314" y="72606"/>
                </a:cubicBezTo>
                <a:cubicBezTo>
                  <a:pt x="1724384" y="82406"/>
                  <a:pt x="1718380" y="95851"/>
                  <a:pt x="1718380" y="112712"/>
                </a:cubicBezTo>
                <a:cubicBezTo>
                  <a:pt x="1718380" y="140746"/>
                  <a:pt x="1732700" y="161246"/>
                  <a:pt x="1757642" y="161246"/>
                </a:cubicBezTo>
                <a:cubicBezTo>
                  <a:pt x="1766645" y="161246"/>
                  <a:pt x="1775190" y="156693"/>
                  <a:pt x="1786508" y="147581"/>
                </a:cubicBezTo>
                <a:close/>
                <a:moveTo>
                  <a:pt x="1893893" y="105880"/>
                </a:moveTo>
                <a:lnTo>
                  <a:pt x="1893893" y="135957"/>
                </a:lnTo>
                <a:cubicBezTo>
                  <a:pt x="1893893" y="138921"/>
                  <a:pt x="1892505" y="140517"/>
                  <a:pt x="1890658" y="141882"/>
                </a:cubicBezTo>
                <a:cubicBezTo>
                  <a:pt x="1884654" y="146668"/>
                  <a:pt x="1876803" y="151911"/>
                  <a:pt x="1870337" y="151911"/>
                </a:cubicBezTo>
                <a:cubicBezTo>
                  <a:pt x="1858789" y="151911"/>
                  <a:pt x="1853708" y="142796"/>
                  <a:pt x="1853708" y="135731"/>
                </a:cubicBezTo>
                <a:cubicBezTo>
                  <a:pt x="1853708" y="125476"/>
                  <a:pt x="1858560" y="114992"/>
                  <a:pt x="1875647" y="110665"/>
                </a:cubicBezTo>
                <a:lnTo>
                  <a:pt x="1893893" y="105880"/>
                </a:lnTo>
                <a:moveTo>
                  <a:pt x="1893893" y="148037"/>
                </a:moveTo>
                <a:cubicBezTo>
                  <a:pt x="1895278" y="155098"/>
                  <a:pt x="1897819" y="161246"/>
                  <a:pt x="1909366" y="161246"/>
                </a:cubicBezTo>
                <a:cubicBezTo>
                  <a:pt x="1918140" y="161246"/>
                  <a:pt x="1926453" y="157374"/>
                  <a:pt x="1931301" y="152822"/>
                </a:cubicBezTo>
                <a:cubicBezTo>
                  <a:pt x="1930840" y="150087"/>
                  <a:pt x="1929917" y="148037"/>
                  <a:pt x="1927376" y="146671"/>
                </a:cubicBezTo>
                <a:cubicBezTo>
                  <a:pt x="1925762" y="148037"/>
                  <a:pt x="1921833" y="150316"/>
                  <a:pt x="1918831" y="150316"/>
                </a:cubicBezTo>
                <a:cubicBezTo>
                  <a:pt x="1912136" y="150316"/>
                  <a:pt x="1911903" y="141427"/>
                  <a:pt x="1911903" y="130946"/>
                </a:cubicBezTo>
                <a:lnTo>
                  <a:pt x="1911903" y="97446"/>
                </a:lnTo>
                <a:cubicBezTo>
                  <a:pt x="1911903" y="65089"/>
                  <a:pt x="1893893" y="58938"/>
                  <a:pt x="1877032" y="58938"/>
                </a:cubicBezTo>
                <a:cubicBezTo>
                  <a:pt x="1858095" y="58938"/>
                  <a:pt x="1838929" y="71240"/>
                  <a:pt x="1838929" y="84230"/>
                </a:cubicBezTo>
                <a:cubicBezTo>
                  <a:pt x="1838929" y="89700"/>
                  <a:pt x="1841699" y="92435"/>
                  <a:pt x="1847013" y="92435"/>
                </a:cubicBezTo>
                <a:cubicBezTo>
                  <a:pt x="1853708" y="92435"/>
                  <a:pt x="1857866" y="87650"/>
                  <a:pt x="1857866" y="84685"/>
                </a:cubicBezTo>
                <a:cubicBezTo>
                  <a:pt x="1857866" y="83090"/>
                  <a:pt x="1857633" y="81495"/>
                  <a:pt x="1857172" y="80585"/>
                </a:cubicBezTo>
                <a:cubicBezTo>
                  <a:pt x="1856943" y="79900"/>
                  <a:pt x="1856710" y="78534"/>
                  <a:pt x="1856710" y="76025"/>
                </a:cubicBezTo>
                <a:cubicBezTo>
                  <a:pt x="1856710" y="68960"/>
                  <a:pt x="1866411" y="66455"/>
                  <a:pt x="1875185" y="66455"/>
                </a:cubicBezTo>
                <a:cubicBezTo>
                  <a:pt x="1883036" y="66455"/>
                  <a:pt x="1893893" y="70330"/>
                  <a:pt x="1893893" y="96080"/>
                </a:cubicBezTo>
                <a:cubicBezTo>
                  <a:pt x="1893893" y="97675"/>
                  <a:pt x="1893199" y="98586"/>
                  <a:pt x="1892505" y="98815"/>
                </a:cubicBezTo>
                <a:lnTo>
                  <a:pt x="1872645" y="103600"/>
                </a:lnTo>
                <a:cubicBezTo>
                  <a:pt x="1850477" y="109070"/>
                  <a:pt x="1834542" y="121146"/>
                  <a:pt x="1834542" y="136642"/>
                </a:cubicBezTo>
                <a:cubicBezTo>
                  <a:pt x="1834542" y="155328"/>
                  <a:pt x="1847474" y="161246"/>
                  <a:pt x="1863638" y="161246"/>
                </a:cubicBezTo>
                <a:cubicBezTo>
                  <a:pt x="1871721" y="161246"/>
                  <a:pt x="1878649" y="159425"/>
                  <a:pt x="1888812" y="151682"/>
                </a:cubicBezTo>
                <a:lnTo>
                  <a:pt x="1893431" y="148037"/>
                </a:lnTo>
                <a:lnTo>
                  <a:pt x="1893893" y="148037"/>
                </a:lnTo>
                <a:close/>
                <a:moveTo>
                  <a:pt x="1941696" y="61385"/>
                </a:moveTo>
                <a:cubicBezTo>
                  <a:pt x="1938462" y="61385"/>
                  <a:pt x="1937538" y="64119"/>
                  <a:pt x="1937538" y="65940"/>
                </a:cubicBezTo>
                <a:lnTo>
                  <a:pt x="1937538" y="68901"/>
                </a:lnTo>
                <a:cubicBezTo>
                  <a:pt x="1937538" y="70041"/>
                  <a:pt x="1937767" y="70267"/>
                  <a:pt x="1938694" y="70267"/>
                </a:cubicBezTo>
                <a:lnTo>
                  <a:pt x="1952317" y="70267"/>
                </a:lnTo>
                <a:lnTo>
                  <a:pt x="1952317" y="138716"/>
                </a:lnTo>
                <a:cubicBezTo>
                  <a:pt x="1952317" y="154869"/>
                  <a:pt x="1959477" y="161246"/>
                  <a:pt x="1970098" y="161246"/>
                </a:cubicBezTo>
                <a:cubicBezTo>
                  <a:pt x="1980722" y="161246"/>
                  <a:pt x="1992270" y="156238"/>
                  <a:pt x="2001276" y="146219"/>
                </a:cubicBezTo>
                <a:cubicBezTo>
                  <a:pt x="2000815" y="143947"/>
                  <a:pt x="1999430" y="142581"/>
                  <a:pt x="1997118" y="142355"/>
                </a:cubicBezTo>
                <a:cubicBezTo>
                  <a:pt x="1991114" y="146904"/>
                  <a:pt x="1984186" y="148721"/>
                  <a:pt x="1978182" y="148721"/>
                </a:cubicBezTo>
                <a:cubicBezTo>
                  <a:pt x="1971948" y="148721"/>
                  <a:pt x="1970563" y="141900"/>
                  <a:pt x="1970563" y="127801"/>
                </a:cubicBezTo>
                <a:lnTo>
                  <a:pt x="1970563" y="70267"/>
                </a:lnTo>
                <a:lnTo>
                  <a:pt x="1994578" y="70267"/>
                </a:lnTo>
                <a:cubicBezTo>
                  <a:pt x="1996889" y="70267"/>
                  <a:pt x="2000121" y="69356"/>
                  <a:pt x="2000121" y="67306"/>
                </a:cubicBezTo>
                <a:lnTo>
                  <a:pt x="2000121" y="62754"/>
                </a:lnTo>
                <a:cubicBezTo>
                  <a:pt x="2000121" y="61843"/>
                  <a:pt x="1999430" y="61385"/>
                  <a:pt x="1998274" y="61385"/>
                </a:cubicBezTo>
                <a:lnTo>
                  <a:pt x="1970563" y="61385"/>
                </a:lnTo>
                <a:lnTo>
                  <a:pt x="1970563" y="52506"/>
                </a:lnTo>
                <a:cubicBezTo>
                  <a:pt x="1970563" y="37702"/>
                  <a:pt x="1971486" y="28590"/>
                  <a:pt x="1971486" y="28590"/>
                </a:cubicBezTo>
                <a:cubicBezTo>
                  <a:pt x="1971486" y="27224"/>
                  <a:pt x="1970792" y="26540"/>
                  <a:pt x="1969636" y="26540"/>
                </a:cubicBezTo>
                <a:cubicBezTo>
                  <a:pt x="1968713" y="26540"/>
                  <a:pt x="1966634" y="27453"/>
                  <a:pt x="1964559" y="28590"/>
                </a:cubicBezTo>
                <a:cubicBezTo>
                  <a:pt x="1962018" y="29959"/>
                  <a:pt x="1959706" y="31095"/>
                  <a:pt x="1956704" y="31780"/>
                </a:cubicBezTo>
                <a:cubicBezTo>
                  <a:pt x="1953935" y="32690"/>
                  <a:pt x="1951626" y="33375"/>
                  <a:pt x="1951626" y="34967"/>
                </a:cubicBezTo>
                <a:cubicBezTo>
                  <a:pt x="1951626" y="37702"/>
                  <a:pt x="1952317" y="36107"/>
                  <a:pt x="1952317" y="61385"/>
                </a:cubicBezTo>
                <a:lnTo>
                  <a:pt x="1941696" y="61385"/>
                </a:lnTo>
                <a:close/>
                <a:moveTo>
                  <a:pt x="2033375" y="94787"/>
                </a:moveTo>
                <a:cubicBezTo>
                  <a:pt x="2037763" y="69162"/>
                  <a:pt x="2053930" y="67122"/>
                  <a:pt x="2059473" y="67122"/>
                </a:cubicBezTo>
                <a:cubicBezTo>
                  <a:pt x="2068247" y="67122"/>
                  <a:pt x="2078638" y="71886"/>
                  <a:pt x="2078638" y="90934"/>
                </a:cubicBezTo>
                <a:cubicBezTo>
                  <a:pt x="2078638" y="92973"/>
                  <a:pt x="2077715" y="94110"/>
                  <a:pt x="2075175" y="94110"/>
                </a:cubicBezTo>
                <a:lnTo>
                  <a:pt x="2033375" y="94787"/>
                </a:lnTo>
                <a:moveTo>
                  <a:pt x="2093879" y="137799"/>
                </a:moveTo>
                <a:cubicBezTo>
                  <a:pt x="2085337" y="146449"/>
                  <a:pt x="2078638" y="150087"/>
                  <a:pt x="2065245" y="150087"/>
                </a:cubicBezTo>
                <a:cubicBezTo>
                  <a:pt x="2056932" y="150087"/>
                  <a:pt x="2047231" y="145309"/>
                  <a:pt x="2040074" y="133705"/>
                </a:cubicBezTo>
                <a:cubicBezTo>
                  <a:pt x="2035455" y="126196"/>
                  <a:pt x="2032681" y="115729"/>
                  <a:pt x="2032681" y="102530"/>
                </a:cubicBezTo>
                <a:lnTo>
                  <a:pt x="2094111" y="102985"/>
                </a:lnTo>
                <a:cubicBezTo>
                  <a:pt x="2096881" y="102985"/>
                  <a:pt x="2098498" y="101620"/>
                  <a:pt x="2098498" y="99114"/>
                </a:cubicBezTo>
                <a:cubicBezTo>
                  <a:pt x="2098498" y="80049"/>
                  <a:pt x="2091571" y="59605"/>
                  <a:pt x="2059473" y="59605"/>
                </a:cubicBezTo>
                <a:cubicBezTo>
                  <a:pt x="2039380" y="59605"/>
                  <a:pt x="2013283" y="78461"/>
                  <a:pt x="2013283" y="112997"/>
                </a:cubicBezTo>
                <a:cubicBezTo>
                  <a:pt x="2013283" y="125740"/>
                  <a:pt x="2016518" y="138028"/>
                  <a:pt x="2024140" y="146674"/>
                </a:cubicBezTo>
                <a:cubicBezTo>
                  <a:pt x="2031991" y="155783"/>
                  <a:pt x="2042844" y="161246"/>
                  <a:pt x="2059473" y="161246"/>
                </a:cubicBezTo>
                <a:cubicBezTo>
                  <a:pt x="2077021" y="161246"/>
                  <a:pt x="2089492" y="153277"/>
                  <a:pt x="2098731" y="141441"/>
                </a:cubicBezTo>
                <a:cubicBezTo>
                  <a:pt x="2098037" y="139165"/>
                  <a:pt x="2096652" y="138028"/>
                  <a:pt x="2093879" y="137799"/>
                </a:cubicBezTo>
                <a:close/>
                <a:moveTo>
                  <a:pt x="2174478" y="61385"/>
                </a:moveTo>
                <a:cubicBezTo>
                  <a:pt x="2171243" y="61385"/>
                  <a:pt x="2170320" y="64119"/>
                  <a:pt x="2170320" y="65940"/>
                </a:cubicBezTo>
                <a:lnTo>
                  <a:pt x="2170320" y="68901"/>
                </a:lnTo>
                <a:cubicBezTo>
                  <a:pt x="2170320" y="70041"/>
                  <a:pt x="2170549" y="70267"/>
                  <a:pt x="2171475" y="70267"/>
                </a:cubicBezTo>
                <a:lnTo>
                  <a:pt x="2185098" y="70267"/>
                </a:lnTo>
                <a:lnTo>
                  <a:pt x="2185098" y="138716"/>
                </a:lnTo>
                <a:cubicBezTo>
                  <a:pt x="2185098" y="154869"/>
                  <a:pt x="2192259" y="161246"/>
                  <a:pt x="2202879" y="161246"/>
                </a:cubicBezTo>
                <a:cubicBezTo>
                  <a:pt x="2213503" y="161246"/>
                  <a:pt x="2225051" y="156238"/>
                  <a:pt x="2234058" y="146219"/>
                </a:cubicBezTo>
                <a:cubicBezTo>
                  <a:pt x="2233596" y="143947"/>
                  <a:pt x="2232211" y="142581"/>
                  <a:pt x="2229899" y="142355"/>
                </a:cubicBezTo>
                <a:cubicBezTo>
                  <a:pt x="2223895" y="146904"/>
                  <a:pt x="2216967" y="148721"/>
                  <a:pt x="2210963" y="148721"/>
                </a:cubicBezTo>
                <a:cubicBezTo>
                  <a:pt x="2204729" y="148721"/>
                  <a:pt x="2203344" y="141900"/>
                  <a:pt x="2203344" y="127801"/>
                </a:cubicBezTo>
                <a:lnTo>
                  <a:pt x="2203344" y="70267"/>
                </a:lnTo>
                <a:lnTo>
                  <a:pt x="2227359" y="70267"/>
                </a:lnTo>
                <a:cubicBezTo>
                  <a:pt x="2229670" y="70267"/>
                  <a:pt x="2232902" y="69356"/>
                  <a:pt x="2232902" y="67306"/>
                </a:cubicBezTo>
                <a:lnTo>
                  <a:pt x="2232902" y="62754"/>
                </a:lnTo>
                <a:cubicBezTo>
                  <a:pt x="2232902" y="61843"/>
                  <a:pt x="2232211" y="61385"/>
                  <a:pt x="2231055" y="61385"/>
                </a:cubicBezTo>
                <a:lnTo>
                  <a:pt x="2203344" y="61385"/>
                </a:lnTo>
                <a:lnTo>
                  <a:pt x="2203344" y="52506"/>
                </a:lnTo>
                <a:cubicBezTo>
                  <a:pt x="2203344" y="37702"/>
                  <a:pt x="2204268" y="28590"/>
                  <a:pt x="2204268" y="28590"/>
                </a:cubicBezTo>
                <a:cubicBezTo>
                  <a:pt x="2204268" y="27224"/>
                  <a:pt x="2203573" y="26540"/>
                  <a:pt x="2202418" y="26540"/>
                </a:cubicBezTo>
                <a:cubicBezTo>
                  <a:pt x="2201494" y="26540"/>
                  <a:pt x="2199415" y="27453"/>
                  <a:pt x="2197340" y="28590"/>
                </a:cubicBezTo>
                <a:cubicBezTo>
                  <a:pt x="2194799" y="29959"/>
                  <a:pt x="2192488" y="31095"/>
                  <a:pt x="2189485" y="31780"/>
                </a:cubicBezTo>
                <a:cubicBezTo>
                  <a:pt x="2186716" y="32690"/>
                  <a:pt x="2184408" y="33375"/>
                  <a:pt x="2184408" y="34967"/>
                </a:cubicBezTo>
                <a:cubicBezTo>
                  <a:pt x="2184408" y="37702"/>
                  <a:pt x="2185098" y="36107"/>
                  <a:pt x="2185098" y="61385"/>
                </a:cubicBezTo>
                <a:lnTo>
                  <a:pt x="2174478" y="61385"/>
                </a:lnTo>
                <a:close/>
                <a:moveTo>
                  <a:pt x="2246987" y="112257"/>
                </a:moveTo>
                <a:cubicBezTo>
                  <a:pt x="2246987" y="135502"/>
                  <a:pt x="2262693" y="161246"/>
                  <a:pt x="2295485" y="161246"/>
                </a:cubicBezTo>
                <a:cubicBezTo>
                  <a:pt x="2310264" y="161246"/>
                  <a:pt x="2321582" y="156009"/>
                  <a:pt x="2329433" y="148492"/>
                </a:cubicBezTo>
                <a:cubicBezTo>
                  <a:pt x="2339825" y="138463"/>
                  <a:pt x="2344444" y="124107"/>
                  <a:pt x="2344444" y="110207"/>
                </a:cubicBezTo>
                <a:cubicBezTo>
                  <a:pt x="2344444" y="86506"/>
                  <a:pt x="2331279" y="58938"/>
                  <a:pt x="2295947" y="58938"/>
                </a:cubicBezTo>
                <a:cubicBezTo>
                  <a:pt x="2280706" y="58938"/>
                  <a:pt x="2268236" y="65089"/>
                  <a:pt x="2259690" y="74885"/>
                </a:cubicBezTo>
                <a:cubicBezTo>
                  <a:pt x="2251378" y="84685"/>
                  <a:pt x="2246987" y="97901"/>
                  <a:pt x="2246987" y="112257"/>
                </a:cubicBezTo>
                <a:moveTo>
                  <a:pt x="2292483" y="66910"/>
                </a:moveTo>
                <a:cubicBezTo>
                  <a:pt x="2312343" y="66910"/>
                  <a:pt x="2324584" y="84685"/>
                  <a:pt x="2324584" y="117501"/>
                </a:cubicBezTo>
                <a:cubicBezTo>
                  <a:pt x="2324584" y="146212"/>
                  <a:pt x="2309573" y="153277"/>
                  <a:pt x="2298720" y="153277"/>
                </a:cubicBezTo>
                <a:cubicBezTo>
                  <a:pt x="2274702" y="153277"/>
                  <a:pt x="2266851" y="124562"/>
                  <a:pt x="2266851" y="107016"/>
                </a:cubicBezTo>
                <a:cubicBezTo>
                  <a:pt x="2266851" y="87191"/>
                  <a:pt x="2271699" y="66910"/>
                  <a:pt x="2292483" y="66910"/>
                </a:cubicBezTo>
                <a:close/>
                <a:moveTo>
                  <a:pt x="2420654" y="61385"/>
                </a:moveTo>
                <a:cubicBezTo>
                  <a:pt x="2417419" y="61385"/>
                  <a:pt x="2416496" y="64119"/>
                  <a:pt x="2416496" y="65940"/>
                </a:cubicBezTo>
                <a:lnTo>
                  <a:pt x="2416496" y="68901"/>
                </a:lnTo>
                <a:cubicBezTo>
                  <a:pt x="2416496" y="70041"/>
                  <a:pt x="2416725" y="70267"/>
                  <a:pt x="2417651" y="70267"/>
                </a:cubicBezTo>
                <a:lnTo>
                  <a:pt x="2431274" y="70267"/>
                </a:lnTo>
                <a:lnTo>
                  <a:pt x="2431274" y="138716"/>
                </a:lnTo>
                <a:cubicBezTo>
                  <a:pt x="2431274" y="154869"/>
                  <a:pt x="2438435" y="161246"/>
                  <a:pt x="2449055" y="161246"/>
                </a:cubicBezTo>
                <a:cubicBezTo>
                  <a:pt x="2459680" y="161246"/>
                  <a:pt x="2471227" y="156238"/>
                  <a:pt x="2480234" y="146219"/>
                </a:cubicBezTo>
                <a:cubicBezTo>
                  <a:pt x="2479772" y="143947"/>
                  <a:pt x="2478387" y="142581"/>
                  <a:pt x="2476076" y="142355"/>
                </a:cubicBezTo>
                <a:cubicBezTo>
                  <a:pt x="2470071" y="146904"/>
                  <a:pt x="2463143" y="148721"/>
                  <a:pt x="2457139" y="148721"/>
                </a:cubicBezTo>
                <a:cubicBezTo>
                  <a:pt x="2450905" y="148721"/>
                  <a:pt x="2449521" y="141900"/>
                  <a:pt x="2449521" y="127801"/>
                </a:cubicBezTo>
                <a:lnTo>
                  <a:pt x="2449521" y="70267"/>
                </a:lnTo>
                <a:lnTo>
                  <a:pt x="2473535" y="70267"/>
                </a:lnTo>
                <a:cubicBezTo>
                  <a:pt x="2475847" y="70267"/>
                  <a:pt x="2479078" y="69356"/>
                  <a:pt x="2479078" y="67306"/>
                </a:cubicBezTo>
                <a:lnTo>
                  <a:pt x="2479078" y="62754"/>
                </a:lnTo>
                <a:cubicBezTo>
                  <a:pt x="2479078" y="61843"/>
                  <a:pt x="2478387" y="61385"/>
                  <a:pt x="2477231" y="61385"/>
                </a:cubicBezTo>
                <a:lnTo>
                  <a:pt x="2449521" y="61385"/>
                </a:lnTo>
                <a:lnTo>
                  <a:pt x="2449521" y="52506"/>
                </a:lnTo>
                <a:cubicBezTo>
                  <a:pt x="2449521" y="37702"/>
                  <a:pt x="2450444" y="28590"/>
                  <a:pt x="2450444" y="28590"/>
                </a:cubicBezTo>
                <a:cubicBezTo>
                  <a:pt x="2450444" y="27224"/>
                  <a:pt x="2449750" y="26540"/>
                  <a:pt x="2448594" y="26540"/>
                </a:cubicBezTo>
                <a:cubicBezTo>
                  <a:pt x="2447671" y="26540"/>
                  <a:pt x="2445592" y="27453"/>
                  <a:pt x="2443516" y="28590"/>
                </a:cubicBezTo>
                <a:cubicBezTo>
                  <a:pt x="2440975" y="29959"/>
                  <a:pt x="2438664" y="31095"/>
                  <a:pt x="2435662" y="31780"/>
                </a:cubicBezTo>
                <a:cubicBezTo>
                  <a:pt x="2432892" y="32690"/>
                  <a:pt x="2430584" y="33375"/>
                  <a:pt x="2430584" y="34967"/>
                </a:cubicBezTo>
                <a:cubicBezTo>
                  <a:pt x="2430584" y="37702"/>
                  <a:pt x="2431274" y="36107"/>
                  <a:pt x="2431274" y="61385"/>
                </a:cubicBezTo>
                <a:lnTo>
                  <a:pt x="2420654" y="61385"/>
                </a:lnTo>
                <a:close/>
                <a:moveTo>
                  <a:pt x="2522263" y="93811"/>
                </a:moveTo>
                <a:cubicBezTo>
                  <a:pt x="2522263" y="89022"/>
                  <a:pt x="2524342" y="86287"/>
                  <a:pt x="2526188" y="84237"/>
                </a:cubicBezTo>
                <a:cubicBezTo>
                  <a:pt x="2534966" y="75799"/>
                  <a:pt x="2546742" y="70781"/>
                  <a:pt x="2555749" y="70781"/>
                </a:cubicBezTo>
                <a:cubicBezTo>
                  <a:pt x="2560365" y="70781"/>
                  <a:pt x="2565218" y="73746"/>
                  <a:pt x="2567987" y="78990"/>
                </a:cubicBezTo>
                <a:cubicBezTo>
                  <a:pt x="2570299" y="83552"/>
                  <a:pt x="2570760" y="89707"/>
                  <a:pt x="2570760" y="96546"/>
                </a:cubicBezTo>
                <a:lnTo>
                  <a:pt x="2570760" y="131203"/>
                </a:lnTo>
                <a:cubicBezTo>
                  <a:pt x="2570760" y="149899"/>
                  <a:pt x="2568449" y="150813"/>
                  <a:pt x="2556440" y="151953"/>
                </a:cubicBezTo>
                <a:cubicBezTo>
                  <a:pt x="2555288" y="153319"/>
                  <a:pt x="2555288" y="158101"/>
                  <a:pt x="2556440" y="159466"/>
                </a:cubicBezTo>
                <a:cubicBezTo>
                  <a:pt x="2562906" y="159241"/>
                  <a:pt x="2570760" y="159011"/>
                  <a:pt x="2579996" y="159011"/>
                </a:cubicBezTo>
                <a:cubicBezTo>
                  <a:pt x="2589236" y="159011"/>
                  <a:pt x="2596854" y="159241"/>
                  <a:pt x="2604476" y="159466"/>
                </a:cubicBezTo>
                <a:cubicBezTo>
                  <a:pt x="2605632" y="158101"/>
                  <a:pt x="2605632" y="153319"/>
                  <a:pt x="2604476" y="151953"/>
                </a:cubicBezTo>
                <a:cubicBezTo>
                  <a:pt x="2591544" y="150813"/>
                  <a:pt x="2589003" y="149899"/>
                  <a:pt x="2589003" y="131203"/>
                </a:cubicBezTo>
                <a:lnTo>
                  <a:pt x="2589003" y="97230"/>
                </a:lnTo>
                <a:cubicBezTo>
                  <a:pt x="2589003" y="84692"/>
                  <a:pt x="2588080" y="73520"/>
                  <a:pt x="2582770" y="66684"/>
                </a:cubicBezTo>
                <a:cubicBezTo>
                  <a:pt x="2578840" y="61673"/>
                  <a:pt x="2571684" y="58938"/>
                  <a:pt x="2563600" y="58938"/>
                </a:cubicBezTo>
                <a:cubicBezTo>
                  <a:pt x="2552285" y="58938"/>
                  <a:pt x="2538430" y="61899"/>
                  <a:pt x="2524342" y="77394"/>
                </a:cubicBezTo>
                <a:cubicBezTo>
                  <a:pt x="2523648" y="78308"/>
                  <a:pt x="2522030" y="80588"/>
                  <a:pt x="2522030" y="77394"/>
                </a:cubicBezTo>
                <a:lnTo>
                  <a:pt x="2522263" y="26119"/>
                </a:lnTo>
                <a:cubicBezTo>
                  <a:pt x="2522263" y="11308"/>
                  <a:pt x="2523186" y="2248"/>
                  <a:pt x="2523186" y="2248"/>
                </a:cubicBezTo>
                <a:cubicBezTo>
                  <a:pt x="2523186" y="678"/>
                  <a:pt x="2522263" y="0"/>
                  <a:pt x="2520184" y="0"/>
                </a:cubicBezTo>
                <a:cubicBezTo>
                  <a:pt x="2514412" y="2248"/>
                  <a:pt x="2497092" y="5393"/>
                  <a:pt x="2487853" y="6068"/>
                </a:cubicBezTo>
                <a:cubicBezTo>
                  <a:pt x="2487392" y="7892"/>
                  <a:pt x="2487853" y="11534"/>
                  <a:pt x="2489238" y="12900"/>
                </a:cubicBezTo>
                <a:cubicBezTo>
                  <a:pt x="2501247" y="13584"/>
                  <a:pt x="2504020" y="12444"/>
                  <a:pt x="2504020" y="31589"/>
                </a:cubicBezTo>
                <a:lnTo>
                  <a:pt x="2504020" y="131203"/>
                </a:lnTo>
                <a:cubicBezTo>
                  <a:pt x="2504020" y="150129"/>
                  <a:pt x="2501247" y="151039"/>
                  <a:pt x="2487853" y="151953"/>
                </a:cubicBezTo>
                <a:cubicBezTo>
                  <a:pt x="2486468" y="153319"/>
                  <a:pt x="2486468" y="158101"/>
                  <a:pt x="2487853" y="159466"/>
                </a:cubicBezTo>
                <a:cubicBezTo>
                  <a:pt x="2495475" y="159241"/>
                  <a:pt x="2504020" y="159011"/>
                  <a:pt x="2513256" y="159011"/>
                </a:cubicBezTo>
                <a:cubicBezTo>
                  <a:pt x="2522030" y="159011"/>
                  <a:pt x="2529652" y="159241"/>
                  <a:pt x="2536118" y="159466"/>
                </a:cubicBezTo>
                <a:cubicBezTo>
                  <a:pt x="2537503" y="158101"/>
                  <a:pt x="2537503" y="153319"/>
                  <a:pt x="2536118" y="151953"/>
                </a:cubicBezTo>
                <a:cubicBezTo>
                  <a:pt x="2524342" y="151039"/>
                  <a:pt x="2522263" y="150129"/>
                  <a:pt x="2522263" y="131203"/>
                </a:cubicBezTo>
                <a:lnTo>
                  <a:pt x="2522263" y="93811"/>
                </a:lnTo>
                <a:close/>
                <a:moveTo>
                  <a:pt x="2636574" y="94787"/>
                </a:moveTo>
                <a:cubicBezTo>
                  <a:pt x="2640961" y="69162"/>
                  <a:pt x="2657128" y="67122"/>
                  <a:pt x="2662671" y="67122"/>
                </a:cubicBezTo>
                <a:cubicBezTo>
                  <a:pt x="2671446" y="67122"/>
                  <a:pt x="2681837" y="71886"/>
                  <a:pt x="2681837" y="90934"/>
                </a:cubicBezTo>
                <a:cubicBezTo>
                  <a:pt x="2681837" y="92973"/>
                  <a:pt x="2680914" y="94110"/>
                  <a:pt x="2678373" y="94110"/>
                </a:cubicBezTo>
                <a:lnTo>
                  <a:pt x="2636574" y="94787"/>
                </a:lnTo>
                <a:moveTo>
                  <a:pt x="2697078" y="137799"/>
                </a:moveTo>
                <a:cubicBezTo>
                  <a:pt x="2688536" y="146449"/>
                  <a:pt x="2681837" y="150087"/>
                  <a:pt x="2668443" y="150087"/>
                </a:cubicBezTo>
                <a:cubicBezTo>
                  <a:pt x="2660131" y="150087"/>
                  <a:pt x="2650430" y="145309"/>
                  <a:pt x="2643273" y="133705"/>
                </a:cubicBezTo>
                <a:cubicBezTo>
                  <a:pt x="2638653" y="126196"/>
                  <a:pt x="2635880" y="115729"/>
                  <a:pt x="2635880" y="102530"/>
                </a:cubicBezTo>
                <a:lnTo>
                  <a:pt x="2697310" y="102985"/>
                </a:lnTo>
                <a:cubicBezTo>
                  <a:pt x="2700080" y="102985"/>
                  <a:pt x="2701697" y="101620"/>
                  <a:pt x="2701697" y="99114"/>
                </a:cubicBezTo>
                <a:cubicBezTo>
                  <a:pt x="2701697" y="80049"/>
                  <a:pt x="2694769" y="59605"/>
                  <a:pt x="2662671" y="59605"/>
                </a:cubicBezTo>
                <a:cubicBezTo>
                  <a:pt x="2642579" y="59605"/>
                  <a:pt x="2616482" y="78461"/>
                  <a:pt x="2616482" y="112997"/>
                </a:cubicBezTo>
                <a:cubicBezTo>
                  <a:pt x="2616482" y="125740"/>
                  <a:pt x="2619717" y="138028"/>
                  <a:pt x="2627338" y="146674"/>
                </a:cubicBezTo>
                <a:cubicBezTo>
                  <a:pt x="2635189" y="155783"/>
                  <a:pt x="2646043" y="161246"/>
                  <a:pt x="2662671" y="161246"/>
                </a:cubicBezTo>
                <a:cubicBezTo>
                  <a:pt x="2680220" y="161246"/>
                  <a:pt x="2692690" y="153277"/>
                  <a:pt x="2701930" y="141441"/>
                </a:cubicBezTo>
                <a:cubicBezTo>
                  <a:pt x="2701236" y="139165"/>
                  <a:pt x="2699851" y="138028"/>
                  <a:pt x="2697078" y="137799"/>
                </a:cubicBezTo>
                <a:close/>
                <a:moveTo>
                  <a:pt x="2807006" y="77394"/>
                </a:moveTo>
                <a:cubicBezTo>
                  <a:pt x="2806773" y="70555"/>
                  <a:pt x="2806311" y="62358"/>
                  <a:pt x="2805156" y="60078"/>
                </a:cubicBezTo>
                <a:cubicBezTo>
                  <a:pt x="2804694" y="58938"/>
                  <a:pt x="2804232" y="58257"/>
                  <a:pt x="2802386" y="58257"/>
                </a:cubicBezTo>
                <a:cubicBezTo>
                  <a:pt x="2795920" y="60763"/>
                  <a:pt x="2789915" y="62813"/>
                  <a:pt x="2773981" y="64860"/>
                </a:cubicBezTo>
                <a:cubicBezTo>
                  <a:pt x="2773519" y="66229"/>
                  <a:pt x="2773981" y="69871"/>
                  <a:pt x="2774442" y="71240"/>
                </a:cubicBezTo>
                <a:cubicBezTo>
                  <a:pt x="2786913" y="72380"/>
                  <a:pt x="2789454" y="73520"/>
                  <a:pt x="2789454" y="86743"/>
                </a:cubicBezTo>
                <a:lnTo>
                  <a:pt x="2789454" y="131203"/>
                </a:lnTo>
                <a:cubicBezTo>
                  <a:pt x="2789454" y="149899"/>
                  <a:pt x="2786451" y="151039"/>
                  <a:pt x="2773748" y="151953"/>
                </a:cubicBezTo>
                <a:cubicBezTo>
                  <a:pt x="2772363" y="153319"/>
                  <a:pt x="2772363" y="158101"/>
                  <a:pt x="2773748" y="159466"/>
                </a:cubicBezTo>
                <a:cubicBezTo>
                  <a:pt x="2780679" y="159241"/>
                  <a:pt x="2789454" y="159011"/>
                  <a:pt x="2798689" y="159011"/>
                </a:cubicBezTo>
                <a:cubicBezTo>
                  <a:pt x="2807929" y="159011"/>
                  <a:pt x="2815086" y="159241"/>
                  <a:pt x="2822013" y="159466"/>
                </a:cubicBezTo>
                <a:cubicBezTo>
                  <a:pt x="2823402" y="158101"/>
                  <a:pt x="2823402" y="153319"/>
                  <a:pt x="2822013" y="151953"/>
                </a:cubicBezTo>
                <a:cubicBezTo>
                  <a:pt x="2810237" y="150813"/>
                  <a:pt x="2807696" y="149899"/>
                  <a:pt x="2807696" y="131203"/>
                </a:cubicBezTo>
                <a:lnTo>
                  <a:pt x="2807696" y="93811"/>
                </a:lnTo>
                <a:cubicBezTo>
                  <a:pt x="2807696" y="89022"/>
                  <a:pt x="2809775" y="86287"/>
                  <a:pt x="2811622" y="84237"/>
                </a:cubicBezTo>
                <a:cubicBezTo>
                  <a:pt x="2820861" y="75344"/>
                  <a:pt x="2829406" y="70781"/>
                  <a:pt x="2836563" y="70781"/>
                </a:cubicBezTo>
                <a:cubicBezTo>
                  <a:pt x="2845341" y="70781"/>
                  <a:pt x="2851807" y="76255"/>
                  <a:pt x="2851807" y="91531"/>
                </a:cubicBezTo>
                <a:lnTo>
                  <a:pt x="2851807" y="131203"/>
                </a:lnTo>
                <a:cubicBezTo>
                  <a:pt x="2851807" y="149899"/>
                  <a:pt x="2849957" y="151039"/>
                  <a:pt x="2837486" y="151953"/>
                </a:cubicBezTo>
                <a:cubicBezTo>
                  <a:pt x="2836334" y="153319"/>
                  <a:pt x="2836334" y="158101"/>
                  <a:pt x="2837486" y="159466"/>
                </a:cubicBezTo>
                <a:cubicBezTo>
                  <a:pt x="2843262" y="159241"/>
                  <a:pt x="2851807" y="159011"/>
                  <a:pt x="2861043" y="159011"/>
                </a:cubicBezTo>
                <a:cubicBezTo>
                  <a:pt x="2870282" y="159011"/>
                  <a:pt x="2877900" y="159241"/>
                  <a:pt x="2883676" y="159466"/>
                </a:cubicBezTo>
                <a:cubicBezTo>
                  <a:pt x="2884828" y="158101"/>
                  <a:pt x="2884828" y="153319"/>
                  <a:pt x="2883676" y="151953"/>
                </a:cubicBezTo>
                <a:cubicBezTo>
                  <a:pt x="2872128" y="151039"/>
                  <a:pt x="2870049" y="149899"/>
                  <a:pt x="2870049" y="131203"/>
                </a:cubicBezTo>
                <a:lnTo>
                  <a:pt x="2870049" y="94951"/>
                </a:lnTo>
                <a:cubicBezTo>
                  <a:pt x="2870049" y="91761"/>
                  <a:pt x="2870049" y="88567"/>
                  <a:pt x="2869817" y="85832"/>
                </a:cubicBezTo>
                <a:cubicBezTo>
                  <a:pt x="2880903" y="73746"/>
                  <a:pt x="2891294" y="70781"/>
                  <a:pt x="2900301" y="70781"/>
                </a:cubicBezTo>
                <a:cubicBezTo>
                  <a:pt x="2909079" y="70781"/>
                  <a:pt x="2914157" y="75799"/>
                  <a:pt x="2914157" y="91076"/>
                </a:cubicBezTo>
                <a:lnTo>
                  <a:pt x="2914157" y="131203"/>
                </a:lnTo>
                <a:cubicBezTo>
                  <a:pt x="2914157" y="149899"/>
                  <a:pt x="2911848" y="151039"/>
                  <a:pt x="2899839" y="151953"/>
                </a:cubicBezTo>
                <a:cubicBezTo>
                  <a:pt x="2898684" y="153319"/>
                  <a:pt x="2898684" y="158101"/>
                  <a:pt x="2899839" y="159466"/>
                </a:cubicBezTo>
                <a:cubicBezTo>
                  <a:pt x="2905615" y="159241"/>
                  <a:pt x="2914157" y="159011"/>
                  <a:pt x="2923396" y="159011"/>
                </a:cubicBezTo>
                <a:cubicBezTo>
                  <a:pt x="2932632" y="159011"/>
                  <a:pt x="2940715" y="159241"/>
                  <a:pt x="2947181" y="159466"/>
                </a:cubicBezTo>
                <a:cubicBezTo>
                  <a:pt x="2948337" y="158101"/>
                  <a:pt x="2948337" y="153319"/>
                  <a:pt x="2947181" y="151953"/>
                </a:cubicBezTo>
                <a:cubicBezTo>
                  <a:pt x="2934482" y="151039"/>
                  <a:pt x="2932403" y="149899"/>
                  <a:pt x="2932403" y="131203"/>
                </a:cubicBezTo>
                <a:lnTo>
                  <a:pt x="2932403" y="95180"/>
                </a:lnTo>
                <a:cubicBezTo>
                  <a:pt x="2932403" y="74889"/>
                  <a:pt x="2928939" y="58938"/>
                  <a:pt x="2908617" y="58938"/>
                </a:cubicBezTo>
                <a:cubicBezTo>
                  <a:pt x="2896837" y="58938"/>
                  <a:pt x="2882520" y="63268"/>
                  <a:pt x="2870511" y="75799"/>
                </a:cubicBezTo>
                <a:cubicBezTo>
                  <a:pt x="2869817" y="76484"/>
                  <a:pt x="2868432" y="77624"/>
                  <a:pt x="2867970" y="75570"/>
                </a:cubicBezTo>
                <a:cubicBezTo>
                  <a:pt x="2865891" y="66229"/>
                  <a:pt x="2856885" y="58938"/>
                  <a:pt x="2844879" y="58938"/>
                </a:cubicBezTo>
                <a:cubicBezTo>
                  <a:pt x="2831482" y="58938"/>
                  <a:pt x="2819476" y="66684"/>
                  <a:pt x="2809775" y="77394"/>
                </a:cubicBezTo>
                <a:cubicBezTo>
                  <a:pt x="2808619" y="78534"/>
                  <a:pt x="2807235" y="80133"/>
                  <a:pt x="2807006" y="77394"/>
                </a:cubicBezTo>
                <a:close/>
                <a:moveTo>
                  <a:pt x="3017848" y="105880"/>
                </a:moveTo>
                <a:lnTo>
                  <a:pt x="3017848" y="135957"/>
                </a:lnTo>
                <a:cubicBezTo>
                  <a:pt x="3017848" y="138921"/>
                  <a:pt x="3016460" y="140517"/>
                  <a:pt x="3014614" y="141882"/>
                </a:cubicBezTo>
                <a:cubicBezTo>
                  <a:pt x="3008609" y="146668"/>
                  <a:pt x="3000758" y="151911"/>
                  <a:pt x="2994292" y="151911"/>
                </a:cubicBezTo>
                <a:cubicBezTo>
                  <a:pt x="2982745" y="151911"/>
                  <a:pt x="2977663" y="142796"/>
                  <a:pt x="2977663" y="135731"/>
                </a:cubicBezTo>
                <a:cubicBezTo>
                  <a:pt x="2977663" y="125476"/>
                  <a:pt x="2982516" y="114992"/>
                  <a:pt x="2999602" y="110665"/>
                </a:cubicBezTo>
                <a:lnTo>
                  <a:pt x="3017848" y="105880"/>
                </a:lnTo>
                <a:moveTo>
                  <a:pt x="3017848" y="148037"/>
                </a:moveTo>
                <a:cubicBezTo>
                  <a:pt x="3019233" y="155098"/>
                  <a:pt x="3021774" y="161246"/>
                  <a:pt x="3033321" y="161246"/>
                </a:cubicBezTo>
                <a:cubicBezTo>
                  <a:pt x="3042095" y="161246"/>
                  <a:pt x="3050408" y="157374"/>
                  <a:pt x="3055257" y="152822"/>
                </a:cubicBezTo>
                <a:cubicBezTo>
                  <a:pt x="3054795" y="150087"/>
                  <a:pt x="3053872" y="148037"/>
                  <a:pt x="3051331" y="146671"/>
                </a:cubicBezTo>
                <a:cubicBezTo>
                  <a:pt x="3049717" y="148037"/>
                  <a:pt x="3045788" y="150316"/>
                  <a:pt x="3042786" y="150316"/>
                </a:cubicBezTo>
                <a:cubicBezTo>
                  <a:pt x="3036091" y="150316"/>
                  <a:pt x="3035858" y="141427"/>
                  <a:pt x="3035858" y="130946"/>
                </a:cubicBezTo>
                <a:lnTo>
                  <a:pt x="3035858" y="97446"/>
                </a:lnTo>
                <a:cubicBezTo>
                  <a:pt x="3035858" y="65089"/>
                  <a:pt x="3017848" y="58938"/>
                  <a:pt x="3000987" y="58938"/>
                </a:cubicBezTo>
                <a:cubicBezTo>
                  <a:pt x="2982050" y="58938"/>
                  <a:pt x="2962885" y="71240"/>
                  <a:pt x="2962885" y="84230"/>
                </a:cubicBezTo>
                <a:cubicBezTo>
                  <a:pt x="2962885" y="89700"/>
                  <a:pt x="2965654" y="92435"/>
                  <a:pt x="2970968" y="92435"/>
                </a:cubicBezTo>
                <a:cubicBezTo>
                  <a:pt x="2977663" y="92435"/>
                  <a:pt x="2981821" y="87650"/>
                  <a:pt x="2981821" y="84685"/>
                </a:cubicBezTo>
                <a:cubicBezTo>
                  <a:pt x="2981821" y="83090"/>
                  <a:pt x="2981589" y="81495"/>
                  <a:pt x="2981127" y="80585"/>
                </a:cubicBezTo>
                <a:cubicBezTo>
                  <a:pt x="2980898" y="79900"/>
                  <a:pt x="2980666" y="78534"/>
                  <a:pt x="2980666" y="76025"/>
                </a:cubicBezTo>
                <a:cubicBezTo>
                  <a:pt x="2980666" y="68960"/>
                  <a:pt x="2990366" y="66455"/>
                  <a:pt x="2999141" y="66455"/>
                </a:cubicBezTo>
                <a:cubicBezTo>
                  <a:pt x="3006992" y="66455"/>
                  <a:pt x="3017848" y="70330"/>
                  <a:pt x="3017848" y="96080"/>
                </a:cubicBezTo>
                <a:cubicBezTo>
                  <a:pt x="3017848" y="97675"/>
                  <a:pt x="3017154" y="98586"/>
                  <a:pt x="3016460" y="98815"/>
                </a:cubicBezTo>
                <a:lnTo>
                  <a:pt x="2996600" y="103600"/>
                </a:lnTo>
                <a:cubicBezTo>
                  <a:pt x="2974432" y="109070"/>
                  <a:pt x="2958497" y="121146"/>
                  <a:pt x="2958497" y="136642"/>
                </a:cubicBezTo>
                <a:cubicBezTo>
                  <a:pt x="2958497" y="155328"/>
                  <a:pt x="2971430" y="161246"/>
                  <a:pt x="2987593" y="161246"/>
                </a:cubicBezTo>
                <a:cubicBezTo>
                  <a:pt x="2995677" y="161246"/>
                  <a:pt x="3002605" y="159425"/>
                  <a:pt x="3012767" y="151682"/>
                </a:cubicBezTo>
                <a:lnTo>
                  <a:pt x="3017387" y="148037"/>
                </a:lnTo>
                <a:lnTo>
                  <a:pt x="3017848" y="148037"/>
                </a:lnTo>
                <a:close/>
                <a:moveTo>
                  <a:pt x="3077657" y="131231"/>
                </a:moveTo>
                <a:cubicBezTo>
                  <a:pt x="3077657" y="150132"/>
                  <a:pt x="3075120" y="151269"/>
                  <a:pt x="3061032" y="151953"/>
                </a:cubicBezTo>
                <a:cubicBezTo>
                  <a:pt x="3059647" y="153319"/>
                  <a:pt x="3059647" y="158101"/>
                  <a:pt x="3061032" y="159466"/>
                </a:cubicBezTo>
                <a:cubicBezTo>
                  <a:pt x="3069116" y="159241"/>
                  <a:pt x="3077657" y="159011"/>
                  <a:pt x="3086897" y="159011"/>
                </a:cubicBezTo>
                <a:cubicBezTo>
                  <a:pt x="3096132" y="159011"/>
                  <a:pt x="3104910" y="159241"/>
                  <a:pt x="3112529" y="159466"/>
                </a:cubicBezTo>
                <a:cubicBezTo>
                  <a:pt x="3113917" y="158101"/>
                  <a:pt x="3113917" y="153319"/>
                  <a:pt x="3112529" y="151953"/>
                </a:cubicBezTo>
                <a:cubicBezTo>
                  <a:pt x="3098444" y="151269"/>
                  <a:pt x="3095903" y="150132"/>
                  <a:pt x="3095903" y="131231"/>
                </a:cubicBezTo>
                <a:lnTo>
                  <a:pt x="3095903" y="26265"/>
                </a:lnTo>
                <a:cubicBezTo>
                  <a:pt x="3095903" y="11468"/>
                  <a:pt x="3096827" y="2307"/>
                  <a:pt x="3096827" y="2307"/>
                </a:cubicBezTo>
                <a:cubicBezTo>
                  <a:pt x="3096827" y="695"/>
                  <a:pt x="3095903" y="0"/>
                  <a:pt x="3093824" y="0"/>
                </a:cubicBezTo>
                <a:cubicBezTo>
                  <a:pt x="3088052" y="2307"/>
                  <a:pt x="3070730" y="5536"/>
                  <a:pt x="3061494" y="6227"/>
                </a:cubicBezTo>
                <a:cubicBezTo>
                  <a:pt x="3061032" y="8052"/>
                  <a:pt x="3061494" y="11694"/>
                  <a:pt x="3062879" y="13063"/>
                </a:cubicBezTo>
                <a:cubicBezTo>
                  <a:pt x="3076272" y="13970"/>
                  <a:pt x="3077657" y="14655"/>
                  <a:pt x="3077657" y="31731"/>
                </a:cubicBezTo>
                <a:lnTo>
                  <a:pt x="3077657" y="131231"/>
                </a:lnTo>
                <a:close/>
                <a:moveTo>
                  <a:pt x="3137472" y="22498"/>
                </a:moveTo>
                <a:cubicBezTo>
                  <a:pt x="3137472" y="28420"/>
                  <a:pt x="3143015" y="34341"/>
                  <a:pt x="3148554" y="34341"/>
                </a:cubicBezTo>
                <a:cubicBezTo>
                  <a:pt x="3155020" y="34341"/>
                  <a:pt x="3160563" y="28194"/>
                  <a:pt x="3160563" y="23408"/>
                </a:cubicBezTo>
                <a:cubicBezTo>
                  <a:pt x="3160563" y="17946"/>
                  <a:pt x="3155715" y="11565"/>
                  <a:pt x="3149481" y="11565"/>
                </a:cubicBezTo>
                <a:cubicBezTo>
                  <a:pt x="3143938" y="11565"/>
                  <a:pt x="3137472" y="17032"/>
                  <a:pt x="3137472" y="22498"/>
                </a:cubicBezTo>
                <a:moveTo>
                  <a:pt x="3158488" y="131224"/>
                </a:moveTo>
                <a:lnTo>
                  <a:pt x="3158488" y="85898"/>
                </a:lnTo>
                <a:cubicBezTo>
                  <a:pt x="3158488" y="74510"/>
                  <a:pt x="3159411" y="59883"/>
                  <a:pt x="3159411" y="59883"/>
                </a:cubicBezTo>
                <a:cubicBezTo>
                  <a:pt x="3159411" y="58962"/>
                  <a:pt x="3158255" y="58271"/>
                  <a:pt x="3156409" y="58271"/>
                </a:cubicBezTo>
                <a:cubicBezTo>
                  <a:pt x="3149943" y="60804"/>
                  <a:pt x="3140703" y="62875"/>
                  <a:pt x="3124769" y="64943"/>
                </a:cubicBezTo>
                <a:cubicBezTo>
                  <a:pt x="3124307" y="66312"/>
                  <a:pt x="3124769" y="69954"/>
                  <a:pt x="3125230" y="71323"/>
                </a:cubicBezTo>
                <a:cubicBezTo>
                  <a:pt x="3137934" y="72460"/>
                  <a:pt x="3140242" y="73829"/>
                  <a:pt x="3140242" y="86812"/>
                </a:cubicBezTo>
                <a:lnTo>
                  <a:pt x="3140242" y="131224"/>
                </a:lnTo>
                <a:cubicBezTo>
                  <a:pt x="3140242" y="150129"/>
                  <a:pt x="3137701" y="150813"/>
                  <a:pt x="3123617" y="151953"/>
                </a:cubicBezTo>
                <a:cubicBezTo>
                  <a:pt x="3122228" y="153319"/>
                  <a:pt x="3122228" y="158101"/>
                  <a:pt x="3123617" y="159466"/>
                </a:cubicBezTo>
                <a:cubicBezTo>
                  <a:pt x="3131235" y="159241"/>
                  <a:pt x="3140242" y="159011"/>
                  <a:pt x="3149481" y="159011"/>
                </a:cubicBezTo>
                <a:cubicBezTo>
                  <a:pt x="3158717" y="159011"/>
                  <a:pt x="3167491" y="159241"/>
                  <a:pt x="3175113" y="159466"/>
                </a:cubicBezTo>
                <a:cubicBezTo>
                  <a:pt x="3176498" y="158101"/>
                  <a:pt x="3176498" y="153319"/>
                  <a:pt x="3175113" y="151953"/>
                </a:cubicBezTo>
                <a:cubicBezTo>
                  <a:pt x="3161025" y="151043"/>
                  <a:pt x="3158488" y="150129"/>
                  <a:pt x="3158488" y="131224"/>
                </a:cubicBezTo>
                <a:close/>
                <a:moveTo>
                  <a:pt x="3271182" y="138237"/>
                </a:moveTo>
                <a:cubicBezTo>
                  <a:pt x="3270259" y="136187"/>
                  <a:pt x="3268409" y="135276"/>
                  <a:pt x="3266333" y="135047"/>
                </a:cubicBezTo>
                <a:cubicBezTo>
                  <a:pt x="3258479" y="145076"/>
                  <a:pt x="3248549" y="150087"/>
                  <a:pt x="3238619" y="150087"/>
                </a:cubicBezTo>
                <a:cubicBezTo>
                  <a:pt x="3221761" y="150087"/>
                  <a:pt x="3207673" y="133226"/>
                  <a:pt x="3207673" y="106561"/>
                </a:cubicBezTo>
                <a:cubicBezTo>
                  <a:pt x="3207673" y="81495"/>
                  <a:pt x="3218759" y="66455"/>
                  <a:pt x="3234003" y="66455"/>
                </a:cubicBezTo>
                <a:cubicBezTo>
                  <a:pt x="3247626" y="66455"/>
                  <a:pt x="3249472" y="74430"/>
                  <a:pt x="3250399" y="82406"/>
                </a:cubicBezTo>
                <a:cubicBezTo>
                  <a:pt x="3251090" y="88560"/>
                  <a:pt x="3254324" y="90610"/>
                  <a:pt x="3259173" y="90610"/>
                </a:cubicBezTo>
                <a:cubicBezTo>
                  <a:pt x="3264022" y="90610"/>
                  <a:pt x="3270488" y="87650"/>
                  <a:pt x="3270488" y="80585"/>
                </a:cubicBezTo>
                <a:cubicBezTo>
                  <a:pt x="3270488" y="68050"/>
                  <a:pt x="3257327" y="58938"/>
                  <a:pt x="3235155" y="58938"/>
                </a:cubicBezTo>
                <a:cubicBezTo>
                  <a:pt x="3212293" y="58938"/>
                  <a:pt x="3187813" y="79215"/>
                  <a:pt x="3187813" y="111576"/>
                </a:cubicBezTo>
                <a:cubicBezTo>
                  <a:pt x="3187813" y="140972"/>
                  <a:pt x="3204442" y="161246"/>
                  <a:pt x="3233538" y="161246"/>
                </a:cubicBezTo>
                <a:cubicBezTo>
                  <a:pt x="3247397" y="161246"/>
                  <a:pt x="3259635" y="156919"/>
                  <a:pt x="3271182" y="138237"/>
                </a:cubicBezTo>
                <a:close/>
                <a:moveTo>
                  <a:pt x="3298895" y="22498"/>
                </a:moveTo>
                <a:cubicBezTo>
                  <a:pt x="3298895" y="28420"/>
                  <a:pt x="3304437" y="34341"/>
                  <a:pt x="3309977" y="34341"/>
                </a:cubicBezTo>
                <a:cubicBezTo>
                  <a:pt x="3316443" y="34341"/>
                  <a:pt x="3321986" y="28194"/>
                  <a:pt x="3321986" y="23408"/>
                </a:cubicBezTo>
                <a:cubicBezTo>
                  <a:pt x="3321986" y="17946"/>
                  <a:pt x="3317137" y="11565"/>
                  <a:pt x="3310904" y="11565"/>
                </a:cubicBezTo>
                <a:cubicBezTo>
                  <a:pt x="3305361" y="11565"/>
                  <a:pt x="3298895" y="17032"/>
                  <a:pt x="3298895" y="22498"/>
                </a:cubicBezTo>
                <a:moveTo>
                  <a:pt x="3319910" y="131224"/>
                </a:moveTo>
                <a:lnTo>
                  <a:pt x="3319910" y="85898"/>
                </a:lnTo>
                <a:cubicBezTo>
                  <a:pt x="3319910" y="74510"/>
                  <a:pt x="3320834" y="59883"/>
                  <a:pt x="3320834" y="59883"/>
                </a:cubicBezTo>
                <a:cubicBezTo>
                  <a:pt x="3320834" y="58962"/>
                  <a:pt x="3319678" y="58271"/>
                  <a:pt x="3317831" y="58271"/>
                </a:cubicBezTo>
                <a:cubicBezTo>
                  <a:pt x="3311365" y="60804"/>
                  <a:pt x="3302126" y="62875"/>
                  <a:pt x="3286191" y="64943"/>
                </a:cubicBezTo>
                <a:cubicBezTo>
                  <a:pt x="3285730" y="66312"/>
                  <a:pt x="3286191" y="69954"/>
                  <a:pt x="3286653" y="71323"/>
                </a:cubicBezTo>
                <a:cubicBezTo>
                  <a:pt x="3299356" y="72460"/>
                  <a:pt x="3301664" y="73829"/>
                  <a:pt x="3301664" y="86812"/>
                </a:cubicBezTo>
                <a:lnTo>
                  <a:pt x="3301664" y="131224"/>
                </a:lnTo>
                <a:cubicBezTo>
                  <a:pt x="3301664" y="150129"/>
                  <a:pt x="3299124" y="150813"/>
                  <a:pt x="3285039" y="151953"/>
                </a:cubicBezTo>
                <a:cubicBezTo>
                  <a:pt x="3283651" y="153319"/>
                  <a:pt x="3283651" y="158101"/>
                  <a:pt x="3285039" y="159466"/>
                </a:cubicBezTo>
                <a:cubicBezTo>
                  <a:pt x="3292657" y="159241"/>
                  <a:pt x="3301664" y="159011"/>
                  <a:pt x="3310904" y="159011"/>
                </a:cubicBezTo>
                <a:cubicBezTo>
                  <a:pt x="3320139" y="159011"/>
                  <a:pt x="3328914" y="159241"/>
                  <a:pt x="3336535" y="159466"/>
                </a:cubicBezTo>
                <a:cubicBezTo>
                  <a:pt x="3337920" y="158101"/>
                  <a:pt x="3337920" y="153319"/>
                  <a:pt x="3336535" y="151953"/>
                </a:cubicBezTo>
                <a:cubicBezTo>
                  <a:pt x="3322447" y="151043"/>
                  <a:pt x="3319910" y="150129"/>
                  <a:pt x="3319910" y="131224"/>
                </a:cubicBezTo>
                <a:close/>
                <a:moveTo>
                  <a:pt x="3350159" y="112257"/>
                </a:moveTo>
                <a:cubicBezTo>
                  <a:pt x="3350159" y="135502"/>
                  <a:pt x="3365864" y="161246"/>
                  <a:pt x="3398657" y="161246"/>
                </a:cubicBezTo>
                <a:cubicBezTo>
                  <a:pt x="3413435" y="161246"/>
                  <a:pt x="3424754" y="156009"/>
                  <a:pt x="3432605" y="148492"/>
                </a:cubicBezTo>
                <a:cubicBezTo>
                  <a:pt x="3442996" y="138463"/>
                  <a:pt x="3447616" y="124107"/>
                  <a:pt x="3447616" y="110207"/>
                </a:cubicBezTo>
                <a:cubicBezTo>
                  <a:pt x="3447616" y="86506"/>
                  <a:pt x="3434451" y="58938"/>
                  <a:pt x="3399118" y="58938"/>
                </a:cubicBezTo>
                <a:cubicBezTo>
                  <a:pt x="3383878" y="58938"/>
                  <a:pt x="3371407" y="65089"/>
                  <a:pt x="3362862" y="74885"/>
                </a:cubicBezTo>
                <a:cubicBezTo>
                  <a:pt x="3354549" y="84685"/>
                  <a:pt x="3350159" y="97901"/>
                  <a:pt x="3350159" y="112257"/>
                </a:cubicBezTo>
                <a:moveTo>
                  <a:pt x="3395654" y="66910"/>
                </a:moveTo>
                <a:cubicBezTo>
                  <a:pt x="3415514" y="66910"/>
                  <a:pt x="3427756" y="84685"/>
                  <a:pt x="3427756" y="117501"/>
                </a:cubicBezTo>
                <a:cubicBezTo>
                  <a:pt x="3427756" y="146212"/>
                  <a:pt x="3412745" y="153277"/>
                  <a:pt x="3401891" y="153277"/>
                </a:cubicBezTo>
                <a:cubicBezTo>
                  <a:pt x="3377873" y="153277"/>
                  <a:pt x="3370022" y="124562"/>
                  <a:pt x="3370022" y="107016"/>
                </a:cubicBezTo>
                <a:cubicBezTo>
                  <a:pt x="3370022" y="87191"/>
                  <a:pt x="3374871" y="66910"/>
                  <a:pt x="3395654" y="66910"/>
                </a:cubicBezTo>
                <a:close/>
                <a:moveTo>
                  <a:pt x="3507197" y="161246"/>
                </a:moveTo>
                <a:cubicBezTo>
                  <a:pt x="3516203" y="161246"/>
                  <a:pt x="3527057" y="156693"/>
                  <a:pt x="3538372" y="147588"/>
                </a:cubicBezTo>
                <a:cubicBezTo>
                  <a:pt x="3539527" y="146678"/>
                  <a:pt x="3541606" y="146223"/>
                  <a:pt x="3541835" y="147814"/>
                </a:cubicBezTo>
                <a:cubicBezTo>
                  <a:pt x="3542530" y="153503"/>
                  <a:pt x="3544376" y="161246"/>
                  <a:pt x="3544376" y="161246"/>
                </a:cubicBezTo>
                <a:cubicBezTo>
                  <a:pt x="3546223" y="161930"/>
                  <a:pt x="3547378" y="161704"/>
                  <a:pt x="3548763" y="161246"/>
                </a:cubicBezTo>
                <a:cubicBezTo>
                  <a:pt x="3553844" y="157149"/>
                  <a:pt x="3561928" y="153732"/>
                  <a:pt x="3576016" y="152137"/>
                </a:cubicBezTo>
                <a:cubicBezTo>
                  <a:pt x="3577401" y="150772"/>
                  <a:pt x="3577401" y="147359"/>
                  <a:pt x="3576016" y="145997"/>
                </a:cubicBezTo>
                <a:cubicBezTo>
                  <a:pt x="3561234" y="144857"/>
                  <a:pt x="3559155" y="140537"/>
                  <a:pt x="3559155" y="129396"/>
                </a:cubicBezTo>
                <a:lnTo>
                  <a:pt x="3559155" y="85738"/>
                </a:lnTo>
                <a:cubicBezTo>
                  <a:pt x="3559155" y="78917"/>
                  <a:pt x="3560082" y="62309"/>
                  <a:pt x="3560082" y="62309"/>
                </a:cubicBezTo>
                <a:cubicBezTo>
                  <a:pt x="3560082" y="61624"/>
                  <a:pt x="3559387" y="60940"/>
                  <a:pt x="3558232" y="60940"/>
                </a:cubicBezTo>
                <a:cubicBezTo>
                  <a:pt x="3557079" y="61169"/>
                  <a:pt x="3553615" y="61398"/>
                  <a:pt x="3550152" y="61398"/>
                </a:cubicBezTo>
                <a:cubicBezTo>
                  <a:pt x="3542759" y="61398"/>
                  <a:pt x="3534446" y="61169"/>
                  <a:pt x="3526595" y="60940"/>
                </a:cubicBezTo>
                <a:cubicBezTo>
                  <a:pt x="3525210" y="62309"/>
                  <a:pt x="3525210" y="67091"/>
                  <a:pt x="3526595" y="68456"/>
                </a:cubicBezTo>
                <a:cubicBezTo>
                  <a:pt x="3537910" y="69138"/>
                  <a:pt x="3540912" y="71869"/>
                  <a:pt x="3540912" y="86875"/>
                </a:cubicBezTo>
                <a:lnTo>
                  <a:pt x="3540912" y="130762"/>
                </a:lnTo>
                <a:cubicBezTo>
                  <a:pt x="3540912" y="135081"/>
                  <a:pt x="3540451" y="136899"/>
                  <a:pt x="3537219" y="139630"/>
                </a:cubicBezTo>
                <a:cubicBezTo>
                  <a:pt x="3528674" y="146904"/>
                  <a:pt x="3519896" y="150542"/>
                  <a:pt x="3514124" y="150542"/>
                </a:cubicBezTo>
                <a:cubicBezTo>
                  <a:pt x="3507197" y="150542"/>
                  <a:pt x="3495649" y="147359"/>
                  <a:pt x="3495649" y="127123"/>
                </a:cubicBezTo>
                <a:lnTo>
                  <a:pt x="3495649" y="85738"/>
                </a:lnTo>
                <a:cubicBezTo>
                  <a:pt x="3495649" y="78917"/>
                  <a:pt x="3496573" y="62309"/>
                  <a:pt x="3496573" y="62309"/>
                </a:cubicBezTo>
                <a:cubicBezTo>
                  <a:pt x="3496573" y="61624"/>
                  <a:pt x="3495882" y="60940"/>
                  <a:pt x="3494726" y="60940"/>
                </a:cubicBezTo>
                <a:cubicBezTo>
                  <a:pt x="3493570" y="61169"/>
                  <a:pt x="3490106" y="61398"/>
                  <a:pt x="3486643" y="61398"/>
                </a:cubicBezTo>
                <a:cubicBezTo>
                  <a:pt x="3479253" y="61398"/>
                  <a:pt x="3470941" y="61169"/>
                  <a:pt x="3463086" y="60940"/>
                </a:cubicBezTo>
                <a:cubicBezTo>
                  <a:pt x="3461701" y="62309"/>
                  <a:pt x="3461701" y="67091"/>
                  <a:pt x="3463086" y="68456"/>
                </a:cubicBezTo>
                <a:cubicBezTo>
                  <a:pt x="3474172" y="69367"/>
                  <a:pt x="3477407" y="71869"/>
                  <a:pt x="3477407" y="86649"/>
                </a:cubicBezTo>
                <a:lnTo>
                  <a:pt x="3477407" y="130307"/>
                </a:lnTo>
                <a:cubicBezTo>
                  <a:pt x="3477407" y="145997"/>
                  <a:pt x="3484334" y="161246"/>
                  <a:pt x="3507197" y="161246"/>
                </a:cubicBezTo>
                <a:close/>
                <a:moveTo>
                  <a:pt x="3590794" y="127527"/>
                </a:moveTo>
                <a:cubicBezTo>
                  <a:pt x="3591717" y="138692"/>
                  <a:pt x="3592411" y="149402"/>
                  <a:pt x="3592411" y="158969"/>
                </a:cubicBezTo>
                <a:cubicBezTo>
                  <a:pt x="3594719" y="158514"/>
                  <a:pt x="3597031" y="158288"/>
                  <a:pt x="3598183" y="158288"/>
                </a:cubicBezTo>
                <a:cubicBezTo>
                  <a:pt x="3599801" y="158288"/>
                  <a:pt x="3601185" y="158288"/>
                  <a:pt x="3602803" y="158744"/>
                </a:cubicBezTo>
                <a:cubicBezTo>
                  <a:pt x="3609040" y="160335"/>
                  <a:pt x="3615274" y="161246"/>
                  <a:pt x="3623819" y="161246"/>
                </a:cubicBezTo>
                <a:cubicBezTo>
                  <a:pt x="3636751" y="161246"/>
                  <a:pt x="3660536" y="155098"/>
                  <a:pt x="3660536" y="132538"/>
                </a:cubicBezTo>
                <a:cubicBezTo>
                  <a:pt x="3660536" y="117046"/>
                  <a:pt x="3649222" y="107930"/>
                  <a:pt x="3633516" y="102231"/>
                </a:cubicBezTo>
                <a:cubicBezTo>
                  <a:pt x="3619661" y="96991"/>
                  <a:pt x="3610425" y="93571"/>
                  <a:pt x="3610425" y="81040"/>
                </a:cubicBezTo>
                <a:cubicBezTo>
                  <a:pt x="3610425" y="71695"/>
                  <a:pt x="3618737" y="66455"/>
                  <a:pt x="3626588" y="66455"/>
                </a:cubicBezTo>
                <a:cubicBezTo>
                  <a:pt x="3631670" y="66455"/>
                  <a:pt x="3645063" y="68279"/>
                  <a:pt x="3648066" y="87650"/>
                </a:cubicBezTo>
                <a:cubicBezTo>
                  <a:pt x="3649451" y="89015"/>
                  <a:pt x="3654070" y="88786"/>
                  <a:pt x="3655455" y="87420"/>
                </a:cubicBezTo>
                <a:cubicBezTo>
                  <a:pt x="3656149" y="79215"/>
                  <a:pt x="3656611" y="70785"/>
                  <a:pt x="3656843" y="63268"/>
                </a:cubicBezTo>
                <a:cubicBezTo>
                  <a:pt x="3649683" y="62128"/>
                  <a:pt x="3638597" y="58938"/>
                  <a:pt x="3626588" y="58938"/>
                </a:cubicBezTo>
                <a:cubicBezTo>
                  <a:pt x="3609502" y="58938"/>
                  <a:pt x="3594029" y="69874"/>
                  <a:pt x="3594029" y="84459"/>
                </a:cubicBezTo>
                <a:cubicBezTo>
                  <a:pt x="3594029" y="101091"/>
                  <a:pt x="3601647" y="108156"/>
                  <a:pt x="3619432" y="115451"/>
                </a:cubicBezTo>
                <a:cubicBezTo>
                  <a:pt x="3638597" y="123197"/>
                  <a:pt x="3642984" y="127982"/>
                  <a:pt x="3642984" y="137782"/>
                </a:cubicBezTo>
                <a:cubicBezTo>
                  <a:pt x="3642984" y="148947"/>
                  <a:pt x="3631902" y="153732"/>
                  <a:pt x="3623357" y="153732"/>
                </a:cubicBezTo>
                <a:cubicBezTo>
                  <a:pt x="3614350" y="153732"/>
                  <a:pt x="3609269" y="150768"/>
                  <a:pt x="3606961" y="148263"/>
                </a:cubicBezTo>
                <a:cubicBezTo>
                  <a:pt x="3601880" y="143022"/>
                  <a:pt x="3599339" y="132996"/>
                  <a:pt x="3597954" y="127297"/>
                </a:cubicBezTo>
                <a:cubicBezTo>
                  <a:pt x="3596569" y="125931"/>
                  <a:pt x="3592179" y="126157"/>
                  <a:pt x="3590794" y="127527"/>
                </a:cubicBezTo>
                <a:close/>
                <a:moveTo>
                  <a:pt x="3801639" y="68456"/>
                </a:moveTo>
                <a:cubicBezTo>
                  <a:pt x="3814109" y="69367"/>
                  <a:pt x="3815494" y="72095"/>
                  <a:pt x="3810645" y="83691"/>
                </a:cubicBezTo>
                <a:lnTo>
                  <a:pt x="3791938" y="128263"/>
                </a:lnTo>
                <a:cubicBezTo>
                  <a:pt x="3788245" y="137132"/>
                  <a:pt x="3787089" y="137132"/>
                  <a:pt x="3783392" y="127582"/>
                </a:cubicBezTo>
                <a:lnTo>
                  <a:pt x="3766767" y="83691"/>
                </a:lnTo>
                <a:cubicBezTo>
                  <a:pt x="3762609" y="72776"/>
                  <a:pt x="3761686" y="70048"/>
                  <a:pt x="3773924" y="68456"/>
                </a:cubicBezTo>
                <a:cubicBezTo>
                  <a:pt x="3775312" y="67091"/>
                  <a:pt x="3775312" y="62309"/>
                  <a:pt x="3773924" y="60940"/>
                </a:cubicBezTo>
                <a:cubicBezTo>
                  <a:pt x="3766306" y="61169"/>
                  <a:pt x="3758222" y="61398"/>
                  <a:pt x="3750600" y="61398"/>
                </a:cubicBezTo>
                <a:cubicBezTo>
                  <a:pt x="3742982" y="61398"/>
                  <a:pt x="3736051" y="61169"/>
                  <a:pt x="3729123" y="60940"/>
                </a:cubicBezTo>
                <a:cubicBezTo>
                  <a:pt x="3727738" y="62309"/>
                  <a:pt x="3727738" y="67091"/>
                  <a:pt x="3729123" y="68456"/>
                </a:cubicBezTo>
                <a:cubicBezTo>
                  <a:pt x="3741364" y="69822"/>
                  <a:pt x="3742982" y="73461"/>
                  <a:pt x="3747598" y="85057"/>
                </a:cubicBezTo>
                <a:lnTo>
                  <a:pt x="3777159" y="156916"/>
                </a:lnTo>
                <a:cubicBezTo>
                  <a:pt x="3778544" y="160328"/>
                  <a:pt x="3779929" y="161690"/>
                  <a:pt x="3782931" y="161690"/>
                </a:cubicBezTo>
                <a:cubicBezTo>
                  <a:pt x="3785242" y="161690"/>
                  <a:pt x="3786856" y="160328"/>
                  <a:pt x="3788474" y="156460"/>
                </a:cubicBezTo>
                <a:lnTo>
                  <a:pt x="3819187" y="85283"/>
                </a:lnTo>
                <a:cubicBezTo>
                  <a:pt x="3823578" y="75278"/>
                  <a:pt x="3826118" y="69593"/>
                  <a:pt x="3839050" y="68456"/>
                </a:cubicBezTo>
                <a:cubicBezTo>
                  <a:pt x="3840435" y="67091"/>
                  <a:pt x="3840435" y="62309"/>
                  <a:pt x="3839050" y="60940"/>
                </a:cubicBezTo>
                <a:cubicBezTo>
                  <a:pt x="3834431" y="61169"/>
                  <a:pt x="3828888" y="61398"/>
                  <a:pt x="3822883" y="61398"/>
                </a:cubicBezTo>
                <a:cubicBezTo>
                  <a:pt x="3815261" y="61398"/>
                  <a:pt x="3807410" y="61169"/>
                  <a:pt x="3801639" y="60940"/>
                </a:cubicBezTo>
                <a:cubicBezTo>
                  <a:pt x="3800254" y="62309"/>
                  <a:pt x="3800254" y="67091"/>
                  <a:pt x="3801639" y="68456"/>
                </a:cubicBezTo>
                <a:close/>
                <a:moveTo>
                  <a:pt x="3868146" y="94787"/>
                </a:moveTo>
                <a:cubicBezTo>
                  <a:pt x="3872533" y="69162"/>
                  <a:pt x="3888700" y="67122"/>
                  <a:pt x="3894243" y="67122"/>
                </a:cubicBezTo>
                <a:cubicBezTo>
                  <a:pt x="3903018" y="67122"/>
                  <a:pt x="3913409" y="71886"/>
                  <a:pt x="3913409" y="90934"/>
                </a:cubicBezTo>
                <a:cubicBezTo>
                  <a:pt x="3913409" y="92973"/>
                  <a:pt x="3912486" y="94110"/>
                  <a:pt x="3909945" y="94110"/>
                </a:cubicBezTo>
                <a:lnTo>
                  <a:pt x="3868146" y="94787"/>
                </a:lnTo>
                <a:moveTo>
                  <a:pt x="3928649" y="137799"/>
                </a:moveTo>
                <a:cubicBezTo>
                  <a:pt x="3920108" y="146449"/>
                  <a:pt x="3913409" y="150087"/>
                  <a:pt x="3900015" y="150087"/>
                </a:cubicBezTo>
                <a:cubicBezTo>
                  <a:pt x="3891703" y="150087"/>
                  <a:pt x="3882002" y="145309"/>
                  <a:pt x="3874845" y="133705"/>
                </a:cubicBezTo>
                <a:cubicBezTo>
                  <a:pt x="3870225" y="126196"/>
                  <a:pt x="3867452" y="115729"/>
                  <a:pt x="3867452" y="102530"/>
                </a:cubicBezTo>
                <a:lnTo>
                  <a:pt x="3928882" y="102985"/>
                </a:lnTo>
                <a:cubicBezTo>
                  <a:pt x="3931652" y="102985"/>
                  <a:pt x="3933269" y="101620"/>
                  <a:pt x="3933269" y="99114"/>
                </a:cubicBezTo>
                <a:cubicBezTo>
                  <a:pt x="3933269" y="80049"/>
                  <a:pt x="3926341" y="59605"/>
                  <a:pt x="3894243" y="59605"/>
                </a:cubicBezTo>
                <a:cubicBezTo>
                  <a:pt x="3874151" y="59605"/>
                  <a:pt x="3848054" y="78461"/>
                  <a:pt x="3848054" y="112997"/>
                </a:cubicBezTo>
                <a:cubicBezTo>
                  <a:pt x="3848054" y="125740"/>
                  <a:pt x="3851289" y="138028"/>
                  <a:pt x="3858910" y="146674"/>
                </a:cubicBezTo>
                <a:cubicBezTo>
                  <a:pt x="3866761" y="155783"/>
                  <a:pt x="3877615" y="161246"/>
                  <a:pt x="3894243" y="161246"/>
                </a:cubicBezTo>
                <a:cubicBezTo>
                  <a:pt x="3911792" y="161246"/>
                  <a:pt x="3924262" y="153277"/>
                  <a:pt x="3933502" y="141441"/>
                </a:cubicBezTo>
                <a:cubicBezTo>
                  <a:pt x="3932807" y="139165"/>
                  <a:pt x="3931423" y="138028"/>
                  <a:pt x="3928649" y="137799"/>
                </a:cubicBezTo>
                <a:close/>
                <a:moveTo>
                  <a:pt x="3983383" y="77391"/>
                </a:moveTo>
                <a:cubicBezTo>
                  <a:pt x="3982921" y="68276"/>
                  <a:pt x="3982689" y="62358"/>
                  <a:pt x="3981537" y="60078"/>
                </a:cubicBezTo>
                <a:cubicBezTo>
                  <a:pt x="3981071" y="58938"/>
                  <a:pt x="3980610" y="58257"/>
                  <a:pt x="3978763" y="58257"/>
                </a:cubicBezTo>
                <a:cubicBezTo>
                  <a:pt x="3972297" y="60763"/>
                  <a:pt x="3966293" y="62813"/>
                  <a:pt x="3950358" y="64860"/>
                </a:cubicBezTo>
                <a:cubicBezTo>
                  <a:pt x="3949897" y="66229"/>
                  <a:pt x="3950358" y="69871"/>
                  <a:pt x="3950820" y="71237"/>
                </a:cubicBezTo>
                <a:cubicBezTo>
                  <a:pt x="3963290" y="72376"/>
                  <a:pt x="3965831" y="73516"/>
                  <a:pt x="3965831" y="86739"/>
                </a:cubicBezTo>
                <a:lnTo>
                  <a:pt x="3965831" y="131203"/>
                </a:lnTo>
                <a:cubicBezTo>
                  <a:pt x="3965831" y="150129"/>
                  <a:pt x="3963061" y="151039"/>
                  <a:pt x="3948741" y="151953"/>
                </a:cubicBezTo>
                <a:cubicBezTo>
                  <a:pt x="3947356" y="153319"/>
                  <a:pt x="3947356" y="158101"/>
                  <a:pt x="3948741" y="159466"/>
                </a:cubicBezTo>
                <a:cubicBezTo>
                  <a:pt x="3956824" y="159241"/>
                  <a:pt x="3965831" y="159011"/>
                  <a:pt x="3975070" y="159011"/>
                </a:cubicBezTo>
                <a:cubicBezTo>
                  <a:pt x="3984306" y="159011"/>
                  <a:pt x="3994930" y="159241"/>
                  <a:pt x="4003010" y="159466"/>
                </a:cubicBezTo>
                <a:cubicBezTo>
                  <a:pt x="4004399" y="158101"/>
                  <a:pt x="4004399" y="153319"/>
                  <a:pt x="4003010" y="151953"/>
                </a:cubicBezTo>
                <a:cubicBezTo>
                  <a:pt x="3986847" y="150813"/>
                  <a:pt x="3984074" y="150129"/>
                  <a:pt x="3984074" y="131203"/>
                </a:cubicBezTo>
                <a:lnTo>
                  <a:pt x="3984074" y="99510"/>
                </a:lnTo>
                <a:cubicBezTo>
                  <a:pt x="3984074" y="93582"/>
                  <a:pt x="3986847" y="88338"/>
                  <a:pt x="3989617" y="84233"/>
                </a:cubicBezTo>
                <a:cubicBezTo>
                  <a:pt x="3992157" y="80585"/>
                  <a:pt x="3997471" y="73061"/>
                  <a:pt x="4000241" y="73061"/>
                </a:cubicBezTo>
                <a:cubicBezTo>
                  <a:pt x="4002320" y="73061"/>
                  <a:pt x="4004399" y="73516"/>
                  <a:pt x="4006245" y="76025"/>
                </a:cubicBezTo>
                <a:cubicBezTo>
                  <a:pt x="4007863" y="78305"/>
                  <a:pt x="4010632" y="81269"/>
                  <a:pt x="4014558" y="81269"/>
                </a:cubicBezTo>
                <a:cubicBezTo>
                  <a:pt x="4020101" y="81269"/>
                  <a:pt x="4025411" y="75567"/>
                  <a:pt x="4025411" y="69871"/>
                </a:cubicBezTo>
                <a:cubicBezTo>
                  <a:pt x="4025411" y="65544"/>
                  <a:pt x="4021257" y="58938"/>
                  <a:pt x="4011556" y="58938"/>
                </a:cubicBezTo>
                <a:cubicBezTo>
                  <a:pt x="4000702" y="58938"/>
                  <a:pt x="3991234" y="68960"/>
                  <a:pt x="3985924" y="77846"/>
                </a:cubicBezTo>
                <a:cubicBezTo>
                  <a:pt x="3984539" y="80355"/>
                  <a:pt x="3983383" y="78531"/>
                  <a:pt x="3983383" y="77391"/>
                </a:cubicBezTo>
                <a:close/>
                <a:moveTo>
                  <a:pt x="4039729" y="127527"/>
                </a:moveTo>
                <a:cubicBezTo>
                  <a:pt x="4040653" y="138692"/>
                  <a:pt x="4041347" y="149402"/>
                  <a:pt x="4041347" y="158969"/>
                </a:cubicBezTo>
                <a:cubicBezTo>
                  <a:pt x="4043655" y="158514"/>
                  <a:pt x="4045966" y="158288"/>
                  <a:pt x="4047119" y="158288"/>
                </a:cubicBezTo>
                <a:cubicBezTo>
                  <a:pt x="4048736" y="158288"/>
                  <a:pt x="4050121" y="158288"/>
                  <a:pt x="4051738" y="158744"/>
                </a:cubicBezTo>
                <a:cubicBezTo>
                  <a:pt x="4057975" y="160335"/>
                  <a:pt x="4064209" y="161246"/>
                  <a:pt x="4072754" y="161246"/>
                </a:cubicBezTo>
                <a:cubicBezTo>
                  <a:pt x="4085686" y="161246"/>
                  <a:pt x="4109472" y="155098"/>
                  <a:pt x="4109472" y="132538"/>
                </a:cubicBezTo>
                <a:cubicBezTo>
                  <a:pt x="4109472" y="117046"/>
                  <a:pt x="4098157" y="107930"/>
                  <a:pt x="4082452" y="102231"/>
                </a:cubicBezTo>
                <a:cubicBezTo>
                  <a:pt x="4068596" y="96991"/>
                  <a:pt x="4059360" y="93571"/>
                  <a:pt x="4059360" y="81040"/>
                </a:cubicBezTo>
                <a:cubicBezTo>
                  <a:pt x="4059360" y="71695"/>
                  <a:pt x="4067673" y="66455"/>
                  <a:pt x="4075524" y="66455"/>
                </a:cubicBezTo>
                <a:cubicBezTo>
                  <a:pt x="4080605" y="66455"/>
                  <a:pt x="4093999" y="68279"/>
                  <a:pt x="4097001" y="87650"/>
                </a:cubicBezTo>
                <a:cubicBezTo>
                  <a:pt x="4098386" y="89015"/>
                  <a:pt x="4103006" y="88786"/>
                  <a:pt x="4104391" y="87420"/>
                </a:cubicBezTo>
                <a:cubicBezTo>
                  <a:pt x="4105085" y="79215"/>
                  <a:pt x="4105546" y="70785"/>
                  <a:pt x="4105779" y="63268"/>
                </a:cubicBezTo>
                <a:cubicBezTo>
                  <a:pt x="4098619" y="62128"/>
                  <a:pt x="4087533" y="58938"/>
                  <a:pt x="4075524" y="58938"/>
                </a:cubicBezTo>
                <a:cubicBezTo>
                  <a:pt x="4058437" y="58938"/>
                  <a:pt x="4042964" y="69874"/>
                  <a:pt x="4042964" y="84459"/>
                </a:cubicBezTo>
                <a:cubicBezTo>
                  <a:pt x="4042964" y="101091"/>
                  <a:pt x="4050583" y="108156"/>
                  <a:pt x="4068367" y="115451"/>
                </a:cubicBezTo>
                <a:cubicBezTo>
                  <a:pt x="4087533" y="123197"/>
                  <a:pt x="4091920" y="127982"/>
                  <a:pt x="4091920" y="137782"/>
                </a:cubicBezTo>
                <a:cubicBezTo>
                  <a:pt x="4091920" y="148947"/>
                  <a:pt x="4080838" y="153732"/>
                  <a:pt x="4072293" y="153732"/>
                </a:cubicBezTo>
                <a:cubicBezTo>
                  <a:pt x="4063286" y="153732"/>
                  <a:pt x="4058205" y="150768"/>
                  <a:pt x="4055896" y="148263"/>
                </a:cubicBezTo>
                <a:cubicBezTo>
                  <a:pt x="4050815" y="143022"/>
                  <a:pt x="4048275" y="132996"/>
                  <a:pt x="4046890" y="127297"/>
                </a:cubicBezTo>
                <a:cubicBezTo>
                  <a:pt x="4045505" y="125931"/>
                  <a:pt x="4041114" y="126157"/>
                  <a:pt x="4039729" y="127527"/>
                </a:cubicBezTo>
                <a:close/>
                <a:moveTo>
                  <a:pt x="4139495" y="22498"/>
                </a:moveTo>
                <a:cubicBezTo>
                  <a:pt x="4139495" y="28420"/>
                  <a:pt x="4145038" y="34341"/>
                  <a:pt x="4150577" y="34341"/>
                </a:cubicBezTo>
                <a:cubicBezTo>
                  <a:pt x="4157043" y="34341"/>
                  <a:pt x="4162586" y="28194"/>
                  <a:pt x="4162586" y="23408"/>
                </a:cubicBezTo>
                <a:cubicBezTo>
                  <a:pt x="4162586" y="17946"/>
                  <a:pt x="4157737" y="11565"/>
                  <a:pt x="4151504" y="11565"/>
                </a:cubicBezTo>
                <a:cubicBezTo>
                  <a:pt x="4145961" y="11565"/>
                  <a:pt x="4139495" y="17032"/>
                  <a:pt x="4139495" y="22498"/>
                </a:cubicBezTo>
                <a:moveTo>
                  <a:pt x="4160511" y="131224"/>
                </a:moveTo>
                <a:lnTo>
                  <a:pt x="4160511" y="85898"/>
                </a:lnTo>
                <a:cubicBezTo>
                  <a:pt x="4160511" y="74510"/>
                  <a:pt x="4161434" y="59883"/>
                  <a:pt x="4161434" y="59883"/>
                </a:cubicBezTo>
                <a:cubicBezTo>
                  <a:pt x="4161434" y="58962"/>
                  <a:pt x="4160278" y="58271"/>
                  <a:pt x="4158431" y="58271"/>
                </a:cubicBezTo>
                <a:cubicBezTo>
                  <a:pt x="4151965" y="60804"/>
                  <a:pt x="4142726" y="62875"/>
                  <a:pt x="4126792" y="64943"/>
                </a:cubicBezTo>
                <a:cubicBezTo>
                  <a:pt x="4126330" y="66312"/>
                  <a:pt x="4126792" y="69954"/>
                  <a:pt x="4127253" y="71323"/>
                </a:cubicBezTo>
                <a:cubicBezTo>
                  <a:pt x="4139956" y="72460"/>
                  <a:pt x="4142264" y="73829"/>
                  <a:pt x="4142264" y="86812"/>
                </a:cubicBezTo>
                <a:lnTo>
                  <a:pt x="4142264" y="131224"/>
                </a:lnTo>
                <a:cubicBezTo>
                  <a:pt x="4142264" y="150129"/>
                  <a:pt x="4139724" y="150813"/>
                  <a:pt x="4125639" y="151953"/>
                </a:cubicBezTo>
                <a:cubicBezTo>
                  <a:pt x="4124251" y="153319"/>
                  <a:pt x="4124251" y="158101"/>
                  <a:pt x="4125639" y="159466"/>
                </a:cubicBezTo>
                <a:cubicBezTo>
                  <a:pt x="4133258" y="159241"/>
                  <a:pt x="4142264" y="159011"/>
                  <a:pt x="4151504" y="159011"/>
                </a:cubicBezTo>
                <a:cubicBezTo>
                  <a:pt x="4160740" y="159011"/>
                  <a:pt x="4169514" y="159241"/>
                  <a:pt x="4177136" y="159466"/>
                </a:cubicBezTo>
                <a:cubicBezTo>
                  <a:pt x="4178521" y="158101"/>
                  <a:pt x="4178521" y="153319"/>
                  <a:pt x="4177136" y="151953"/>
                </a:cubicBezTo>
                <a:cubicBezTo>
                  <a:pt x="4163048" y="151043"/>
                  <a:pt x="4160511" y="150129"/>
                  <a:pt x="4160511" y="131224"/>
                </a:cubicBezTo>
                <a:close/>
                <a:moveTo>
                  <a:pt x="4190759" y="112257"/>
                </a:moveTo>
                <a:cubicBezTo>
                  <a:pt x="4190759" y="135502"/>
                  <a:pt x="4206464" y="161246"/>
                  <a:pt x="4239256" y="161246"/>
                </a:cubicBezTo>
                <a:cubicBezTo>
                  <a:pt x="4254035" y="161246"/>
                  <a:pt x="4265354" y="156009"/>
                  <a:pt x="4273205" y="148492"/>
                </a:cubicBezTo>
                <a:cubicBezTo>
                  <a:pt x="4283596" y="138463"/>
                  <a:pt x="4288216" y="124107"/>
                  <a:pt x="4288216" y="110207"/>
                </a:cubicBezTo>
                <a:cubicBezTo>
                  <a:pt x="4288216" y="86506"/>
                  <a:pt x="4275051" y="58938"/>
                  <a:pt x="4239718" y="58938"/>
                </a:cubicBezTo>
                <a:cubicBezTo>
                  <a:pt x="4224478" y="58938"/>
                  <a:pt x="4212007" y="65089"/>
                  <a:pt x="4203462" y="74885"/>
                </a:cubicBezTo>
                <a:cubicBezTo>
                  <a:pt x="4195149" y="84685"/>
                  <a:pt x="4190759" y="97901"/>
                  <a:pt x="4190759" y="112257"/>
                </a:cubicBezTo>
                <a:moveTo>
                  <a:pt x="4236254" y="66910"/>
                </a:moveTo>
                <a:cubicBezTo>
                  <a:pt x="4256114" y="66910"/>
                  <a:pt x="4268356" y="84685"/>
                  <a:pt x="4268356" y="117501"/>
                </a:cubicBezTo>
                <a:cubicBezTo>
                  <a:pt x="4268356" y="146212"/>
                  <a:pt x="4253345" y="153277"/>
                  <a:pt x="4242491" y="153277"/>
                </a:cubicBezTo>
                <a:cubicBezTo>
                  <a:pt x="4218473" y="153277"/>
                  <a:pt x="4210622" y="124562"/>
                  <a:pt x="4210622" y="107016"/>
                </a:cubicBezTo>
                <a:cubicBezTo>
                  <a:pt x="4210622" y="87191"/>
                  <a:pt x="4215471" y="66910"/>
                  <a:pt x="4236254" y="66910"/>
                </a:cubicBezTo>
                <a:close/>
                <a:moveTo>
                  <a:pt x="4340175" y="77394"/>
                </a:moveTo>
                <a:cubicBezTo>
                  <a:pt x="4338790" y="78990"/>
                  <a:pt x="4337405" y="79448"/>
                  <a:pt x="4337405" y="77394"/>
                </a:cubicBezTo>
                <a:cubicBezTo>
                  <a:pt x="4337173" y="71240"/>
                  <a:pt x="4336711" y="62358"/>
                  <a:pt x="4335555" y="60078"/>
                </a:cubicBezTo>
                <a:cubicBezTo>
                  <a:pt x="4335094" y="58938"/>
                  <a:pt x="4334632" y="58257"/>
                  <a:pt x="4332786" y="58257"/>
                </a:cubicBezTo>
                <a:cubicBezTo>
                  <a:pt x="4326320" y="60763"/>
                  <a:pt x="4320315" y="62813"/>
                  <a:pt x="4304380" y="64860"/>
                </a:cubicBezTo>
                <a:cubicBezTo>
                  <a:pt x="4303919" y="66229"/>
                  <a:pt x="4304380" y="69871"/>
                  <a:pt x="4304842" y="71240"/>
                </a:cubicBezTo>
                <a:cubicBezTo>
                  <a:pt x="4317313" y="72380"/>
                  <a:pt x="4319853" y="73520"/>
                  <a:pt x="4319853" y="86743"/>
                </a:cubicBezTo>
                <a:lnTo>
                  <a:pt x="4319853" y="131203"/>
                </a:lnTo>
                <a:cubicBezTo>
                  <a:pt x="4319853" y="149899"/>
                  <a:pt x="4317545" y="150813"/>
                  <a:pt x="4303686" y="151953"/>
                </a:cubicBezTo>
                <a:cubicBezTo>
                  <a:pt x="4302301" y="153319"/>
                  <a:pt x="4302301" y="158101"/>
                  <a:pt x="4303686" y="159466"/>
                </a:cubicBezTo>
                <a:cubicBezTo>
                  <a:pt x="4310618" y="159241"/>
                  <a:pt x="4319853" y="159011"/>
                  <a:pt x="4329089" y="159011"/>
                </a:cubicBezTo>
                <a:cubicBezTo>
                  <a:pt x="4338329" y="159011"/>
                  <a:pt x="4345256" y="159241"/>
                  <a:pt x="4352184" y="159466"/>
                </a:cubicBezTo>
                <a:cubicBezTo>
                  <a:pt x="4353569" y="158101"/>
                  <a:pt x="4353569" y="153319"/>
                  <a:pt x="4352184" y="151953"/>
                </a:cubicBezTo>
                <a:cubicBezTo>
                  <a:pt x="4340408" y="150813"/>
                  <a:pt x="4338096" y="149899"/>
                  <a:pt x="4338096" y="131203"/>
                </a:cubicBezTo>
                <a:lnTo>
                  <a:pt x="4338096" y="93811"/>
                </a:lnTo>
                <a:cubicBezTo>
                  <a:pt x="4338096" y="89022"/>
                  <a:pt x="4340175" y="86287"/>
                  <a:pt x="4342021" y="84237"/>
                </a:cubicBezTo>
                <a:cubicBezTo>
                  <a:pt x="4350799" y="75799"/>
                  <a:pt x="4361191" y="70781"/>
                  <a:pt x="4370198" y="70781"/>
                </a:cubicBezTo>
                <a:cubicBezTo>
                  <a:pt x="4374817" y="70781"/>
                  <a:pt x="4379666" y="73746"/>
                  <a:pt x="4382436" y="78990"/>
                </a:cubicBezTo>
                <a:cubicBezTo>
                  <a:pt x="4384747" y="83552"/>
                  <a:pt x="4385209" y="89707"/>
                  <a:pt x="4385209" y="96546"/>
                </a:cubicBezTo>
                <a:lnTo>
                  <a:pt x="4385209" y="131203"/>
                </a:lnTo>
                <a:cubicBezTo>
                  <a:pt x="4385209" y="149899"/>
                  <a:pt x="4382897" y="150813"/>
                  <a:pt x="4370888" y="151953"/>
                </a:cubicBezTo>
                <a:cubicBezTo>
                  <a:pt x="4369736" y="153319"/>
                  <a:pt x="4369736" y="158101"/>
                  <a:pt x="4370888" y="159466"/>
                </a:cubicBezTo>
                <a:cubicBezTo>
                  <a:pt x="4377819" y="159241"/>
                  <a:pt x="4385209" y="159011"/>
                  <a:pt x="4394445" y="159011"/>
                </a:cubicBezTo>
                <a:cubicBezTo>
                  <a:pt x="4403684" y="159011"/>
                  <a:pt x="4411997" y="159241"/>
                  <a:pt x="4418924" y="159466"/>
                </a:cubicBezTo>
                <a:cubicBezTo>
                  <a:pt x="4420080" y="158101"/>
                  <a:pt x="4420080" y="153319"/>
                  <a:pt x="4418924" y="151953"/>
                </a:cubicBezTo>
                <a:cubicBezTo>
                  <a:pt x="4405992" y="150813"/>
                  <a:pt x="4403451" y="149899"/>
                  <a:pt x="4403451" y="131203"/>
                </a:cubicBezTo>
                <a:lnTo>
                  <a:pt x="4403451" y="97230"/>
                </a:lnTo>
                <a:cubicBezTo>
                  <a:pt x="4403451" y="84692"/>
                  <a:pt x="4402528" y="73746"/>
                  <a:pt x="4397218" y="66684"/>
                </a:cubicBezTo>
                <a:cubicBezTo>
                  <a:pt x="4393289" y="61673"/>
                  <a:pt x="4386132" y="58938"/>
                  <a:pt x="4378049" y="58938"/>
                </a:cubicBezTo>
                <a:cubicBezTo>
                  <a:pt x="4366734" y="58938"/>
                  <a:pt x="4353801" y="61899"/>
                  <a:pt x="4340175" y="77394"/>
                </a:cubicBezTo>
                <a:close/>
                <a:moveTo>
                  <a:pt x="4436013" y="149177"/>
                </a:moveTo>
                <a:cubicBezTo>
                  <a:pt x="4436013" y="155783"/>
                  <a:pt x="4441556" y="161246"/>
                  <a:pt x="4448251" y="161246"/>
                </a:cubicBezTo>
                <a:cubicBezTo>
                  <a:pt x="4454950" y="161246"/>
                  <a:pt x="4460493" y="155783"/>
                  <a:pt x="4460493" y="149177"/>
                </a:cubicBezTo>
                <a:cubicBezTo>
                  <a:pt x="4460493" y="142574"/>
                  <a:pt x="4454950" y="137107"/>
                  <a:pt x="4448251" y="137107"/>
                </a:cubicBezTo>
                <a:cubicBezTo>
                  <a:pt x="4441556" y="137107"/>
                  <a:pt x="4436013" y="142574"/>
                  <a:pt x="4436013" y="149177"/>
                </a:cubicBezTo>
                <a:close/>
                <a:moveTo>
                  <a:pt x="4672953" y="131210"/>
                </a:moveTo>
                <a:lnTo>
                  <a:pt x="4672953" y="39821"/>
                </a:lnTo>
                <a:cubicBezTo>
                  <a:pt x="4672953" y="20906"/>
                  <a:pt x="4676879" y="19766"/>
                  <a:pt x="4693042" y="19082"/>
                </a:cubicBezTo>
                <a:cubicBezTo>
                  <a:pt x="4694430" y="17716"/>
                  <a:pt x="4694430" y="12934"/>
                  <a:pt x="4693042" y="11565"/>
                </a:cubicBezTo>
                <a:cubicBezTo>
                  <a:pt x="4683574" y="11795"/>
                  <a:pt x="4671797" y="12024"/>
                  <a:pt x="4663023" y="12024"/>
                </a:cubicBezTo>
                <a:cubicBezTo>
                  <a:pt x="4654478" y="12024"/>
                  <a:pt x="4643392" y="11795"/>
                  <a:pt x="4633233" y="11565"/>
                </a:cubicBezTo>
                <a:cubicBezTo>
                  <a:pt x="4631845" y="12934"/>
                  <a:pt x="4631845" y="17716"/>
                  <a:pt x="4633233" y="19082"/>
                </a:cubicBezTo>
                <a:cubicBezTo>
                  <a:pt x="4649397" y="19766"/>
                  <a:pt x="4653322" y="20906"/>
                  <a:pt x="4653322" y="39821"/>
                </a:cubicBezTo>
                <a:lnTo>
                  <a:pt x="4653322" y="76286"/>
                </a:lnTo>
                <a:lnTo>
                  <a:pt x="4574344" y="76286"/>
                </a:lnTo>
                <a:lnTo>
                  <a:pt x="4574344" y="39821"/>
                </a:lnTo>
                <a:cubicBezTo>
                  <a:pt x="4574344" y="20906"/>
                  <a:pt x="4578269" y="19766"/>
                  <a:pt x="4594436" y="19082"/>
                </a:cubicBezTo>
                <a:cubicBezTo>
                  <a:pt x="4595821" y="17716"/>
                  <a:pt x="4595821" y="12934"/>
                  <a:pt x="4594436" y="11565"/>
                </a:cubicBezTo>
                <a:cubicBezTo>
                  <a:pt x="4585659" y="11795"/>
                  <a:pt x="4576190" y="12024"/>
                  <a:pt x="4564414" y="12024"/>
                </a:cubicBezTo>
                <a:cubicBezTo>
                  <a:pt x="4552866" y="12024"/>
                  <a:pt x="4543398" y="11795"/>
                  <a:pt x="4534624" y="11565"/>
                </a:cubicBezTo>
                <a:cubicBezTo>
                  <a:pt x="4533235" y="12934"/>
                  <a:pt x="4533235" y="17716"/>
                  <a:pt x="4534624" y="19082"/>
                </a:cubicBezTo>
                <a:cubicBezTo>
                  <a:pt x="4550787" y="19766"/>
                  <a:pt x="4554713" y="20906"/>
                  <a:pt x="4554713" y="39821"/>
                </a:cubicBezTo>
                <a:lnTo>
                  <a:pt x="4554713" y="131210"/>
                </a:lnTo>
                <a:cubicBezTo>
                  <a:pt x="4554713" y="150129"/>
                  <a:pt x="4550787" y="151269"/>
                  <a:pt x="4534624" y="151953"/>
                </a:cubicBezTo>
                <a:cubicBezTo>
                  <a:pt x="4533235" y="153319"/>
                  <a:pt x="4533235" y="158101"/>
                  <a:pt x="4534624" y="159466"/>
                </a:cubicBezTo>
                <a:cubicBezTo>
                  <a:pt x="4544783" y="159241"/>
                  <a:pt x="4555869" y="159011"/>
                  <a:pt x="4564643" y="159011"/>
                </a:cubicBezTo>
                <a:cubicBezTo>
                  <a:pt x="4572959" y="159011"/>
                  <a:pt x="4584274" y="159241"/>
                  <a:pt x="4594436" y="159466"/>
                </a:cubicBezTo>
                <a:cubicBezTo>
                  <a:pt x="4595821" y="158101"/>
                  <a:pt x="4595821" y="153319"/>
                  <a:pt x="4594436" y="151953"/>
                </a:cubicBezTo>
                <a:cubicBezTo>
                  <a:pt x="4578269" y="151269"/>
                  <a:pt x="4574344" y="150129"/>
                  <a:pt x="4574344" y="131210"/>
                </a:cubicBezTo>
                <a:lnTo>
                  <a:pt x="4574344" y="85853"/>
                </a:lnTo>
                <a:lnTo>
                  <a:pt x="4653322" y="85853"/>
                </a:lnTo>
                <a:lnTo>
                  <a:pt x="4653322" y="131210"/>
                </a:lnTo>
                <a:cubicBezTo>
                  <a:pt x="4653322" y="150129"/>
                  <a:pt x="4649397" y="151269"/>
                  <a:pt x="4633233" y="151953"/>
                </a:cubicBezTo>
                <a:cubicBezTo>
                  <a:pt x="4631845" y="153319"/>
                  <a:pt x="4631845" y="158101"/>
                  <a:pt x="4633233" y="159466"/>
                </a:cubicBezTo>
                <a:cubicBezTo>
                  <a:pt x="4643625" y="159241"/>
                  <a:pt x="4654707" y="159011"/>
                  <a:pt x="4663252" y="159011"/>
                </a:cubicBezTo>
                <a:cubicBezTo>
                  <a:pt x="4671797" y="159011"/>
                  <a:pt x="4682883" y="159241"/>
                  <a:pt x="4693042" y="159466"/>
                </a:cubicBezTo>
                <a:cubicBezTo>
                  <a:pt x="4694430" y="158101"/>
                  <a:pt x="4694430" y="153319"/>
                  <a:pt x="4693042" y="151953"/>
                </a:cubicBezTo>
                <a:cubicBezTo>
                  <a:pt x="4676879" y="151269"/>
                  <a:pt x="4672953" y="150129"/>
                  <a:pt x="4672953" y="131210"/>
                </a:cubicBezTo>
                <a:close/>
                <a:moveTo>
                  <a:pt x="4708283" y="112257"/>
                </a:moveTo>
                <a:cubicBezTo>
                  <a:pt x="4708283" y="135502"/>
                  <a:pt x="4723989" y="161246"/>
                  <a:pt x="4756781" y="161246"/>
                </a:cubicBezTo>
                <a:cubicBezTo>
                  <a:pt x="4771560" y="161246"/>
                  <a:pt x="4782878" y="156009"/>
                  <a:pt x="4790729" y="148492"/>
                </a:cubicBezTo>
                <a:cubicBezTo>
                  <a:pt x="4801121" y="138463"/>
                  <a:pt x="4805740" y="124107"/>
                  <a:pt x="4805740" y="110207"/>
                </a:cubicBezTo>
                <a:cubicBezTo>
                  <a:pt x="4805740" y="86506"/>
                  <a:pt x="4792575" y="58938"/>
                  <a:pt x="4757242" y="58938"/>
                </a:cubicBezTo>
                <a:cubicBezTo>
                  <a:pt x="4742002" y="58938"/>
                  <a:pt x="4729532" y="65089"/>
                  <a:pt x="4720986" y="74885"/>
                </a:cubicBezTo>
                <a:cubicBezTo>
                  <a:pt x="4712674" y="84685"/>
                  <a:pt x="4708283" y="97901"/>
                  <a:pt x="4708283" y="112257"/>
                </a:cubicBezTo>
                <a:moveTo>
                  <a:pt x="4753779" y="66910"/>
                </a:moveTo>
                <a:cubicBezTo>
                  <a:pt x="4773639" y="66910"/>
                  <a:pt x="4785880" y="84685"/>
                  <a:pt x="4785880" y="117501"/>
                </a:cubicBezTo>
                <a:cubicBezTo>
                  <a:pt x="4785880" y="146212"/>
                  <a:pt x="4770869" y="153277"/>
                  <a:pt x="4760016" y="153277"/>
                </a:cubicBezTo>
                <a:cubicBezTo>
                  <a:pt x="4735998" y="153277"/>
                  <a:pt x="4728147" y="124562"/>
                  <a:pt x="4728147" y="107016"/>
                </a:cubicBezTo>
                <a:cubicBezTo>
                  <a:pt x="4728147" y="87191"/>
                  <a:pt x="4732995" y="66910"/>
                  <a:pt x="4753779" y="66910"/>
                </a:cubicBezTo>
                <a:close/>
                <a:moveTo>
                  <a:pt x="4860701" y="68456"/>
                </a:moveTo>
                <a:cubicBezTo>
                  <a:pt x="4862089" y="67091"/>
                  <a:pt x="4862089" y="62309"/>
                  <a:pt x="4860701" y="60940"/>
                </a:cubicBezTo>
                <a:cubicBezTo>
                  <a:pt x="4853773" y="61169"/>
                  <a:pt x="4845689" y="61398"/>
                  <a:pt x="4837377" y="61398"/>
                </a:cubicBezTo>
                <a:cubicBezTo>
                  <a:pt x="4828603" y="61398"/>
                  <a:pt x="4822365" y="61169"/>
                  <a:pt x="4816361" y="60940"/>
                </a:cubicBezTo>
                <a:cubicBezTo>
                  <a:pt x="4814976" y="62309"/>
                  <a:pt x="4814976" y="67091"/>
                  <a:pt x="4816361" y="68456"/>
                </a:cubicBezTo>
                <a:cubicBezTo>
                  <a:pt x="4827218" y="69593"/>
                  <a:pt x="4829755" y="71869"/>
                  <a:pt x="4834607" y="83691"/>
                </a:cubicBezTo>
                <a:lnTo>
                  <a:pt x="4864859" y="157145"/>
                </a:lnTo>
                <a:cubicBezTo>
                  <a:pt x="4866243" y="160328"/>
                  <a:pt x="4868090" y="161690"/>
                  <a:pt x="4870402" y="161690"/>
                </a:cubicBezTo>
                <a:cubicBezTo>
                  <a:pt x="4872481" y="161690"/>
                  <a:pt x="4874327" y="160328"/>
                  <a:pt x="4875944" y="156690"/>
                </a:cubicBezTo>
                <a:lnTo>
                  <a:pt x="4899268" y="100747"/>
                </a:lnTo>
                <a:lnTo>
                  <a:pt x="4923054" y="157145"/>
                </a:lnTo>
                <a:cubicBezTo>
                  <a:pt x="4924439" y="160328"/>
                  <a:pt x="4926289" y="161690"/>
                  <a:pt x="4928597" y="161690"/>
                </a:cubicBezTo>
                <a:cubicBezTo>
                  <a:pt x="4930676" y="161690"/>
                  <a:pt x="4932522" y="160328"/>
                  <a:pt x="4933907" y="156916"/>
                </a:cubicBezTo>
                <a:lnTo>
                  <a:pt x="4964162" y="84831"/>
                </a:lnTo>
                <a:cubicBezTo>
                  <a:pt x="4967855" y="75507"/>
                  <a:pt x="4971781" y="69138"/>
                  <a:pt x="4983560" y="68456"/>
                </a:cubicBezTo>
                <a:cubicBezTo>
                  <a:pt x="4984945" y="67091"/>
                  <a:pt x="4984945" y="62309"/>
                  <a:pt x="4983560" y="60940"/>
                </a:cubicBezTo>
                <a:cubicBezTo>
                  <a:pt x="4978941" y="61169"/>
                  <a:pt x="4973860" y="61398"/>
                  <a:pt x="4966932" y="61398"/>
                </a:cubicBezTo>
                <a:cubicBezTo>
                  <a:pt x="4960004" y="61398"/>
                  <a:pt x="4950303" y="61169"/>
                  <a:pt x="4943375" y="60940"/>
                </a:cubicBezTo>
                <a:cubicBezTo>
                  <a:pt x="4941991" y="62309"/>
                  <a:pt x="4941991" y="67091"/>
                  <a:pt x="4943375" y="68456"/>
                </a:cubicBezTo>
                <a:cubicBezTo>
                  <a:pt x="4960695" y="69367"/>
                  <a:pt x="4958387" y="75963"/>
                  <a:pt x="4955155" y="83921"/>
                </a:cubicBezTo>
                <a:lnTo>
                  <a:pt x="4935757" y="131221"/>
                </a:lnTo>
                <a:cubicBezTo>
                  <a:pt x="4933445" y="136906"/>
                  <a:pt x="4932522" y="136906"/>
                  <a:pt x="4930676" y="132131"/>
                </a:cubicBezTo>
                <a:lnTo>
                  <a:pt x="4910816" y="82329"/>
                </a:lnTo>
                <a:cubicBezTo>
                  <a:pt x="4906425" y="71640"/>
                  <a:pt x="4906890" y="69367"/>
                  <a:pt x="4919128" y="68456"/>
                </a:cubicBezTo>
                <a:cubicBezTo>
                  <a:pt x="4920513" y="67091"/>
                  <a:pt x="4920513" y="62309"/>
                  <a:pt x="4919128" y="60940"/>
                </a:cubicBezTo>
                <a:cubicBezTo>
                  <a:pt x="4912201" y="61169"/>
                  <a:pt x="4902961" y="61398"/>
                  <a:pt x="4896033" y="61398"/>
                </a:cubicBezTo>
                <a:cubicBezTo>
                  <a:pt x="4890262" y="61398"/>
                  <a:pt x="4882640" y="61169"/>
                  <a:pt x="4875712" y="60940"/>
                </a:cubicBezTo>
                <a:cubicBezTo>
                  <a:pt x="4874327" y="62309"/>
                  <a:pt x="4874327" y="67091"/>
                  <a:pt x="4875712" y="68456"/>
                </a:cubicBezTo>
                <a:cubicBezTo>
                  <a:pt x="4886565" y="69367"/>
                  <a:pt x="4889338" y="75963"/>
                  <a:pt x="4893493" y="86193"/>
                </a:cubicBezTo>
                <a:lnTo>
                  <a:pt x="4894881" y="89832"/>
                </a:lnTo>
                <a:lnTo>
                  <a:pt x="4878714" y="130084"/>
                </a:lnTo>
                <a:cubicBezTo>
                  <a:pt x="4875712" y="137587"/>
                  <a:pt x="4875250" y="137816"/>
                  <a:pt x="4872248" y="130539"/>
                </a:cubicBezTo>
                <a:lnTo>
                  <a:pt x="4853773" y="83691"/>
                </a:lnTo>
                <a:cubicBezTo>
                  <a:pt x="4849386" y="72776"/>
                  <a:pt x="4849618" y="69138"/>
                  <a:pt x="4860701" y="68456"/>
                </a:cubicBezTo>
                <a:close/>
                <a:moveTo>
                  <a:pt x="5013118" y="94787"/>
                </a:moveTo>
                <a:cubicBezTo>
                  <a:pt x="5017505" y="69162"/>
                  <a:pt x="5033672" y="67122"/>
                  <a:pt x="5039215" y="67122"/>
                </a:cubicBezTo>
                <a:cubicBezTo>
                  <a:pt x="5047989" y="67122"/>
                  <a:pt x="5058381" y="71886"/>
                  <a:pt x="5058381" y="90934"/>
                </a:cubicBezTo>
                <a:cubicBezTo>
                  <a:pt x="5058381" y="92973"/>
                  <a:pt x="5057458" y="94110"/>
                  <a:pt x="5054917" y="94110"/>
                </a:cubicBezTo>
                <a:lnTo>
                  <a:pt x="5013118" y="94787"/>
                </a:lnTo>
                <a:moveTo>
                  <a:pt x="5073621" y="137799"/>
                </a:moveTo>
                <a:cubicBezTo>
                  <a:pt x="5065079" y="146449"/>
                  <a:pt x="5058381" y="150087"/>
                  <a:pt x="5044987" y="150087"/>
                </a:cubicBezTo>
                <a:cubicBezTo>
                  <a:pt x="5036674" y="150087"/>
                  <a:pt x="5026973" y="145309"/>
                  <a:pt x="5019817" y="133705"/>
                </a:cubicBezTo>
                <a:cubicBezTo>
                  <a:pt x="5015197" y="126196"/>
                  <a:pt x="5012424" y="115729"/>
                  <a:pt x="5012424" y="102530"/>
                </a:cubicBezTo>
                <a:lnTo>
                  <a:pt x="5073854" y="102985"/>
                </a:lnTo>
                <a:cubicBezTo>
                  <a:pt x="5076623" y="102985"/>
                  <a:pt x="5078241" y="101620"/>
                  <a:pt x="5078241" y="99114"/>
                </a:cubicBezTo>
                <a:cubicBezTo>
                  <a:pt x="5078241" y="80049"/>
                  <a:pt x="5071313" y="59605"/>
                  <a:pt x="5039215" y="59605"/>
                </a:cubicBezTo>
                <a:cubicBezTo>
                  <a:pt x="5019122" y="59605"/>
                  <a:pt x="4993025" y="78461"/>
                  <a:pt x="4993025" y="112997"/>
                </a:cubicBezTo>
                <a:cubicBezTo>
                  <a:pt x="4993025" y="125740"/>
                  <a:pt x="4996260" y="138028"/>
                  <a:pt x="5003882" y="146674"/>
                </a:cubicBezTo>
                <a:cubicBezTo>
                  <a:pt x="5011733" y="155783"/>
                  <a:pt x="5022586" y="161246"/>
                  <a:pt x="5039215" y="161246"/>
                </a:cubicBezTo>
                <a:cubicBezTo>
                  <a:pt x="5056763" y="161246"/>
                  <a:pt x="5069234" y="153277"/>
                  <a:pt x="5078473" y="141441"/>
                </a:cubicBezTo>
                <a:cubicBezTo>
                  <a:pt x="5077779" y="139165"/>
                  <a:pt x="5076394" y="138028"/>
                  <a:pt x="5073621" y="137799"/>
                </a:cubicBezTo>
                <a:close/>
                <a:moveTo>
                  <a:pt x="5161148" y="68456"/>
                </a:moveTo>
                <a:cubicBezTo>
                  <a:pt x="5173618" y="69367"/>
                  <a:pt x="5175003" y="72095"/>
                  <a:pt x="5170154" y="83691"/>
                </a:cubicBezTo>
                <a:lnTo>
                  <a:pt x="5151447" y="128263"/>
                </a:lnTo>
                <a:cubicBezTo>
                  <a:pt x="5147754" y="137132"/>
                  <a:pt x="5146598" y="137132"/>
                  <a:pt x="5142901" y="127582"/>
                </a:cubicBezTo>
                <a:lnTo>
                  <a:pt x="5126276" y="83691"/>
                </a:lnTo>
                <a:cubicBezTo>
                  <a:pt x="5122118" y="72776"/>
                  <a:pt x="5121195" y="70048"/>
                  <a:pt x="5133433" y="68456"/>
                </a:cubicBezTo>
                <a:cubicBezTo>
                  <a:pt x="5134821" y="67091"/>
                  <a:pt x="5134821" y="62309"/>
                  <a:pt x="5133433" y="60940"/>
                </a:cubicBezTo>
                <a:cubicBezTo>
                  <a:pt x="5125815" y="61169"/>
                  <a:pt x="5117731" y="61398"/>
                  <a:pt x="5110109" y="61398"/>
                </a:cubicBezTo>
                <a:cubicBezTo>
                  <a:pt x="5102491" y="61398"/>
                  <a:pt x="5095560" y="61169"/>
                  <a:pt x="5088632" y="60940"/>
                </a:cubicBezTo>
                <a:cubicBezTo>
                  <a:pt x="5087247" y="62309"/>
                  <a:pt x="5087247" y="67091"/>
                  <a:pt x="5088632" y="68456"/>
                </a:cubicBezTo>
                <a:cubicBezTo>
                  <a:pt x="5100873" y="69822"/>
                  <a:pt x="5102491" y="73461"/>
                  <a:pt x="5107107" y="85057"/>
                </a:cubicBezTo>
                <a:lnTo>
                  <a:pt x="5136668" y="156916"/>
                </a:lnTo>
                <a:cubicBezTo>
                  <a:pt x="5138053" y="160328"/>
                  <a:pt x="5139438" y="161690"/>
                  <a:pt x="5142440" y="161690"/>
                </a:cubicBezTo>
                <a:cubicBezTo>
                  <a:pt x="5144751" y="161690"/>
                  <a:pt x="5146365" y="160328"/>
                  <a:pt x="5147983" y="156460"/>
                </a:cubicBezTo>
                <a:lnTo>
                  <a:pt x="5178696" y="85283"/>
                </a:lnTo>
                <a:cubicBezTo>
                  <a:pt x="5183087" y="75278"/>
                  <a:pt x="5185627" y="69593"/>
                  <a:pt x="5198559" y="68456"/>
                </a:cubicBezTo>
                <a:cubicBezTo>
                  <a:pt x="5199944" y="67091"/>
                  <a:pt x="5199944" y="62309"/>
                  <a:pt x="5198559" y="60940"/>
                </a:cubicBezTo>
                <a:cubicBezTo>
                  <a:pt x="5193940" y="61169"/>
                  <a:pt x="5188397" y="61398"/>
                  <a:pt x="5182392" y="61398"/>
                </a:cubicBezTo>
                <a:cubicBezTo>
                  <a:pt x="5174770" y="61398"/>
                  <a:pt x="5166920" y="61169"/>
                  <a:pt x="5161148" y="60940"/>
                </a:cubicBezTo>
                <a:cubicBezTo>
                  <a:pt x="5159763" y="62309"/>
                  <a:pt x="5159763" y="67091"/>
                  <a:pt x="5161148" y="68456"/>
                </a:cubicBezTo>
                <a:close/>
                <a:moveTo>
                  <a:pt x="5227655" y="94787"/>
                </a:moveTo>
                <a:cubicBezTo>
                  <a:pt x="5232042" y="69162"/>
                  <a:pt x="5248209" y="67122"/>
                  <a:pt x="5253752" y="67122"/>
                </a:cubicBezTo>
                <a:cubicBezTo>
                  <a:pt x="5262527" y="67122"/>
                  <a:pt x="5272918" y="71886"/>
                  <a:pt x="5272918" y="90934"/>
                </a:cubicBezTo>
                <a:cubicBezTo>
                  <a:pt x="5272918" y="92973"/>
                  <a:pt x="5271995" y="94110"/>
                  <a:pt x="5269454" y="94110"/>
                </a:cubicBezTo>
                <a:lnTo>
                  <a:pt x="5227655" y="94787"/>
                </a:lnTo>
                <a:moveTo>
                  <a:pt x="5288159" y="137799"/>
                </a:moveTo>
                <a:cubicBezTo>
                  <a:pt x="5279617" y="146449"/>
                  <a:pt x="5272918" y="150087"/>
                  <a:pt x="5259524" y="150087"/>
                </a:cubicBezTo>
                <a:cubicBezTo>
                  <a:pt x="5251212" y="150087"/>
                  <a:pt x="5241511" y="145309"/>
                  <a:pt x="5234354" y="133705"/>
                </a:cubicBezTo>
                <a:cubicBezTo>
                  <a:pt x="5229734" y="126196"/>
                  <a:pt x="5226961" y="115729"/>
                  <a:pt x="5226961" y="102530"/>
                </a:cubicBezTo>
                <a:lnTo>
                  <a:pt x="5288391" y="102985"/>
                </a:lnTo>
                <a:cubicBezTo>
                  <a:pt x="5291161" y="102985"/>
                  <a:pt x="5292778" y="101620"/>
                  <a:pt x="5292778" y="99114"/>
                </a:cubicBezTo>
                <a:cubicBezTo>
                  <a:pt x="5292778" y="80049"/>
                  <a:pt x="5285850" y="59605"/>
                  <a:pt x="5253752" y="59605"/>
                </a:cubicBezTo>
                <a:cubicBezTo>
                  <a:pt x="5233660" y="59605"/>
                  <a:pt x="5207563" y="78461"/>
                  <a:pt x="5207563" y="112997"/>
                </a:cubicBezTo>
                <a:cubicBezTo>
                  <a:pt x="5207563" y="125740"/>
                  <a:pt x="5210798" y="138028"/>
                  <a:pt x="5218419" y="146674"/>
                </a:cubicBezTo>
                <a:cubicBezTo>
                  <a:pt x="5226270" y="155783"/>
                  <a:pt x="5237124" y="161246"/>
                  <a:pt x="5253752" y="161246"/>
                </a:cubicBezTo>
                <a:cubicBezTo>
                  <a:pt x="5271301" y="161246"/>
                  <a:pt x="5283771" y="153277"/>
                  <a:pt x="5293011" y="141441"/>
                </a:cubicBezTo>
                <a:cubicBezTo>
                  <a:pt x="5292317" y="139165"/>
                  <a:pt x="5290932" y="138028"/>
                  <a:pt x="5288159" y="137799"/>
                </a:cubicBezTo>
                <a:close/>
                <a:moveTo>
                  <a:pt x="5342892" y="77391"/>
                </a:moveTo>
                <a:cubicBezTo>
                  <a:pt x="5342431" y="68276"/>
                  <a:pt x="5342198" y="62358"/>
                  <a:pt x="5341046" y="60078"/>
                </a:cubicBezTo>
                <a:cubicBezTo>
                  <a:pt x="5340581" y="58938"/>
                  <a:pt x="5340119" y="58257"/>
                  <a:pt x="5338273" y="58257"/>
                </a:cubicBezTo>
                <a:cubicBezTo>
                  <a:pt x="5331807" y="60763"/>
                  <a:pt x="5325802" y="62813"/>
                  <a:pt x="5309868" y="64860"/>
                </a:cubicBezTo>
                <a:cubicBezTo>
                  <a:pt x="5309406" y="66229"/>
                  <a:pt x="5309868" y="69871"/>
                  <a:pt x="5310329" y="71237"/>
                </a:cubicBezTo>
                <a:cubicBezTo>
                  <a:pt x="5322800" y="72376"/>
                  <a:pt x="5325340" y="73516"/>
                  <a:pt x="5325340" y="86739"/>
                </a:cubicBezTo>
                <a:lnTo>
                  <a:pt x="5325340" y="131203"/>
                </a:lnTo>
                <a:cubicBezTo>
                  <a:pt x="5325340" y="150129"/>
                  <a:pt x="5322571" y="151039"/>
                  <a:pt x="5308250" y="151953"/>
                </a:cubicBezTo>
                <a:cubicBezTo>
                  <a:pt x="5306865" y="153319"/>
                  <a:pt x="5306865" y="158101"/>
                  <a:pt x="5308250" y="159466"/>
                </a:cubicBezTo>
                <a:cubicBezTo>
                  <a:pt x="5316334" y="159241"/>
                  <a:pt x="5325340" y="159011"/>
                  <a:pt x="5334580" y="159011"/>
                </a:cubicBezTo>
                <a:cubicBezTo>
                  <a:pt x="5343816" y="159011"/>
                  <a:pt x="5354440" y="159241"/>
                  <a:pt x="5362520" y="159466"/>
                </a:cubicBezTo>
                <a:cubicBezTo>
                  <a:pt x="5363908" y="158101"/>
                  <a:pt x="5363908" y="153319"/>
                  <a:pt x="5362520" y="151953"/>
                </a:cubicBezTo>
                <a:cubicBezTo>
                  <a:pt x="5346356" y="150813"/>
                  <a:pt x="5343583" y="150129"/>
                  <a:pt x="5343583" y="131203"/>
                </a:cubicBezTo>
                <a:lnTo>
                  <a:pt x="5343583" y="99510"/>
                </a:lnTo>
                <a:cubicBezTo>
                  <a:pt x="5343583" y="93582"/>
                  <a:pt x="5346356" y="88338"/>
                  <a:pt x="5349126" y="84233"/>
                </a:cubicBezTo>
                <a:cubicBezTo>
                  <a:pt x="5351667" y="80585"/>
                  <a:pt x="5356980" y="73061"/>
                  <a:pt x="5359750" y="73061"/>
                </a:cubicBezTo>
                <a:cubicBezTo>
                  <a:pt x="5361829" y="73061"/>
                  <a:pt x="5363908" y="73516"/>
                  <a:pt x="5365755" y="76025"/>
                </a:cubicBezTo>
                <a:cubicBezTo>
                  <a:pt x="5367372" y="78305"/>
                  <a:pt x="5370142" y="81269"/>
                  <a:pt x="5374067" y="81269"/>
                </a:cubicBezTo>
                <a:cubicBezTo>
                  <a:pt x="5379610" y="81269"/>
                  <a:pt x="5384920" y="75567"/>
                  <a:pt x="5384920" y="69871"/>
                </a:cubicBezTo>
                <a:cubicBezTo>
                  <a:pt x="5384920" y="65544"/>
                  <a:pt x="5380766" y="58938"/>
                  <a:pt x="5371065" y="58938"/>
                </a:cubicBezTo>
                <a:cubicBezTo>
                  <a:pt x="5360212" y="58938"/>
                  <a:pt x="5350743" y="68960"/>
                  <a:pt x="5345433" y="77846"/>
                </a:cubicBezTo>
                <a:cubicBezTo>
                  <a:pt x="5344048" y="80355"/>
                  <a:pt x="5342892" y="78531"/>
                  <a:pt x="5342892" y="77391"/>
                </a:cubicBezTo>
                <a:close/>
                <a:moveTo>
                  <a:pt x="5398776" y="137399"/>
                </a:moveTo>
                <a:cubicBezTo>
                  <a:pt x="5391619" y="137399"/>
                  <a:pt x="5386538" y="142181"/>
                  <a:pt x="5386538" y="148558"/>
                </a:cubicBezTo>
                <a:cubicBezTo>
                  <a:pt x="5386538" y="155619"/>
                  <a:pt x="5392543" y="157896"/>
                  <a:pt x="5396697" y="158577"/>
                </a:cubicBezTo>
                <a:cubicBezTo>
                  <a:pt x="5401088" y="159032"/>
                  <a:pt x="5405013" y="160398"/>
                  <a:pt x="5405013" y="165624"/>
                </a:cubicBezTo>
                <a:cubicBezTo>
                  <a:pt x="5405013" y="170396"/>
                  <a:pt x="5396697" y="180849"/>
                  <a:pt x="5384692" y="183806"/>
                </a:cubicBezTo>
                <a:cubicBezTo>
                  <a:pt x="5384692" y="186082"/>
                  <a:pt x="5385153" y="187677"/>
                  <a:pt x="5386767" y="189269"/>
                </a:cubicBezTo>
                <a:cubicBezTo>
                  <a:pt x="5400626" y="186767"/>
                  <a:pt x="5414020" y="175852"/>
                  <a:pt x="5414020" y="159943"/>
                </a:cubicBezTo>
                <a:cubicBezTo>
                  <a:pt x="5414020" y="146282"/>
                  <a:pt x="5408016" y="137399"/>
                  <a:pt x="5398776" y="1373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localpinningofFwouldhavenoef">
            <a:extLst xmlns:a="http://schemas.openxmlformats.org/drawingml/2006/main">
              <a:ext uri="{FF2B5EF4-FFF2-40B4-BE49-F238E27FC236}">
                <a16:creationId xmlns:a16="http://schemas.microsoft.com/office/drawing/2014/main" id="{339FE7C0-19DF-47CD-B9B3-706FDADC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467" y="4183778"/>
            <a:ext cx="3257467" cy="213289"/>
          </a:xfrm>
          <a:custGeom xmlns:a="http://schemas.openxmlformats.org/drawingml/2006/main">
            <a:pathLst>
              <a:path w="3257467" h="213289">
                <a:moveTo>
                  <a:pt x="17406" y="131231"/>
                </a:moveTo>
                <a:cubicBezTo>
                  <a:pt x="17406" y="150132"/>
                  <a:pt x="14954" y="151269"/>
                  <a:pt x="1338" y="151953"/>
                </a:cubicBezTo>
                <a:cubicBezTo>
                  <a:pt x="0" y="153319"/>
                  <a:pt x="0" y="158101"/>
                  <a:pt x="1338" y="159466"/>
                </a:cubicBezTo>
                <a:cubicBezTo>
                  <a:pt x="9151" y="159241"/>
                  <a:pt x="17406" y="159011"/>
                  <a:pt x="26336" y="159011"/>
                </a:cubicBezTo>
                <a:cubicBezTo>
                  <a:pt x="35262" y="159011"/>
                  <a:pt x="43745" y="159241"/>
                  <a:pt x="51108" y="159466"/>
                </a:cubicBezTo>
                <a:cubicBezTo>
                  <a:pt x="52450" y="158101"/>
                  <a:pt x="52450" y="153319"/>
                  <a:pt x="51108" y="151953"/>
                </a:cubicBezTo>
                <a:cubicBezTo>
                  <a:pt x="37496" y="151269"/>
                  <a:pt x="35040" y="150132"/>
                  <a:pt x="35040" y="131231"/>
                </a:cubicBezTo>
                <a:lnTo>
                  <a:pt x="35040" y="26265"/>
                </a:lnTo>
                <a:cubicBezTo>
                  <a:pt x="35040" y="11468"/>
                  <a:pt x="35933" y="2307"/>
                  <a:pt x="35933" y="2307"/>
                </a:cubicBezTo>
                <a:cubicBezTo>
                  <a:pt x="35933" y="695"/>
                  <a:pt x="35040" y="0"/>
                  <a:pt x="33031" y="0"/>
                </a:cubicBezTo>
                <a:cubicBezTo>
                  <a:pt x="27453" y="2307"/>
                  <a:pt x="10711" y="5536"/>
                  <a:pt x="1785" y="6227"/>
                </a:cubicBezTo>
                <a:cubicBezTo>
                  <a:pt x="1338" y="8052"/>
                  <a:pt x="1785" y="11694"/>
                  <a:pt x="3123" y="13063"/>
                </a:cubicBezTo>
                <a:cubicBezTo>
                  <a:pt x="16068" y="13970"/>
                  <a:pt x="17406" y="14655"/>
                  <a:pt x="17406" y="31731"/>
                </a:cubicBezTo>
                <a:lnTo>
                  <a:pt x="17406" y="131231"/>
                </a:lnTo>
                <a:close/>
                <a:moveTo>
                  <a:pt x="64276" y="112257"/>
                </a:moveTo>
                <a:cubicBezTo>
                  <a:pt x="64276" y="135502"/>
                  <a:pt x="79455" y="161246"/>
                  <a:pt x="111147" y="161246"/>
                </a:cubicBezTo>
                <a:cubicBezTo>
                  <a:pt x="125431" y="161246"/>
                  <a:pt x="136369" y="156009"/>
                  <a:pt x="143957" y="148492"/>
                </a:cubicBezTo>
                <a:cubicBezTo>
                  <a:pt x="154000" y="138463"/>
                  <a:pt x="158465" y="124107"/>
                  <a:pt x="158465" y="110207"/>
                </a:cubicBezTo>
                <a:cubicBezTo>
                  <a:pt x="158465" y="86506"/>
                  <a:pt x="145742" y="58938"/>
                  <a:pt x="111594" y="58938"/>
                </a:cubicBezTo>
                <a:cubicBezTo>
                  <a:pt x="96864" y="58938"/>
                  <a:pt x="84812" y="65089"/>
                  <a:pt x="76553" y="74885"/>
                </a:cubicBezTo>
                <a:cubicBezTo>
                  <a:pt x="68519" y="84685"/>
                  <a:pt x="64276" y="97901"/>
                  <a:pt x="64276" y="112257"/>
                </a:cubicBezTo>
                <a:moveTo>
                  <a:pt x="108246" y="66910"/>
                </a:moveTo>
                <a:cubicBezTo>
                  <a:pt x="127440" y="66910"/>
                  <a:pt x="139271" y="84685"/>
                  <a:pt x="139271" y="117501"/>
                </a:cubicBezTo>
                <a:cubicBezTo>
                  <a:pt x="139271" y="146212"/>
                  <a:pt x="124763" y="153277"/>
                  <a:pt x="114274" y="153277"/>
                </a:cubicBezTo>
                <a:cubicBezTo>
                  <a:pt x="91061" y="153277"/>
                  <a:pt x="83473" y="124562"/>
                  <a:pt x="83473" y="107016"/>
                </a:cubicBezTo>
                <a:cubicBezTo>
                  <a:pt x="83473" y="87191"/>
                  <a:pt x="88159" y="66910"/>
                  <a:pt x="108246" y="66910"/>
                </a:cubicBezTo>
                <a:close/>
                <a:moveTo>
                  <a:pt x="258007" y="138237"/>
                </a:moveTo>
                <a:cubicBezTo>
                  <a:pt x="257115" y="136187"/>
                  <a:pt x="255327" y="135276"/>
                  <a:pt x="253321" y="135047"/>
                </a:cubicBezTo>
                <a:cubicBezTo>
                  <a:pt x="245730" y="145076"/>
                  <a:pt x="236133" y="150087"/>
                  <a:pt x="226536" y="150087"/>
                </a:cubicBezTo>
                <a:cubicBezTo>
                  <a:pt x="210244" y="150087"/>
                  <a:pt x="196628" y="133226"/>
                  <a:pt x="196628" y="106561"/>
                </a:cubicBezTo>
                <a:cubicBezTo>
                  <a:pt x="196628" y="81495"/>
                  <a:pt x="207342" y="66455"/>
                  <a:pt x="222075" y="66455"/>
                </a:cubicBezTo>
                <a:cubicBezTo>
                  <a:pt x="235241" y="66455"/>
                  <a:pt x="237025" y="74430"/>
                  <a:pt x="237921" y="82406"/>
                </a:cubicBezTo>
                <a:cubicBezTo>
                  <a:pt x="238589" y="88560"/>
                  <a:pt x="241715" y="90610"/>
                  <a:pt x="246401" y="90610"/>
                </a:cubicBezTo>
                <a:cubicBezTo>
                  <a:pt x="251087" y="90610"/>
                  <a:pt x="257336" y="87650"/>
                  <a:pt x="257336" y="80585"/>
                </a:cubicBezTo>
                <a:cubicBezTo>
                  <a:pt x="257336" y="68050"/>
                  <a:pt x="244617" y="58938"/>
                  <a:pt x="223188" y="58938"/>
                </a:cubicBezTo>
                <a:cubicBezTo>
                  <a:pt x="201093" y="58938"/>
                  <a:pt x="177434" y="79215"/>
                  <a:pt x="177434" y="111576"/>
                </a:cubicBezTo>
                <a:cubicBezTo>
                  <a:pt x="177434" y="140972"/>
                  <a:pt x="193505" y="161246"/>
                  <a:pt x="221625" y="161246"/>
                </a:cubicBezTo>
                <a:cubicBezTo>
                  <a:pt x="235019" y="161246"/>
                  <a:pt x="246847" y="156919"/>
                  <a:pt x="258007" y="138237"/>
                </a:cubicBezTo>
                <a:close/>
                <a:moveTo>
                  <a:pt x="330099" y="105880"/>
                </a:moveTo>
                <a:lnTo>
                  <a:pt x="330099" y="135957"/>
                </a:lnTo>
                <a:cubicBezTo>
                  <a:pt x="330099" y="138921"/>
                  <a:pt x="328757" y="140517"/>
                  <a:pt x="326972" y="141882"/>
                </a:cubicBezTo>
                <a:cubicBezTo>
                  <a:pt x="321169" y="146668"/>
                  <a:pt x="313581" y="151911"/>
                  <a:pt x="307332" y="151911"/>
                </a:cubicBezTo>
                <a:cubicBezTo>
                  <a:pt x="296172" y="151911"/>
                  <a:pt x="291261" y="142796"/>
                  <a:pt x="291261" y="135731"/>
                </a:cubicBezTo>
                <a:cubicBezTo>
                  <a:pt x="291261" y="125476"/>
                  <a:pt x="295951" y="114992"/>
                  <a:pt x="312464" y="110665"/>
                </a:cubicBezTo>
                <a:lnTo>
                  <a:pt x="330099" y="105880"/>
                </a:lnTo>
                <a:moveTo>
                  <a:pt x="330099" y="148037"/>
                </a:moveTo>
                <a:cubicBezTo>
                  <a:pt x="331437" y="155098"/>
                  <a:pt x="333893" y="161246"/>
                  <a:pt x="345053" y="161246"/>
                </a:cubicBezTo>
                <a:cubicBezTo>
                  <a:pt x="353533" y="161246"/>
                  <a:pt x="361567" y="157374"/>
                  <a:pt x="366253" y="152822"/>
                </a:cubicBezTo>
                <a:cubicBezTo>
                  <a:pt x="365807" y="150087"/>
                  <a:pt x="364914" y="148037"/>
                  <a:pt x="362459" y="146671"/>
                </a:cubicBezTo>
                <a:cubicBezTo>
                  <a:pt x="360899" y="148037"/>
                  <a:pt x="357102" y="150316"/>
                  <a:pt x="354200" y="150316"/>
                </a:cubicBezTo>
                <a:cubicBezTo>
                  <a:pt x="347730" y="150316"/>
                  <a:pt x="347505" y="141427"/>
                  <a:pt x="347505" y="130946"/>
                </a:cubicBezTo>
                <a:lnTo>
                  <a:pt x="347505" y="97446"/>
                </a:lnTo>
                <a:cubicBezTo>
                  <a:pt x="347505" y="65089"/>
                  <a:pt x="330099" y="58938"/>
                  <a:pt x="313803" y="58938"/>
                </a:cubicBezTo>
                <a:cubicBezTo>
                  <a:pt x="295501" y="58938"/>
                  <a:pt x="276978" y="71240"/>
                  <a:pt x="276978" y="84230"/>
                </a:cubicBezTo>
                <a:cubicBezTo>
                  <a:pt x="276978" y="89700"/>
                  <a:pt x="279655" y="92435"/>
                  <a:pt x="284790" y="92435"/>
                </a:cubicBezTo>
                <a:cubicBezTo>
                  <a:pt x="291261" y="92435"/>
                  <a:pt x="295280" y="87650"/>
                  <a:pt x="295280" y="84685"/>
                </a:cubicBezTo>
                <a:cubicBezTo>
                  <a:pt x="295280" y="83090"/>
                  <a:pt x="295055" y="81495"/>
                  <a:pt x="294609" y="80585"/>
                </a:cubicBezTo>
                <a:cubicBezTo>
                  <a:pt x="294387" y="79900"/>
                  <a:pt x="294163" y="78534"/>
                  <a:pt x="294163" y="76025"/>
                </a:cubicBezTo>
                <a:cubicBezTo>
                  <a:pt x="294163" y="68960"/>
                  <a:pt x="303538" y="66455"/>
                  <a:pt x="312018" y="66455"/>
                </a:cubicBezTo>
                <a:cubicBezTo>
                  <a:pt x="319606" y="66455"/>
                  <a:pt x="330099" y="70330"/>
                  <a:pt x="330099" y="96080"/>
                </a:cubicBezTo>
                <a:cubicBezTo>
                  <a:pt x="330099" y="97675"/>
                  <a:pt x="329428" y="98586"/>
                  <a:pt x="328757" y="98815"/>
                </a:cubicBezTo>
                <a:lnTo>
                  <a:pt x="309563" y="103600"/>
                </a:lnTo>
                <a:cubicBezTo>
                  <a:pt x="288138" y="109070"/>
                  <a:pt x="272738" y="121146"/>
                  <a:pt x="272738" y="136642"/>
                </a:cubicBezTo>
                <a:cubicBezTo>
                  <a:pt x="272738" y="155328"/>
                  <a:pt x="285236" y="161246"/>
                  <a:pt x="300858" y="161246"/>
                </a:cubicBezTo>
                <a:cubicBezTo>
                  <a:pt x="308671" y="161246"/>
                  <a:pt x="315366" y="159425"/>
                  <a:pt x="325188" y="151682"/>
                </a:cubicBezTo>
                <a:lnTo>
                  <a:pt x="329653" y="148037"/>
                </a:lnTo>
                <a:lnTo>
                  <a:pt x="330099" y="148037"/>
                </a:lnTo>
                <a:close/>
                <a:moveTo>
                  <a:pt x="387902" y="131231"/>
                </a:moveTo>
                <a:cubicBezTo>
                  <a:pt x="387902" y="150132"/>
                  <a:pt x="385450" y="151269"/>
                  <a:pt x="371834" y="151953"/>
                </a:cubicBezTo>
                <a:cubicBezTo>
                  <a:pt x="370496" y="153319"/>
                  <a:pt x="370496" y="158101"/>
                  <a:pt x="371834" y="159466"/>
                </a:cubicBezTo>
                <a:cubicBezTo>
                  <a:pt x="379647" y="159241"/>
                  <a:pt x="387902" y="159011"/>
                  <a:pt x="396832" y="159011"/>
                </a:cubicBezTo>
                <a:cubicBezTo>
                  <a:pt x="405758" y="159011"/>
                  <a:pt x="414241" y="159241"/>
                  <a:pt x="421604" y="159466"/>
                </a:cubicBezTo>
                <a:cubicBezTo>
                  <a:pt x="422946" y="158101"/>
                  <a:pt x="422946" y="153319"/>
                  <a:pt x="421604" y="151953"/>
                </a:cubicBezTo>
                <a:cubicBezTo>
                  <a:pt x="407992" y="151269"/>
                  <a:pt x="405536" y="150132"/>
                  <a:pt x="405536" y="131231"/>
                </a:cubicBezTo>
                <a:lnTo>
                  <a:pt x="405536" y="26265"/>
                </a:lnTo>
                <a:cubicBezTo>
                  <a:pt x="405536" y="11468"/>
                  <a:pt x="406429" y="2307"/>
                  <a:pt x="406429" y="2307"/>
                </a:cubicBezTo>
                <a:cubicBezTo>
                  <a:pt x="406429" y="695"/>
                  <a:pt x="405536" y="0"/>
                  <a:pt x="403527" y="0"/>
                </a:cubicBezTo>
                <a:cubicBezTo>
                  <a:pt x="397949" y="2307"/>
                  <a:pt x="381207" y="5536"/>
                  <a:pt x="372281" y="6227"/>
                </a:cubicBezTo>
                <a:cubicBezTo>
                  <a:pt x="371834" y="8052"/>
                  <a:pt x="372281" y="11694"/>
                  <a:pt x="373619" y="13063"/>
                </a:cubicBezTo>
                <a:cubicBezTo>
                  <a:pt x="386564" y="13970"/>
                  <a:pt x="387902" y="14655"/>
                  <a:pt x="387902" y="31731"/>
                </a:cubicBezTo>
                <a:lnTo>
                  <a:pt x="387902" y="131231"/>
                </a:lnTo>
                <a:close/>
                <a:moveTo>
                  <a:pt x="515121" y="83545"/>
                </a:moveTo>
                <a:cubicBezTo>
                  <a:pt x="520924" y="76251"/>
                  <a:pt x="531192" y="69416"/>
                  <a:pt x="537663" y="69416"/>
                </a:cubicBezTo>
                <a:cubicBezTo>
                  <a:pt x="551950" y="69416"/>
                  <a:pt x="564223" y="85822"/>
                  <a:pt x="564223" y="111572"/>
                </a:cubicBezTo>
                <a:cubicBezTo>
                  <a:pt x="564223" y="130261"/>
                  <a:pt x="557753" y="153503"/>
                  <a:pt x="532755" y="153503"/>
                </a:cubicBezTo>
                <a:cubicBezTo>
                  <a:pt x="528737" y="153503"/>
                  <a:pt x="520924" y="152363"/>
                  <a:pt x="516909" y="148718"/>
                </a:cubicBezTo>
                <a:cubicBezTo>
                  <a:pt x="512444" y="144617"/>
                  <a:pt x="511552" y="143248"/>
                  <a:pt x="511552" y="135047"/>
                </a:cubicBezTo>
                <a:lnTo>
                  <a:pt x="511552" y="93571"/>
                </a:lnTo>
                <a:cubicBezTo>
                  <a:pt x="511552" y="88786"/>
                  <a:pt x="512444" y="86736"/>
                  <a:pt x="515121" y="83545"/>
                </a:cubicBezTo>
                <a:moveTo>
                  <a:pt x="510881" y="75111"/>
                </a:moveTo>
                <a:cubicBezTo>
                  <a:pt x="510660" y="68276"/>
                  <a:pt x="510214" y="62358"/>
                  <a:pt x="509097" y="60078"/>
                </a:cubicBezTo>
                <a:cubicBezTo>
                  <a:pt x="508651" y="58938"/>
                  <a:pt x="508204" y="58257"/>
                  <a:pt x="506416" y="58257"/>
                </a:cubicBezTo>
                <a:cubicBezTo>
                  <a:pt x="500167" y="60763"/>
                  <a:pt x="494364" y="62813"/>
                  <a:pt x="478964" y="64860"/>
                </a:cubicBezTo>
                <a:cubicBezTo>
                  <a:pt x="478518" y="66229"/>
                  <a:pt x="478964" y="69871"/>
                  <a:pt x="479413" y="71240"/>
                </a:cubicBezTo>
                <a:cubicBezTo>
                  <a:pt x="491462" y="72380"/>
                  <a:pt x="493918" y="73516"/>
                  <a:pt x="493918" y="86736"/>
                </a:cubicBezTo>
                <a:lnTo>
                  <a:pt x="493918" y="184095"/>
                </a:lnTo>
                <a:cubicBezTo>
                  <a:pt x="493918" y="203058"/>
                  <a:pt x="491462" y="204202"/>
                  <a:pt x="477850" y="204886"/>
                </a:cubicBezTo>
                <a:cubicBezTo>
                  <a:pt x="476512" y="206252"/>
                  <a:pt x="476512" y="211034"/>
                  <a:pt x="477850" y="212399"/>
                </a:cubicBezTo>
                <a:cubicBezTo>
                  <a:pt x="485663" y="212174"/>
                  <a:pt x="493918" y="211944"/>
                  <a:pt x="502847" y="211944"/>
                </a:cubicBezTo>
                <a:cubicBezTo>
                  <a:pt x="511773" y="211944"/>
                  <a:pt x="522488" y="212174"/>
                  <a:pt x="529854" y="212399"/>
                </a:cubicBezTo>
                <a:cubicBezTo>
                  <a:pt x="531192" y="211034"/>
                  <a:pt x="531192" y="206252"/>
                  <a:pt x="529854" y="204886"/>
                </a:cubicBezTo>
                <a:cubicBezTo>
                  <a:pt x="514008" y="203972"/>
                  <a:pt x="511552" y="203058"/>
                  <a:pt x="511552" y="184095"/>
                </a:cubicBezTo>
                <a:lnTo>
                  <a:pt x="511552" y="159425"/>
                </a:lnTo>
                <a:cubicBezTo>
                  <a:pt x="511552" y="156464"/>
                  <a:pt x="512444" y="156693"/>
                  <a:pt x="514675" y="157830"/>
                </a:cubicBezTo>
                <a:cubicBezTo>
                  <a:pt x="520257" y="159880"/>
                  <a:pt x="526952" y="161246"/>
                  <a:pt x="534094" y="161246"/>
                </a:cubicBezTo>
                <a:cubicBezTo>
                  <a:pt x="546593" y="161246"/>
                  <a:pt x="557753" y="157374"/>
                  <a:pt x="566904" y="148492"/>
                </a:cubicBezTo>
                <a:cubicBezTo>
                  <a:pt x="577393" y="138008"/>
                  <a:pt x="583417" y="123878"/>
                  <a:pt x="583417" y="105421"/>
                </a:cubicBezTo>
                <a:cubicBezTo>
                  <a:pt x="583417" y="81266"/>
                  <a:pt x="566679" y="58938"/>
                  <a:pt x="543912" y="58938"/>
                </a:cubicBezTo>
                <a:cubicBezTo>
                  <a:pt x="533648" y="58938"/>
                  <a:pt x="522263" y="66000"/>
                  <a:pt x="513337" y="76025"/>
                </a:cubicBezTo>
                <a:cubicBezTo>
                  <a:pt x="511998" y="77391"/>
                  <a:pt x="511106" y="77391"/>
                  <a:pt x="510881" y="75111"/>
                </a:cubicBezTo>
                <a:close/>
                <a:moveTo>
                  <a:pt x="611988" y="22498"/>
                </a:moveTo>
                <a:cubicBezTo>
                  <a:pt x="611988" y="28420"/>
                  <a:pt x="617345" y="34341"/>
                  <a:pt x="622698" y="34341"/>
                </a:cubicBezTo>
                <a:cubicBezTo>
                  <a:pt x="628947" y="34341"/>
                  <a:pt x="634305" y="28194"/>
                  <a:pt x="634305" y="23408"/>
                </a:cubicBezTo>
                <a:cubicBezTo>
                  <a:pt x="634305" y="17946"/>
                  <a:pt x="629618" y="11565"/>
                  <a:pt x="623594" y="11565"/>
                </a:cubicBezTo>
                <a:cubicBezTo>
                  <a:pt x="618237" y="11565"/>
                  <a:pt x="611988" y="17032"/>
                  <a:pt x="611988" y="22498"/>
                </a:cubicBezTo>
                <a:moveTo>
                  <a:pt x="632299" y="131224"/>
                </a:moveTo>
                <a:lnTo>
                  <a:pt x="632299" y="85898"/>
                </a:lnTo>
                <a:cubicBezTo>
                  <a:pt x="632299" y="74510"/>
                  <a:pt x="633191" y="59883"/>
                  <a:pt x="633191" y="59883"/>
                </a:cubicBezTo>
                <a:cubicBezTo>
                  <a:pt x="633191" y="58962"/>
                  <a:pt x="632074" y="58271"/>
                  <a:pt x="630289" y="58271"/>
                </a:cubicBezTo>
                <a:cubicBezTo>
                  <a:pt x="624040" y="60804"/>
                  <a:pt x="615110" y="62875"/>
                  <a:pt x="599710" y="64943"/>
                </a:cubicBezTo>
                <a:cubicBezTo>
                  <a:pt x="599264" y="66312"/>
                  <a:pt x="599710" y="69954"/>
                  <a:pt x="600156" y="71323"/>
                </a:cubicBezTo>
                <a:cubicBezTo>
                  <a:pt x="612434" y="72460"/>
                  <a:pt x="614664" y="73829"/>
                  <a:pt x="614664" y="86812"/>
                </a:cubicBezTo>
                <a:lnTo>
                  <a:pt x="614664" y="131224"/>
                </a:lnTo>
                <a:cubicBezTo>
                  <a:pt x="614664" y="150129"/>
                  <a:pt x="612209" y="150813"/>
                  <a:pt x="598597" y="151953"/>
                </a:cubicBezTo>
                <a:cubicBezTo>
                  <a:pt x="597255" y="153319"/>
                  <a:pt x="597255" y="158101"/>
                  <a:pt x="598597" y="159466"/>
                </a:cubicBezTo>
                <a:cubicBezTo>
                  <a:pt x="605960" y="159241"/>
                  <a:pt x="614664" y="159011"/>
                  <a:pt x="623594" y="159011"/>
                </a:cubicBezTo>
                <a:cubicBezTo>
                  <a:pt x="632520" y="159011"/>
                  <a:pt x="641000" y="159241"/>
                  <a:pt x="648366" y="159466"/>
                </a:cubicBezTo>
                <a:cubicBezTo>
                  <a:pt x="649705" y="158101"/>
                  <a:pt x="649705" y="153319"/>
                  <a:pt x="648366" y="151953"/>
                </a:cubicBezTo>
                <a:cubicBezTo>
                  <a:pt x="634751" y="151043"/>
                  <a:pt x="632299" y="150129"/>
                  <a:pt x="632299" y="131224"/>
                </a:cubicBezTo>
                <a:close/>
                <a:moveTo>
                  <a:pt x="693451" y="77394"/>
                </a:moveTo>
                <a:cubicBezTo>
                  <a:pt x="692112" y="78990"/>
                  <a:pt x="690774" y="79448"/>
                  <a:pt x="690774" y="77394"/>
                </a:cubicBezTo>
                <a:cubicBezTo>
                  <a:pt x="690549" y="71240"/>
                  <a:pt x="690103" y="62358"/>
                  <a:pt x="688986" y="60078"/>
                </a:cubicBezTo>
                <a:cubicBezTo>
                  <a:pt x="688540" y="58938"/>
                  <a:pt x="688094" y="58257"/>
                  <a:pt x="686309" y="58257"/>
                </a:cubicBezTo>
                <a:cubicBezTo>
                  <a:pt x="680060" y="60763"/>
                  <a:pt x="674257" y="62813"/>
                  <a:pt x="658857" y="64860"/>
                </a:cubicBezTo>
                <a:cubicBezTo>
                  <a:pt x="658410" y="66229"/>
                  <a:pt x="658857" y="69871"/>
                  <a:pt x="659303" y="71240"/>
                </a:cubicBezTo>
                <a:cubicBezTo>
                  <a:pt x="671355" y="72380"/>
                  <a:pt x="673811" y="73520"/>
                  <a:pt x="673811" y="86743"/>
                </a:cubicBezTo>
                <a:lnTo>
                  <a:pt x="673811" y="131203"/>
                </a:lnTo>
                <a:cubicBezTo>
                  <a:pt x="673811" y="149899"/>
                  <a:pt x="671580" y="150813"/>
                  <a:pt x="658186" y="151953"/>
                </a:cubicBezTo>
                <a:cubicBezTo>
                  <a:pt x="656847" y="153319"/>
                  <a:pt x="656847" y="158101"/>
                  <a:pt x="658186" y="159466"/>
                </a:cubicBezTo>
                <a:cubicBezTo>
                  <a:pt x="664884" y="159241"/>
                  <a:pt x="673811" y="159011"/>
                  <a:pt x="682737" y="159011"/>
                </a:cubicBezTo>
                <a:cubicBezTo>
                  <a:pt x="691666" y="159011"/>
                  <a:pt x="698362" y="159241"/>
                  <a:pt x="705057" y="159466"/>
                </a:cubicBezTo>
                <a:cubicBezTo>
                  <a:pt x="706396" y="158101"/>
                  <a:pt x="706396" y="153319"/>
                  <a:pt x="705057" y="151953"/>
                </a:cubicBezTo>
                <a:cubicBezTo>
                  <a:pt x="693676" y="150813"/>
                  <a:pt x="691442" y="149899"/>
                  <a:pt x="691442" y="131203"/>
                </a:cubicBezTo>
                <a:lnTo>
                  <a:pt x="691442" y="93811"/>
                </a:lnTo>
                <a:cubicBezTo>
                  <a:pt x="691442" y="89022"/>
                  <a:pt x="693451" y="86287"/>
                  <a:pt x="695235" y="84237"/>
                </a:cubicBezTo>
                <a:cubicBezTo>
                  <a:pt x="703719" y="75799"/>
                  <a:pt x="713762" y="70781"/>
                  <a:pt x="722467" y="70781"/>
                </a:cubicBezTo>
                <a:cubicBezTo>
                  <a:pt x="726931" y="70781"/>
                  <a:pt x="731618" y="73746"/>
                  <a:pt x="734294" y="78990"/>
                </a:cubicBezTo>
                <a:cubicBezTo>
                  <a:pt x="736529" y="83552"/>
                  <a:pt x="736975" y="89707"/>
                  <a:pt x="736975" y="96546"/>
                </a:cubicBezTo>
                <a:lnTo>
                  <a:pt x="736975" y="131203"/>
                </a:lnTo>
                <a:cubicBezTo>
                  <a:pt x="736975" y="149899"/>
                  <a:pt x="734741" y="150813"/>
                  <a:pt x="723134" y="151953"/>
                </a:cubicBezTo>
                <a:cubicBezTo>
                  <a:pt x="722021" y="153319"/>
                  <a:pt x="722021" y="158101"/>
                  <a:pt x="723134" y="159466"/>
                </a:cubicBezTo>
                <a:cubicBezTo>
                  <a:pt x="729833" y="159241"/>
                  <a:pt x="736975" y="159011"/>
                  <a:pt x="745901" y="159011"/>
                </a:cubicBezTo>
                <a:cubicBezTo>
                  <a:pt x="754830" y="159011"/>
                  <a:pt x="762864" y="159241"/>
                  <a:pt x="769560" y="159466"/>
                </a:cubicBezTo>
                <a:cubicBezTo>
                  <a:pt x="770677" y="158101"/>
                  <a:pt x="770677" y="153319"/>
                  <a:pt x="769560" y="151953"/>
                </a:cubicBezTo>
                <a:cubicBezTo>
                  <a:pt x="757061" y="150813"/>
                  <a:pt x="754606" y="149899"/>
                  <a:pt x="754606" y="131203"/>
                </a:cubicBezTo>
                <a:lnTo>
                  <a:pt x="754606" y="97230"/>
                </a:lnTo>
                <a:cubicBezTo>
                  <a:pt x="754606" y="84692"/>
                  <a:pt x="753713" y="73746"/>
                  <a:pt x="748581" y="66684"/>
                </a:cubicBezTo>
                <a:cubicBezTo>
                  <a:pt x="744784" y="61673"/>
                  <a:pt x="737867" y="58938"/>
                  <a:pt x="730054" y="58938"/>
                </a:cubicBezTo>
                <a:cubicBezTo>
                  <a:pt x="719119" y="58938"/>
                  <a:pt x="706620" y="61899"/>
                  <a:pt x="693451" y="77394"/>
                </a:cubicBezTo>
                <a:close/>
                <a:moveTo>
                  <a:pt x="814420" y="77394"/>
                </a:moveTo>
                <a:cubicBezTo>
                  <a:pt x="813082" y="78990"/>
                  <a:pt x="811743" y="79448"/>
                  <a:pt x="811743" y="77394"/>
                </a:cubicBezTo>
                <a:cubicBezTo>
                  <a:pt x="811519" y="71240"/>
                  <a:pt x="811073" y="62358"/>
                  <a:pt x="809955" y="60078"/>
                </a:cubicBezTo>
                <a:cubicBezTo>
                  <a:pt x="809509" y="58938"/>
                  <a:pt x="809063" y="58257"/>
                  <a:pt x="807279" y="58257"/>
                </a:cubicBezTo>
                <a:cubicBezTo>
                  <a:pt x="801029" y="60763"/>
                  <a:pt x="795226" y="62813"/>
                  <a:pt x="779826" y="64860"/>
                </a:cubicBezTo>
                <a:cubicBezTo>
                  <a:pt x="779380" y="66229"/>
                  <a:pt x="779826" y="69871"/>
                  <a:pt x="780272" y="71240"/>
                </a:cubicBezTo>
                <a:cubicBezTo>
                  <a:pt x="792325" y="72380"/>
                  <a:pt x="794780" y="73520"/>
                  <a:pt x="794780" y="86743"/>
                </a:cubicBezTo>
                <a:lnTo>
                  <a:pt x="794780" y="131203"/>
                </a:lnTo>
                <a:cubicBezTo>
                  <a:pt x="794780" y="149899"/>
                  <a:pt x="792549" y="150813"/>
                  <a:pt x="779155" y="151953"/>
                </a:cubicBezTo>
                <a:cubicBezTo>
                  <a:pt x="777817" y="153319"/>
                  <a:pt x="777817" y="158101"/>
                  <a:pt x="779155" y="159466"/>
                </a:cubicBezTo>
                <a:cubicBezTo>
                  <a:pt x="785854" y="159241"/>
                  <a:pt x="794780" y="159011"/>
                  <a:pt x="803706" y="159011"/>
                </a:cubicBezTo>
                <a:cubicBezTo>
                  <a:pt x="812636" y="159011"/>
                  <a:pt x="819331" y="159241"/>
                  <a:pt x="826027" y="159466"/>
                </a:cubicBezTo>
                <a:cubicBezTo>
                  <a:pt x="827365" y="158101"/>
                  <a:pt x="827365" y="153319"/>
                  <a:pt x="826027" y="151953"/>
                </a:cubicBezTo>
                <a:cubicBezTo>
                  <a:pt x="814645" y="150813"/>
                  <a:pt x="812411" y="149899"/>
                  <a:pt x="812411" y="131203"/>
                </a:cubicBezTo>
                <a:lnTo>
                  <a:pt x="812411" y="93811"/>
                </a:lnTo>
                <a:cubicBezTo>
                  <a:pt x="812411" y="89022"/>
                  <a:pt x="814420" y="86287"/>
                  <a:pt x="816205" y="84237"/>
                </a:cubicBezTo>
                <a:cubicBezTo>
                  <a:pt x="824688" y="75799"/>
                  <a:pt x="834731" y="70781"/>
                  <a:pt x="843436" y="70781"/>
                </a:cubicBezTo>
                <a:cubicBezTo>
                  <a:pt x="847901" y="70781"/>
                  <a:pt x="852587" y="73746"/>
                  <a:pt x="855264" y="78990"/>
                </a:cubicBezTo>
                <a:cubicBezTo>
                  <a:pt x="857498" y="83552"/>
                  <a:pt x="857944" y="89707"/>
                  <a:pt x="857944" y="96546"/>
                </a:cubicBezTo>
                <a:lnTo>
                  <a:pt x="857944" y="131203"/>
                </a:lnTo>
                <a:cubicBezTo>
                  <a:pt x="857944" y="149899"/>
                  <a:pt x="855710" y="150813"/>
                  <a:pt x="844104" y="151953"/>
                </a:cubicBezTo>
                <a:cubicBezTo>
                  <a:pt x="842990" y="153319"/>
                  <a:pt x="842990" y="158101"/>
                  <a:pt x="844104" y="159466"/>
                </a:cubicBezTo>
                <a:cubicBezTo>
                  <a:pt x="850802" y="159241"/>
                  <a:pt x="857944" y="159011"/>
                  <a:pt x="866870" y="159011"/>
                </a:cubicBezTo>
                <a:cubicBezTo>
                  <a:pt x="875800" y="159011"/>
                  <a:pt x="883834" y="159241"/>
                  <a:pt x="890529" y="159466"/>
                </a:cubicBezTo>
                <a:cubicBezTo>
                  <a:pt x="891646" y="158101"/>
                  <a:pt x="891646" y="153319"/>
                  <a:pt x="890529" y="151953"/>
                </a:cubicBezTo>
                <a:cubicBezTo>
                  <a:pt x="878030" y="150813"/>
                  <a:pt x="875575" y="149899"/>
                  <a:pt x="875575" y="131203"/>
                </a:cubicBezTo>
                <a:lnTo>
                  <a:pt x="875575" y="97230"/>
                </a:lnTo>
                <a:cubicBezTo>
                  <a:pt x="875575" y="84692"/>
                  <a:pt x="874683" y="73746"/>
                  <a:pt x="869550" y="66684"/>
                </a:cubicBezTo>
                <a:cubicBezTo>
                  <a:pt x="865753" y="61673"/>
                  <a:pt x="858836" y="58938"/>
                  <a:pt x="851024" y="58938"/>
                </a:cubicBezTo>
                <a:cubicBezTo>
                  <a:pt x="840088" y="58938"/>
                  <a:pt x="827590" y="61899"/>
                  <a:pt x="814420" y="77394"/>
                </a:cubicBezTo>
                <a:close/>
                <a:moveTo>
                  <a:pt x="914411" y="22498"/>
                </a:moveTo>
                <a:cubicBezTo>
                  <a:pt x="914411" y="28420"/>
                  <a:pt x="919768" y="34341"/>
                  <a:pt x="925122" y="34341"/>
                </a:cubicBezTo>
                <a:cubicBezTo>
                  <a:pt x="931371" y="34341"/>
                  <a:pt x="936728" y="28194"/>
                  <a:pt x="936728" y="23408"/>
                </a:cubicBezTo>
                <a:cubicBezTo>
                  <a:pt x="936728" y="17946"/>
                  <a:pt x="932042" y="11565"/>
                  <a:pt x="926017" y="11565"/>
                </a:cubicBezTo>
                <a:cubicBezTo>
                  <a:pt x="920660" y="11565"/>
                  <a:pt x="914411" y="17032"/>
                  <a:pt x="914411" y="22498"/>
                </a:cubicBezTo>
                <a:moveTo>
                  <a:pt x="934722" y="131224"/>
                </a:moveTo>
                <a:lnTo>
                  <a:pt x="934722" y="85898"/>
                </a:lnTo>
                <a:cubicBezTo>
                  <a:pt x="934722" y="74510"/>
                  <a:pt x="935614" y="59883"/>
                  <a:pt x="935614" y="59883"/>
                </a:cubicBezTo>
                <a:cubicBezTo>
                  <a:pt x="935614" y="58962"/>
                  <a:pt x="934497" y="58271"/>
                  <a:pt x="932713" y="58271"/>
                </a:cubicBezTo>
                <a:cubicBezTo>
                  <a:pt x="926464" y="60804"/>
                  <a:pt x="917534" y="62875"/>
                  <a:pt x="902134" y="64943"/>
                </a:cubicBezTo>
                <a:cubicBezTo>
                  <a:pt x="901688" y="66312"/>
                  <a:pt x="902134" y="69954"/>
                  <a:pt x="902580" y="71323"/>
                </a:cubicBezTo>
                <a:cubicBezTo>
                  <a:pt x="914857" y="72460"/>
                  <a:pt x="917088" y="73829"/>
                  <a:pt x="917088" y="86812"/>
                </a:cubicBezTo>
                <a:lnTo>
                  <a:pt x="917088" y="131224"/>
                </a:lnTo>
                <a:cubicBezTo>
                  <a:pt x="917088" y="150129"/>
                  <a:pt x="914632" y="150813"/>
                  <a:pt x="901020" y="151953"/>
                </a:cubicBezTo>
                <a:cubicBezTo>
                  <a:pt x="899678" y="153319"/>
                  <a:pt x="899678" y="158101"/>
                  <a:pt x="901020" y="159466"/>
                </a:cubicBezTo>
                <a:cubicBezTo>
                  <a:pt x="908383" y="159241"/>
                  <a:pt x="917088" y="159011"/>
                  <a:pt x="926017" y="159011"/>
                </a:cubicBezTo>
                <a:cubicBezTo>
                  <a:pt x="934944" y="159011"/>
                  <a:pt x="943423" y="159241"/>
                  <a:pt x="950790" y="159466"/>
                </a:cubicBezTo>
                <a:cubicBezTo>
                  <a:pt x="952128" y="158101"/>
                  <a:pt x="952128" y="153319"/>
                  <a:pt x="950790" y="151953"/>
                </a:cubicBezTo>
                <a:cubicBezTo>
                  <a:pt x="937174" y="151043"/>
                  <a:pt x="934722" y="150129"/>
                  <a:pt x="934722" y="131224"/>
                </a:cubicBezTo>
                <a:close/>
                <a:moveTo>
                  <a:pt x="995874" y="77394"/>
                </a:moveTo>
                <a:cubicBezTo>
                  <a:pt x="994536" y="78990"/>
                  <a:pt x="993198" y="79448"/>
                  <a:pt x="993198" y="77394"/>
                </a:cubicBezTo>
                <a:cubicBezTo>
                  <a:pt x="992973" y="71240"/>
                  <a:pt x="992527" y="62358"/>
                  <a:pt x="991410" y="60078"/>
                </a:cubicBezTo>
                <a:cubicBezTo>
                  <a:pt x="990963" y="58938"/>
                  <a:pt x="990517" y="58257"/>
                  <a:pt x="988733" y="58257"/>
                </a:cubicBezTo>
                <a:cubicBezTo>
                  <a:pt x="982483" y="60763"/>
                  <a:pt x="976680" y="62813"/>
                  <a:pt x="961280" y="64860"/>
                </a:cubicBezTo>
                <a:cubicBezTo>
                  <a:pt x="960834" y="66229"/>
                  <a:pt x="961280" y="69871"/>
                  <a:pt x="961726" y="71240"/>
                </a:cubicBezTo>
                <a:cubicBezTo>
                  <a:pt x="973779" y="72380"/>
                  <a:pt x="976234" y="73520"/>
                  <a:pt x="976234" y="86743"/>
                </a:cubicBezTo>
                <a:lnTo>
                  <a:pt x="976234" y="131203"/>
                </a:lnTo>
                <a:cubicBezTo>
                  <a:pt x="976234" y="149899"/>
                  <a:pt x="974003" y="150813"/>
                  <a:pt x="960609" y="151953"/>
                </a:cubicBezTo>
                <a:cubicBezTo>
                  <a:pt x="959271" y="153319"/>
                  <a:pt x="959271" y="158101"/>
                  <a:pt x="960609" y="159466"/>
                </a:cubicBezTo>
                <a:cubicBezTo>
                  <a:pt x="967308" y="159241"/>
                  <a:pt x="976234" y="159011"/>
                  <a:pt x="985160" y="159011"/>
                </a:cubicBezTo>
                <a:cubicBezTo>
                  <a:pt x="994090" y="159011"/>
                  <a:pt x="1000785" y="159241"/>
                  <a:pt x="1007481" y="159466"/>
                </a:cubicBezTo>
                <a:cubicBezTo>
                  <a:pt x="1008819" y="158101"/>
                  <a:pt x="1008819" y="153319"/>
                  <a:pt x="1007481" y="151953"/>
                </a:cubicBezTo>
                <a:cubicBezTo>
                  <a:pt x="996099" y="150813"/>
                  <a:pt x="993865" y="149899"/>
                  <a:pt x="993865" y="131203"/>
                </a:cubicBezTo>
                <a:lnTo>
                  <a:pt x="993865" y="93811"/>
                </a:lnTo>
                <a:cubicBezTo>
                  <a:pt x="993865" y="89022"/>
                  <a:pt x="995874" y="86287"/>
                  <a:pt x="997659" y="84237"/>
                </a:cubicBezTo>
                <a:cubicBezTo>
                  <a:pt x="1006142" y="75799"/>
                  <a:pt x="1016185" y="70781"/>
                  <a:pt x="1024890" y="70781"/>
                </a:cubicBezTo>
                <a:cubicBezTo>
                  <a:pt x="1029355" y="70781"/>
                  <a:pt x="1034041" y="73746"/>
                  <a:pt x="1036718" y="78990"/>
                </a:cubicBezTo>
                <a:cubicBezTo>
                  <a:pt x="1038952" y="83552"/>
                  <a:pt x="1039398" y="89707"/>
                  <a:pt x="1039398" y="96546"/>
                </a:cubicBezTo>
                <a:lnTo>
                  <a:pt x="1039398" y="131203"/>
                </a:lnTo>
                <a:cubicBezTo>
                  <a:pt x="1039398" y="149899"/>
                  <a:pt x="1037164" y="150813"/>
                  <a:pt x="1025558" y="151953"/>
                </a:cubicBezTo>
                <a:cubicBezTo>
                  <a:pt x="1024444" y="153319"/>
                  <a:pt x="1024444" y="158101"/>
                  <a:pt x="1025558" y="159466"/>
                </a:cubicBezTo>
                <a:cubicBezTo>
                  <a:pt x="1032257" y="159241"/>
                  <a:pt x="1039398" y="159011"/>
                  <a:pt x="1048324" y="159011"/>
                </a:cubicBezTo>
                <a:cubicBezTo>
                  <a:pt x="1057254" y="159011"/>
                  <a:pt x="1065288" y="159241"/>
                  <a:pt x="1071983" y="159466"/>
                </a:cubicBezTo>
                <a:cubicBezTo>
                  <a:pt x="1073100" y="158101"/>
                  <a:pt x="1073100" y="153319"/>
                  <a:pt x="1071983" y="151953"/>
                </a:cubicBezTo>
                <a:cubicBezTo>
                  <a:pt x="1059485" y="150813"/>
                  <a:pt x="1057029" y="149899"/>
                  <a:pt x="1057029" y="131203"/>
                </a:cubicBezTo>
                <a:lnTo>
                  <a:pt x="1057029" y="97230"/>
                </a:lnTo>
                <a:cubicBezTo>
                  <a:pt x="1057029" y="84692"/>
                  <a:pt x="1056137" y="73746"/>
                  <a:pt x="1051005" y="66684"/>
                </a:cubicBezTo>
                <a:cubicBezTo>
                  <a:pt x="1047207" y="61673"/>
                  <a:pt x="1040290" y="58938"/>
                  <a:pt x="1032478" y="58938"/>
                </a:cubicBezTo>
                <a:cubicBezTo>
                  <a:pt x="1021542" y="58938"/>
                  <a:pt x="1009044" y="61899"/>
                  <a:pt x="995874" y="77394"/>
                </a:cubicBezTo>
                <a:close/>
                <a:moveTo>
                  <a:pt x="1146977" y="95434"/>
                </a:moveTo>
                <a:cubicBezTo>
                  <a:pt x="1146977" y="116656"/>
                  <a:pt x="1136484" y="120990"/>
                  <a:pt x="1128225" y="120990"/>
                </a:cubicBezTo>
                <a:cubicBezTo>
                  <a:pt x="1109477" y="120990"/>
                  <a:pt x="1107471" y="104792"/>
                  <a:pt x="1107471" y="90186"/>
                </a:cubicBezTo>
                <a:cubicBezTo>
                  <a:pt x="1107471" y="74215"/>
                  <a:pt x="1113050" y="66000"/>
                  <a:pt x="1125327" y="66000"/>
                </a:cubicBezTo>
                <a:cubicBezTo>
                  <a:pt x="1139386" y="66000"/>
                  <a:pt x="1146977" y="76498"/>
                  <a:pt x="1146977" y="95434"/>
                </a:cubicBezTo>
                <a:moveTo>
                  <a:pt x="1105237" y="161235"/>
                </a:moveTo>
                <a:cubicBezTo>
                  <a:pt x="1107693" y="161920"/>
                  <a:pt x="1111265" y="162379"/>
                  <a:pt x="1114167" y="162379"/>
                </a:cubicBezTo>
                <a:cubicBezTo>
                  <a:pt x="1121084" y="162379"/>
                  <a:pt x="1127333" y="161690"/>
                  <a:pt x="1130459" y="161690"/>
                </a:cubicBezTo>
                <a:cubicBezTo>
                  <a:pt x="1141620" y="161690"/>
                  <a:pt x="1150992" y="161920"/>
                  <a:pt x="1157466" y="165576"/>
                </a:cubicBezTo>
                <a:cubicBezTo>
                  <a:pt x="1166171" y="170601"/>
                  <a:pt x="1168848" y="173798"/>
                  <a:pt x="1168848" y="179737"/>
                </a:cubicBezTo>
                <a:cubicBezTo>
                  <a:pt x="1168848" y="196185"/>
                  <a:pt x="1145189" y="204865"/>
                  <a:pt x="1125102" y="204865"/>
                </a:cubicBezTo>
                <a:cubicBezTo>
                  <a:pt x="1117069" y="204865"/>
                  <a:pt x="1098321" y="198238"/>
                  <a:pt x="1098321" y="182708"/>
                </a:cubicBezTo>
                <a:cubicBezTo>
                  <a:pt x="1098321" y="174941"/>
                  <a:pt x="1098767" y="169232"/>
                  <a:pt x="1105237" y="161235"/>
                </a:cubicBezTo>
                <a:moveTo>
                  <a:pt x="1174876" y="70792"/>
                </a:moveTo>
                <a:cubicBezTo>
                  <a:pt x="1179116" y="70792"/>
                  <a:pt x="1183131" y="66684"/>
                  <a:pt x="1183131" y="62128"/>
                </a:cubicBezTo>
                <a:cubicBezTo>
                  <a:pt x="1183131" y="57346"/>
                  <a:pt x="1178891" y="53701"/>
                  <a:pt x="1172866" y="53701"/>
                </a:cubicBezTo>
                <a:cubicBezTo>
                  <a:pt x="1167063" y="53701"/>
                  <a:pt x="1156349" y="57572"/>
                  <a:pt x="1150546" y="65318"/>
                </a:cubicBezTo>
                <a:cubicBezTo>
                  <a:pt x="1147869" y="63494"/>
                  <a:pt x="1140503" y="58938"/>
                  <a:pt x="1127333" y="58938"/>
                </a:cubicBezTo>
                <a:cubicBezTo>
                  <a:pt x="1107471" y="58938"/>
                  <a:pt x="1089170" y="72616"/>
                  <a:pt x="1089170" y="93609"/>
                </a:cubicBezTo>
                <a:cubicBezTo>
                  <a:pt x="1089170" y="105932"/>
                  <a:pt x="1094527" y="113004"/>
                  <a:pt x="1100776" y="119165"/>
                </a:cubicBezTo>
                <a:cubicBezTo>
                  <a:pt x="1094527" y="124635"/>
                  <a:pt x="1090954" y="134407"/>
                  <a:pt x="1090954" y="142126"/>
                </a:cubicBezTo>
                <a:cubicBezTo>
                  <a:pt x="1090954" y="150306"/>
                  <a:pt x="1095419" y="156683"/>
                  <a:pt x="1101222" y="159644"/>
                </a:cubicBezTo>
                <a:cubicBezTo>
                  <a:pt x="1089170" y="166945"/>
                  <a:pt x="1082920" y="177454"/>
                  <a:pt x="1082920" y="187274"/>
                </a:cubicBezTo>
                <a:cubicBezTo>
                  <a:pt x="1082920" y="207142"/>
                  <a:pt x="1101222" y="213289"/>
                  <a:pt x="1118407" y="213289"/>
                </a:cubicBezTo>
                <a:cubicBezTo>
                  <a:pt x="1148536" y="213289"/>
                  <a:pt x="1181125" y="198468"/>
                  <a:pt x="1181125" y="173798"/>
                </a:cubicBezTo>
                <a:cubicBezTo>
                  <a:pt x="1181125" y="166490"/>
                  <a:pt x="1177777" y="160780"/>
                  <a:pt x="1171303" y="155314"/>
                </a:cubicBezTo>
                <a:cubicBezTo>
                  <a:pt x="1162598" y="148026"/>
                  <a:pt x="1146977" y="147800"/>
                  <a:pt x="1138718" y="147800"/>
                </a:cubicBezTo>
                <a:cubicBezTo>
                  <a:pt x="1134699" y="147800"/>
                  <a:pt x="1129121" y="148256"/>
                  <a:pt x="1123764" y="148937"/>
                </a:cubicBezTo>
                <a:cubicBezTo>
                  <a:pt x="1120416" y="149166"/>
                  <a:pt x="1118182" y="149396"/>
                  <a:pt x="1117069" y="149396"/>
                </a:cubicBezTo>
                <a:cubicBezTo>
                  <a:pt x="1110594" y="149396"/>
                  <a:pt x="1102782" y="146212"/>
                  <a:pt x="1102782" y="136451"/>
                </a:cubicBezTo>
                <a:cubicBezTo>
                  <a:pt x="1102782" y="131912"/>
                  <a:pt x="1104124" y="127141"/>
                  <a:pt x="1106801" y="123270"/>
                </a:cubicBezTo>
                <a:cubicBezTo>
                  <a:pt x="1112158" y="126456"/>
                  <a:pt x="1118407" y="128051"/>
                  <a:pt x="1127112" y="128051"/>
                </a:cubicBezTo>
                <a:cubicBezTo>
                  <a:pt x="1146752" y="128051"/>
                  <a:pt x="1164829" y="115517"/>
                  <a:pt x="1164829" y="93154"/>
                </a:cubicBezTo>
                <a:cubicBezTo>
                  <a:pt x="1164829" y="82430"/>
                  <a:pt x="1161706" y="76269"/>
                  <a:pt x="1155232" y="69423"/>
                </a:cubicBezTo>
                <a:cubicBezTo>
                  <a:pt x="1156795" y="67139"/>
                  <a:pt x="1161260" y="63949"/>
                  <a:pt x="1164161" y="63949"/>
                </a:cubicBezTo>
                <a:cubicBezTo>
                  <a:pt x="1165725" y="63949"/>
                  <a:pt x="1167284" y="64634"/>
                  <a:pt x="1168626" y="66684"/>
                </a:cubicBezTo>
                <a:cubicBezTo>
                  <a:pt x="1169518" y="68509"/>
                  <a:pt x="1172420" y="70792"/>
                  <a:pt x="1174876" y="70792"/>
                </a:cubicBezTo>
                <a:close/>
                <a:moveTo>
                  <a:pt x="1246963" y="112257"/>
                </a:moveTo>
                <a:cubicBezTo>
                  <a:pt x="1246963" y="135502"/>
                  <a:pt x="1262141" y="161246"/>
                  <a:pt x="1293834" y="161246"/>
                </a:cubicBezTo>
                <a:cubicBezTo>
                  <a:pt x="1308117" y="161246"/>
                  <a:pt x="1319056" y="156009"/>
                  <a:pt x="1326644" y="148492"/>
                </a:cubicBezTo>
                <a:cubicBezTo>
                  <a:pt x="1336687" y="138463"/>
                  <a:pt x="1341152" y="124107"/>
                  <a:pt x="1341152" y="110207"/>
                </a:cubicBezTo>
                <a:cubicBezTo>
                  <a:pt x="1341152" y="86506"/>
                  <a:pt x="1328428" y="58938"/>
                  <a:pt x="1294280" y="58938"/>
                </a:cubicBezTo>
                <a:cubicBezTo>
                  <a:pt x="1279551" y="58938"/>
                  <a:pt x="1267498" y="65089"/>
                  <a:pt x="1259240" y="74885"/>
                </a:cubicBezTo>
                <a:cubicBezTo>
                  <a:pt x="1251206" y="84685"/>
                  <a:pt x="1246963" y="97901"/>
                  <a:pt x="1246963" y="112257"/>
                </a:cubicBezTo>
                <a:moveTo>
                  <a:pt x="1290932" y="66910"/>
                </a:moveTo>
                <a:cubicBezTo>
                  <a:pt x="1310127" y="66910"/>
                  <a:pt x="1321958" y="84685"/>
                  <a:pt x="1321958" y="117501"/>
                </a:cubicBezTo>
                <a:cubicBezTo>
                  <a:pt x="1321958" y="146212"/>
                  <a:pt x="1307450" y="153277"/>
                  <a:pt x="1296960" y="153277"/>
                </a:cubicBezTo>
                <a:cubicBezTo>
                  <a:pt x="1273748" y="153277"/>
                  <a:pt x="1266160" y="124562"/>
                  <a:pt x="1266160" y="107016"/>
                </a:cubicBezTo>
                <a:cubicBezTo>
                  <a:pt x="1266160" y="87191"/>
                  <a:pt x="1270846" y="66910"/>
                  <a:pt x="1290932" y="66910"/>
                </a:cubicBezTo>
                <a:close/>
                <a:moveTo>
                  <a:pt x="1389358" y="131248"/>
                </a:moveTo>
                <a:lnTo>
                  <a:pt x="1389358" y="70267"/>
                </a:lnTo>
                <a:lnTo>
                  <a:pt x="1410116" y="70267"/>
                </a:lnTo>
                <a:cubicBezTo>
                  <a:pt x="1412125" y="70267"/>
                  <a:pt x="1415251" y="69356"/>
                  <a:pt x="1415251" y="67306"/>
                </a:cubicBezTo>
                <a:lnTo>
                  <a:pt x="1415251" y="62754"/>
                </a:lnTo>
                <a:cubicBezTo>
                  <a:pt x="1415251" y="61843"/>
                  <a:pt x="1414580" y="61385"/>
                  <a:pt x="1413463" y="61385"/>
                </a:cubicBezTo>
                <a:lnTo>
                  <a:pt x="1389358" y="61385"/>
                </a:lnTo>
                <a:lnTo>
                  <a:pt x="1389358" y="48374"/>
                </a:lnTo>
                <a:cubicBezTo>
                  <a:pt x="1389358" y="13223"/>
                  <a:pt x="1399626" y="7746"/>
                  <a:pt x="1406993" y="7746"/>
                </a:cubicBezTo>
                <a:cubicBezTo>
                  <a:pt x="1413688" y="7746"/>
                  <a:pt x="1417257" y="10484"/>
                  <a:pt x="1420384" y="18474"/>
                </a:cubicBezTo>
                <a:cubicBezTo>
                  <a:pt x="1422168" y="22581"/>
                  <a:pt x="1424624" y="25778"/>
                  <a:pt x="1429310" y="25778"/>
                </a:cubicBezTo>
                <a:cubicBezTo>
                  <a:pt x="1433104" y="25778"/>
                  <a:pt x="1438461" y="20983"/>
                  <a:pt x="1438461" y="16420"/>
                </a:cubicBezTo>
                <a:cubicBezTo>
                  <a:pt x="1438461" y="12538"/>
                  <a:pt x="1436005" y="8431"/>
                  <a:pt x="1431319" y="4785"/>
                </a:cubicBezTo>
                <a:cubicBezTo>
                  <a:pt x="1425516" y="685"/>
                  <a:pt x="1419713" y="0"/>
                  <a:pt x="1411233" y="0"/>
                </a:cubicBezTo>
                <a:cubicBezTo>
                  <a:pt x="1392485" y="0"/>
                  <a:pt x="1371728" y="16646"/>
                  <a:pt x="1371728" y="52255"/>
                </a:cubicBezTo>
                <a:lnTo>
                  <a:pt x="1371728" y="61385"/>
                </a:lnTo>
                <a:lnTo>
                  <a:pt x="1360346" y="61385"/>
                </a:lnTo>
                <a:cubicBezTo>
                  <a:pt x="1356327" y="61385"/>
                  <a:pt x="1355210" y="64119"/>
                  <a:pt x="1355210" y="65940"/>
                </a:cubicBezTo>
                <a:lnTo>
                  <a:pt x="1355210" y="68901"/>
                </a:lnTo>
                <a:cubicBezTo>
                  <a:pt x="1355210" y="70041"/>
                  <a:pt x="1355435" y="70267"/>
                  <a:pt x="1356327" y="70267"/>
                </a:cubicBezTo>
                <a:lnTo>
                  <a:pt x="1371728" y="70267"/>
                </a:lnTo>
                <a:lnTo>
                  <a:pt x="1371728" y="131248"/>
                </a:lnTo>
                <a:cubicBezTo>
                  <a:pt x="1371728" y="150132"/>
                  <a:pt x="1368155" y="151043"/>
                  <a:pt x="1356103" y="151953"/>
                </a:cubicBezTo>
                <a:cubicBezTo>
                  <a:pt x="1354764" y="153319"/>
                  <a:pt x="1354764" y="158101"/>
                  <a:pt x="1356103" y="159466"/>
                </a:cubicBezTo>
                <a:cubicBezTo>
                  <a:pt x="1363915" y="159241"/>
                  <a:pt x="1371728" y="159011"/>
                  <a:pt x="1380654" y="159011"/>
                </a:cubicBezTo>
                <a:cubicBezTo>
                  <a:pt x="1389583" y="159011"/>
                  <a:pt x="1400297" y="159241"/>
                  <a:pt x="1408106" y="159466"/>
                </a:cubicBezTo>
                <a:cubicBezTo>
                  <a:pt x="1409448" y="158101"/>
                  <a:pt x="1409448" y="153319"/>
                  <a:pt x="1408106" y="151953"/>
                </a:cubicBezTo>
                <a:cubicBezTo>
                  <a:pt x="1390700" y="151043"/>
                  <a:pt x="1389358" y="150132"/>
                  <a:pt x="1389358" y="131248"/>
                </a:cubicBezTo>
                <a:close/>
                <a:moveTo>
                  <a:pt x="1533094" y="85610"/>
                </a:moveTo>
                <a:cubicBezTo>
                  <a:pt x="1552067" y="85610"/>
                  <a:pt x="1552735" y="90836"/>
                  <a:pt x="1553406" y="101060"/>
                </a:cubicBezTo>
                <a:cubicBezTo>
                  <a:pt x="1554744" y="102422"/>
                  <a:pt x="1559430" y="102422"/>
                  <a:pt x="1560772" y="101060"/>
                </a:cubicBezTo>
                <a:cubicBezTo>
                  <a:pt x="1560547" y="95378"/>
                  <a:pt x="1560326" y="88789"/>
                  <a:pt x="1560326" y="81054"/>
                </a:cubicBezTo>
                <a:cubicBezTo>
                  <a:pt x="1560326" y="73308"/>
                  <a:pt x="1560547" y="67383"/>
                  <a:pt x="1560772" y="61458"/>
                </a:cubicBezTo>
                <a:cubicBezTo>
                  <a:pt x="1559430" y="60088"/>
                  <a:pt x="1554744" y="60088"/>
                  <a:pt x="1553406" y="61458"/>
                </a:cubicBezTo>
                <a:cubicBezTo>
                  <a:pt x="1552735" y="73992"/>
                  <a:pt x="1552067" y="76953"/>
                  <a:pt x="1533094" y="76953"/>
                </a:cubicBezTo>
                <a:lnTo>
                  <a:pt x="1512337" y="76953"/>
                </a:lnTo>
                <a:lnTo>
                  <a:pt x="1512337" y="35929"/>
                </a:lnTo>
                <a:cubicBezTo>
                  <a:pt x="1512337" y="23624"/>
                  <a:pt x="1515017" y="21344"/>
                  <a:pt x="1524836" y="21344"/>
                </a:cubicBezTo>
                <a:lnTo>
                  <a:pt x="1534882" y="21344"/>
                </a:lnTo>
                <a:cubicBezTo>
                  <a:pt x="1558538" y="21344"/>
                  <a:pt x="1564120" y="30459"/>
                  <a:pt x="1569030" y="46188"/>
                </a:cubicBezTo>
                <a:cubicBezTo>
                  <a:pt x="1571707" y="46188"/>
                  <a:pt x="1574163" y="45729"/>
                  <a:pt x="1575947" y="45048"/>
                </a:cubicBezTo>
                <a:cubicBezTo>
                  <a:pt x="1574830" y="35703"/>
                  <a:pt x="1571483" y="13828"/>
                  <a:pt x="1571036" y="12007"/>
                </a:cubicBezTo>
                <a:cubicBezTo>
                  <a:pt x="1571036" y="11551"/>
                  <a:pt x="1570815" y="11322"/>
                  <a:pt x="1570144" y="11322"/>
                </a:cubicBezTo>
                <a:cubicBezTo>
                  <a:pt x="1566350" y="12007"/>
                  <a:pt x="1565233" y="12232"/>
                  <a:pt x="1559655" y="12232"/>
                </a:cubicBezTo>
                <a:lnTo>
                  <a:pt x="1502740" y="12232"/>
                </a:lnTo>
                <a:cubicBezTo>
                  <a:pt x="1495599" y="12024"/>
                  <a:pt x="1482879" y="11795"/>
                  <a:pt x="1473949" y="11565"/>
                </a:cubicBezTo>
                <a:cubicBezTo>
                  <a:pt x="1472611" y="12934"/>
                  <a:pt x="1472611" y="17716"/>
                  <a:pt x="1473949" y="19082"/>
                </a:cubicBezTo>
                <a:cubicBezTo>
                  <a:pt x="1489574" y="19770"/>
                  <a:pt x="1493368" y="20913"/>
                  <a:pt x="1493368" y="39898"/>
                </a:cubicBezTo>
                <a:lnTo>
                  <a:pt x="1493368" y="131276"/>
                </a:lnTo>
                <a:cubicBezTo>
                  <a:pt x="1493368" y="150136"/>
                  <a:pt x="1489574" y="151272"/>
                  <a:pt x="1473949" y="151953"/>
                </a:cubicBezTo>
                <a:cubicBezTo>
                  <a:pt x="1472611" y="153319"/>
                  <a:pt x="1472611" y="158101"/>
                  <a:pt x="1473949" y="159466"/>
                </a:cubicBezTo>
                <a:cubicBezTo>
                  <a:pt x="1481761" y="159241"/>
                  <a:pt x="1492922" y="159011"/>
                  <a:pt x="1502965" y="159011"/>
                </a:cubicBezTo>
                <a:cubicBezTo>
                  <a:pt x="1513008" y="159011"/>
                  <a:pt x="1523943" y="159241"/>
                  <a:pt x="1531756" y="159466"/>
                </a:cubicBezTo>
                <a:cubicBezTo>
                  <a:pt x="1533094" y="158101"/>
                  <a:pt x="1533094" y="153319"/>
                  <a:pt x="1531756" y="151953"/>
                </a:cubicBezTo>
                <a:cubicBezTo>
                  <a:pt x="1516131" y="151272"/>
                  <a:pt x="1512337" y="150136"/>
                  <a:pt x="1512337" y="131276"/>
                </a:cubicBezTo>
                <a:lnTo>
                  <a:pt x="1512337" y="85610"/>
                </a:lnTo>
                <a:lnTo>
                  <a:pt x="1533094" y="85610"/>
                </a:lnTo>
                <a:close/>
                <a:moveTo>
                  <a:pt x="1673927" y="68456"/>
                </a:moveTo>
                <a:cubicBezTo>
                  <a:pt x="1675269" y="67091"/>
                  <a:pt x="1675269" y="62309"/>
                  <a:pt x="1673927" y="60940"/>
                </a:cubicBezTo>
                <a:cubicBezTo>
                  <a:pt x="1667232" y="61169"/>
                  <a:pt x="1659419" y="61398"/>
                  <a:pt x="1651386" y="61398"/>
                </a:cubicBezTo>
                <a:cubicBezTo>
                  <a:pt x="1642906" y="61398"/>
                  <a:pt x="1636878" y="61169"/>
                  <a:pt x="1631074" y="60940"/>
                </a:cubicBezTo>
                <a:cubicBezTo>
                  <a:pt x="1629736" y="62309"/>
                  <a:pt x="1629736" y="67091"/>
                  <a:pt x="1631074" y="68456"/>
                </a:cubicBezTo>
                <a:cubicBezTo>
                  <a:pt x="1641567" y="69593"/>
                  <a:pt x="1644019" y="71869"/>
                  <a:pt x="1648709" y="83691"/>
                </a:cubicBezTo>
                <a:lnTo>
                  <a:pt x="1677946" y="157145"/>
                </a:lnTo>
                <a:cubicBezTo>
                  <a:pt x="1679284" y="160328"/>
                  <a:pt x="1681069" y="161690"/>
                  <a:pt x="1683303" y="161690"/>
                </a:cubicBezTo>
                <a:cubicBezTo>
                  <a:pt x="1685312" y="161690"/>
                  <a:pt x="1687097" y="160328"/>
                  <a:pt x="1688660" y="156690"/>
                </a:cubicBezTo>
                <a:lnTo>
                  <a:pt x="1711202" y="100747"/>
                </a:lnTo>
                <a:lnTo>
                  <a:pt x="1734190" y="157145"/>
                </a:lnTo>
                <a:cubicBezTo>
                  <a:pt x="1735528" y="160328"/>
                  <a:pt x="1737316" y="161690"/>
                  <a:pt x="1739547" y="161690"/>
                </a:cubicBezTo>
                <a:cubicBezTo>
                  <a:pt x="1741556" y="161690"/>
                  <a:pt x="1743341" y="160328"/>
                  <a:pt x="1744679" y="156916"/>
                </a:cubicBezTo>
                <a:lnTo>
                  <a:pt x="1773920" y="84831"/>
                </a:lnTo>
                <a:cubicBezTo>
                  <a:pt x="1777489" y="75507"/>
                  <a:pt x="1781283" y="69138"/>
                  <a:pt x="1792668" y="68456"/>
                </a:cubicBezTo>
                <a:cubicBezTo>
                  <a:pt x="1794006" y="67091"/>
                  <a:pt x="1794006" y="62309"/>
                  <a:pt x="1792668" y="60940"/>
                </a:cubicBezTo>
                <a:cubicBezTo>
                  <a:pt x="1788203" y="61169"/>
                  <a:pt x="1783292" y="61398"/>
                  <a:pt x="1776597" y="61398"/>
                </a:cubicBezTo>
                <a:cubicBezTo>
                  <a:pt x="1769901" y="61398"/>
                  <a:pt x="1760526" y="61169"/>
                  <a:pt x="1753830" y="60940"/>
                </a:cubicBezTo>
                <a:cubicBezTo>
                  <a:pt x="1752492" y="62309"/>
                  <a:pt x="1752492" y="67091"/>
                  <a:pt x="1753830" y="68456"/>
                </a:cubicBezTo>
                <a:cubicBezTo>
                  <a:pt x="1770569" y="69367"/>
                  <a:pt x="1768338" y="75963"/>
                  <a:pt x="1765215" y="83921"/>
                </a:cubicBezTo>
                <a:lnTo>
                  <a:pt x="1746467" y="131221"/>
                </a:lnTo>
                <a:cubicBezTo>
                  <a:pt x="1744233" y="136906"/>
                  <a:pt x="1743341" y="136906"/>
                  <a:pt x="1741556" y="132131"/>
                </a:cubicBezTo>
                <a:lnTo>
                  <a:pt x="1722362" y="82329"/>
                </a:lnTo>
                <a:cubicBezTo>
                  <a:pt x="1718119" y="71640"/>
                  <a:pt x="1718568" y="69367"/>
                  <a:pt x="1730396" y="68456"/>
                </a:cubicBezTo>
                <a:cubicBezTo>
                  <a:pt x="1731734" y="67091"/>
                  <a:pt x="1731734" y="62309"/>
                  <a:pt x="1730396" y="60940"/>
                </a:cubicBezTo>
                <a:cubicBezTo>
                  <a:pt x="1723701" y="61169"/>
                  <a:pt x="1714771" y="61398"/>
                  <a:pt x="1708076" y="61398"/>
                </a:cubicBezTo>
                <a:cubicBezTo>
                  <a:pt x="1702497" y="61398"/>
                  <a:pt x="1695131" y="61169"/>
                  <a:pt x="1688435" y="60940"/>
                </a:cubicBezTo>
                <a:cubicBezTo>
                  <a:pt x="1687097" y="62309"/>
                  <a:pt x="1687097" y="67091"/>
                  <a:pt x="1688435" y="68456"/>
                </a:cubicBezTo>
                <a:cubicBezTo>
                  <a:pt x="1698925" y="69367"/>
                  <a:pt x="1701605" y="75963"/>
                  <a:pt x="1705620" y="86193"/>
                </a:cubicBezTo>
                <a:lnTo>
                  <a:pt x="1706962" y="89832"/>
                </a:lnTo>
                <a:lnTo>
                  <a:pt x="1691337" y="130084"/>
                </a:lnTo>
                <a:cubicBezTo>
                  <a:pt x="1688435" y="137587"/>
                  <a:pt x="1687989" y="137816"/>
                  <a:pt x="1685088" y="130539"/>
                </a:cubicBezTo>
                <a:lnTo>
                  <a:pt x="1667232" y="83691"/>
                </a:lnTo>
                <a:cubicBezTo>
                  <a:pt x="1662992" y="72776"/>
                  <a:pt x="1663217" y="69138"/>
                  <a:pt x="1673927" y="68456"/>
                </a:cubicBezTo>
                <a:close/>
                <a:moveTo>
                  <a:pt x="1802708" y="112257"/>
                </a:moveTo>
                <a:cubicBezTo>
                  <a:pt x="1802708" y="135502"/>
                  <a:pt x="1817887" y="161246"/>
                  <a:pt x="1849579" y="161246"/>
                </a:cubicBezTo>
                <a:cubicBezTo>
                  <a:pt x="1863862" y="161246"/>
                  <a:pt x="1874801" y="156009"/>
                  <a:pt x="1882389" y="148492"/>
                </a:cubicBezTo>
                <a:cubicBezTo>
                  <a:pt x="1892432" y="138463"/>
                  <a:pt x="1896897" y="124107"/>
                  <a:pt x="1896897" y="110207"/>
                </a:cubicBezTo>
                <a:cubicBezTo>
                  <a:pt x="1896897" y="86506"/>
                  <a:pt x="1884174" y="58938"/>
                  <a:pt x="1850025" y="58938"/>
                </a:cubicBezTo>
                <a:cubicBezTo>
                  <a:pt x="1835296" y="58938"/>
                  <a:pt x="1823244" y="65089"/>
                  <a:pt x="1814985" y="74885"/>
                </a:cubicBezTo>
                <a:cubicBezTo>
                  <a:pt x="1806951" y="84685"/>
                  <a:pt x="1802708" y="97901"/>
                  <a:pt x="1802708" y="112257"/>
                </a:cubicBezTo>
                <a:moveTo>
                  <a:pt x="1846678" y="66910"/>
                </a:moveTo>
                <a:cubicBezTo>
                  <a:pt x="1865872" y="66910"/>
                  <a:pt x="1877703" y="84685"/>
                  <a:pt x="1877703" y="117501"/>
                </a:cubicBezTo>
                <a:cubicBezTo>
                  <a:pt x="1877703" y="146212"/>
                  <a:pt x="1863195" y="153277"/>
                  <a:pt x="1852706" y="153277"/>
                </a:cubicBezTo>
                <a:cubicBezTo>
                  <a:pt x="1829493" y="153277"/>
                  <a:pt x="1821905" y="124562"/>
                  <a:pt x="1821905" y="107016"/>
                </a:cubicBezTo>
                <a:cubicBezTo>
                  <a:pt x="1821905" y="87191"/>
                  <a:pt x="1826591" y="66910"/>
                  <a:pt x="1846678" y="66910"/>
                </a:cubicBezTo>
                <a:close/>
                <a:moveTo>
                  <a:pt x="1954479" y="161246"/>
                </a:moveTo>
                <a:cubicBezTo>
                  <a:pt x="1963184" y="161246"/>
                  <a:pt x="1973673" y="156693"/>
                  <a:pt x="1984609" y="147588"/>
                </a:cubicBezTo>
                <a:cubicBezTo>
                  <a:pt x="1985726" y="146678"/>
                  <a:pt x="1987735" y="146223"/>
                  <a:pt x="1987956" y="147814"/>
                </a:cubicBezTo>
                <a:cubicBezTo>
                  <a:pt x="1988627" y="153503"/>
                  <a:pt x="1990412" y="161246"/>
                  <a:pt x="1990412" y="161246"/>
                </a:cubicBezTo>
                <a:cubicBezTo>
                  <a:pt x="1992196" y="161930"/>
                  <a:pt x="1993313" y="161704"/>
                  <a:pt x="1994652" y="161246"/>
                </a:cubicBezTo>
                <a:cubicBezTo>
                  <a:pt x="1999563" y="157149"/>
                  <a:pt x="2007375" y="153732"/>
                  <a:pt x="2020991" y="152137"/>
                </a:cubicBezTo>
                <a:cubicBezTo>
                  <a:pt x="2022329" y="150772"/>
                  <a:pt x="2022329" y="147359"/>
                  <a:pt x="2020991" y="145997"/>
                </a:cubicBezTo>
                <a:cubicBezTo>
                  <a:pt x="2006704" y="144857"/>
                  <a:pt x="2004695" y="140537"/>
                  <a:pt x="2004695" y="129396"/>
                </a:cubicBezTo>
                <a:lnTo>
                  <a:pt x="2004695" y="85738"/>
                </a:lnTo>
                <a:cubicBezTo>
                  <a:pt x="2004695" y="78917"/>
                  <a:pt x="2005591" y="62309"/>
                  <a:pt x="2005591" y="62309"/>
                </a:cubicBezTo>
                <a:cubicBezTo>
                  <a:pt x="2005591" y="61624"/>
                  <a:pt x="2004920" y="60940"/>
                  <a:pt x="2003803" y="60940"/>
                </a:cubicBezTo>
                <a:cubicBezTo>
                  <a:pt x="2002689" y="61169"/>
                  <a:pt x="1999341" y="61398"/>
                  <a:pt x="1995994" y="61398"/>
                </a:cubicBezTo>
                <a:cubicBezTo>
                  <a:pt x="1988849" y="61398"/>
                  <a:pt x="1980815" y="61169"/>
                  <a:pt x="1973227" y="60940"/>
                </a:cubicBezTo>
                <a:cubicBezTo>
                  <a:pt x="1971889" y="62309"/>
                  <a:pt x="1971889" y="67091"/>
                  <a:pt x="1973227" y="68456"/>
                </a:cubicBezTo>
                <a:cubicBezTo>
                  <a:pt x="1984162" y="69138"/>
                  <a:pt x="1987064" y="71869"/>
                  <a:pt x="1987064" y="86875"/>
                </a:cubicBezTo>
                <a:lnTo>
                  <a:pt x="1987064" y="130762"/>
                </a:lnTo>
                <a:cubicBezTo>
                  <a:pt x="1987064" y="135081"/>
                  <a:pt x="1986618" y="136899"/>
                  <a:pt x="1983495" y="139630"/>
                </a:cubicBezTo>
                <a:cubicBezTo>
                  <a:pt x="1975236" y="146904"/>
                  <a:pt x="1966753" y="150542"/>
                  <a:pt x="1961174" y="150542"/>
                </a:cubicBezTo>
                <a:cubicBezTo>
                  <a:pt x="1954479" y="150542"/>
                  <a:pt x="1943319" y="147359"/>
                  <a:pt x="1943319" y="127123"/>
                </a:cubicBezTo>
                <a:lnTo>
                  <a:pt x="1943319" y="85738"/>
                </a:lnTo>
                <a:cubicBezTo>
                  <a:pt x="1943319" y="78917"/>
                  <a:pt x="1944211" y="62309"/>
                  <a:pt x="1944211" y="62309"/>
                </a:cubicBezTo>
                <a:cubicBezTo>
                  <a:pt x="1944211" y="61624"/>
                  <a:pt x="1943544" y="60940"/>
                  <a:pt x="1942427" y="60940"/>
                </a:cubicBezTo>
                <a:cubicBezTo>
                  <a:pt x="1941309" y="61169"/>
                  <a:pt x="1937962" y="61398"/>
                  <a:pt x="1934614" y="61398"/>
                </a:cubicBezTo>
                <a:cubicBezTo>
                  <a:pt x="1927472" y="61398"/>
                  <a:pt x="1919439" y="61169"/>
                  <a:pt x="1911847" y="60940"/>
                </a:cubicBezTo>
                <a:cubicBezTo>
                  <a:pt x="1910509" y="62309"/>
                  <a:pt x="1910509" y="67091"/>
                  <a:pt x="1911847" y="68456"/>
                </a:cubicBezTo>
                <a:cubicBezTo>
                  <a:pt x="1922562" y="69367"/>
                  <a:pt x="1925688" y="71869"/>
                  <a:pt x="1925688" y="86649"/>
                </a:cubicBezTo>
                <a:lnTo>
                  <a:pt x="1925688" y="130307"/>
                </a:lnTo>
                <a:cubicBezTo>
                  <a:pt x="1925688" y="145997"/>
                  <a:pt x="1932383" y="161246"/>
                  <a:pt x="1954479" y="161246"/>
                </a:cubicBezTo>
                <a:close/>
                <a:moveTo>
                  <a:pt x="2045762" y="131231"/>
                </a:moveTo>
                <a:cubicBezTo>
                  <a:pt x="2045762" y="150132"/>
                  <a:pt x="2043310" y="151269"/>
                  <a:pt x="2029695" y="151953"/>
                </a:cubicBezTo>
                <a:cubicBezTo>
                  <a:pt x="2028356" y="153319"/>
                  <a:pt x="2028356" y="158101"/>
                  <a:pt x="2029695" y="159466"/>
                </a:cubicBezTo>
                <a:cubicBezTo>
                  <a:pt x="2037507" y="159241"/>
                  <a:pt x="2045762" y="159011"/>
                  <a:pt x="2054692" y="159011"/>
                </a:cubicBezTo>
                <a:cubicBezTo>
                  <a:pt x="2063618" y="159011"/>
                  <a:pt x="2072102" y="159241"/>
                  <a:pt x="2079465" y="159466"/>
                </a:cubicBezTo>
                <a:cubicBezTo>
                  <a:pt x="2080806" y="158101"/>
                  <a:pt x="2080806" y="153319"/>
                  <a:pt x="2079465" y="151953"/>
                </a:cubicBezTo>
                <a:cubicBezTo>
                  <a:pt x="2065852" y="151269"/>
                  <a:pt x="2063397" y="150132"/>
                  <a:pt x="2063397" y="131231"/>
                </a:cubicBezTo>
                <a:lnTo>
                  <a:pt x="2063397" y="26265"/>
                </a:lnTo>
                <a:cubicBezTo>
                  <a:pt x="2063397" y="11468"/>
                  <a:pt x="2064289" y="2307"/>
                  <a:pt x="2064289" y="2307"/>
                </a:cubicBezTo>
                <a:cubicBezTo>
                  <a:pt x="2064289" y="695"/>
                  <a:pt x="2063397" y="0"/>
                  <a:pt x="2061387" y="0"/>
                </a:cubicBezTo>
                <a:cubicBezTo>
                  <a:pt x="2055809" y="2307"/>
                  <a:pt x="2039067" y="5536"/>
                  <a:pt x="2030141" y="6227"/>
                </a:cubicBezTo>
                <a:cubicBezTo>
                  <a:pt x="2029695" y="8052"/>
                  <a:pt x="2030141" y="11694"/>
                  <a:pt x="2031479" y="13063"/>
                </a:cubicBezTo>
                <a:cubicBezTo>
                  <a:pt x="2044424" y="13970"/>
                  <a:pt x="2045762" y="14655"/>
                  <a:pt x="2045762" y="31731"/>
                </a:cubicBezTo>
                <a:lnTo>
                  <a:pt x="2045762" y="131231"/>
                </a:lnTo>
                <a:close/>
                <a:moveTo>
                  <a:pt x="2160482" y="130717"/>
                </a:moveTo>
                <a:cubicBezTo>
                  <a:pt x="2160482" y="135047"/>
                  <a:pt x="2160036" y="136871"/>
                  <a:pt x="2156913" y="139606"/>
                </a:cubicBezTo>
                <a:cubicBezTo>
                  <a:pt x="2148654" y="146897"/>
                  <a:pt x="2141513" y="150542"/>
                  <a:pt x="2135931" y="150542"/>
                </a:cubicBezTo>
                <a:cubicBezTo>
                  <a:pt x="2123882" y="150542"/>
                  <a:pt x="2111383" y="137097"/>
                  <a:pt x="2111383" y="108611"/>
                </a:cubicBezTo>
                <a:cubicBezTo>
                  <a:pt x="2111383" y="92205"/>
                  <a:pt x="2114506" y="83090"/>
                  <a:pt x="2117854" y="78305"/>
                </a:cubicBezTo>
                <a:cubicBezTo>
                  <a:pt x="2124774" y="67595"/>
                  <a:pt x="2134146" y="66910"/>
                  <a:pt x="2138611" y="66910"/>
                </a:cubicBezTo>
                <a:cubicBezTo>
                  <a:pt x="2146645" y="66910"/>
                  <a:pt x="2152227" y="69874"/>
                  <a:pt x="2156688" y="75115"/>
                </a:cubicBezTo>
                <a:cubicBezTo>
                  <a:pt x="2159814" y="78760"/>
                  <a:pt x="2160482" y="80355"/>
                  <a:pt x="2160482" y="87420"/>
                </a:cubicBezTo>
                <a:lnTo>
                  <a:pt x="2160482" y="130717"/>
                </a:lnTo>
                <a:moveTo>
                  <a:pt x="2158030" y="147581"/>
                </a:moveTo>
                <a:cubicBezTo>
                  <a:pt x="2159143" y="146671"/>
                  <a:pt x="2161153" y="146212"/>
                  <a:pt x="2161377" y="147807"/>
                </a:cubicBezTo>
                <a:cubicBezTo>
                  <a:pt x="2162045" y="153277"/>
                  <a:pt x="2163833" y="161246"/>
                  <a:pt x="2163833" y="161246"/>
                </a:cubicBezTo>
                <a:cubicBezTo>
                  <a:pt x="2165617" y="161930"/>
                  <a:pt x="2166731" y="161704"/>
                  <a:pt x="2168073" y="161246"/>
                </a:cubicBezTo>
                <a:cubicBezTo>
                  <a:pt x="2172980" y="157138"/>
                  <a:pt x="2180793" y="153722"/>
                  <a:pt x="2194409" y="152127"/>
                </a:cubicBezTo>
                <a:cubicBezTo>
                  <a:pt x="2195747" y="150761"/>
                  <a:pt x="2195747" y="147345"/>
                  <a:pt x="2194409" y="145979"/>
                </a:cubicBezTo>
                <a:cubicBezTo>
                  <a:pt x="2180125" y="144840"/>
                  <a:pt x="2178116" y="140510"/>
                  <a:pt x="2178116" y="129344"/>
                </a:cubicBezTo>
                <a:lnTo>
                  <a:pt x="2178116" y="26119"/>
                </a:lnTo>
                <a:cubicBezTo>
                  <a:pt x="2178116" y="11308"/>
                  <a:pt x="2179008" y="2248"/>
                  <a:pt x="2179008" y="2248"/>
                </a:cubicBezTo>
                <a:cubicBezTo>
                  <a:pt x="2179008" y="678"/>
                  <a:pt x="2178116" y="0"/>
                  <a:pt x="2176107" y="0"/>
                </a:cubicBezTo>
                <a:cubicBezTo>
                  <a:pt x="2170528" y="2248"/>
                  <a:pt x="2153786" y="5393"/>
                  <a:pt x="2144860" y="6068"/>
                </a:cubicBezTo>
                <a:cubicBezTo>
                  <a:pt x="2144414" y="7892"/>
                  <a:pt x="2144860" y="11534"/>
                  <a:pt x="2146199" y="12900"/>
                </a:cubicBezTo>
                <a:cubicBezTo>
                  <a:pt x="2157805" y="13584"/>
                  <a:pt x="2160482" y="12444"/>
                  <a:pt x="2160482" y="31589"/>
                </a:cubicBezTo>
                <a:lnTo>
                  <a:pt x="2160482" y="60763"/>
                </a:lnTo>
                <a:cubicBezTo>
                  <a:pt x="2160482" y="62358"/>
                  <a:pt x="2160036" y="62813"/>
                  <a:pt x="2158476" y="62813"/>
                </a:cubicBezTo>
                <a:cubicBezTo>
                  <a:pt x="2157580" y="62813"/>
                  <a:pt x="2148433" y="58938"/>
                  <a:pt x="2141066" y="58938"/>
                </a:cubicBezTo>
                <a:cubicBezTo>
                  <a:pt x="2126334" y="58938"/>
                  <a:pt x="2116515" y="63949"/>
                  <a:pt x="2107586" y="72606"/>
                </a:cubicBezTo>
                <a:cubicBezTo>
                  <a:pt x="2097989" y="82406"/>
                  <a:pt x="2092186" y="95851"/>
                  <a:pt x="2092186" y="112712"/>
                </a:cubicBezTo>
                <a:cubicBezTo>
                  <a:pt x="2092186" y="140746"/>
                  <a:pt x="2106026" y="161246"/>
                  <a:pt x="2130131" y="161246"/>
                </a:cubicBezTo>
                <a:cubicBezTo>
                  <a:pt x="2138832" y="161246"/>
                  <a:pt x="2147091" y="156693"/>
                  <a:pt x="2158030" y="147581"/>
                </a:cubicBezTo>
                <a:close/>
                <a:moveTo>
                  <a:pt x="2284131" y="93811"/>
                </a:moveTo>
                <a:cubicBezTo>
                  <a:pt x="2284131" y="89022"/>
                  <a:pt x="2286141" y="86287"/>
                  <a:pt x="2287925" y="84237"/>
                </a:cubicBezTo>
                <a:cubicBezTo>
                  <a:pt x="2296409" y="75799"/>
                  <a:pt x="2307790" y="70781"/>
                  <a:pt x="2316495" y="70781"/>
                </a:cubicBezTo>
                <a:cubicBezTo>
                  <a:pt x="2320956" y="70781"/>
                  <a:pt x="2325646" y="73746"/>
                  <a:pt x="2328323" y="78990"/>
                </a:cubicBezTo>
                <a:cubicBezTo>
                  <a:pt x="2330557" y="83552"/>
                  <a:pt x="2331003" y="89707"/>
                  <a:pt x="2331003" y="96546"/>
                </a:cubicBezTo>
                <a:lnTo>
                  <a:pt x="2331003" y="131203"/>
                </a:lnTo>
                <a:cubicBezTo>
                  <a:pt x="2331003" y="149899"/>
                  <a:pt x="2328769" y="150813"/>
                  <a:pt x="2317163" y="151953"/>
                </a:cubicBezTo>
                <a:cubicBezTo>
                  <a:pt x="2316049" y="153319"/>
                  <a:pt x="2316049" y="158101"/>
                  <a:pt x="2317163" y="159466"/>
                </a:cubicBezTo>
                <a:cubicBezTo>
                  <a:pt x="2323412" y="159241"/>
                  <a:pt x="2331003" y="159011"/>
                  <a:pt x="2339929" y="159011"/>
                </a:cubicBezTo>
                <a:cubicBezTo>
                  <a:pt x="2348859" y="159011"/>
                  <a:pt x="2356222" y="159241"/>
                  <a:pt x="2363588" y="159466"/>
                </a:cubicBezTo>
                <a:cubicBezTo>
                  <a:pt x="2364705" y="158101"/>
                  <a:pt x="2364705" y="153319"/>
                  <a:pt x="2363588" y="151953"/>
                </a:cubicBezTo>
                <a:cubicBezTo>
                  <a:pt x="2351089" y="150813"/>
                  <a:pt x="2348634" y="149899"/>
                  <a:pt x="2348634" y="131203"/>
                </a:cubicBezTo>
                <a:lnTo>
                  <a:pt x="2348634" y="97230"/>
                </a:lnTo>
                <a:cubicBezTo>
                  <a:pt x="2348634" y="84692"/>
                  <a:pt x="2347742" y="73520"/>
                  <a:pt x="2342609" y="66684"/>
                </a:cubicBezTo>
                <a:cubicBezTo>
                  <a:pt x="2338812" y="61673"/>
                  <a:pt x="2331895" y="58938"/>
                  <a:pt x="2324083" y="58938"/>
                </a:cubicBezTo>
                <a:cubicBezTo>
                  <a:pt x="2313147" y="58938"/>
                  <a:pt x="2299756" y="61899"/>
                  <a:pt x="2286141" y="77394"/>
                </a:cubicBezTo>
                <a:cubicBezTo>
                  <a:pt x="2285470" y="78308"/>
                  <a:pt x="2283907" y="80588"/>
                  <a:pt x="2283907" y="77394"/>
                </a:cubicBezTo>
                <a:lnTo>
                  <a:pt x="2284131" y="26119"/>
                </a:lnTo>
                <a:cubicBezTo>
                  <a:pt x="2284131" y="11308"/>
                  <a:pt x="2285024" y="2248"/>
                  <a:pt x="2285024" y="2248"/>
                </a:cubicBezTo>
                <a:cubicBezTo>
                  <a:pt x="2285024" y="678"/>
                  <a:pt x="2284131" y="0"/>
                  <a:pt x="2282122" y="0"/>
                </a:cubicBezTo>
                <a:cubicBezTo>
                  <a:pt x="2276544" y="2248"/>
                  <a:pt x="2259805" y="5393"/>
                  <a:pt x="2250876" y="6068"/>
                </a:cubicBezTo>
                <a:cubicBezTo>
                  <a:pt x="2250429" y="7892"/>
                  <a:pt x="2250876" y="11534"/>
                  <a:pt x="2252214" y="12900"/>
                </a:cubicBezTo>
                <a:cubicBezTo>
                  <a:pt x="2263820" y="13584"/>
                  <a:pt x="2266501" y="12444"/>
                  <a:pt x="2266501" y="31589"/>
                </a:cubicBezTo>
                <a:lnTo>
                  <a:pt x="2266501" y="131203"/>
                </a:lnTo>
                <a:cubicBezTo>
                  <a:pt x="2266501" y="150129"/>
                  <a:pt x="2263820" y="151039"/>
                  <a:pt x="2250876" y="151953"/>
                </a:cubicBezTo>
                <a:cubicBezTo>
                  <a:pt x="2249537" y="153319"/>
                  <a:pt x="2249537" y="158101"/>
                  <a:pt x="2250876" y="159466"/>
                </a:cubicBezTo>
                <a:cubicBezTo>
                  <a:pt x="2258242" y="159241"/>
                  <a:pt x="2266501" y="159011"/>
                  <a:pt x="2275427" y="159011"/>
                </a:cubicBezTo>
                <a:cubicBezTo>
                  <a:pt x="2283907" y="159011"/>
                  <a:pt x="2291273" y="159241"/>
                  <a:pt x="2297522" y="159466"/>
                </a:cubicBezTo>
                <a:cubicBezTo>
                  <a:pt x="2298861" y="158101"/>
                  <a:pt x="2298861" y="153319"/>
                  <a:pt x="2297522" y="151953"/>
                </a:cubicBezTo>
                <a:cubicBezTo>
                  <a:pt x="2286141" y="151039"/>
                  <a:pt x="2284131" y="150129"/>
                  <a:pt x="2284131" y="131203"/>
                </a:cubicBezTo>
                <a:lnTo>
                  <a:pt x="2284131" y="93811"/>
                </a:lnTo>
                <a:close/>
                <a:moveTo>
                  <a:pt x="2432331" y="105880"/>
                </a:moveTo>
                <a:lnTo>
                  <a:pt x="2432331" y="135957"/>
                </a:lnTo>
                <a:cubicBezTo>
                  <a:pt x="2432331" y="138921"/>
                  <a:pt x="2430990" y="140517"/>
                  <a:pt x="2429205" y="141882"/>
                </a:cubicBezTo>
                <a:cubicBezTo>
                  <a:pt x="2423402" y="146668"/>
                  <a:pt x="2415814" y="151911"/>
                  <a:pt x="2409565" y="151911"/>
                </a:cubicBezTo>
                <a:cubicBezTo>
                  <a:pt x="2398405" y="151911"/>
                  <a:pt x="2393494" y="142796"/>
                  <a:pt x="2393494" y="135731"/>
                </a:cubicBezTo>
                <a:cubicBezTo>
                  <a:pt x="2393494" y="125476"/>
                  <a:pt x="2398183" y="114992"/>
                  <a:pt x="2414697" y="110665"/>
                </a:cubicBezTo>
                <a:lnTo>
                  <a:pt x="2432331" y="105880"/>
                </a:lnTo>
                <a:moveTo>
                  <a:pt x="2432331" y="148037"/>
                </a:moveTo>
                <a:cubicBezTo>
                  <a:pt x="2433670" y="155098"/>
                  <a:pt x="2436125" y="161246"/>
                  <a:pt x="2447286" y="161246"/>
                </a:cubicBezTo>
                <a:cubicBezTo>
                  <a:pt x="2455766" y="161246"/>
                  <a:pt x="2463799" y="157374"/>
                  <a:pt x="2468486" y="152822"/>
                </a:cubicBezTo>
                <a:cubicBezTo>
                  <a:pt x="2468039" y="150087"/>
                  <a:pt x="2467147" y="148037"/>
                  <a:pt x="2464692" y="146671"/>
                </a:cubicBezTo>
                <a:cubicBezTo>
                  <a:pt x="2463132" y="148037"/>
                  <a:pt x="2459335" y="150316"/>
                  <a:pt x="2456433" y="150316"/>
                </a:cubicBezTo>
                <a:cubicBezTo>
                  <a:pt x="2449962" y="150316"/>
                  <a:pt x="2449738" y="141427"/>
                  <a:pt x="2449738" y="130946"/>
                </a:cubicBezTo>
                <a:lnTo>
                  <a:pt x="2449738" y="97446"/>
                </a:lnTo>
                <a:cubicBezTo>
                  <a:pt x="2449738" y="65089"/>
                  <a:pt x="2432331" y="58938"/>
                  <a:pt x="2416036" y="58938"/>
                </a:cubicBezTo>
                <a:cubicBezTo>
                  <a:pt x="2397734" y="58938"/>
                  <a:pt x="2379211" y="71240"/>
                  <a:pt x="2379211" y="84230"/>
                </a:cubicBezTo>
                <a:cubicBezTo>
                  <a:pt x="2379211" y="89700"/>
                  <a:pt x="2381887" y="92435"/>
                  <a:pt x="2387023" y="92435"/>
                </a:cubicBezTo>
                <a:cubicBezTo>
                  <a:pt x="2393494" y="92435"/>
                  <a:pt x="2397512" y="87650"/>
                  <a:pt x="2397512" y="84685"/>
                </a:cubicBezTo>
                <a:cubicBezTo>
                  <a:pt x="2397512" y="83090"/>
                  <a:pt x="2397288" y="81495"/>
                  <a:pt x="2396841" y="80585"/>
                </a:cubicBezTo>
                <a:cubicBezTo>
                  <a:pt x="2396620" y="79900"/>
                  <a:pt x="2396395" y="78534"/>
                  <a:pt x="2396395" y="76025"/>
                </a:cubicBezTo>
                <a:cubicBezTo>
                  <a:pt x="2396395" y="68960"/>
                  <a:pt x="2405771" y="66455"/>
                  <a:pt x="2414251" y="66455"/>
                </a:cubicBezTo>
                <a:cubicBezTo>
                  <a:pt x="2421839" y="66455"/>
                  <a:pt x="2432331" y="70330"/>
                  <a:pt x="2432331" y="96080"/>
                </a:cubicBezTo>
                <a:cubicBezTo>
                  <a:pt x="2432331" y="97675"/>
                  <a:pt x="2431661" y="98586"/>
                  <a:pt x="2430990" y="98815"/>
                </a:cubicBezTo>
                <a:lnTo>
                  <a:pt x="2411796" y="103600"/>
                </a:lnTo>
                <a:cubicBezTo>
                  <a:pt x="2390371" y="109070"/>
                  <a:pt x="2374971" y="121146"/>
                  <a:pt x="2374971" y="136642"/>
                </a:cubicBezTo>
                <a:cubicBezTo>
                  <a:pt x="2374971" y="155328"/>
                  <a:pt x="2387469" y="161246"/>
                  <a:pt x="2403091" y="161246"/>
                </a:cubicBezTo>
                <a:cubicBezTo>
                  <a:pt x="2410903" y="161246"/>
                  <a:pt x="2417599" y="159425"/>
                  <a:pt x="2427421" y="151682"/>
                </a:cubicBezTo>
                <a:lnTo>
                  <a:pt x="2431885" y="148037"/>
                </a:lnTo>
                <a:lnTo>
                  <a:pt x="2432331" y="148037"/>
                </a:lnTo>
                <a:close/>
                <a:moveTo>
                  <a:pt x="2541471" y="68456"/>
                </a:moveTo>
                <a:cubicBezTo>
                  <a:pt x="2553524" y="69367"/>
                  <a:pt x="2554862" y="72095"/>
                  <a:pt x="2550176" y="83691"/>
                </a:cubicBezTo>
                <a:lnTo>
                  <a:pt x="2532096" y="128263"/>
                </a:lnTo>
                <a:cubicBezTo>
                  <a:pt x="2528526" y="137132"/>
                  <a:pt x="2527409" y="137132"/>
                  <a:pt x="2523837" y="127582"/>
                </a:cubicBezTo>
                <a:lnTo>
                  <a:pt x="2507769" y="83691"/>
                </a:lnTo>
                <a:cubicBezTo>
                  <a:pt x="2503751" y="72776"/>
                  <a:pt x="2502858" y="70048"/>
                  <a:pt x="2514686" y="68456"/>
                </a:cubicBezTo>
                <a:cubicBezTo>
                  <a:pt x="2516028" y="67091"/>
                  <a:pt x="2516028" y="62309"/>
                  <a:pt x="2514686" y="60940"/>
                </a:cubicBezTo>
                <a:cubicBezTo>
                  <a:pt x="2507323" y="61169"/>
                  <a:pt x="2499511" y="61398"/>
                  <a:pt x="2492144" y="61398"/>
                </a:cubicBezTo>
                <a:cubicBezTo>
                  <a:pt x="2484781" y="61398"/>
                  <a:pt x="2478082" y="61169"/>
                  <a:pt x="2471387" y="60940"/>
                </a:cubicBezTo>
                <a:cubicBezTo>
                  <a:pt x="2470049" y="62309"/>
                  <a:pt x="2470049" y="67091"/>
                  <a:pt x="2471387" y="68456"/>
                </a:cubicBezTo>
                <a:cubicBezTo>
                  <a:pt x="2483218" y="69822"/>
                  <a:pt x="2484781" y="73461"/>
                  <a:pt x="2489243" y="85057"/>
                </a:cubicBezTo>
                <a:lnTo>
                  <a:pt x="2517812" y="156916"/>
                </a:lnTo>
                <a:cubicBezTo>
                  <a:pt x="2519151" y="160328"/>
                  <a:pt x="2520489" y="161690"/>
                  <a:pt x="2523391" y="161690"/>
                </a:cubicBezTo>
                <a:cubicBezTo>
                  <a:pt x="2525625" y="161690"/>
                  <a:pt x="2527185" y="160328"/>
                  <a:pt x="2528748" y="156460"/>
                </a:cubicBezTo>
                <a:lnTo>
                  <a:pt x="2558431" y="85283"/>
                </a:lnTo>
                <a:cubicBezTo>
                  <a:pt x="2562675" y="75278"/>
                  <a:pt x="2565130" y="69593"/>
                  <a:pt x="2577629" y="68456"/>
                </a:cubicBezTo>
                <a:cubicBezTo>
                  <a:pt x="2578967" y="67091"/>
                  <a:pt x="2578967" y="62309"/>
                  <a:pt x="2577629" y="60940"/>
                </a:cubicBezTo>
                <a:cubicBezTo>
                  <a:pt x="2573164" y="61169"/>
                  <a:pt x="2567807" y="61398"/>
                  <a:pt x="2562004" y="61398"/>
                </a:cubicBezTo>
                <a:cubicBezTo>
                  <a:pt x="2554637" y="61398"/>
                  <a:pt x="2547050" y="61169"/>
                  <a:pt x="2541471" y="60940"/>
                </a:cubicBezTo>
                <a:cubicBezTo>
                  <a:pt x="2540133" y="62309"/>
                  <a:pt x="2540133" y="67091"/>
                  <a:pt x="2541471" y="68456"/>
                </a:cubicBezTo>
                <a:close/>
                <a:moveTo>
                  <a:pt x="2605749" y="94787"/>
                </a:moveTo>
                <a:cubicBezTo>
                  <a:pt x="2609989" y="69162"/>
                  <a:pt x="2625614" y="67122"/>
                  <a:pt x="2630971" y="67122"/>
                </a:cubicBezTo>
                <a:cubicBezTo>
                  <a:pt x="2639451" y="67122"/>
                  <a:pt x="2649494" y="71886"/>
                  <a:pt x="2649494" y="90934"/>
                </a:cubicBezTo>
                <a:cubicBezTo>
                  <a:pt x="2649494" y="92973"/>
                  <a:pt x="2648602" y="94110"/>
                  <a:pt x="2646146" y="94110"/>
                </a:cubicBezTo>
                <a:lnTo>
                  <a:pt x="2605749" y="94787"/>
                </a:lnTo>
                <a:moveTo>
                  <a:pt x="2664223" y="137799"/>
                </a:moveTo>
                <a:cubicBezTo>
                  <a:pt x="2655968" y="146449"/>
                  <a:pt x="2649494" y="150087"/>
                  <a:pt x="2636549" y="150087"/>
                </a:cubicBezTo>
                <a:cubicBezTo>
                  <a:pt x="2628515" y="150087"/>
                  <a:pt x="2619140" y="145309"/>
                  <a:pt x="2612223" y="133705"/>
                </a:cubicBezTo>
                <a:cubicBezTo>
                  <a:pt x="2607758" y="126196"/>
                  <a:pt x="2605078" y="115729"/>
                  <a:pt x="2605078" y="102530"/>
                </a:cubicBezTo>
                <a:lnTo>
                  <a:pt x="2664448" y="102985"/>
                </a:lnTo>
                <a:cubicBezTo>
                  <a:pt x="2667125" y="102985"/>
                  <a:pt x="2668688" y="101620"/>
                  <a:pt x="2668688" y="99114"/>
                </a:cubicBezTo>
                <a:cubicBezTo>
                  <a:pt x="2668688" y="80049"/>
                  <a:pt x="2661992" y="59605"/>
                  <a:pt x="2630971" y="59605"/>
                </a:cubicBezTo>
                <a:cubicBezTo>
                  <a:pt x="2611552" y="59605"/>
                  <a:pt x="2586330" y="78461"/>
                  <a:pt x="2586330" y="112997"/>
                </a:cubicBezTo>
                <a:cubicBezTo>
                  <a:pt x="2586330" y="125740"/>
                  <a:pt x="2589456" y="138028"/>
                  <a:pt x="2596822" y="146674"/>
                </a:cubicBezTo>
                <a:cubicBezTo>
                  <a:pt x="2604410" y="155783"/>
                  <a:pt x="2614900" y="161246"/>
                  <a:pt x="2630971" y="161246"/>
                </a:cubicBezTo>
                <a:cubicBezTo>
                  <a:pt x="2647931" y="161246"/>
                  <a:pt x="2659983" y="153277"/>
                  <a:pt x="2668913" y="141441"/>
                </a:cubicBezTo>
                <a:cubicBezTo>
                  <a:pt x="2668242" y="139165"/>
                  <a:pt x="2666903" y="138028"/>
                  <a:pt x="2664223" y="137799"/>
                </a:cubicBezTo>
                <a:close/>
                <a:moveTo>
                  <a:pt x="2769348" y="77394"/>
                </a:moveTo>
                <a:cubicBezTo>
                  <a:pt x="2768010" y="78990"/>
                  <a:pt x="2766671" y="79448"/>
                  <a:pt x="2766671" y="77394"/>
                </a:cubicBezTo>
                <a:cubicBezTo>
                  <a:pt x="2766446" y="71240"/>
                  <a:pt x="2766000" y="62358"/>
                  <a:pt x="2764883" y="60078"/>
                </a:cubicBezTo>
                <a:cubicBezTo>
                  <a:pt x="2764437" y="58938"/>
                  <a:pt x="2763991" y="58257"/>
                  <a:pt x="2762206" y="58257"/>
                </a:cubicBezTo>
                <a:cubicBezTo>
                  <a:pt x="2755957" y="60763"/>
                  <a:pt x="2750154" y="62813"/>
                  <a:pt x="2734754" y="64860"/>
                </a:cubicBezTo>
                <a:cubicBezTo>
                  <a:pt x="2734308" y="66229"/>
                  <a:pt x="2734754" y="69871"/>
                  <a:pt x="2735200" y="71240"/>
                </a:cubicBezTo>
                <a:cubicBezTo>
                  <a:pt x="2747252" y="72380"/>
                  <a:pt x="2749708" y="73520"/>
                  <a:pt x="2749708" y="86743"/>
                </a:cubicBezTo>
                <a:lnTo>
                  <a:pt x="2749708" y="131203"/>
                </a:lnTo>
                <a:cubicBezTo>
                  <a:pt x="2749708" y="149899"/>
                  <a:pt x="2747477" y="150813"/>
                  <a:pt x="2734083" y="151953"/>
                </a:cubicBezTo>
                <a:cubicBezTo>
                  <a:pt x="2732744" y="153319"/>
                  <a:pt x="2732744" y="158101"/>
                  <a:pt x="2734083" y="159466"/>
                </a:cubicBezTo>
                <a:cubicBezTo>
                  <a:pt x="2740782" y="159241"/>
                  <a:pt x="2749708" y="159011"/>
                  <a:pt x="2758634" y="159011"/>
                </a:cubicBezTo>
                <a:cubicBezTo>
                  <a:pt x="2767563" y="159011"/>
                  <a:pt x="2774259" y="159241"/>
                  <a:pt x="2780954" y="159466"/>
                </a:cubicBezTo>
                <a:cubicBezTo>
                  <a:pt x="2782293" y="158101"/>
                  <a:pt x="2782293" y="153319"/>
                  <a:pt x="2780954" y="151953"/>
                </a:cubicBezTo>
                <a:cubicBezTo>
                  <a:pt x="2769573" y="150813"/>
                  <a:pt x="2767339" y="149899"/>
                  <a:pt x="2767339" y="131203"/>
                </a:cubicBezTo>
                <a:lnTo>
                  <a:pt x="2767339" y="93811"/>
                </a:lnTo>
                <a:cubicBezTo>
                  <a:pt x="2767339" y="89022"/>
                  <a:pt x="2769348" y="86287"/>
                  <a:pt x="2771133" y="84237"/>
                </a:cubicBezTo>
                <a:cubicBezTo>
                  <a:pt x="2779616" y="75799"/>
                  <a:pt x="2789659" y="70781"/>
                  <a:pt x="2798364" y="70781"/>
                </a:cubicBezTo>
                <a:cubicBezTo>
                  <a:pt x="2802829" y="70781"/>
                  <a:pt x="2807515" y="73746"/>
                  <a:pt x="2810192" y="78990"/>
                </a:cubicBezTo>
                <a:cubicBezTo>
                  <a:pt x="2812426" y="83552"/>
                  <a:pt x="2812872" y="89707"/>
                  <a:pt x="2812872" y="96546"/>
                </a:cubicBezTo>
                <a:lnTo>
                  <a:pt x="2812872" y="131203"/>
                </a:lnTo>
                <a:cubicBezTo>
                  <a:pt x="2812872" y="149899"/>
                  <a:pt x="2810638" y="150813"/>
                  <a:pt x="2799031" y="151953"/>
                </a:cubicBezTo>
                <a:cubicBezTo>
                  <a:pt x="2797918" y="153319"/>
                  <a:pt x="2797918" y="158101"/>
                  <a:pt x="2799031" y="159466"/>
                </a:cubicBezTo>
                <a:cubicBezTo>
                  <a:pt x="2805730" y="159241"/>
                  <a:pt x="2812872" y="159011"/>
                  <a:pt x="2821798" y="159011"/>
                </a:cubicBezTo>
                <a:cubicBezTo>
                  <a:pt x="2830727" y="159011"/>
                  <a:pt x="2838761" y="159241"/>
                  <a:pt x="2845457" y="159466"/>
                </a:cubicBezTo>
                <a:cubicBezTo>
                  <a:pt x="2846574" y="158101"/>
                  <a:pt x="2846574" y="153319"/>
                  <a:pt x="2845457" y="151953"/>
                </a:cubicBezTo>
                <a:cubicBezTo>
                  <a:pt x="2832958" y="150813"/>
                  <a:pt x="2830503" y="149899"/>
                  <a:pt x="2830503" y="131203"/>
                </a:cubicBezTo>
                <a:lnTo>
                  <a:pt x="2830503" y="97230"/>
                </a:lnTo>
                <a:cubicBezTo>
                  <a:pt x="2830503" y="84692"/>
                  <a:pt x="2829610" y="73746"/>
                  <a:pt x="2824478" y="66684"/>
                </a:cubicBezTo>
                <a:cubicBezTo>
                  <a:pt x="2820681" y="61673"/>
                  <a:pt x="2813764" y="58938"/>
                  <a:pt x="2805952" y="58938"/>
                </a:cubicBezTo>
                <a:cubicBezTo>
                  <a:pt x="2795016" y="58938"/>
                  <a:pt x="2782518" y="61899"/>
                  <a:pt x="2769348" y="77394"/>
                </a:cubicBezTo>
                <a:close/>
                <a:moveTo>
                  <a:pt x="2858400" y="112257"/>
                </a:moveTo>
                <a:cubicBezTo>
                  <a:pt x="2858400" y="135502"/>
                  <a:pt x="2873579" y="161246"/>
                  <a:pt x="2905271" y="161246"/>
                </a:cubicBezTo>
                <a:cubicBezTo>
                  <a:pt x="2919555" y="161246"/>
                  <a:pt x="2930493" y="156009"/>
                  <a:pt x="2938081" y="148492"/>
                </a:cubicBezTo>
                <a:cubicBezTo>
                  <a:pt x="2948124" y="138463"/>
                  <a:pt x="2952589" y="124107"/>
                  <a:pt x="2952589" y="110207"/>
                </a:cubicBezTo>
                <a:cubicBezTo>
                  <a:pt x="2952589" y="86506"/>
                  <a:pt x="2939866" y="58938"/>
                  <a:pt x="2905718" y="58938"/>
                </a:cubicBezTo>
                <a:cubicBezTo>
                  <a:pt x="2890988" y="58938"/>
                  <a:pt x="2878936" y="65089"/>
                  <a:pt x="2870677" y="74885"/>
                </a:cubicBezTo>
                <a:cubicBezTo>
                  <a:pt x="2862643" y="84685"/>
                  <a:pt x="2858400" y="97901"/>
                  <a:pt x="2858400" y="112257"/>
                </a:cubicBezTo>
                <a:moveTo>
                  <a:pt x="2902370" y="66910"/>
                </a:moveTo>
                <a:cubicBezTo>
                  <a:pt x="2921564" y="66910"/>
                  <a:pt x="2933395" y="84685"/>
                  <a:pt x="2933395" y="117501"/>
                </a:cubicBezTo>
                <a:cubicBezTo>
                  <a:pt x="2933395" y="146212"/>
                  <a:pt x="2918887" y="153277"/>
                  <a:pt x="2908398" y="153277"/>
                </a:cubicBezTo>
                <a:cubicBezTo>
                  <a:pt x="2885185" y="153277"/>
                  <a:pt x="2877597" y="124562"/>
                  <a:pt x="2877597" y="107016"/>
                </a:cubicBezTo>
                <a:cubicBezTo>
                  <a:pt x="2877597" y="87191"/>
                  <a:pt x="2882284" y="66910"/>
                  <a:pt x="2902370" y="66910"/>
                </a:cubicBezTo>
                <a:close/>
                <a:moveTo>
                  <a:pt x="3039856" y="94787"/>
                </a:moveTo>
                <a:cubicBezTo>
                  <a:pt x="3044096" y="69162"/>
                  <a:pt x="3059721" y="67122"/>
                  <a:pt x="3065078" y="67122"/>
                </a:cubicBezTo>
                <a:cubicBezTo>
                  <a:pt x="3073558" y="67122"/>
                  <a:pt x="3083601" y="71886"/>
                  <a:pt x="3083601" y="90934"/>
                </a:cubicBezTo>
                <a:cubicBezTo>
                  <a:pt x="3083601" y="92973"/>
                  <a:pt x="3082709" y="94110"/>
                  <a:pt x="3080253" y="94110"/>
                </a:cubicBezTo>
                <a:lnTo>
                  <a:pt x="3039856" y="94787"/>
                </a:lnTo>
                <a:moveTo>
                  <a:pt x="3098330" y="137799"/>
                </a:moveTo>
                <a:cubicBezTo>
                  <a:pt x="3090075" y="146449"/>
                  <a:pt x="3083601" y="150087"/>
                  <a:pt x="3070656" y="150087"/>
                </a:cubicBezTo>
                <a:cubicBezTo>
                  <a:pt x="3062622" y="150087"/>
                  <a:pt x="3053247" y="145309"/>
                  <a:pt x="3046330" y="133705"/>
                </a:cubicBezTo>
                <a:cubicBezTo>
                  <a:pt x="3041865" y="126196"/>
                  <a:pt x="3039185" y="115729"/>
                  <a:pt x="3039185" y="102530"/>
                </a:cubicBezTo>
                <a:lnTo>
                  <a:pt x="3098555" y="102985"/>
                </a:lnTo>
                <a:cubicBezTo>
                  <a:pt x="3101232" y="102985"/>
                  <a:pt x="3102795" y="101620"/>
                  <a:pt x="3102795" y="99114"/>
                </a:cubicBezTo>
                <a:cubicBezTo>
                  <a:pt x="3102795" y="80049"/>
                  <a:pt x="3096100" y="59605"/>
                  <a:pt x="3065078" y="59605"/>
                </a:cubicBezTo>
                <a:cubicBezTo>
                  <a:pt x="3045659" y="59605"/>
                  <a:pt x="3020437" y="78461"/>
                  <a:pt x="3020437" y="112997"/>
                </a:cubicBezTo>
                <a:cubicBezTo>
                  <a:pt x="3020437" y="125740"/>
                  <a:pt x="3023563" y="138028"/>
                  <a:pt x="3030930" y="146674"/>
                </a:cubicBezTo>
                <a:cubicBezTo>
                  <a:pt x="3038517" y="155783"/>
                  <a:pt x="3049007" y="161246"/>
                  <a:pt x="3065078" y="161246"/>
                </a:cubicBezTo>
                <a:cubicBezTo>
                  <a:pt x="3082038" y="161246"/>
                  <a:pt x="3094090" y="153277"/>
                  <a:pt x="3103020" y="141441"/>
                </a:cubicBezTo>
                <a:cubicBezTo>
                  <a:pt x="3102349" y="139165"/>
                  <a:pt x="3101010" y="138028"/>
                  <a:pt x="3098330" y="137799"/>
                </a:cubicBezTo>
                <a:close/>
                <a:moveTo>
                  <a:pt x="3211712" y="131248"/>
                </a:moveTo>
                <a:lnTo>
                  <a:pt x="3211712" y="70267"/>
                </a:lnTo>
                <a:lnTo>
                  <a:pt x="3232245" y="70267"/>
                </a:lnTo>
                <a:cubicBezTo>
                  <a:pt x="3234479" y="70267"/>
                  <a:pt x="3237602" y="69356"/>
                  <a:pt x="3237602" y="67306"/>
                </a:cubicBezTo>
                <a:lnTo>
                  <a:pt x="3237602" y="62754"/>
                </a:lnTo>
                <a:cubicBezTo>
                  <a:pt x="3237602" y="61843"/>
                  <a:pt x="3236934" y="61385"/>
                  <a:pt x="3235817" y="61385"/>
                </a:cubicBezTo>
                <a:lnTo>
                  <a:pt x="3211712" y="61385"/>
                </a:lnTo>
                <a:lnTo>
                  <a:pt x="3211712" y="49288"/>
                </a:lnTo>
                <a:cubicBezTo>
                  <a:pt x="3211712" y="44725"/>
                  <a:pt x="3211937" y="34452"/>
                  <a:pt x="3213276" y="26689"/>
                </a:cubicBezTo>
                <a:cubicBezTo>
                  <a:pt x="3216398" y="10026"/>
                  <a:pt x="3222202" y="7972"/>
                  <a:pt x="3227113" y="7972"/>
                </a:cubicBezTo>
                <a:cubicBezTo>
                  <a:pt x="3232470" y="7972"/>
                  <a:pt x="3237156" y="11169"/>
                  <a:pt x="3239165" y="15735"/>
                </a:cubicBezTo>
                <a:cubicBezTo>
                  <a:pt x="3241396" y="20528"/>
                  <a:pt x="3243630" y="24864"/>
                  <a:pt x="3249654" y="24864"/>
                </a:cubicBezTo>
                <a:cubicBezTo>
                  <a:pt x="3254119" y="24864"/>
                  <a:pt x="3257467" y="21442"/>
                  <a:pt x="3257467" y="16875"/>
                </a:cubicBezTo>
                <a:cubicBezTo>
                  <a:pt x="3257467" y="7517"/>
                  <a:pt x="3247199" y="0"/>
                  <a:pt x="3230685" y="0"/>
                </a:cubicBezTo>
                <a:cubicBezTo>
                  <a:pt x="3222426" y="0"/>
                  <a:pt x="3209703" y="5011"/>
                  <a:pt x="3202115" y="17105"/>
                </a:cubicBezTo>
                <a:cubicBezTo>
                  <a:pt x="3199214" y="11590"/>
                  <a:pt x="3189171" y="3843"/>
                  <a:pt x="3171315" y="3843"/>
                </a:cubicBezTo>
                <a:cubicBezTo>
                  <a:pt x="3165290" y="3843"/>
                  <a:pt x="3159487" y="5439"/>
                  <a:pt x="3154798" y="8173"/>
                </a:cubicBezTo>
                <a:cubicBezTo>
                  <a:pt x="3139397" y="17303"/>
                  <a:pt x="3132034" y="33521"/>
                  <a:pt x="3132034" y="61385"/>
                </a:cubicBezTo>
                <a:lnTo>
                  <a:pt x="3121096" y="61385"/>
                </a:lnTo>
                <a:cubicBezTo>
                  <a:pt x="3117080" y="61385"/>
                  <a:pt x="3115963" y="64119"/>
                  <a:pt x="3115963" y="65940"/>
                </a:cubicBezTo>
                <a:lnTo>
                  <a:pt x="3115963" y="68901"/>
                </a:lnTo>
                <a:cubicBezTo>
                  <a:pt x="3115963" y="70041"/>
                  <a:pt x="3116188" y="70267"/>
                  <a:pt x="3117080" y="70267"/>
                </a:cubicBezTo>
                <a:lnTo>
                  <a:pt x="3132034" y="70267"/>
                </a:lnTo>
                <a:lnTo>
                  <a:pt x="3132034" y="131248"/>
                </a:lnTo>
                <a:cubicBezTo>
                  <a:pt x="3132034" y="150132"/>
                  <a:pt x="3129579" y="151043"/>
                  <a:pt x="3117527" y="151953"/>
                </a:cubicBezTo>
                <a:cubicBezTo>
                  <a:pt x="3116188" y="153319"/>
                  <a:pt x="3116188" y="158101"/>
                  <a:pt x="3117527" y="159466"/>
                </a:cubicBezTo>
                <a:cubicBezTo>
                  <a:pt x="3124893" y="159241"/>
                  <a:pt x="3132927" y="159011"/>
                  <a:pt x="3140961" y="159011"/>
                </a:cubicBezTo>
                <a:cubicBezTo>
                  <a:pt x="3148102" y="159011"/>
                  <a:pt x="3155693" y="159241"/>
                  <a:pt x="3162835" y="159466"/>
                </a:cubicBezTo>
                <a:cubicBezTo>
                  <a:pt x="3164173" y="158101"/>
                  <a:pt x="3164173" y="153319"/>
                  <a:pt x="3162835" y="151953"/>
                </a:cubicBezTo>
                <a:cubicBezTo>
                  <a:pt x="3152567" y="151043"/>
                  <a:pt x="3149665" y="150132"/>
                  <a:pt x="3149665" y="131248"/>
                </a:cubicBezTo>
                <a:lnTo>
                  <a:pt x="3149665" y="70267"/>
                </a:lnTo>
                <a:lnTo>
                  <a:pt x="3194081" y="70267"/>
                </a:lnTo>
                <a:lnTo>
                  <a:pt x="3194081" y="131248"/>
                </a:lnTo>
                <a:cubicBezTo>
                  <a:pt x="3194081" y="150132"/>
                  <a:pt x="3191626" y="151043"/>
                  <a:pt x="3181804" y="151953"/>
                </a:cubicBezTo>
                <a:cubicBezTo>
                  <a:pt x="3180466" y="153319"/>
                  <a:pt x="3180466" y="158101"/>
                  <a:pt x="3181804" y="159466"/>
                </a:cubicBezTo>
                <a:cubicBezTo>
                  <a:pt x="3188278" y="159241"/>
                  <a:pt x="3195420" y="159011"/>
                  <a:pt x="3203008" y="159011"/>
                </a:cubicBezTo>
                <a:cubicBezTo>
                  <a:pt x="3210149" y="159011"/>
                  <a:pt x="3219746" y="159241"/>
                  <a:pt x="3229347" y="159466"/>
                </a:cubicBezTo>
                <a:cubicBezTo>
                  <a:pt x="3230685" y="158101"/>
                  <a:pt x="3230685" y="153319"/>
                  <a:pt x="3229347" y="151953"/>
                </a:cubicBezTo>
                <a:cubicBezTo>
                  <a:pt x="3214168" y="151043"/>
                  <a:pt x="3211712" y="150132"/>
                  <a:pt x="3211712" y="131248"/>
                </a:cubicBezTo>
                <a:moveTo>
                  <a:pt x="3196312" y="30571"/>
                </a:moveTo>
                <a:cubicBezTo>
                  <a:pt x="3194303" y="38789"/>
                  <a:pt x="3194081" y="47689"/>
                  <a:pt x="3194081" y="52255"/>
                </a:cubicBezTo>
                <a:lnTo>
                  <a:pt x="3194081" y="61385"/>
                </a:lnTo>
                <a:lnTo>
                  <a:pt x="3149665" y="61385"/>
                </a:lnTo>
                <a:lnTo>
                  <a:pt x="3149665" y="59331"/>
                </a:lnTo>
                <a:cubicBezTo>
                  <a:pt x="3149665" y="43811"/>
                  <a:pt x="3151450" y="35822"/>
                  <a:pt x="3152792" y="31485"/>
                </a:cubicBezTo>
                <a:cubicBezTo>
                  <a:pt x="3157478" y="13223"/>
                  <a:pt x="3167521" y="10714"/>
                  <a:pt x="3170869" y="10714"/>
                </a:cubicBezTo>
                <a:cubicBezTo>
                  <a:pt x="3178681" y="10714"/>
                  <a:pt x="3182696" y="16191"/>
                  <a:pt x="3185152" y="21897"/>
                </a:cubicBezTo>
                <a:cubicBezTo>
                  <a:pt x="3187161" y="26463"/>
                  <a:pt x="3189171" y="31026"/>
                  <a:pt x="3194974" y="31026"/>
                </a:cubicBezTo>
                <a:cubicBezTo>
                  <a:pt x="3195420" y="31026"/>
                  <a:pt x="3196091" y="30800"/>
                  <a:pt x="3196312" y="3057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Text ect,sincetheattackstill">
            <a:extLst xmlns:a="http://schemas.openxmlformats.org/drawingml/2006/main">
              <a:ext uri="{FF2B5EF4-FFF2-40B4-BE49-F238E27FC236}">
                <a16:creationId xmlns:a16="http://schemas.microsoft.com/office/drawing/2014/main" id="{6DE371FD-EF91-439A-80CD-FA8EF8A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4567" y="4183778"/>
            <a:ext cx="2152232" cy="189269"/>
          </a:xfrm>
          <a:custGeom xmlns:a="http://schemas.openxmlformats.org/drawingml/2006/main">
            <a:pathLst>
              <a:path w="2152232" h="189269">
                <a:moveTo>
                  <a:pt x="19419" y="94787"/>
                </a:moveTo>
                <a:cubicBezTo>
                  <a:pt x="23659" y="69162"/>
                  <a:pt x="39284" y="67122"/>
                  <a:pt x="44641" y="67122"/>
                </a:cubicBezTo>
                <a:cubicBezTo>
                  <a:pt x="53121" y="67122"/>
                  <a:pt x="63164" y="71886"/>
                  <a:pt x="63164" y="90934"/>
                </a:cubicBezTo>
                <a:cubicBezTo>
                  <a:pt x="63164" y="92973"/>
                  <a:pt x="62272" y="94110"/>
                  <a:pt x="59816" y="94110"/>
                </a:cubicBezTo>
                <a:lnTo>
                  <a:pt x="19419" y="94787"/>
                </a:lnTo>
                <a:moveTo>
                  <a:pt x="77893" y="137799"/>
                </a:moveTo>
                <a:cubicBezTo>
                  <a:pt x="69638" y="146449"/>
                  <a:pt x="63164" y="150087"/>
                  <a:pt x="50219" y="150087"/>
                </a:cubicBezTo>
                <a:cubicBezTo>
                  <a:pt x="42185" y="150087"/>
                  <a:pt x="32810" y="145309"/>
                  <a:pt x="25893" y="133705"/>
                </a:cubicBezTo>
                <a:cubicBezTo>
                  <a:pt x="21428" y="126196"/>
                  <a:pt x="18748" y="115729"/>
                  <a:pt x="18748" y="102530"/>
                </a:cubicBezTo>
                <a:lnTo>
                  <a:pt x="78118" y="102985"/>
                </a:lnTo>
                <a:cubicBezTo>
                  <a:pt x="80795" y="102985"/>
                  <a:pt x="82358" y="101620"/>
                  <a:pt x="82358" y="99114"/>
                </a:cubicBezTo>
                <a:cubicBezTo>
                  <a:pt x="82358" y="80049"/>
                  <a:pt x="75663" y="59605"/>
                  <a:pt x="44641" y="59605"/>
                </a:cubicBezTo>
                <a:cubicBezTo>
                  <a:pt x="25222" y="59605"/>
                  <a:pt x="0" y="78461"/>
                  <a:pt x="0" y="112997"/>
                </a:cubicBezTo>
                <a:cubicBezTo>
                  <a:pt x="0" y="125740"/>
                  <a:pt x="3126" y="138028"/>
                  <a:pt x="10493" y="146674"/>
                </a:cubicBezTo>
                <a:cubicBezTo>
                  <a:pt x="18080" y="155783"/>
                  <a:pt x="28570" y="161246"/>
                  <a:pt x="44641" y="161246"/>
                </a:cubicBezTo>
                <a:cubicBezTo>
                  <a:pt x="61601" y="161246"/>
                  <a:pt x="73653" y="153277"/>
                  <a:pt x="82583" y="141441"/>
                </a:cubicBezTo>
                <a:cubicBezTo>
                  <a:pt x="81912" y="139165"/>
                  <a:pt x="80574" y="138028"/>
                  <a:pt x="77893" y="137799"/>
                </a:cubicBezTo>
                <a:close/>
                <a:moveTo>
                  <a:pt x="181903" y="138237"/>
                </a:moveTo>
                <a:cubicBezTo>
                  <a:pt x="181011" y="136187"/>
                  <a:pt x="179223" y="135276"/>
                  <a:pt x="177217" y="135047"/>
                </a:cubicBezTo>
                <a:cubicBezTo>
                  <a:pt x="169626" y="145076"/>
                  <a:pt x="160028" y="150087"/>
                  <a:pt x="150431" y="150087"/>
                </a:cubicBezTo>
                <a:cubicBezTo>
                  <a:pt x="134139" y="150087"/>
                  <a:pt x="120523" y="133226"/>
                  <a:pt x="120523" y="106561"/>
                </a:cubicBezTo>
                <a:cubicBezTo>
                  <a:pt x="120523" y="81495"/>
                  <a:pt x="131237" y="66455"/>
                  <a:pt x="145970" y="66455"/>
                </a:cubicBezTo>
                <a:cubicBezTo>
                  <a:pt x="159136" y="66455"/>
                  <a:pt x="160921" y="74430"/>
                  <a:pt x="161816" y="82406"/>
                </a:cubicBezTo>
                <a:cubicBezTo>
                  <a:pt x="162484" y="88560"/>
                  <a:pt x="165610" y="90610"/>
                  <a:pt x="170296" y="90610"/>
                </a:cubicBezTo>
                <a:cubicBezTo>
                  <a:pt x="174983" y="90610"/>
                  <a:pt x="181232" y="87650"/>
                  <a:pt x="181232" y="80585"/>
                </a:cubicBezTo>
                <a:cubicBezTo>
                  <a:pt x="181232" y="68050"/>
                  <a:pt x="168512" y="58938"/>
                  <a:pt x="147084" y="58938"/>
                </a:cubicBezTo>
                <a:cubicBezTo>
                  <a:pt x="124988" y="58938"/>
                  <a:pt x="101329" y="79215"/>
                  <a:pt x="101329" y="111576"/>
                </a:cubicBezTo>
                <a:cubicBezTo>
                  <a:pt x="101329" y="140972"/>
                  <a:pt x="117400" y="161246"/>
                  <a:pt x="145521" y="161246"/>
                </a:cubicBezTo>
                <a:cubicBezTo>
                  <a:pt x="158915" y="161246"/>
                  <a:pt x="170743" y="156919"/>
                  <a:pt x="181903" y="138237"/>
                </a:cubicBezTo>
                <a:close/>
                <a:moveTo>
                  <a:pt x="198197" y="61385"/>
                </a:moveTo>
                <a:cubicBezTo>
                  <a:pt x="195071" y="61385"/>
                  <a:pt x="194178" y="64119"/>
                  <a:pt x="194178" y="65940"/>
                </a:cubicBezTo>
                <a:lnTo>
                  <a:pt x="194178" y="68901"/>
                </a:lnTo>
                <a:cubicBezTo>
                  <a:pt x="194178" y="70041"/>
                  <a:pt x="194400" y="70267"/>
                  <a:pt x="195295" y="70267"/>
                </a:cubicBezTo>
                <a:lnTo>
                  <a:pt x="208462" y="70267"/>
                </a:lnTo>
                <a:lnTo>
                  <a:pt x="208462" y="138716"/>
                </a:lnTo>
                <a:cubicBezTo>
                  <a:pt x="208462" y="154869"/>
                  <a:pt x="215382" y="161246"/>
                  <a:pt x="225646" y="161246"/>
                </a:cubicBezTo>
                <a:cubicBezTo>
                  <a:pt x="235914" y="161246"/>
                  <a:pt x="247074" y="156238"/>
                  <a:pt x="255779" y="146219"/>
                </a:cubicBezTo>
                <a:cubicBezTo>
                  <a:pt x="255333" y="143947"/>
                  <a:pt x="253995" y="142581"/>
                  <a:pt x="251761" y="142355"/>
                </a:cubicBezTo>
                <a:cubicBezTo>
                  <a:pt x="245957" y="146904"/>
                  <a:pt x="239262" y="148721"/>
                  <a:pt x="233459" y="148721"/>
                </a:cubicBezTo>
                <a:cubicBezTo>
                  <a:pt x="227434" y="148721"/>
                  <a:pt x="226096" y="141900"/>
                  <a:pt x="226096" y="127801"/>
                </a:cubicBezTo>
                <a:lnTo>
                  <a:pt x="226096" y="70267"/>
                </a:lnTo>
                <a:lnTo>
                  <a:pt x="249305" y="70267"/>
                </a:lnTo>
                <a:cubicBezTo>
                  <a:pt x="251539" y="70267"/>
                  <a:pt x="254662" y="69356"/>
                  <a:pt x="254662" y="67306"/>
                </a:cubicBezTo>
                <a:lnTo>
                  <a:pt x="254662" y="62754"/>
                </a:lnTo>
                <a:cubicBezTo>
                  <a:pt x="254662" y="61843"/>
                  <a:pt x="253995" y="61385"/>
                  <a:pt x="252878" y="61385"/>
                </a:cubicBezTo>
                <a:lnTo>
                  <a:pt x="226096" y="61385"/>
                </a:lnTo>
                <a:lnTo>
                  <a:pt x="226096" y="52506"/>
                </a:lnTo>
                <a:cubicBezTo>
                  <a:pt x="226096" y="37702"/>
                  <a:pt x="226988" y="28590"/>
                  <a:pt x="226988" y="28590"/>
                </a:cubicBezTo>
                <a:cubicBezTo>
                  <a:pt x="226988" y="27224"/>
                  <a:pt x="226317" y="26540"/>
                  <a:pt x="225200" y="26540"/>
                </a:cubicBezTo>
                <a:cubicBezTo>
                  <a:pt x="224308" y="26540"/>
                  <a:pt x="222299" y="27453"/>
                  <a:pt x="220293" y="28590"/>
                </a:cubicBezTo>
                <a:cubicBezTo>
                  <a:pt x="217837" y="29959"/>
                  <a:pt x="215603" y="31095"/>
                  <a:pt x="212702" y="31780"/>
                </a:cubicBezTo>
                <a:cubicBezTo>
                  <a:pt x="210025" y="32690"/>
                  <a:pt x="207794" y="33375"/>
                  <a:pt x="207794" y="34967"/>
                </a:cubicBezTo>
                <a:cubicBezTo>
                  <a:pt x="207794" y="37702"/>
                  <a:pt x="208462" y="36107"/>
                  <a:pt x="208462" y="61385"/>
                </a:cubicBezTo>
                <a:lnTo>
                  <a:pt x="198197" y="61385"/>
                </a:lnTo>
                <a:close/>
                <a:moveTo>
                  <a:pt x="282337" y="137399"/>
                </a:moveTo>
                <a:cubicBezTo>
                  <a:pt x="275420" y="137399"/>
                  <a:pt x="270509" y="142181"/>
                  <a:pt x="270509" y="148558"/>
                </a:cubicBezTo>
                <a:cubicBezTo>
                  <a:pt x="270509" y="155619"/>
                  <a:pt x="276312" y="157896"/>
                  <a:pt x="280327" y="158577"/>
                </a:cubicBezTo>
                <a:cubicBezTo>
                  <a:pt x="284571" y="159032"/>
                  <a:pt x="288365" y="160398"/>
                  <a:pt x="288365" y="165624"/>
                </a:cubicBezTo>
                <a:cubicBezTo>
                  <a:pt x="288365" y="170396"/>
                  <a:pt x="280327" y="180849"/>
                  <a:pt x="268724" y="183806"/>
                </a:cubicBezTo>
                <a:cubicBezTo>
                  <a:pt x="268724" y="186082"/>
                  <a:pt x="269171" y="187677"/>
                  <a:pt x="270730" y="189269"/>
                </a:cubicBezTo>
                <a:cubicBezTo>
                  <a:pt x="284125" y="186767"/>
                  <a:pt x="297069" y="175852"/>
                  <a:pt x="297069" y="159943"/>
                </a:cubicBezTo>
                <a:cubicBezTo>
                  <a:pt x="297069" y="146282"/>
                  <a:pt x="291266" y="137399"/>
                  <a:pt x="282337" y="137399"/>
                </a:cubicBezTo>
                <a:close/>
                <a:moveTo>
                  <a:pt x="369382" y="127527"/>
                </a:moveTo>
                <a:cubicBezTo>
                  <a:pt x="370274" y="138692"/>
                  <a:pt x="370945" y="149402"/>
                  <a:pt x="370945" y="158969"/>
                </a:cubicBezTo>
                <a:cubicBezTo>
                  <a:pt x="373176" y="158514"/>
                  <a:pt x="375410" y="158288"/>
                  <a:pt x="376523" y="158288"/>
                </a:cubicBezTo>
                <a:cubicBezTo>
                  <a:pt x="378087" y="158288"/>
                  <a:pt x="379425" y="158288"/>
                  <a:pt x="380988" y="158744"/>
                </a:cubicBezTo>
                <a:cubicBezTo>
                  <a:pt x="387016" y="160335"/>
                  <a:pt x="393041" y="161246"/>
                  <a:pt x="401299" y="161246"/>
                </a:cubicBezTo>
                <a:cubicBezTo>
                  <a:pt x="413798" y="161246"/>
                  <a:pt x="436786" y="155098"/>
                  <a:pt x="436786" y="132538"/>
                </a:cubicBezTo>
                <a:cubicBezTo>
                  <a:pt x="436786" y="117046"/>
                  <a:pt x="425850" y="107930"/>
                  <a:pt x="410672" y="102231"/>
                </a:cubicBezTo>
                <a:cubicBezTo>
                  <a:pt x="397281" y="96991"/>
                  <a:pt x="388355" y="93571"/>
                  <a:pt x="388355" y="81040"/>
                </a:cubicBezTo>
                <a:cubicBezTo>
                  <a:pt x="388355" y="71695"/>
                  <a:pt x="396388" y="66455"/>
                  <a:pt x="403976" y="66455"/>
                </a:cubicBezTo>
                <a:cubicBezTo>
                  <a:pt x="408887" y="66455"/>
                  <a:pt x="421832" y="68279"/>
                  <a:pt x="424733" y="87650"/>
                </a:cubicBezTo>
                <a:cubicBezTo>
                  <a:pt x="426072" y="89015"/>
                  <a:pt x="430537" y="88786"/>
                  <a:pt x="431875" y="87420"/>
                </a:cubicBezTo>
                <a:cubicBezTo>
                  <a:pt x="432546" y="79215"/>
                  <a:pt x="432992" y="70785"/>
                  <a:pt x="433217" y="63268"/>
                </a:cubicBezTo>
                <a:cubicBezTo>
                  <a:pt x="426297" y="62128"/>
                  <a:pt x="415583" y="58938"/>
                  <a:pt x="403976" y="58938"/>
                </a:cubicBezTo>
                <a:cubicBezTo>
                  <a:pt x="387462" y="58938"/>
                  <a:pt x="372508" y="69874"/>
                  <a:pt x="372508" y="84459"/>
                </a:cubicBezTo>
                <a:cubicBezTo>
                  <a:pt x="372508" y="101091"/>
                  <a:pt x="379871" y="108156"/>
                  <a:pt x="397059" y="115451"/>
                </a:cubicBezTo>
                <a:cubicBezTo>
                  <a:pt x="415583" y="123197"/>
                  <a:pt x="419823" y="127982"/>
                  <a:pt x="419823" y="137782"/>
                </a:cubicBezTo>
                <a:cubicBezTo>
                  <a:pt x="419823" y="148947"/>
                  <a:pt x="409112" y="153732"/>
                  <a:pt x="400853" y="153732"/>
                </a:cubicBezTo>
                <a:cubicBezTo>
                  <a:pt x="392148" y="153732"/>
                  <a:pt x="387238" y="150768"/>
                  <a:pt x="385007" y="148263"/>
                </a:cubicBezTo>
                <a:cubicBezTo>
                  <a:pt x="380096" y="143022"/>
                  <a:pt x="377641" y="132996"/>
                  <a:pt x="376302" y="127297"/>
                </a:cubicBezTo>
                <a:cubicBezTo>
                  <a:pt x="374964" y="125931"/>
                  <a:pt x="370720" y="126157"/>
                  <a:pt x="369382" y="127527"/>
                </a:cubicBezTo>
                <a:close/>
                <a:moveTo>
                  <a:pt x="465802" y="22498"/>
                </a:moveTo>
                <a:cubicBezTo>
                  <a:pt x="465802" y="28420"/>
                  <a:pt x="471159" y="34341"/>
                  <a:pt x="476513" y="34341"/>
                </a:cubicBezTo>
                <a:cubicBezTo>
                  <a:pt x="482762" y="34341"/>
                  <a:pt x="488119" y="28194"/>
                  <a:pt x="488119" y="23408"/>
                </a:cubicBezTo>
                <a:cubicBezTo>
                  <a:pt x="488119" y="17946"/>
                  <a:pt x="483433" y="11565"/>
                  <a:pt x="477408" y="11565"/>
                </a:cubicBezTo>
                <a:cubicBezTo>
                  <a:pt x="472051" y="11565"/>
                  <a:pt x="465802" y="17032"/>
                  <a:pt x="465802" y="22498"/>
                </a:cubicBezTo>
                <a:moveTo>
                  <a:pt x="486113" y="131224"/>
                </a:moveTo>
                <a:lnTo>
                  <a:pt x="486113" y="85898"/>
                </a:lnTo>
                <a:cubicBezTo>
                  <a:pt x="486113" y="74510"/>
                  <a:pt x="487005" y="59883"/>
                  <a:pt x="487005" y="59883"/>
                </a:cubicBezTo>
                <a:cubicBezTo>
                  <a:pt x="487005" y="58962"/>
                  <a:pt x="485888" y="58271"/>
                  <a:pt x="484104" y="58271"/>
                </a:cubicBezTo>
                <a:cubicBezTo>
                  <a:pt x="477854" y="60804"/>
                  <a:pt x="468925" y="62875"/>
                  <a:pt x="453525" y="64943"/>
                </a:cubicBezTo>
                <a:cubicBezTo>
                  <a:pt x="453078" y="66312"/>
                  <a:pt x="453525" y="69954"/>
                  <a:pt x="453971" y="71323"/>
                </a:cubicBezTo>
                <a:cubicBezTo>
                  <a:pt x="466248" y="72460"/>
                  <a:pt x="468479" y="73829"/>
                  <a:pt x="468479" y="86812"/>
                </a:cubicBezTo>
                <a:lnTo>
                  <a:pt x="468479" y="131224"/>
                </a:lnTo>
                <a:cubicBezTo>
                  <a:pt x="468479" y="150129"/>
                  <a:pt x="466023" y="150813"/>
                  <a:pt x="452411" y="151953"/>
                </a:cubicBezTo>
                <a:cubicBezTo>
                  <a:pt x="451069" y="153319"/>
                  <a:pt x="451069" y="158101"/>
                  <a:pt x="452411" y="159466"/>
                </a:cubicBezTo>
                <a:cubicBezTo>
                  <a:pt x="459774" y="159241"/>
                  <a:pt x="468479" y="159011"/>
                  <a:pt x="477408" y="159011"/>
                </a:cubicBezTo>
                <a:cubicBezTo>
                  <a:pt x="486334" y="159011"/>
                  <a:pt x="494814" y="159241"/>
                  <a:pt x="502181" y="159466"/>
                </a:cubicBezTo>
                <a:cubicBezTo>
                  <a:pt x="503519" y="158101"/>
                  <a:pt x="503519" y="153319"/>
                  <a:pt x="502181" y="151953"/>
                </a:cubicBezTo>
                <a:cubicBezTo>
                  <a:pt x="488565" y="151043"/>
                  <a:pt x="486113" y="150129"/>
                  <a:pt x="486113" y="131224"/>
                </a:cubicBezTo>
                <a:close/>
                <a:moveTo>
                  <a:pt x="547265" y="77394"/>
                </a:moveTo>
                <a:cubicBezTo>
                  <a:pt x="545927" y="78990"/>
                  <a:pt x="544588" y="79448"/>
                  <a:pt x="544588" y="77394"/>
                </a:cubicBezTo>
                <a:cubicBezTo>
                  <a:pt x="544364" y="71240"/>
                  <a:pt x="543917" y="62358"/>
                  <a:pt x="542800" y="60078"/>
                </a:cubicBezTo>
                <a:cubicBezTo>
                  <a:pt x="542354" y="58938"/>
                  <a:pt x="541908" y="58257"/>
                  <a:pt x="540124" y="58257"/>
                </a:cubicBezTo>
                <a:cubicBezTo>
                  <a:pt x="533874" y="60763"/>
                  <a:pt x="528071" y="62813"/>
                  <a:pt x="512671" y="64860"/>
                </a:cubicBezTo>
                <a:cubicBezTo>
                  <a:pt x="512225" y="66229"/>
                  <a:pt x="512671" y="69871"/>
                  <a:pt x="513117" y="71240"/>
                </a:cubicBezTo>
                <a:cubicBezTo>
                  <a:pt x="525170" y="72380"/>
                  <a:pt x="527625" y="73520"/>
                  <a:pt x="527625" y="86743"/>
                </a:cubicBezTo>
                <a:lnTo>
                  <a:pt x="527625" y="131203"/>
                </a:lnTo>
                <a:cubicBezTo>
                  <a:pt x="527625" y="149899"/>
                  <a:pt x="525394" y="150813"/>
                  <a:pt x="512000" y="151953"/>
                </a:cubicBezTo>
                <a:cubicBezTo>
                  <a:pt x="510662" y="153319"/>
                  <a:pt x="510662" y="158101"/>
                  <a:pt x="512000" y="159466"/>
                </a:cubicBezTo>
                <a:cubicBezTo>
                  <a:pt x="518699" y="159241"/>
                  <a:pt x="527625" y="159011"/>
                  <a:pt x="536551" y="159011"/>
                </a:cubicBezTo>
                <a:cubicBezTo>
                  <a:pt x="545481" y="159011"/>
                  <a:pt x="552176" y="159241"/>
                  <a:pt x="558872" y="159466"/>
                </a:cubicBezTo>
                <a:cubicBezTo>
                  <a:pt x="560210" y="158101"/>
                  <a:pt x="560210" y="153319"/>
                  <a:pt x="558872" y="151953"/>
                </a:cubicBezTo>
                <a:cubicBezTo>
                  <a:pt x="547490" y="150813"/>
                  <a:pt x="545256" y="149899"/>
                  <a:pt x="545256" y="131203"/>
                </a:cubicBezTo>
                <a:lnTo>
                  <a:pt x="545256" y="93811"/>
                </a:lnTo>
                <a:cubicBezTo>
                  <a:pt x="545256" y="89022"/>
                  <a:pt x="547265" y="86287"/>
                  <a:pt x="549050" y="84237"/>
                </a:cubicBezTo>
                <a:cubicBezTo>
                  <a:pt x="557533" y="75799"/>
                  <a:pt x="567576" y="70781"/>
                  <a:pt x="576281" y="70781"/>
                </a:cubicBezTo>
                <a:cubicBezTo>
                  <a:pt x="580746" y="70781"/>
                  <a:pt x="585432" y="73746"/>
                  <a:pt x="588109" y="78990"/>
                </a:cubicBezTo>
                <a:cubicBezTo>
                  <a:pt x="590343" y="83552"/>
                  <a:pt x="590789" y="89707"/>
                  <a:pt x="590789" y="96546"/>
                </a:cubicBezTo>
                <a:lnTo>
                  <a:pt x="590789" y="131203"/>
                </a:lnTo>
                <a:cubicBezTo>
                  <a:pt x="590789" y="149899"/>
                  <a:pt x="588555" y="150813"/>
                  <a:pt x="576949" y="151953"/>
                </a:cubicBezTo>
                <a:cubicBezTo>
                  <a:pt x="575835" y="153319"/>
                  <a:pt x="575835" y="158101"/>
                  <a:pt x="576949" y="159466"/>
                </a:cubicBezTo>
                <a:cubicBezTo>
                  <a:pt x="583647" y="159241"/>
                  <a:pt x="590789" y="159011"/>
                  <a:pt x="599715" y="159011"/>
                </a:cubicBezTo>
                <a:cubicBezTo>
                  <a:pt x="608645" y="159011"/>
                  <a:pt x="616679" y="159241"/>
                  <a:pt x="623374" y="159466"/>
                </a:cubicBezTo>
                <a:cubicBezTo>
                  <a:pt x="624491" y="158101"/>
                  <a:pt x="624491" y="153319"/>
                  <a:pt x="623374" y="151953"/>
                </a:cubicBezTo>
                <a:cubicBezTo>
                  <a:pt x="610875" y="150813"/>
                  <a:pt x="608420" y="149899"/>
                  <a:pt x="608420" y="131203"/>
                </a:cubicBezTo>
                <a:lnTo>
                  <a:pt x="608420" y="97230"/>
                </a:lnTo>
                <a:cubicBezTo>
                  <a:pt x="608420" y="84692"/>
                  <a:pt x="607528" y="73746"/>
                  <a:pt x="602395" y="66684"/>
                </a:cubicBezTo>
                <a:cubicBezTo>
                  <a:pt x="598598" y="61673"/>
                  <a:pt x="591681" y="58938"/>
                  <a:pt x="583869" y="58938"/>
                </a:cubicBezTo>
                <a:cubicBezTo>
                  <a:pt x="572933" y="58938"/>
                  <a:pt x="560435" y="61899"/>
                  <a:pt x="547265" y="77394"/>
                </a:cubicBezTo>
                <a:close/>
                <a:moveTo>
                  <a:pt x="715998" y="138237"/>
                </a:moveTo>
                <a:cubicBezTo>
                  <a:pt x="715106" y="136187"/>
                  <a:pt x="713318" y="135276"/>
                  <a:pt x="711312" y="135047"/>
                </a:cubicBezTo>
                <a:cubicBezTo>
                  <a:pt x="703721" y="145076"/>
                  <a:pt x="694124" y="150087"/>
                  <a:pt x="684527" y="150087"/>
                </a:cubicBezTo>
                <a:cubicBezTo>
                  <a:pt x="668235" y="150087"/>
                  <a:pt x="654619" y="133226"/>
                  <a:pt x="654619" y="106561"/>
                </a:cubicBezTo>
                <a:cubicBezTo>
                  <a:pt x="654619" y="81495"/>
                  <a:pt x="665333" y="66455"/>
                  <a:pt x="680066" y="66455"/>
                </a:cubicBezTo>
                <a:cubicBezTo>
                  <a:pt x="693232" y="66455"/>
                  <a:pt x="695016" y="74430"/>
                  <a:pt x="695912" y="82406"/>
                </a:cubicBezTo>
                <a:cubicBezTo>
                  <a:pt x="696580" y="88560"/>
                  <a:pt x="699706" y="90610"/>
                  <a:pt x="704392" y="90610"/>
                </a:cubicBezTo>
                <a:cubicBezTo>
                  <a:pt x="709078" y="90610"/>
                  <a:pt x="715327" y="87650"/>
                  <a:pt x="715327" y="80585"/>
                </a:cubicBezTo>
                <a:cubicBezTo>
                  <a:pt x="715327" y="68050"/>
                  <a:pt x="702608" y="58938"/>
                  <a:pt x="681179" y="58938"/>
                </a:cubicBezTo>
                <a:cubicBezTo>
                  <a:pt x="659084" y="58938"/>
                  <a:pt x="635425" y="79215"/>
                  <a:pt x="635425" y="111576"/>
                </a:cubicBezTo>
                <a:cubicBezTo>
                  <a:pt x="635425" y="140972"/>
                  <a:pt x="651496" y="161246"/>
                  <a:pt x="679616" y="161246"/>
                </a:cubicBezTo>
                <a:cubicBezTo>
                  <a:pt x="693010" y="161246"/>
                  <a:pt x="704838" y="156919"/>
                  <a:pt x="715998" y="138237"/>
                </a:cubicBezTo>
                <a:close/>
                <a:moveTo>
                  <a:pt x="750370" y="94787"/>
                </a:moveTo>
                <a:cubicBezTo>
                  <a:pt x="754610" y="69162"/>
                  <a:pt x="770235" y="67122"/>
                  <a:pt x="775592" y="67122"/>
                </a:cubicBezTo>
                <a:cubicBezTo>
                  <a:pt x="784072" y="67122"/>
                  <a:pt x="794115" y="71886"/>
                  <a:pt x="794115" y="90934"/>
                </a:cubicBezTo>
                <a:cubicBezTo>
                  <a:pt x="794115" y="92973"/>
                  <a:pt x="793223" y="94110"/>
                  <a:pt x="790767" y="94110"/>
                </a:cubicBezTo>
                <a:lnTo>
                  <a:pt x="750370" y="94787"/>
                </a:lnTo>
                <a:moveTo>
                  <a:pt x="808844" y="137799"/>
                </a:moveTo>
                <a:cubicBezTo>
                  <a:pt x="800589" y="146449"/>
                  <a:pt x="794115" y="150087"/>
                  <a:pt x="781170" y="150087"/>
                </a:cubicBezTo>
                <a:cubicBezTo>
                  <a:pt x="773136" y="150087"/>
                  <a:pt x="763761" y="145309"/>
                  <a:pt x="756844" y="133705"/>
                </a:cubicBezTo>
                <a:cubicBezTo>
                  <a:pt x="752379" y="126196"/>
                  <a:pt x="749699" y="115729"/>
                  <a:pt x="749699" y="102530"/>
                </a:cubicBezTo>
                <a:lnTo>
                  <a:pt x="809069" y="102985"/>
                </a:lnTo>
                <a:cubicBezTo>
                  <a:pt x="811746" y="102985"/>
                  <a:pt x="813309" y="101620"/>
                  <a:pt x="813309" y="99114"/>
                </a:cubicBezTo>
                <a:cubicBezTo>
                  <a:pt x="813309" y="80049"/>
                  <a:pt x="806613" y="59605"/>
                  <a:pt x="775592" y="59605"/>
                </a:cubicBezTo>
                <a:cubicBezTo>
                  <a:pt x="756173" y="59605"/>
                  <a:pt x="730951" y="78461"/>
                  <a:pt x="730951" y="112997"/>
                </a:cubicBezTo>
                <a:cubicBezTo>
                  <a:pt x="730951" y="125740"/>
                  <a:pt x="734077" y="138028"/>
                  <a:pt x="741444" y="146674"/>
                </a:cubicBezTo>
                <a:cubicBezTo>
                  <a:pt x="749031" y="155783"/>
                  <a:pt x="759521" y="161246"/>
                  <a:pt x="775592" y="161246"/>
                </a:cubicBezTo>
                <a:cubicBezTo>
                  <a:pt x="792552" y="161246"/>
                  <a:pt x="804604" y="153277"/>
                  <a:pt x="813534" y="141441"/>
                </a:cubicBezTo>
                <a:cubicBezTo>
                  <a:pt x="812863" y="139165"/>
                  <a:pt x="811524" y="138028"/>
                  <a:pt x="808844" y="137799"/>
                </a:cubicBezTo>
                <a:close/>
                <a:moveTo>
                  <a:pt x="882501" y="61385"/>
                </a:moveTo>
                <a:cubicBezTo>
                  <a:pt x="879374" y="61385"/>
                  <a:pt x="878482" y="64119"/>
                  <a:pt x="878482" y="65940"/>
                </a:cubicBezTo>
                <a:lnTo>
                  <a:pt x="878482" y="68901"/>
                </a:lnTo>
                <a:cubicBezTo>
                  <a:pt x="878482" y="70041"/>
                  <a:pt x="878703" y="70267"/>
                  <a:pt x="879599" y="70267"/>
                </a:cubicBezTo>
                <a:lnTo>
                  <a:pt x="892765" y="70267"/>
                </a:lnTo>
                <a:lnTo>
                  <a:pt x="892765" y="138716"/>
                </a:lnTo>
                <a:cubicBezTo>
                  <a:pt x="892765" y="154869"/>
                  <a:pt x="899685" y="161246"/>
                  <a:pt x="909950" y="161246"/>
                </a:cubicBezTo>
                <a:cubicBezTo>
                  <a:pt x="920218" y="161246"/>
                  <a:pt x="931378" y="156238"/>
                  <a:pt x="940083" y="146219"/>
                </a:cubicBezTo>
                <a:cubicBezTo>
                  <a:pt x="939637" y="143947"/>
                  <a:pt x="938298" y="142581"/>
                  <a:pt x="936064" y="142355"/>
                </a:cubicBezTo>
                <a:cubicBezTo>
                  <a:pt x="930261" y="146904"/>
                  <a:pt x="923565" y="148721"/>
                  <a:pt x="917762" y="148721"/>
                </a:cubicBezTo>
                <a:cubicBezTo>
                  <a:pt x="911738" y="148721"/>
                  <a:pt x="910399" y="141900"/>
                  <a:pt x="910399" y="127801"/>
                </a:cubicBezTo>
                <a:lnTo>
                  <a:pt x="910399" y="70267"/>
                </a:lnTo>
                <a:lnTo>
                  <a:pt x="933609" y="70267"/>
                </a:lnTo>
                <a:cubicBezTo>
                  <a:pt x="935843" y="70267"/>
                  <a:pt x="938966" y="69356"/>
                  <a:pt x="938966" y="67306"/>
                </a:cubicBezTo>
                <a:lnTo>
                  <a:pt x="938966" y="62754"/>
                </a:lnTo>
                <a:cubicBezTo>
                  <a:pt x="938966" y="61843"/>
                  <a:pt x="938298" y="61385"/>
                  <a:pt x="937181" y="61385"/>
                </a:cubicBezTo>
                <a:lnTo>
                  <a:pt x="910399" y="61385"/>
                </a:lnTo>
                <a:lnTo>
                  <a:pt x="910399" y="52506"/>
                </a:lnTo>
                <a:cubicBezTo>
                  <a:pt x="910399" y="37702"/>
                  <a:pt x="911292" y="28590"/>
                  <a:pt x="911292" y="28590"/>
                </a:cubicBezTo>
                <a:cubicBezTo>
                  <a:pt x="911292" y="27224"/>
                  <a:pt x="910621" y="26540"/>
                  <a:pt x="909504" y="26540"/>
                </a:cubicBezTo>
                <a:cubicBezTo>
                  <a:pt x="908611" y="26540"/>
                  <a:pt x="906602" y="27453"/>
                  <a:pt x="904596" y="28590"/>
                </a:cubicBezTo>
                <a:cubicBezTo>
                  <a:pt x="902141" y="29959"/>
                  <a:pt x="899907" y="31095"/>
                  <a:pt x="897005" y="31780"/>
                </a:cubicBezTo>
                <a:cubicBezTo>
                  <a:pt x="894328" y="32690"/>
                  <a:pt x="892098" y="33375"/>
                  <a:pt x="892098" y="34967"/>
                </a:cubicBezTo>
                <a:cubicBezTo>
                  <a:pt x="892098" y="37702"/>
                  <a:pt x="892765" y="36107"/>
                  <a:pt x="892765" y="61385"/>
                </a:cubicBezTo>
                <a:lnTo>
                  <a:pt x="882501" y="61385"/>
                </a:lnTo>
                <a:close/>
                <a:moveTo>
                  <a:pt x="980703" y="93811"/>
                </a:moveTo>
                <a:cubicBezTo>
                  <a:pt x="980703" y="89022"/>
                  <a:pt x="982712" y="86287"/>
                  <a:pt x="984496" y="84237"/>
                </a:cubicBezTo>
                <a:cubicBezTo>
                  <a:pt x="992980" y="75799"/>
                  <a:pt x="1004361" y="70781"/>
                  <a:pt x="1013066" y="70781"/>
                </a:cubicBezTo>
                <a:cubicBezTo>
                  <a:pt x="1017528" y="70781"/>
                  <a:pt x="1022217" y="73746"/>
                  <a:pt x="1024894" y="78990"/>
                </a:cubicBezTo>
                <a:cubicBezTo>
                  <a:pt x="1027128" y="83552"/>
                  <a:pt x="1027574" y="89707"/>
                  <a:pt x="1027574" y="96546"/>
                </a:cubicBezTo>
                <a:lnTo>
                  <a:pt x="1027574" y="131203"/>
                </a:lnTo>
                <a:cubicBezTo>
                  <a:pt x="1027574" y="149899"/>
                  <a:pt x="1025340" y="150813"/>
                  <a:pt x="1013734" y="151953"/>
                </a:cubicBezTo>
                <a:cubicBezTo>
                  <a:pt x="1012620" y="153319"/>
                  <a:pt x="1012620" y="158101"/>
                  <a:pt x="1013734" y="159466"/>
                </a:cubicBezTo>
                <a:cubicBezTo>
                  <a:pt x="1019983" y="159241"/>
                  <a:pt x="1027574" y="159011"/>
                  <a:pt x="1036500" y="159011"/>
                </a:cubicBezTo>
                <a:cubicBezTo>
                  <a:pt x="1045430" y="159011"/>
                  <a:pt x="1052793" y="159241"/>
                  <a:pt x="1060159" y="159466"/>
                </a:cubicBezTo>
                <a:cubicBezTo>
                  <a:pt x="1061276" y="158101"/>
                  <a:pt x="1061276" y="153319"/>
                  <a:pt x="1060159" y="151953"/>
                </a:cubicBezTo>
                <a:cubicBezTo>
                  <a:pt x="1047660" y="150813"/>
                  <a:pt x="1045205" y="149899"/>
                  <a:pt x="1045205" y="131203"/>
                </a:cubicBezTo>
                <a:lnTo>
                  <a:pt x="1045205" y="97230"/>
                </a:lnTo>
                <a:cubicBezTo>
                  <a:pt x="1045205" y="84692"/>
                  <a:pt x="1044313" y="73520"/>
                  <a:pt x="1039180" y="66684"/>
                </a:cubicBezTo>
                <a:cubicBezTo>
                  <a:pt x="1035383" y="61673"/>
                  <a:pt x="1028466" y="58938"/>
                  <a:pt x="1020654" y="58938"/>
                </a:cubicBezTo>
                <a:cubicBezTo>
                  <a:pt x="1009718" y="58938"/>
                  <a:pt x="996328" y="61899"/>
                  <a:pt x="982712" y="77394"/>
                </a:cubicBezTo>
                <a:cubicBezTo>
                  <a:pt x="982041" y="78308"/>
                  <a:pt x="980478" y="80588"/>
                  <a:pt x="980478" y="77394"/>
                </a:cubicBezTo>
                <a:lnTo>
                  <a:pt x="980703" y="26119"/>
                </a:lnTo>
                <a:cubicBezTo>
                  <a:pt x="980703" y="11308"/>
                  <a:pt x="981595" y="2248"/>
                  <a:pt x="981595" y="2248"/>
                </a:cubicBezTo>
                <a:cubicBezTo>
                  <a:pt x="981595" y="678"/>
                  <a:pt x="980703" y="0"/>
                  <a:pt x="978693" y="0"/>
                </a:cubicBezTo>
                <a:cubicBezTo>
                  <a:pt x="973115" y="2248"/>
                  <a:pt x="956376" y="5393"/>
                  <a:pt x="947447" y="6068"/>
                </a:cubicBezTo>
                <a:cubicBezTo>
                  <a:pt x="947001" y="7892"/>
                  <a:pt x="947447" y="11534"/>
                  <a:pt x="948785" y="12900"/>
                </a:cubicBezTo>
                <a:cubicBezTo>
                  <a:pt x="960391" y="13584"/>
                  <a:pt x="963072" y="12444"/>
                  <a:pt x="963072" y="31589"/>
                </a:cubicBezTo>
                <a:lnTo>
                  <a:pt x="963072" y="131203"/>
                </a:lnTo>
                <a:cubicBezTo>
                  <a:pt x="963072" y="150129"/>
                  <a:pt x="960391" y="151039"/>
                  <a:pt x="947447" y="151953"/>
                </a:cubicBezTo>
                <a:cubicBezTo>
                  <a:pt x="946108" y="153319"/>
                  <a:pt x="946108" y="158101"/>
                  <a:pt x="947447" y="159466"/>
                </a:cubicBezTo>
                <a:cubicBezTo>
                  <a:pt x="954813" y="159241"/>
                  <a:pt x="963072" y="159011"/>
                  <a:pt x="971998" y="159011"/>
                </a:cubicBezTo>
                <a:cubicBezTo>
                  <a:pt x="980478" y="159011"/>
                  <a:pt x="987844" y="159241"/>
                  <a:pt x="994093" y="159466"/>
                </a:cubicBezTo>
                <a:cubicBezTo>
                  <a:pt x="995432" y="158101"/>
                  <a:pt x="995432" y="153319"/>
                  <a:pt x="994093" y="151953"/>
                </a:cubicBezTo>
                <a:cubicBezTo>
                  <a:pt x="982712" y="151039"/>
                  <a:pt x="980703" y="150129"/>
                  <a:pt x="980703" y="131203"/>
                </a:cubicBezTo>
                <a:lnTo>
                  <a:pt x="980703" y="93811"/>
                </a:lnTo>
                <a:close/>
                <a:moveTo>
                  <a:pt x="1091182" y="94787"/>
                </a:moveTo>
                <a:cubicBezTo>
                  <a:pt x="1095422" y="69162"/>
                  <a:pt x="1111047" y="67122"/>
                  <a:pt x="1116404" y="67122"/>
                </a:cubicBezTo>
                <a:cubicBezTo>
                  <a:pt x="1124884" y="67122"/>
                  <a:pt x="1134927" y="71886"/>
                  <a:pt x="1134927" y="90934"/>
                </a:cubicBezTo>
                <a:cubicBezTo>
                  <a:pt x="1134927" y="92973"/>
                  <a:pt x="1134035" y="94110"/>
                  <a:pt x="1131579" y="94110"/>
                </a:cubicBezTo>
                <a:lnTo>
                  <a:pt x="1091182" y="94787"/>
                </a:lnTo>
                <a:moveTo>
                  <a:pt x="1149656" y="137799"/>
                </a:moveTo>
                <a:cubicBezTo>
                  <a:pt x="1141401" y="146449"/>
                  <a:pt x="1134927" y="150087"/>
                  <a:pt x="1121982" y="150087"/>
                </a:cubicBezTo>
                <a:cubicBezTo>
                  <a:pt x="1113949" y="150087"/>
                  <a:pt x="1104573" y="145309"/>
                  <a:pt x="1097656" y="133705"/>
                </a:cubicBezTo>
                <a:cubicBezTo>
                  <a:pt x="1093191" y="126196"/>
                  <a:pt x="1090511" y="115729"/>
                  <a:pt x="1090511" y="102530"/>
                </a:cubicBezTo>
                <a:lnTo>
                  <a:pt x="1149881" y="102985"/>
                </a:lnTo>
                <a:cubicBezTo>
                  <a:pt x="1152558" y="102985"/>
                  <a:pt x="1154121" y="101620"/>
                  <a:pt x="1154121" y="99114"/>
                </a:cubicBezTo>
                <a:cubicBezTo>
                  <a:pt x="1154121" y="80049"/>
                  <a:pt x="1147426" y="59605"/>
                  <a:pt x="1116404" y="59605"/>
                </a:cubicBezTo>
                <a:cubicBezTo>
                  <a:pt x="1096985" y="59605"/>
                  <a:pt x="1071763" y="78461"/>
                  <a:pt x="1071763" y="112997"/>
                </a:cubicBezTo>
                <a:cubicBezTo>
                  <a:pt x="1071763" y="125740"/>
                  <a:pt x="1074889" y="138028"/>
                  <a:pt x="1082256" y="146674"/>
                </a:cubicBezTo>
                <a:cubicBezTo>
                  <a:pt x="1089844" y="155783"/>
                  <a:pt x="1100333" y="161246"/>
                  <a:pt x="1116404" y="161246"/>
                </a:cubicBezTo>
                <a:cubicBezTo>
                  <a:pt x="1133364" y="161246"/>
                  <a:pt x="1145416" y="153277"/>
                  <a:pt x="1154346" y="141441"/>
                </a:cubicBezTo>
                <a:cubicBezTo>
                  <a:pt x="1153675" y="139165"/>
                  <a:pt x="1152337" y="138028"/>
                  <a:pt x="1149656" y="137799"/>
                </a:cubicBezTo>
                <a:close/>
                <a:moveTo>
                  <a:pt x="1279110" y="105880"/>
                </a:moveTo>
                <a:lnTo>
                  <a:pt x="1279110" y="135957"/>
                </a:lnTo>
                <a:cubicBezTo>
                  <a:pt x="1279110" y="138921"/>
                  <a:pt x="1277768" y="140517"/>
                  <a:pt x="1275984" y="141882"/>
                </a:cubicBezTo>
                <a:cubicBezTo>
                  <a:pt x="1270180" y="146668"/>
                  <a:pt x="1262593" y="151911"/>
                  <a:pt x="1256343" y="151911"/>
                </a:cubicBezTo>
                <a:cubicBezTo>
                  <a:pt x="1245183" y="151911"/>
                  <a:pt x="1240272" y="142796"/>
                  <a:pt x="1240272" y="135731"/>
                </a:cubicBezTo>
                <a:cubicBezTo>
                  <a:pt x="1240272" y="125476"/>
                  <a:pt x="1244962" y="114992"/>
                  <a:pt x="1261476" y="110665"/>
                </a:cubicBezTo>
                <a:lnTo>
                  <a:pt x="1279110" y="105880"/>
                </a:lnTo>
                <a:moveTo>
                  <a:pt x="1279110" y="148037"/>
                </a:moveTo>
                <a:cubicBezTo>
                  <a:pt x="1280448" y="155098"/>
                  <a:pt x="1282904" y="161246"/>
                  <a:pt x="1294064" y="161246"/>
                </a:cubicBezTo>
                <a:cubicBezTo>
                  <a:pt x="1302544" y="161246"/>
                  <a:pt x="1310578" y="157374"/>
                  <a:pt x="1315264" y="152822"/>
                </a:cubicBezTo>
                <a:cubicBezTo>
                  <a:pt x="1314818" y="150087"/>
                  <a:pt x="1313926" y="148037"/>
                  <a:pt x="1311470" y="146671"/>
                </a:cubicBezTo>
                <a:cubicBezTo>
                  <a:pt x="1309910" y="148037"/>
                  <a:pt x="1306113" y="150316"/>
                  <a:pt x="1303212" y="150316"/>
                </a:cubicBezTo>
                <a:cubicBezTo>
                  <a:pt x="1296741" y="150316"/>
                  <a:pt x="1296516" y="141427"/>
                  <a:pt x="1296516" y="130946"/>
                </a:cubicBezTo>
                <a:lnTo>
                  <a:pt x="1296516" y="97446"/>
                </a:lnTo>
                <a:cubicBezTo>
                  <a:pt x="1296516" y="65089"/>
                  <a:pt x="1279110" y="58938"/>
                  <a:pt x="1262814" y="58938"/>
                </a:cubicBezTo>
                <a:cubicBezTo>
                  <a:pt x="1244512" y="58938"/>
                  <a:pt x="1225989" y="71240"/>
                  <a:pt x="1225989" y="84230"/>
                </a:cubicBezTo>
                <a:cubicBezTo>
                  <a:pt x="1225989" y="89700"/>
                  <a:pt x="1228666" y="92435"/>
                  <a:pt x="1233802" y="92435"/>
                </a:cubicBezTo>
                <a:cubicBezTo>
                  <a:pt x="1240272" y="92435"/>
                  <a:pt x="1244291" y="87650"/>
                  <a:pt x="1244291" y="84685"/>
                </a:cubicBezTo>
                <a:cubicBezTo>
                  <a:pt x="1244291" y="83090"/>
                  <a:pt x="1244066" y="81495"/>
                  <a:pt x="1243620" y="80585"/>
                </a:cubicBezTo>
                <a:cubicBezTo>
                  <a:pt x="1243399" y="79900"/>
                  <a:pt x="1243174" y="78534"/>
                  <a:pt x="1243174" y="76025"/>
                </a:cubicBezTo>
                <a:cubicBezTo>
                  <a:pt x="1243174" y="68960"/>
                  <a:pt x="1252550" y="66455"/>
                  <a:pt x="1261029" y="66455"/>
                </a:cubicBezTo>
                <a:cubicBezTo>
                  <a:pt x="1268617" y="66455"/>
                  <a:pt x="1279110" y="70330"/>
                  <a:pt x="1279110" y="96080"/>
                </a:cubicBezTo>
                <a:cubicBezTo>
                  <a:pt x="1279110" y="97675"/>
                  <a:pt x="1278439" y="98586"/>
                  <a:pt x="1277768" y="98815"/>
                </a:cubicBezTo>
                <a:lnTo>
                  <a:pt x="1258574" y="103600"/>
                </a:lnTo>
                <a:cubicBezTo>
                  <a:pt x="1237149" y="109070"/>
                  <a:pt x="1221749" y="121146"/>
                  <a:pt x="1221749" y="136642"/>
                </a:cubicBezTo>
                <a:cubicBezTo>
                  <a:pt x="1221749" y="155328"/>
                  <a:pt x="1234248" y="161246"/>
                  <a:pt x="1249869" y="161246"/>
                </a:cubicBezTo>
                <a:cubicBezTo>
                  <a:pt x="1257682" y="161246"/>
                  <a:pt x="1264377" y="159425"/>
                  <a:pt x="1274199" y="151682"/>
                </a:cubicBezTo>
                <a:lnTo>
                  <a:pt x="1278664" y="148037"/>
                </a:lnTo>
                <a:lnTo>
                  <a:pt x="1279110" y="148037"/>
                </a:lnTo>
                <a:close/>
                <a:moveTo>
                  <a:pt x="1325311" y="61385"/>
                </a:moveTo>
                <a:cubicBezTo>
                  <a:pt x="1322184" y="61385"/>
                  <a:pt x="1321292" y="64119"/>
                  <a:pt x="1321292" y="65940"/>
                </a:cubicBezTo>
                <a:lnTo>
                  <a:pt x="1321292" y="68901"/>
                </a:lnTo>
                <a:cubicBezTo>
                  <a:pt x="1321292" y="70041"/>
                  <a:pt x="1321513" y="70267"/>
                  <a:pt x="1322409" y="70267"/>
                </a:cubicBezTo>
                <a:lnTo>
                  <a:pt x="1335575" y="70267"/>
                </a:lnTo>
                <a:lnTo>
                  <a:pt x="1335575" y="138716"/>
                </a:lnTo>
                <a:cubicBezTo>
                  <a:pt x="1335575" y="154869"/>
                  <a:pt x="1342495" y="161246"/>
                  <a:pt x="1352760" y="161246"/>
                </a:cubicBezTo>
                <a:cubicBezTo>
                  <a:pt x="1363028" y="161246"/>
                  <a:pt x="1374188" y="156238"/>
                  <a:pt x="1382893" y="146219"/>
                </a:cubicBezTo>
                <a:cubicBezTo>
                  <a:pt x="1382447" y="143947"/>
                  <a:pt x="1381108" y="142581"/>
                  <a:pt x="1378874" y="142355"/>
                </a:cubicBezTo>
                <a:cubicBezTo>
                  <a:pt x="1373071" y="146904"/>
                  <a:pt x="1366376" y="148721"/>
                  <a:pt x="1360573" y="148721"/>
                </a:cubicBezTo>
                <a:cubicBezTo>
                  <a:pt x="1354548" y="148721"/>
                  <a:pt x="1353210" y="141900"/>
                  <a:pt x="1353210" y="127801"/>
                </a:cubicBezTo>
                <a:lnTo>
                  <a:pt x="1353210" y="70267"/>
                </a:lnTo>
                <a:lnTo>
                  <a:pt x="1376419" y="70267"/>
                </a:lnTo>
                <a:cubicBezTo>
                  <a:pt x="1378653" y="70267"/>
                  <a:pt x="1381776" y="69356"/>
                  <a:pt x="1381776" y="67306"/>
                </a:cubicBezTo>
                <a:lnTo>
                  <a:pt x="1381776" y="62754"/>
                </a:lnTo>
                <a:cubicBezTo>
                  <a:pt x="1381776" y="61843"/>
                  <a:pt x="1381108" y="61385"/>
                  <a:pt x="1379991" y="61385"/>
                </a:cubicBezTo>
                <a:lnTo>
                  <a:pt x="1353210" y="61385"/>
                </a:lnTo>
                <a:lnTo>
                  <a:pt x="1353210" y="52506"/>
                </a:lnTo>
                <a:cubicBezTo>
                  <a:pt x="1353210" y="37702"/>
                  <a:pt x="1354102" y="28590"/>
                  <a:pt x="1354102" y="28590"/>
                </a:cubicBezTo>
                <a:cubicBezTo>
                  <a:pt x="1354102" y="27224"/>
                  <a:pt x="1353431" y="26540"/>
                  <a:pt x="1352314" y="26540"/>
                </a:cubicBezTo>
                <a:cubicBezTo>
                  <a:pt x="1351422" y="26540"/>
                  <a:pt x="1349412" y="27453"/>
                  <a:pt x="1347406" y="28590"/>
                </a:cubicBezTo>
                <a:cubicBezTo>
                  <a:pt x="1344951" y="29959"/>
                  <a:pt x="1342717" y="31095"/>
                  <a:pt x="1339815" y="31780"/>
                </a:cubicBezTo>
                <a:cubicBezTo>
                  <a:pt x="1337138" y="32690"/>
                  <a:pt x="1334908" y="33375"/>
                  <a:pt x="1334908" y="34967"/>
                </a:cubicBezTo>
                <a:cubicBezTo>
                  <a:pt x="1334908" y="37702"/>
                  <a:pt x="1335575" y="36107"/>
                  <a:pt x="1335575" y="61385"/>
                </a:cubicBezTo>
                <a:lnTo>
                  <a:pt x="1325311" y="61385"/>
                </a:lnTo>
                <a:close/>
                <a:moveTo>
                  <a:pt x="1395839" y="61385"/>
                </a:moveTo>
                <a:cubicBezTo>
                  <a:pt x="1392713" y="61385"/>
                  <a:pt x="1391820" y="64119"/>
                  <a:pt x="1391820" y="65940"/>
                </a:cubicBezTo>
                <a:lnTo>
                  <a:pt x="1391820" y="68901"/>
                </a:lnTo>
                <a:cubicBezTo>
                  <a:pt x="1391820" y="70041"/>
                  <a:pt x="1392042" y="70267"/>
                  <a:pt x="1392937" y="70267"/>
                </a:cubicBezTo>
                <a:lnTo>
                  <a:pt x="1406103" y="70267"/>
                </a:lnTo>
                <a:lnTo>
                  <a:pt x="1406103" y="138716"/>
                </a:lnTo>
                <a:cubicBezTo>
                  <a:pt x="1406103" y="154869"/>
                  <a:pt x="1413024" y="161246"/>
                  <a:pt x="1423288" y="161246"/>
                </a:cubicBezTo>
                <a:cubicBezTo>
                  <a:pt x="1433556" y="161246"/>
                  <a:pt x="1444716" y="156238"/>
                  <a:pt x="1453421" y="146219"/>
                </a:cubicBezTo>
                <a:cubicBezTo>
                  <a:pt x="1452975" y="143947"/>
                  <a:pt x="1451637" y="142581"/>
                  <a:pt x="1449403" y="142355"/>
                </a:cubicBezTo>
                <a:cubicBezTo>
                  <a:pt x="1443599" y="146904"/>
                  <a:pt x="1436904" y="148721"/>
                  <a:pt x="1431101" y="148721"/>
                </a:cubicBezTo>
                <a:cubicBezTo>
                  <a:pt x="1425076" y="148721"/>
                  <a:pt x="1423738" y="141900"/>
                  <a:pt x="1423738" y="127801"/>
                </a:cubicBezTo>
                <a:lnTo>
                  <a:pt x="1423738" y="70267"/>
                </a:lnTo>
                <a:lnTo>
                  <a:pt x="1446947" y="70267"/>
                </a:lnTo>
                <a:cubicBezTo>
                  <a:pt x="1449181" y="70267"/>
                  <a:pt x="1452304" y="69356"/>
                  <a:pt x="1452304" y="67306"/>
                </a:cubicBezTo>
                <a:lnTo>
                  <a:pt x="1452304" y="62754"/>
                </a:lnTo>
                <a:cubicBezTo>
                  <a:pt x="1452304" y="61843"/>
                  <a:pt x="1451637" y="61385"/>
                  <a:pt x="1450520" y="61385"/>
                </a:cubicBezTo>
                <a:lnTo>
                  <a:pt x="1423738" y="61385"/>
                </a:lnTo>
                <a:lnTo>
                  <a:pt x="1423738" y="52506"/>
                </a:lnTo>
                <a:cubicBezTo>
                  <a:pt x="1423738" y="37702"/>
                  <a:pt x="1424630" y="28590"/>
                  <a:pt x="1424630" y="28590"/>
                </a:cubicBezTo>
                <a:cubicBezTo>
                  <a:pt x="1424630" y="27224"/>
                  <a:pt x="1423959" y="26540"/>
                  <a:pt x="1422842" y="26540"/>
                </a:cubicBezTo>
                <a:cubicBezTo>
                  <a:pt x="1421950" y="26540"/>
                  <a:pt x="1419941" y="27453"/>
                  <a:pt x="1417935" y="28590"/>
                </a:cubicBezTo>
                <a:cubicBezTo>
                  <a:pt x="1415479" y="29959"/>
                  <a:pt x="1413245" y="31095"/>
                  <a:pt x="1410343" y="31780"/>
                </a:cubicBezTo>
                <a:cubicBezTo>
                  <a:pt x="1407667" y="32690"/>
                  <a:pt x="1405436" y="33375"/>
                  <a:pt x="1405436" y="34967"/>
                </a:cubicBezTo>
                <a:cubicBezTo>
                  <a:pt x="1405436" y="37702"/>
                  <a:pt x="1406103" y="36107"/>
                  <a:pt x="1406103" y="61385"/>
                </a:cubicBezTo>
                <a:lnTo>
                  <a:pt x="1395839" y="61385"/>
                </a:lnTo>
                <a:close/>
                <a:moveTo>
                  <a:pt x="1522165" y="105880"/>
                </a:moveTo>
                <a:lnTo>
                  <a:pt x="1522165" y="135957"/>
                </a:lnTo>
                <a:cubicBezTo>
                  <a:pt x="1522165" y="138921"/>
                  <a:pt x="1520823" y="140517"/>
                  <a:pt x="1519038" y="141882"/>
                </a:cubicBezTo>
                <a:cubicBezTo>
                  <a:pt x="1513235" y="146668"/>
                  <a:pt x="1505647" y="151911"/>
                  <a:pt x="1499398" y="151911"/>
                </a:cubicBezTo>
                <a:cubicBezTo>
                  <a:pt x="1488238" y="151911"/>
                  <a:pt x="1483327" y="142796"/>
                  <a:pt x="1483327" y="135731"/>
                </a:cubicBezTo>
                <a:cubicBezTo>
                  <a:pt x="1483327" y="125476"/>
                  <a:pt x="1488016" y="114992"/>
                  <a:pt x="1504530" y="110665"/>
                </a:cubicBezTo>
                <a:lnTo>
                  <a:pt x="1522165" y="105880"/>
                </a:lnTo>
                <a:moveTo>
                  <a:pt x="1522165" y="148037"/>
                </a:moveTo>
                <a:cubicBezTo>
                  <a:pt x="1523503" y="155098"/>
                  <a:pt x="1525958" y="161246"/>
                  <a:pt x="1537119" y="161246"/>
                </a:cubicBezTo>
                <a:cubicBezTo>
                  <a:pt x="1545599" y="161246"/>
                  <a:pt x="1553633" y="157374"/>
                  <a:pt x="1558319" y="152822"/>
                </a:cubicBezTo>
                <a:cubicBezTo>
                  <a:pt x="1557873" y="150087"/>
                  <a:pt x="1556980" y="148037"/>
                  <a:pt x="1554525" y="146671"/>
                </a:cubicBezTo>
                <a:cubicBezTo>
                  <a:pt x="1552965" y="148037"/>
                  <a:pt x="1549168" y="150316"/>
                  <a:pt x="1546266" y="150316"/>
                </a:cubicBezTo>
                <a:cubicBezTo>
                  <a:pt x="1539795" y="150316"/>
                  <a:pt x="1539571" y="141427"/>
                  <a:pt x="1539571" y="130946"/>
                </a:cubicBezTo>
                <a:lnTo>
                  <a:pt x="1539571" y="97446"/>
                </a:lnTo>
                <a:cubicBezTo>
                  <a:pt x="1539571" y="65089"/>
                  <a:pt x="1522165" y="58938"/>
                  <a:pt x="1505869" y="58938"/>
                </a:cubicBezTo>
                <a:cubicBezTo>
                  <a:pt x="1487567" y="58938"/>
                  <a:pt x="1469044" y="71240"/>
                  <a:pt x="1469044" y="84230"/>
                </a:cubicBezTo>
                <a:cubicBezTo>
                  <a:pt x="1469044" y="89700"/>
                  <a:pt x="1471721" y="92435"/>
                  <a:pt x="1476856" y="92435"/>
                </a:cubicBezTo>
                <a:cubicBezTo>
                  <a:pt x="1483327" y="92435"/>
                  <a:pt x="1487346" y="87650"/>
                  <a:pt x="1487346" y="84685"/>
                </a:cubicBezTo>
                <a:cubicBezTo>
                  <a:pt x="1487346" y="83090"/>
                  <a:pt x="1487121" y="81495"/>
                  <a:pt x="1486675" y="80585"/>
                </a:cubicBezTo>
                <a:cubicBezTo>
                  <a:pt x="1486453" y="79900"/>
                  <a:pt x="1486228" y="78534"/>
                  <a:pt x="1486228" y="76025"/>
                </a:cubicBezTo>
                <a:cubicBezTo>
                  <a:pt x="1486228" y="68960"/>
                  <a:pt x="1495604" y="66455"/>
                  <a:pt x="1504084" y="66455"/>
                </a:cubicBezTo>
                <a:cubicBezTo>
                  <a:pt x="1511672" y="66455"/>
                  <a:pt x="1522165" y="70330"/>
                  <a:pt x="1522165" y="96080"/>
                </a:cubicBezTo>
                <a:cubicBezTo>
                  <a:pt x="1522165" y="97675"/>
                  <a:pt x="1521494" y="98586"/>
                  <a:pt x="1520823" y="98815"/>
                </a:cubicBezTo>
                <a:lnTo>
                  <a:pt x="1501629" y="103600"/>
                </a:lnTo>
                <a:cubicBezTo>
                  <a:pt x="1480204" y="109070"/>
                  <a:pt x="1464804" y="121146"/>
                  <a:pt x="1464804" y="136642"/>
                </a:cubicBezTo>
                <a:cubicBezTo>
                  <a:pt x="1464804" y="155328"/>
                  <a:pt x="1477302" y="161246"/>
                  <a:pt x="1492924" y="161246"/>
                </a:cubicBezTo>
                <a:cubicBezTo>
                  <a:pt x="1500736" y="161246"/>
                  <a:pt x="1507432" y="159425"/>
                  <a:pt x="1517254" y="151682"/>
                </a:cubicBezTo>
                <a:lnTo>
                  <a:pt x="1521718" y="148037"/>
                </a:lnTo>
                <a:lnTo>
                  <a:pt x="1522165" y="148037"/>
                </a:lnTo>
                <a:close/>
                <a:moveTo>
                  <a:pt x="1647597" y="138237"/>
                </a:moveTo>
                <a:cubicBezTo>
                  <a:pt x="1646705" y="136187"/>
                  <a:pt x="1644917" y="135276"/>
                  <a:pt x="1642911" y="135047"/>
                </a:cubicBezTo>
                <a:cubicBezTo>
                  <a:pt x="1635320" y="145076"/>
                  <a:pt x="1625723" y="150087"/>
                  <a:pt x="1616126" y="150087"/>
                </a:cubicBezTo>
                <a:cubicBezTo>
                  <a:pt x="1599833" y="150087"/>
                  <a:pt x="1586217" y="133226"/>
                  <a:pt x="1586217" y="106561"/>
                </a:cubicBezTo>
                <a:cubicBezTo>
                  <a:pt x="1586217" y="81495"/>
                  <a:pt x="1596931" y="66455"/>
                  <a:pt x="1611664" y="66455"/>
                </a:cubicBezTo>
                <a:cubicBezTo>
                  <a:pt x="1624830" y="66455"/>
                  <a:pt x="1626615" y="74430"/>
                  <a:pt x="1627510" y="82406"/>
                </a:cubicBezTo>
                <a:cubicBezTo>
                  <a:pt x="1628178" y="88560"/>
                  <a:pt x="1631304" y="90610"/>
                  <a:pt x="1635990" y="90610"/>
                </a:cubicBezTo>
                <a:cubicBezTo>
                  <a:pt x="1640677" y="90610"/>
                  <a:pt x="1646926" y="87650"/>
                  <a:pt x="1646926" y="80585"/>
                </a:cubicBezTo>
                <a:cubicBezTo>
                  <a:pt x="1646926" y="68050"/>
                  <a:pt x="1634206" y="58938"/>
                  <a:pt x="1612778" y="58938"/>
                </a:cubicBezTo>
                <a:cubicBezTo>
                  <a:pt x="1590682" y="58938"/>
                  <a:pt x="1567023" y="79215"/>
                  <a:pt x="1567023" y="111576"/>
                </a:cubicBezTo>
                <a:cubicBezTo>
                  <a:pt x="1567023" y="140972"/>
                  <a:pt x="1583094" y="161246"/>
                  <a:pt x="1611215" y="161246"/>
                </a:cubicBezTo>
                <a:cubicBezTo>
                  <a:pt x="1624609" y="161246"/>
                  <a:pt x="1636437" y="156919"/>
                  <a:pt x="1647597" y="138237"/>
                </a:cubicBezTo>
                <a:close/>
                <a:moveTo>
                  <a:pt x="1673488" y="131235"/>
                </a:moveTo>
                <a:cubicBezTo>
                  <a:pt x="1673488" y="150132"/>
                  <a:pt x="1671033" y="151043"/>
                  <a:pt x="1658534" y="151953"/>
                </a:cubicBezTo>
                <a:cubicBezTo>
                  <a:pt x="1657192" y="153319"/>
                  <a:pt x="1657192" y="158101"/>
                  <a:pt x="1658534" y="159466"/>
                </a:cubicBezTo>
                <a:cubicBezTo>
                  <a:pt x="1665897" y="159241"/>
                  <a:pt x="1673488" y="159011"/>
                  <a:pt x="1682414" y="159011"/>
                </a:cubicBezTo>
                <a:cubicBezTo>
                  <a:pt x="1690227" y="159011"/>
                  <a:pt x="1697593" y="159241"/>
                  <a:pt x="1702725" y="159466"/>
                </a:cubicBezTo>
                <a:cubicBezTo>
                  <a:pt x="1704064" y="158101"/>
                  <a:pt x="1704064" y="153319"/>
                  <a:pt x="1702725" y="151953"/>
                </a:cubicBezTo>
                <a:cubicBezTo>
                  <a:pt x="1693574" y="151043"/>
                  <a:pt x="1691119" y="150132"/>
                  <a:pt x="1691119" y="131235"/>
                </a:cubicBezTo>
                <a:lnTo>
                  <a:pt x="1691119" y="111426"/>
                </a:lnTo>
                <a:cubicBezTo>
                  <a:pt x="1695359" y="111656"/>
                  <a:pt x="1698485" y="111885"/>
                  <a:pt x="1700716" y="112566"/>
                </a:cubicBezTo>
                <a:cubicBezTo>
                  <a:pt x="1703171" y="114387"/>
                  <a:pt x="1705181" y="116437"/>
                  <a:pt x="1707858" y="120079"/>
                </a:cubicBezTo>
                <a:lnTo>
                  <a:pt x="1724150" y="142390"/>
                </a:lnTo>
                <a:cubicBezTo>
                  <a:pt x="1730624" y="151269"/>
                  <a:pt x="1733301" y="155595"/>
                  <a:pt x="1733526" y="158330"/>
                </a:cubicBezTo>
                <a:cubicBezTo>
                  <a:pt x="1733526" y="159011"/>
                  <a:pt x="1733747" y="159466"/>
                  <a:pt x="1734418" y="159466"/>
                </a:cubicBezTo>
                <a:cubicBezTo>
                  <a:pt x="1738883" y="159241"/>
                  <a:pt x="1743790" y="159011"/>
                  <a:pt x="1748255" y="159011"/>
                </a:cubicBezTo>
                <a:cubicBezTo>
                  <a:pt x="1755175" y="159011"/>
                  <a:pt x="1762092" y="159241"/>
                  <a:pt x="1766557" y="159466"/>
                </a:cubicBezTo>
                <a:cubicBezTo>
                  <a:pt x="1767895" y="158101"/>
                  <a:pt x="1767895" y="153319"/>
                  <a:pt x="1766557" y="151953"/>
                </a:cubicBezTo>
                <a:cubicBezTo>
                  <a:pt x="1758969" y="151043"/>
                  <a:pt x="1753391" y="150132"/>
                  <a:pt x="1747363" y="142390"/>
                </a:cubicBezTo>
                <a:lnTo>
                  <a:pt x="1717901" y="104598"/>
                </a:lnTo>
                <a:cubicBezTo>
                  <a:pt x="1717008" y="103461"/>
                  <a:pt x="1716341" y="102551"/>
                  <a:pt x="1716341" y="101414"/>
                </a:cubicBezTo>
                <a:cubicBezTo>
                  <a:pt x="1716341" y="100507"/>
                  <a:pt x="1716341" y="100052"/>
                  <a:pt x="1717233" y="99142"/>
                </a:cubicBezTo>
                <a:lnTo>
                  <a:pt x="1736873" y="78458"/>
                </a:lnTo>
                <a:cubicBezTo>
                  <a:pt x="1743569" y="71184"/>
                  <a:pt x="1751381" y="69367"/>
                  <a:pt x="1760308" y="68456"/>
                </a:cubicBezTo>
                <a:cubicBezTo>
                  <a:pt x="1761646" y="67091"/>
                  <a:pt x="1761646" y="62309"/>
                  <a:pt x="1760308" y="60940"/>
                </a:cubicBezTo>
                <a:cubicBezTo>
                  <a:pt x="1755175" y="61169"/>
                  <a:pt x="1748926" y="61398"/>
                  <a:pt x="1740892" y="61398"/>
                </a:cubicBezTo>
                <a:cubicBezTo>
                  <a:pt x="1732409" y="61398"/>
                  <a:pt x="1724150" y="61169"/>
                  <a:pt x="1719018" y="60940"/>
                </a:cubicBezTo>
                <a:cubicBezTo>
                  <a:pt x="1717679" y="62309"/>
                  <a:pt x="1717679" y="67091"/>
                  <a:pt x="1719018" y="68456"/>
                </a:cubicBezTo>
                <a:cubicBezTo>
                  <a:pt x="1731516" y="69367"/>
                  <a:pt x="1726159" y="77321"/>
                  <a:pt x="1724150" y="80049"/>
                </a:cubicBezTo>
                <a:cubicBezTo>
                  <a:pt x="1719018" y="86642"/>
                  <a:pt x="1712098" y="94370"/>
                  <a:pt x="1706294" y="98687"/>
                </a:cubicBezTo>
                <a:cubicBezTo>
                  <a:pt x="1701387" y="102325"/>
                  <a:pt x="1695359" y="105053"/>
                  <a:pt x="1691119" y="105734"/>
                </a:cubicBezTo>
                <a:lnTo>
                  <a:pt x="1691119" y="26286"/>
                </a:lnTo>
                <a:cubicBezTo>
                  <a:pt x="1691119" y="11468"/>
                  <a:pt x="1692011" y="2307"/>
                  <a:pt x="1692011" y="2307"/>
                </a:cubicBezTo>
                <a:cubicBezTo>
                  <a:pt x="1692011" y="695"/>
                  <a:pt x="1691119" y="0"/>
                  <a:pt x="1689110" y="0"/>
                </a:cubicBezTo>
                <a:cubicBezTo>
                  <a:pt x="1683531" y="2307"/>
                  <a:pt x="1666793" y="5536"/>
                  <a:pt x="1657863" y="6227"/>
                </a:cubicBezTo>
                <a:cubicBezTo>
                  <a:pt x="1657417" y="8052"/>
                  <a:pt x="1657863" y="11694"/>
                  <a:pt x="1659201" y="13063"/>
                </a:cubicBezTo>
                <a:cubicBezTo>
                  <a:pt x="1670808" y="13744"/>
                  <a:pt x="1673488" y="12608"/>
                  <a:pt x="1673488" y="31756"/>
                </a:cubicBezTo>
                <a:lnTo>
                  <a:pt x="1673488" y="131235"/>
                </a:lnTo>
                <a:close/>
                <a:moveTo>
                  <a:pt x="1829720" y="127527"/>
                </a:moveTo>
                <a:cubicBezTo>
                  <a:pt x="1830612" y="138692"/>
                  <a:pt x="1831283" y="149402"/>
                  <a:pt x="1831283" y="158969"/>
                </a:cubicBezTo>
                <a:cubicBezTo>
                  <a:pt x="1833514" y="158514"/>
                  <a:pt x="1835748" y="158288"/>
                  <a:pt x="1836861" y="158288"/>
                </a:cubicBezTo>
                <a:cubicBezTo>
                  <a:pt x="1838425" y="158288"/>
                  <a:pt x="1839763" y="158288"/>
                  <a:pt x="1841326" y="158744"/>
                </a:cubicBezTo>
                <a:cubicBezTo>
                  <a:pt x="1847354" y="160335"/>
                  <a:pt x="1853379" y="161246"/>
                  <a:pt x="1861637" y="161246"/>
                </a:cubicBezTo>
                <a:cubicBezTo>
                  <a:pt x="1874136" y="161246"/>
                  <a:pt x="1897124" y="155098"/>
                  <a:pt x="1897124" y="132538"/>
                </a:cubicBezTo>
                <a:cubicBezTo>
                  <a:pt x="1897124" y="117046"/>
                  <a:pt x="1886188" y="107930"/>
                  <a:pt x="1871010" y="102231"/>
                </a:cubicBezTo>
                <a:cubicBezTo>
                  <a:pt x="1857619" y="96991"/>
                  <a:pt x="1848693" y="93571"/>
                  <a:pt x="1848693" y="81040"/>
                </a:cubicBezTo>
                <a:cubicBezTo>
                  <a:pt x="1848693" y="71695"/>
                  <a:pt x="1856726" y="66455"/>
                  <a:pt x="1864314" y="66455"/>
                </a:cubicBezTo>
                <a:cubicBezTo>
                  <a:pt x="1869225" y="66455"/>
                  <a:pt x="1882170" y="68279"/>
                  <a:pt x="1885071" y="87650"/>
                </a:cubicBezTo>
                <a:cubicBezTo>
                  <a:pt x="1886410" y="89015"/>
                  <a:pt x="1890875" y="88786"/>
                  <a:pt x="1892213" y="87420"/>
                </a:cubicBezTo>
                <a:cubicBezTo>
                  <a:pt x="1892884" y="79215"/>
                  <a:pt x="1893330" y="70785"/>
                  <a:pt x="1893555" y="63268"/>
                </a:cubicBezTo>
                <a:cubicBezTo>
                  <a:pt x="1886635" y="62128"/>
                  <a:pt x="1875920" y="58938"/>
                  <a:pt x="1864314" y="58938"/>
                </a:cubicBezTo>
                <a:cubicBezTo>
                  <a:pt x="1847800" y="58938"/>
                  <a:pt x="1832846" y="69874"/>
                  <a:pt x="1832846" y="84459"/>
                </a:cubicBezTo>
                <a:cubicBezTo>
                  <a:pt x="1832846" y="101091"/>
                  <a:pt x="1840209" y="108156"/>
                  <a:pt x="1857397" y="115451"/>
                </a:cubicBezTo>
                <a:cubicBezTo>
                  <a:pt x="1875920" y="123197"/>
                  <a:pt x="1880160" y="127982"/>
                  <a:pt x="1880160" y="137782"/>
                </a:cubicBezTo>
                <a:cubicBezTo>
                  <a:pt x="1880160" y="148947"/>
                  <a:pt x="1869450" y="153732"/>
                  <a:pt x="1861191" y="153732"/>
                </a:cubicBezTo>
                <a:cubicBezTo>
                  <a:pt x="1852486" y="153732"/>
                  <a:pt x="1847575" y="150768"/>
                  <a:pt x="1845345" y="148263"/>
                </a:cubicBezTo>
                <a:cubicBezTo>
                  <a:pt x="1840434" y="143022"/>
                  <a:pt x="1837978" y="132996"/>
                  <a:pt x="1836640" y="127297"/>
                </a:cubicBezTo>
                <a:cubicBezTo>
                  <a:pt x="1835302" y="125931"/>
                  <a:pt x="1831058" y="126157"/>
                  <a:pt x="1829720" y="127527"/>
                </a:cubicBezTo>
                <a:close/>
                <a:moveTo>
                  <a:pt x="1915650" y="61385"/>
                </a:moveTo>
                <a:cubicBezTo>
                  <a:pt x="1912524" y="61385"/>
                  <a:pt x="1911632" y="64119"/>
                  <a:pt x="1911632" y="65940"/>
                </a:cubicBezTo>
                <a:lnTo>
                  <a:pt x="1911632" y="68901"/>
                </a:lnTo>
                <a:cubicBezTo>
                  <a:pt x="1911632" y="70041"/>
                  <a:pt x="1911853" y="70267"/>
                  <a:pt x="1912749" y="70267"/>
                </a:cubicBezTo>
                <a:lnTo>
                  <a:pt x="1925915" y="70267"/>
                </a:lnTo>
                <a:lnTo>
                  <a:pt x="1925915" y="138716"/>
                </a:lnTo>
                <a:cubicBezTo>
                  <a:pt x="1925915" y="154869"/>
                  <a:pt x="1932835" y="161246"/>
                  <a:pt x="1943100" y="161246"/>
                </a:cubicBezTo>
                <a:cubicBezTo>
                  <a:pt x="1953367" y="161246"/>
                  <a:pt x="1964528" y="156238"/>
                  <a:pt x="1973232" y="146219"/>
                </a:cubicBezTo>
                <a:cubicBezTo>
                  <a:pt x="1972786" y="143947"/>
                  <a:pt x="1971448" y="142581"/>
                  <a:pt x="1969214" y="142355"/>
                </a:cubicBezTo>
                <a:cubicBezTo>
                  <a:pt x="1963411" y="146904"/>
                  <a:pt x="1956715" y="148721"/>
                  <a:pt x="1950912" y="148721"/>
                </a:cubicBezTo>
                <a:cubicBezTo>
                  <a:pt x="1944887" y="148721"/>
                  <a:pt x="1943549" y="141900"/>
                  <a:pt x="1943549" y="127801"/>
                </a:cubicBezTo>
                <a:lnTo>
                  <a:pt x="1943549" y="70267"/>
                </a:lnTo>
                <a:lnTo>
                  <a:pt x="1966758" y="70267"/>
                </a:lnTo>
                <a:cubicBezTo>
                  <a:pt x="1968992" y="70267"/>
                  <a:pt x="1972115" y="69356"/>
                  <a:pt x="1972115" y="67306"/>
                </a:cubicBezTo>
                <a:lnTo>
                  <a:pt x="1972115" y="62754"/>
                </a:lnTo>
                <a:cubicBezTo>
                  <a:pt x="1972115" y="61843"/>
                  <a:pt x="1971448" y="61385"/>
                  <a:pt x="1970331" y="61385"/>
                </a:cubicBezTo>
                <a:lnTo>
                  <a:pt x="1943549" y="61385"/>
                </a:lnTo>
                <a:lnTo>
                  <a:pt x="1943549" y="52506"/>
                </a:lnTo>
                <a:cubicBezTo>
                  <a:pt x="1943549" y="37702"/>
                  <a:pt x="1944441" y="28590"/>
                  <a:pt x="1944441" y="28590"/>
                </a:cubicBezTo>
                <a:cubicBezTo>
                  <a:pt x="1944441" y="27224"/>
                  <a:pt x="1943770" y="26540"/>
                  <a:pt x="1942653" y="26540"/>
                </a:cubicBezTo>
                <a:cubicBezTo>
                  <a:pt x="1941761" y="26540"/>
                  <a:pt x="1939752" y="27453"/>
                  <a:pt x="1937746" y="28590"/>
                </a:cubicBezTo>
                <a:cubicBezTo>
                  <a:pt x="1935290" y="29959"/>
                  <a:pt x="1933056" y="31095"/>
                  <a:pt x="1930155" y="31780"/>
                </a:cubicBezTo>
                <a:cubicBezTo>
                  <a:pt x="1927478" y="32690"/>
                  <a:pt x="1925247" y="33375"/>
                  <a:pt x="1925247" y="34967"/>
                </a:cubicBezTo>
                <a:cubicBezTo>
                  <a:pt x="1925247" y="37702"/>
                  <a:pt x="1925915" y="36107"/>
                  <a:pt x="1925915" y="61385"/>
                </a:cubicBezTo>
                <a:lnTo>
                  <a:pt x="1915650" y="61385"/>
                </a:lnTo>
                <a:close/>
                <a:moveTo>
                  <a:pt x="1996668" y="22498"/>
                </a:moveTo>
                <a:cubicBezTo>
                  <a:pt x="1996668" y="28420"/>
                  <a:pt x="2002025" y="34341"/>
                  <a:pt x="2007378" y="34341"/>
                </a:cubicBezTo>
                <a:cubicBezTo>
                  <a:pt x="2013628" y="34341"/>
                  <a:pt x="2018985" y="28194"/>
                  <a:pt x="2018985" y="23408"/>
                </a:cubicBezTo>
                <a:cubicBezTo>
                  <a:pt x="2018985" y="17946"/>
                  <a:pt x="2014299" y="11565"/>
                  <a:pt x="2008274" y="11565"/>
                </a:cubicBezTo>
                <a:cubicBezTo>
                  <a:pt x="2002917" y="11565"/>
                  <a:pt x="1996668" y="17032"/>
                  <a:pt x="1996668" y="22498"/>
                </a:cubicBezTo>
                <a:moveTo>
                  <a:pt x="2016979" y="131224"/>
                </a:moveTo>
                <a:lnTo>
                  <a:pt x="2016979" y="85898"/>
                </a:lnTo>
                <a:cubicBezTo>
                  <a:pt x="2016979" y="74510"/>
                  <a:pt x="2017871" y="59883"/>
                  <a:pt x="2017871" y="59883"/>
                </a:cubicBezTo>
                <a:cubicBezTo>
                  <a:pt x="2017871" y="58962"/>
                  <a:pt x="2016754" y="58271"/>
                  <a:pt x="2014970" y="58271"/>
                </a:cubicBezTo>
                <a:cubicBezTo>
                  <a:pt x="2008720" y="60804"/>
                  <a:pt x="1999791" y="62875"/>
                  <a:pt x="1984391" y="64943"/>
                </a:cubicBezTo>
                <a:cubicBezTo>
                  <a:pt x="1983944" y="66312"/>
                  <a:pt x="1984391" y="69954"/>
                  <a:pt x="1984837" y="71323"/>
                </a:cubicBezTo>
                <a:cubicBezTo>
                  <a:pt x="1997114" y="72460"/>
                  <a:pt x="1999345" y="73829"/>
                  <a:pt x="1999345" y="86812"/>
                </a:cubicBezTo>
                <a:lnTo>
                  <a:pt x="1999345" y="131224"/>
                </a:lnTo>
                <a:cubicBezTo>
                  <a:pt x="1999345" y="150129"/>
                  <a:pt x="1996889" y="150813"/>
                  <a:pt x="1983277" y="151953"/>
                </a:cubicBezTo>
                <a:cubicBezTo>
                  <a:pt x="1981935" y="153319"/>
                  <a:pt x="1981935" y="158101"/>
                  <a:pt x="1983277" y="159466"/>
                </a:cubicBezTo>
                <a:cubicBezTo>
                  <a:pt x="1990640" y="159241"/>
                  <a:pt x="1999345" y="159011"/>
                  <a:pt x="2008274" y="159011"/>
                </a:cubicBezTo>
                <a:cubicBezTo>
                  <a:pt x="2017200" y="159011"/>
                  <a:pt x="2025680" y="159241"/>
                  <a:pt x="2033047" y="159466"/>
                </a:cubicBezTo>
                <a:cubicBezTo>
                  <a:pt x="2034385" y="158101"/>
                  <a:pt x="2034385" y="153319"/>
                  <a:pt x="2033047" y="151953"/>
                </a:cubicBezTo>
                <a:cubicBezTo>
                  <a:pt x="2019431" y="151043"/>
                  <a:pt x="2016979" y="150129"/>
                  <a:pt x="2016979" y="131224"/>
                </a:cubicBezTo>
                <a:close/>
                <a:moveTo>
                  <a:pt x="2058266" y="131231"/>
                </a:moveTo>
                <a:cubicBezTo>
                  <a:pt x="2058266" y="150132"/>
                  <a:pt x="2055814" y="151269"/>
                  <a:pt x="2042198" y="151953"/>
                </a:cubicBezTo>
                <a:cubicBezTo>
                  <a:pt x="2040860" y="153319"/>
                  <a:pt x="2040860" y="158101"/>
                  <a:pt x="2042198" y="159466"/>
                </a:cubicBezTo>
                <a:cubicBezTo>
                  <a:pt x="2050011" y="159241"/>
                  <a:pt x="2058266" y="159011"/>
                  <a:pt x="2067196" y="159011"/>
                </a:cubicBezTo>
                <a:cubicBezTo>
                  <a:pt x="2076122" y="159011"/>
                  <a:pt x="2084605" y="159241"/>
                  <a:pt x="2091968" y="159466"/>
                </a:cubicBezTo>
                <a:cubicBezTo>
                  <a:pt x="2093310" y="158101"/>
                  <a:pt x="2093310" y="153319"/>
                  <a:pt x="2091968" y="151953"/>
                </a:cubicBezTo>
                <a:cubicBezTo>
                  <a:pt x="2078356" y="151269"/>
                  <a:pt x="2075900" y="150132"/>
                  <a:pt x="2075900" y="131231"/>
                </a:cubicBezTo>
                <a:lnTo>
                  <a:pt x="2075900" y="26265"/>
                </a:lnTo>
                <a:cubicBezTo>
                  <a:pt x="2075900" y="11468"/>
                  <a:pt x="2076793" y="2307"/>
                  <a:pt x="2076793" y="2307"/>
                </a:cubicBezTo>
                <a:cubicBezTo>
                  <a:pt x="2076793" y="695"/>
                  <a:pt x="2075900" y="0"/>
                  <a:pt x="2073891" y="0"/>
                </a:cubicBezTo>
                <a:cubicBezTo>
                  <a:pt x="2068313" y="2307"/>
                  <a:pt x="2051571" y="5536"/>
                  <a:pt x="2042645" y="6227"/>
                </a:cubicBezTo>
                <a:cubicBezTo>
                  <a:pt x="2042198" y="8052"/>
                  <a:pt x="2042645" y="11694"/>
                  <a:pt x="2043983" y="13063"/>
                </a:cubicBezTo>
                <a:cubicBezTo>
                  <a:pt x="2056928" y="13970"/>
                  <a:pt x="2058266" y="14655"/>
                  <a:pt x="2058266" y="31731"/>
                </a:cubicBezTo>
                <a:lnTo>
                  <a:pt x="2058266" y="131231"/>
                </a:lnTo>
                <a:close/>
                <a:moveTo>
                  <a:pt x="2117188" y="131231"/>
                </a:moveTo>
                <a:cubicBezTo>
                  <a:pt x="2117188" y="150132"/>
                  <a:pt x="2114736" y="151269"/>
                  <a:pt x="2101120" y="151953"/>
                </a:cubicBezTo>
                <a:cubicBezTo>
                  <a:pt x="2099782" y="153319"/>
                  <a:pt x="2099782" y="158101"/>
                  <a:pt x="2101120" y="159466"/>
                </a:cubicBezTo>
                <a:cubicBezTo>
                  <a:pt x="2108933" y="159241"/>
                  <a:pt x="2117188" y="159011"/>
                  <a:pt x="2126118" y="159011"/>
                </a:cubicBezTo>
                <a:cubicBezTo>
                  <a:pt x="2135044" y="159011"/>
                  <a:pt x="2143527" y="159241"/>
                  <a:pt x="2150890" y="159466"/>
                </a:cubicBezTo>
                <a:cubicBezTo>
                  <a:pt x="2152232" y="158101"/>
                  <a:pt x="2152232" y="153319"/>
                  <a:pt x="2150890" y="151953"/>
                </a:cubicBezTo>
                <a:cubicBezTo>
                  <a:pt x="2137278" y="151269"/>
                  <a:pt x="2134822" y="150132"/>
                  <a:pt x="2134822" y="131231"/>
                </a:cubicBezTo>
                <a:lnTo>
                  <a:pt x="2134822" y="26265"/>
                </a:lnTo>
                <a:cubicBezTo>
                  <a:pt x="2134822" y="11468"/>
                  <a:pt x="2135715" y="2307"/>
                  <a:pt x="2135715" y="2307"/>
                </a:cubicBezTo>
                <a:cubicBezTo>
                  <a:pt x="2135715" y="695"/>
                  <a:pt x="2134822" y="0"/>
                  <a:pt x="2132813" y="0"/>
                </a:cubicBezTo>
                <a:cubicBezTo>
                  <a:pt x="2127235" y="2307"/>
                  <a:pt x="2110493" y="5536"/>
                  <a:pt x="2101566" y="6227"/>
                </a:cubicBezTo>
                <a:cubicBezTo>
                  <a:pt x="2101120" y="8052"/>
                  <a:pt x="2101566" y="11694"/>
                  <a:pt x="2102905" y="13063"/>
                </a:cubicBezTo>
                <a:cubicBezTo>
                  <a:pt x="2115850" y="13970"/>
                  <a:pt x="2117188" y="14655"/>
                  <a:pt x="2117188" y="31731"/>
                </a:cubicBezTo>
                <a:lnTo>
                  <a:pt x="2117188" y="13123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Text propagatesthroughthefoatingedgesoriginatingf">
            <a:extLst xmlns:a="http://schemas.openxmlformats.org/drawingml/2006/main">
              <a:ext uri="{FF2B5EF4-FFF2-40B4-BE49-F238E27FC236}">
                <a16:creationId xmlns:a16="http://schemas.microsoft.com/office/drawing/2014/main" id="{8C1951BF-AF32-4FA2-AD9A-21166C0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1135" y="4468443"/>
            <a:ext cx="4837887" cy="213289"/>
          </a:xfrm>
          <a:custGeom xmlns:a="http://schemas.openxmlformats.org/drawingml/2006/main">
            <a:pathLst>
              <a:path w="4837887" h="213289">
                <a:moveTo>
                  <a:pt x="40028" y="83545"/>
                </a:moveTo>
                <a:cubicBezTo>
                  <a:pt x="46044" y="76251"/>
                  <a:pt x="56689" y="69416"/>
                  <a:pt x="63398" y="69416"/>
                </a:cubicBezTo>
                <a:cubicBezTo>
                  <a:pt x="78209" y="69416"/>
                  <a:pt x="90934" y="85822"/>
                  <a:pt x="90934" y="111572"/>
                </a:cubicBezTo>
                <a:cubicBezTo>
                  <a:pt x="90934" y="130261"/>
                  <a:pt x="84225" y="153503"/>
                  <a:pt x="58310" y="153503"/>
                </a:cubicBezTo>
                <a:cubicBezTo>
                  <a:pt x="54144" y="153503"/>
                  <a:pt x="46044" y="152363"/>
                  <a:pt x="41881" y="148718"/>
                </a:cubicBezTo>
                <a:cubicBezTo>
                  <a:pt x="37253" y="144617"/>
                  <a:pt x="36328" y="143248"/>
                  <a:pt x="36328" y="135047"/>
                </a:cubicBezTo>
                <a:lnTo>
                  <a:pt x="36328" y="93571"/>
                </a:lnTo>
                <a:cubicBezTo>
                  <a:pt x="36328" y="88786"/>
                  <a:pt x="37253" y="86736"/>
                  <a:pt x="40028" y="83545"/>
                </a:cubicBezTo>
                <a:moveTo>
                  <a:pt x="35632" y="75111"/>
                </a:moveTo>
                <a:cubicBezTo>
                  <a:pt x="35403" y="68276"/>
                  <a:pt x="34940" y="62358"/>
                  <a:pt x="33782" y="60078"/>
                </a:cubicBezTo>
                <a:cubicBezTo>
                  <a:pt x="33319" y="58938"/>
                  <a:pt x="32857" y="58257"/>
                  <a:pt x="31003" y="58257"/>
                </a:cubicBezTo>
                <a:cubicBezTo>
                  <a:pt x="24524" y="60763"/>
                  <a:pt x="18508" y="62813"/>
                  <a:pt x="2542" y="64860"/>
                </a:cubicBezTo>
                <a:cubicBezTo>
                  <a:pt x="2080" y="66229"/>
                  <a:pt x="2542" y="69871"/>
                  <a:pt x="3008" y="71240"/>
                </a:cubicBezTo>
                <a:cubicBezTo>
                  <a:pt x="15500" y="72380"/>
                  <a:pt x="18046" y="73516"/>
                  <a:pt x="18046" y="86736"/>
                </a:cubicBezTo>
                <a:lnTo>
                  <a:pt x="18046" y="184095"/>
                </a:lnTo>
                <a:cubicBezTo>
                  <a:pt x="18046" y="203058"/>
                  <a:pt x="15500" y="204202"/>
                  <a:pt x="1388" y="204886"/>
                </a:cubicBezTo>
                <a:cubicBezTo>
                  <a:pt x="0" y="206252"/>
                  <a:pt x="0" y="211034"/>
                  <a:pt x="1388" y="212399"/>
                </a:cubicBezTo>
                <a:cubicBezTo>
                  <a:pt x="9487" y="212174"/>
                  <a:pt x="18046" y="211944"/>
                  <a:pt x="27303" y="211944"/>
                </a:cubicBezTo>
                <a:cubicBezTo>
                  <a:pt x="36557" y="211944"/>
                  <a:pt x="47665" y="212174"/>
                  <a:pt x="55302" y="212399"/>
                </a:cubicBezTo>
                <a:cubicBezTo>
                  <a:pt x="56689" y="211034"/>
                  <a:pt x="56689" y="206252"/>
                  <a:pt x="55302" y="204886"/>
                </a:cubicBezTo>
                <a:cubicBezTo>
                  <a:pt x="38873" y="203972"/>
                  <a:pt x="36328" y="203058"/>
                  <a:pt x="36328" y="184095"/>
                </a:cubicBezTo>
                <a:lnTo>
                  <a:pt x="36328" y="159425"/>
                </a:lnTo>
                <a:cubicBezTo>
                  <a:pt x="36328" y="156464"/>
                  <a:pt x="37253" y="156693"/>
                  <a:pt x="39565" y="157830"/>
                </a:cubicBezTo>
                <a:cubicBezTo>
                  <a:pt x="45352" y="159880"/>
                  <a:pt x="52294" y="161246"/>
                  <a:pt x="59697" y="161246"/>
                </a:cubicBezTo>
                <a:cubicBezTo>
                  <a:pt x="72655" y="161246"/>
                  <a:pt x="84225" y="157374"/>
                  <a:pt x="93712" y="148492"/>
                </a:cubicBezTo>
                <a:cubicBezTo>
                  <a:pt x="104587" y="138008"/>
                  <a:pt x="110833" y="123878"/>
                  <a:pt x="110833" y="105421"/>
                </a:cubicBezTo>
                <a:cubicBezTo>
                  <a:pt x="110833" y="81266"/>
                  <a:pt x="93479" y="58938"/>
                  <a:pt x="69877" y="58938"/>
                </a:cubicBezTo>
                <a:cubicBezTo>
                  <a:pt x="59235" y="58938"/>
                  <a:pt x="47432" y="66000"/>
                  <a:pt x="38178" y="76025"/>
                </a:cubicBezTo>
                <a:cubicBezTo>
                  <a:pt x="36790" y="77391"/>
                  <a:pt x="35865" y="77391"/>
                  <a:pt x="35632" y="75111"/>
                </a:cubicBezTo>
                <a:close/>
                <a:moveTo>
                  <a:pt x="160352" y="77391"/>
                </a:moveTo>
                <a:cubicBezTo>
                  <a:pt x="159889" y="68276"/>
                  <a:pt x="159656" y="62358"/>
                  <a:pt x="158502" y="60078"/>
                </a:cubicBezTo>
                <a:cubicBezTo>
                  <a:pt x="158036" y="58938"/>
                  <a:pt x="157573" y="58257"/>
                  <a:pt x="155723" y="58257"/>
                </a:cubicBezTo>
                <a:cubicBezTo>
                  <a:pt x="149244" y="60763"/>
                  <a:pt x="143228" y="62813"/>
                  <a:pt x="127262" y="64860"/>
                </a:cubicBezTo>
                <a:cubicBezTo>
                  <a:pt x="126799" y="66229"/>
                  <a:pt x="127262" y="69871"/>
                  <a:pt x="127724" y="71237"/>
                </a:cubicBezTo>
                <a:cubicBezTo>
                  <a:pt x="140220" y="72376"/>
                  <a:pt x="142765" y="73516"/>
                  <a:pt x="142765" y="86739"/>
                </a:cubicBezTo>
                <a:lnTo>
                  <a:pt x="142765" y="131203"/>
                </a:lnTo>
                <a:cubicBezTo>
                  <a:pt x="142765" y="150129"/>
                  <a:pt x="139990" y="151039"/>
                  <a:pt x="125641" y="151953"/>
                </a:cubicBezTo>
                <a:cubicBezTo>
                  <a:pt x="124254" y="153319"/>
                  <a:pt x="124254" y="158101"/>
                  <a:pt x="125641" y="159466"/>
                </a:cubicBezTo>
                <a:cubicBezTo>
                  <a:pt x="133741" y="159241"/>
                  <a:pt x="142765" y="159011"/>
                  <a:pt x="152023" y="159011"/>
                </a:cubicBezTo>
                <a:cubicBezTo>
                  <a:pt x="161277" y="159011"/>
                  <a:pt x="171922" y="159241"/>
                  <a:pt x="180018" y="159466"/>
                </a:cubicBezTo>
                <a:cubicBezTo>
                  <a:pt x="181409" y="158101"/>
                  <a:pt x="181409" y="153319"/>
                  <a:pt x="180018" y="151953"/>
                </a:cubicBezTo>
                <a:cubicBezTo>
                  <a:pt x="163823" y="150813"/>
                  <a:pt x="161044" y="150129"/>
                  <a:pt x="161044" y="131203"/>
                </a:cubicBezTo>
                <a:lnTo>
                  <a:pt x="161044" y="99510"/>
                </a:lnTo>
                <a:cubicBezTo>
                  <a:pt x="161044" y="93582"/>
                  <a:pt x="163823" y="88338"/>
                  <a:pt x="166598" y="84233"/>
                </a:cubicBezTo>
                <a:cubicBezTo>
                  <a:pt x="169143" y="80585"/>
                  <a:pt x="174468" y="73061"/>
                  <a:pt x="177243" y="73061"/>
                </a:cubicBezTo>
                <a:cubicBezTo>
                  <a:pt x="179326" y="73061"/>
                  <a:pt x="181409" y="73516"/>
                  <a:pt x="183259" y="76025"/>
                </a:cubicBezTo>
                <a:cubicBezTo>
                  <a:pt x="184880" y="78305"/>
                  <a:pt x="187655" y="81269"/>
                  <a:pt x="191588" y="81269"/>
                </a:cubicBezTo>
                <a:cubicBezTo>
                  <a:pt x="197142" y="81269"/>
                  <a:pt x="202463" y="75567"/>
                  <a:pt x="202463" y="69871"/>
                </a:cubicBezTo>
                <a:cubicBezTo>
                  <a:pt x="202463" y="65544"/>
                  <a:pt x="198300" y="58938"/>
                  <a:pt x="188580" y="58938"/>
                </a:cubicBezTo>
                <a:cubicBezTo>
                  <a:pt x="177705" y="58938"/>
                  <a:pt x="168218" y="68960"/>
                  <a:pt x="162898" y="77846"/>
                </a:cubicBezTo>
                <a:cubicBezTo>
                  <a:pt x="161510" y="80355"/>
                  <a:pt x="160352" y="78531"/>
                  <a:pt x="160352" y="77391"/>
                </a:cubicBezTo>
                <a:close/>
                <a:moveTo>
                  <a:pt x="213338" y="112257"/>
                </a:moveTo>
                <a:cubicBezTo>
                  <a:pt x="213338" y="135502"/>
                  <a:pt x="229074" y="161246"/>
                  <a:pt x="261931" y="161246"/>
                </a:cubicBezTo>
                <a:cubicBezTo>
                  <a:pt x="276739" y="161246"/>
                  <a:pt x="288080" y="156009"/>
                  <a:pt x="295946" y="148492"/>
                </a:cubicBezTo>
                <a:cubicBezTo>
                  <a:pt x="306358" y="138463"/>
                  <a:pt x="310987" y="124107"/>
                  <a:pt x="310987" y="110207"/>
                </a:cubicBezTo>
                <a:cubicBezTo>
                  <a:pt x="310987" y="86506"/>
                  <a:pt x="297796" y="58938"/>
                  <a:pt x="262394" y="58938"/>
                </a:cubicBezTo>
                <a:cubicBezTo>
                  <a:pt x="247123" y="58938"/>
                  <a:pt x="234628" y="65089"/>
                  <a:pt x="226066" y="74885"/>
                </a:cubicBezTo>
                <a:cubicBezTo>
                  <a:pt x="217737" y="84685"/>
                  <a:pt x="213338" y="97901"/>
                  <a:pt x="213338" y="112257"/>
                </a:cubicBezTo>
                <a:moveTo>
                  <a:pt x="258923" y="66910"/>
                </a:moveTo>
                <a:cubicBezTo>
                  <a:pt x="278822" y="66910"/>
                  <a:pt x="291088" y="84685"/>
                  <a:pt x="291088" y="117501"/>
                </a:cubicBezTo>
                <a:cubicBezTo>
                  <a:pt x="291088" y="146212"/>
                  <a:pt x="276047" y="153277"/>
                  <a:pt x="265173" y="153277"/>
                </a:cubicBezTo>
                <a:cubicBezTo>
                  <a:pt x="241107" y="153277"/>
                  <a:pt x="233241" y="124562"/>
                  <a:pt x="233241" y="107016"/>
                </a:cubicBezTo>
                <a:cubicBezTo>
                  <a:pt x="233241" y="87191"/>
                  <a:pt x="238099" y="66910"/>
                  <a:pt x="258923" y="66910"/>
                </a:cubicBezTo>
                <a:close/>
                <a:moveTo>
                  <a:pt x="360965" y="83545"/>
                </a:moveTo>
                <a:cubicBezTo>
                  <a:pt x="366981" y="76251"/>
                  <a:pt x="377627" y="69416"/>
                  <a:pt x="384335" y="69416"/>
                </a:cubicBezTo>
                <a:cubicBezTo>
                  <a:pt x="399146" y="69416"/>
                  <a:pt x="411871" y="85822"/>
                  <a:pt x="411871" y="111572"/>
                </a:cubicBezTo>
                <a:cubicBezTo>
                  <a:pt x="411871" y="130261"/>
                  <a:pt x="405163" y="153503"/>
                  <a:pt x="379247" y="153503"/>
                </a:cubicBezTo>
                <a:cubicBezTo>
                  <a:pt x="375081" y="153503"/>
                  <a:pt x="366981" y="152363"/>
                  <a:pt x="362819" y="148718"/>
                </a:cubicBezTo>
                <a:cubicBezTo>
                  <a:pt x="358190" y="144617"/>
                  <a:pt x="357265" y="143248"/>
                  <a:pt x="357265" y="135047"/>
                </a:cubicBezTo>
                <a:lnTo>
                  <a:pt x="357265" y="93571"/>
                </a:lnTo>
                <a:cubicBezTo>
                  <a:pt x="357265" y="88786"/>
                  <a:pt x="358190" y="86736"/>
                  <a:pt x="360965" y="83545"/>
                </a:cubicBezTo>
                <a:moveTo>
                  <a:pt x="356569" y="75111"/>
                </a:moveTo>
                <a:cubicBezTo>
                  <a:pt x="356340" y="68276"/>
                  <a:pt x="355877" y="62358"/>
                  <a:pt x="354719" y="60078"/>
                </a:cubicBezTo>
                <a:cubicBezTo>
                  <a:pt x="354257" y="58938"/>
                  <a:pt x="353794" y="58257"/>
                  <a:pt x="351941" y="58257"/>
                </a:cubicBezTo>
                <a:cubicBezTo>
                  <a:pt x="345462" y="60763"/>
                  <a:pt x="339445" y="62813"/>
                  <a:pt x="323479" y="64860"/>
                </a:cubicBezTo>
                <a:cubicBezTo>
                  <a:pt x="323017" y="66229"/>
                  <a:pt x="323479" y="69871"/>
                  <a:pt x="323945" y="71240"/>
                </a:cubicBezTo>
                <a:cubicBezTo>
                  <a:pt x="336437" y="72380"/>
                  <a:pt x="338983" y="73516"/>
                  <a:pt x="338983" y="86736"/>
                </a:cubicBezTo>
                <a:lnTo>
                  <a:pt x="338983" y="184095"/>
                </a:lnTo>
                <a:cubicBezTo>
                  <a:pt x="338983" y="203058"/>
                  <a:pt x="336437" y="204202"/>
                  <a:pt x="322325" y="204886"/>
                </a:cubicBezTo>
                <a:cubicBezTo>
                  <a:pt x="320937" y="206252"/>
                  <a:pt x="320937" y="211034"/>
                  <a:pt x="322325" y="212399"/>
                </a:cubicBezTo>
                <a:cubicBezTo>
                  <a:pt x="330424" y="212174"/>
                  <a:pt x="338983" y="211944"/>
                  <a:pt x="348240" y="211944"/>
                </a:cubicBezTo>
                <a:cubicBezTo>
                  <a:pt x="357494" y="211944"/>
                  <a:pt x="368602" y="212174"/>
                  <a:pt x="376239" y="212399"/>
                </a:cubicBezTo>
                <a:cubicBezTo>
                  <a:pt x="377627" y="211034"/>
                  <a:pt x="377627" y="206252"/>
                  <a:pt x="376239" y="204886"/>
                </a:cubicBezTo>
                <a:cubicBezTo>
                  <a:pt x="359811" y="203972"/>
                  <a:pt x="357265" y="203058"/>
                  <a:pt x="357265" y="184095"/>
                </a:cubicBezTo>
                <a:lnTo>
                  <a:pt x="357265" y="159425"/>
                </a:lnTo>
                <a:cubicBezTo>
                  <a:pt x="357265" y="156464"/>
                  <a:pt x="358190" y="156693"/>
                  <a:pt x="360503" y="157830"/>
                </a:cubicBezTo>
                <a:cubicBezTo>
                  <a:pt x="366289" y="159880"/>
                  <a:pt x="373231" y="161246"/>
                  <a:pt x="380635" y="161246"/>
                </a:cubicBezTo>
                <a:cubicBezTo>
                  <a:pt x="393593" y="161246"/>
                  <a:pt x="405163" y="157374"/>
                  <a:pt x="414650" y="148492"/>
                </a:cubicBezTo>
                <a:cubicBezTo>
                  <a:pt x="425524" y="138008"/>
                  <a:pt x="431770" y="123878"/>
                  <a:pt x="431770" y="105421"/>
                </a:cubicBezTo>
                <a:cubicBezTo>
                  <a:pt x="431770" y="81266"/>
                  <a:pt x="414417" y="58938"/>
                  <a:pt x="390814" y="58938"/>
                </a:cubicBezTo>
                <a:cubicBezTo>
                  <a:pt x="380172" y="58938"/>
                  <a:pt x="368369" y="66000"/>
                  <a:pt x="359115" y="76025"/>
                </a:cubicBezTo>
                <a:cubicBezTo>
                  <a:pt x="357727" y="77391"/>
                  <a:pt x="356802" y="77391"/>
                  <a:pt x="356569" y="75111"/>
                </a:cubicBezTo>
                <a:close/>
                <a:moveTo>
                  <a:pt x="508363" y="105880"/>
                </a:moveTo>
                <a:lnTo>
                  <a:pt x="508363" y="135957"/>
                </a:lnTo>
                <a:cubicBezTo>
                  <a:pt x="508363" y="138921"/>
                  <a:pt x="506972" y="140517"/>
                  <a:pt x="505122" y="141882"/>
                </a:cubicBezTo>
                <a:cubicBezTo>
                  <a:pt x="499105" y="146668"/>
                  <a:pt x="491239" y="151911"/>
                  <a:pt x="484760" y="151911"/>
                </a:cubicBezTo>
                <a:cubicBezTo>
                  <a:pt x="473190" y="151911"/>
                  <a:pt x="468098" y="142796"/>
                  <a:pt x="468098" y="135731"/>
                </a:cubicBezTo>
                <a:cubicBezTo>
                  <a:pt x="468098" y="125476"/>
                  <a:pt x="472960" y="114992"/>
                  <a:pt x="490081" y="110665"/>
                </a:cubicBezTo>
                <a:lnTo>
                  <a:pt x="508363" y="105880"/>
                </a:lnTo>
                <a:moveTo>
                  <a:pt x="508363" y="148037"/>
                </a:moveTo>
                <a:cubicBezTo>
                  <a:pt x="509750" y="155098"/>
                  <a:pt x="512296" y="161246"/>
                  <a:pt x="523866" y="161246"/>
                </a:cubicBezTo>
                <a:cubicBezTo>
                  <a:pt x="532658" y="161246"/>
                  <a:pt x="540987" y="157374"/>
                  <a:pt x="545845" y="152822"/>
                </a:cubicBezTo>
                <a:cubicBezTo>
                  <a:pt x="545382" y="150087"/>
                  <a:pt x="544457" y="148037"/>
                  <a:pt x="541912" y="146671"/>
                </a:cubicBezTo>
                <a:cubicBezTo>
                  <a:pt x="540295" y="148037"/>
                  <a:pt x="536358" y="150316"/>
                  <a:pt x="533350" y="150316"/>
                </a:cubicBezTo>
                <a:cubicBezTo>
                  <a:pt x="526641" y="150316"/>
                  <a:pt x="526408" y="141427"/>
                  <a:pt x="526408" y="130946"/>
                </a:cubicBezTo>
                <a:lnTo>
                  <a:pt x="526408" y="97446"/>
                </a:lnTo>
                <a:cubicBezTo>
                  <a:pt x="526408" y="65089"/>
                  <a:pt x="508363" y="58938"/>
                  <a:pt x="491468" y="58938"/>
                </a:cubicBezTo>
                <a:cubicBezTo>
                  <a:pt x="472494" y="58938"/>
                  <a:pt x="453290" y="71240"/>
                  <a:pt x="453290" y="84230"/>
                </a:cubicBezTo>
                <a:cubicBezTo>
                  <a:pt x="453290" y="89700"/>
                  <a:pt x="456066" y="92435"/>
                  <a:pt x="461390" y="92435"/>
                </a:cubicBezTo>
                <a:cubicBezTo>
                  <a:pt x="468098" y="92435"/>
                  <a:pt x="472265" y="87650"/>
                  <a:pt x="472265" y="84685"/>
                </a:cubicBezTo>
                <a:cubicBezTo>
                  <a:pt x="472265" y="83090"/>
                  <a:pt x="472032" y="81495"/>
                  <a:pt x="471569" y="80585"/>
                </a:cubicBezTo>
                <a:cubicBezTo>
                  <a:pt x="471340" y="79900"/>
                  <a:pt x="471107" y="78534"/>
                  <a:pt x="471107" y="76025"/>
                </a:cubicBezTo>
                <a:cubicBezTo>
                  <a:pt x="471107" y="68960"/>
                  <a:pt x="480827" y="66455"/>
                  <a:pt x="489618" y="66455"/>
                </a:cubicBezTo>
                <a:cubicBezTo>
                  <a:pt x="497485" y="66455"/>
                  <a:pt x="508363" y="70330"/>
                  <a:pt x="508363" y="96080"/>
                </a:cubicBezTo>
                <a:cubicBezTo>
                  <a:pt x="508363" y="97675"/>
                  <a:pt x="507667" y="98586"/>
                  <a:pt x="506972" y="98815"/>
                </a:cubicBezTo>
                <a:lnTo>
                  <a:pt x="487072" y="103600"/>
                </a:lnTo>
                <a:cubicBezTo>
                  <a:pt x="464861" y="109070"/>
                  <a:pt x="448895" y="121146"/>
                  <a:pt x="448895" y="136642"/>
                </a:cubicBezTo>
                <a:cubicBezTo>
                  <a:pt x="448895" y="155328"/>
                  <a:pt x="461852" y="161246"/>
                  <a:pt x="478048" y="161246"/>
                </a:cubicBezTo>
                <a:cubicBezTo>
                  <a:pt x="486147" y="161246"/>
                  <a:pt x="493089" y="159425"/>
                  <a:pt x="503271" y="151682"/>
                </a:cubicBezTo>
                <a:lnTo>
                  <a:pt x="507900" y="148037"/>
                </a:lnTo>
                <a:lnTo>
                  <a:pt x="508363" y="148037"/>
                </a:lnTo>
                <a:close/>
                <a:moveTo>
                  <a:pt x="620125" y="95434"/>
                </a:moveTo>
                <a:cubicBezTo>
                  <a:pt x="620125" y="116656"/>
                  <a:pt x="609246" y="120990"/>
                  <a:pt x="600684" y="120990"/>
                </a:cubicBezTo>
                <a:cubicBezTo>
                  <a:pt x="581248" y="120990"/>
                  <a:pt x="579168" y="104792"/>
                  <a:pt x="579168" y="90186"/>
                </a:cubicBezTo>
                <a:cubicBezTo>
                  <a:pt x="579168" y="74215"/>
                  <a:pt x="584951" y="66000"/>
                  <a:pt x="597680" y="66000"/>
                </a:cubicBezTo>
                <a:cubicBezTo>
                  <a:pt x="612255" y="66000"/>
                  <a:pt x="620125" y="76498"/>
                  <a:pt x="620125" y="95434"/>
                </a:cubicBezTo>
                <a:moveTo>
                  <a:pt x="576852" y="161235"/>
                </a:moveTo>
                <a:cubicBezTo>
                  <a:pt x="579398" y="161920"/>
                  <a:pt x="583101" y="162379"/>
                  <a:pt x="586110" y="162379"/>
                </a:cubicBezTo>
                <a:cubicBezTo>
                  <a:pt x="593280" y="162379"/>
                  <a:pt x="599759" y="161690"/>
                  <a:pt x="603001" y="161690"/>
                </a:cubicBezTo>
                <a:cubicBezTo>
                  <a:pt x="614571" y="161690"/>
                  <a:pt x="624287" y="161920"/>
                  <a:pt x="630999" y="165576"/>
                </a:cubicBezTo>
                <a:cubicBezTo>
                  <a:pt x="640024" y="170601"/>
                  <a:pt x="642799" y="173798"/>
                  <a:pt x="642799" y="179737"/>
                </a:cubicBezTo>
                <a:cubicBezTo>
                  <a:pt x="642799" y="196185"/>
                  <a:pt x="618271" y="204865"/>
                  <a:pt x="597447" y="204865"/>
                </a:cubicBezTo>
                <a:cubicBezTo>
                  <a:pt x="589118" y="204865"/>
                  <a:pt x="569681" y="198238"/>
                  <a:pt x="569681" y="182708"/>
                </a:cubicBezTo>
                <a:cubicBezTo>
                  <a:pt x="569681" y="174941"/>
                  <a:pt x="570144" y="169232"/>
                  <a:pt x="576852" y="161235"/>
                </a:cubicBezTo>
                <a:moveTo>
                  <a:pt x="649048" y="70792"/>
                </a:moveTo>
                <a:cubicBezTo>
                  <a:pt x="653444" y="70792"/>
                  <a:pt x="657607" y="66684"/>
                  <a:pt x="657607" y="62128"/>
                </a:cubicBezTo>
                <a:cubicBezTo>
                  <a:pt x="657607" y="57346"/>
                  <a:pt x="653211" y="53701"/>
                  <a:pt x="646965" y="53701"/>
                </a:cubicBezTo>
                <a:cubicBezTo>
                  <a:pt x="640949" y="53701"/>
                  <a:pt x="629841" y="57572"/>
                  <a:pt x="623825" y="65318"/>
                </a:cubicBezTo>
                <a:cubicBezTo>
                  <a:pt x="621050" y="63494"/>
                  <a:pt x="613413" y="58938"/>
                  <a:pt x="599759" y="58938"/>
                </a:cubicBezTo>
                <a:cubicBezTo>
                  <a:pt x="579168" y="58938"/>
                  <a:pt x="560194" y="72616"/>
                  <a:pt x="560194" y="93609"/>
                </a:cubicBezTo>
                <a:cubicBezTo>
                  <a:pt x="560194" y="105932"/>
                  <a:pt x="565748" y="113004"/>
                  <a:pt x="572227" y="119165"/>
                </a:cubicBezTo>
                <a:cubicBezTo>
                  <a:pt x="565748" y="124635"/>
                  <a:pt x="562044" y="134407"/>
                  <a:pt x="562044" y="142126"/>
                </a:cubicBezTo>
                <a:cubicBezTo>
                  <a:pt x="562044" y="150306"/>
                  <a:pt x="566673" y="156683"/>
                  <a:pt x="572689" y="159644"/>
                </a:cubicBezTo>
                <a:cubicBezTo>
                  <a:pt x="560194" y="166945"/>
                  <a:pt x="553715" y="177454"/>
                  <a:pt x="553715" y="187274"/>
                </a:cubicBezTo>
                <a:cubicBezTo>
                  <a:pt x="553715" y="207142"/>
                  <a:pt x="572689" y="213289"/>
                  <a:pt x="590505" y="213289"/>
                </a:cubicBezTo>
                <a:cubicBezTo>
                  <a:pt x="621742" y="213289"/>
                  <a:pt x="655527" y="198468"/>
                  <a:pt x="655527" y="173798"/>
                </a:cubicBezTo>
                <a:cubicBezTo>
                  <a:pt x="655527" y="166490"/>
                  <a:pt x="652056" y="160780"/>
                  <a:pt x="645345" y="155314"/>
                </a:cubicBezTo>
                <a:cubicBezTo>
                  <a:pt x="636320" y="148026"/>
                  <a:pt x="620125" y="147800"/>
                  <a:pt x="611563" y="147800"/>
                </a:cubicBezTo>
                <a:cubicBezTo>
                  <a:pt x="607396" y="147800"/>
                  <a:pt x="601613" y="148256"/>
                  <a:pt x="596059" y="148937"/>
                </a:cubicBezTo>
                <a:cubicBezTo>
                  <a:pt x="592588" y="149166"/>
                  <a:pt x="590272" y="149396"/>
                  <a:pt x="589118" y="149396"/>
                </a:cubicBezTo>
                <a:cubicBezTo>
                  <a:pt x="582406" y="149396"/>
                  <a:pt x="574306" y="146212"/>
                  <a:pt x="574306" y="136451"/>
                </a:cubicBezTo>
                <a:cubicBezTo>
                  <a:pt x="574306" y="131912"/>
                  <a:pt x="575697" y="127141"/>
                  <a:pt x="578473" y="123270"/>
                </a:cubicBezTo>
                <a:cubicBezTo>
                  <a:pt x="584026" y="126456"/>
                  <a:pt x="590505" y="128051"/>
                  <a:pt x="599530" y="128051"/>
                </a:cubicBezTo>
                <a:cubicBezTo>
                  <a:pt x="619892" y="128051"/>
                  <a:pt x="638633" y="115517"/>
                  <a:pt x="638633" y="93154"/>
                </a:cubicBezTo>
                <a:cubicBezTo>
                  <a:pt x="638633" y="82430"/>
                  <a:pt x="635395" y="76269"/>
                  <a:pt x="628683" y="69423"/>
                </a:cubicBezTo>
                <a:cubicBezTo>
                  <a:pt x="630304" y="67139"/>
                  <a:pt x="634932" y="63949"/>
                  <a:pt x="637941" y="63949"/>
                </a:cubicBezTo>
                <a:cubicBezTo>
                  <a:pt x="639561" y="63949"/>
                  <a:pt x="641178" y="64634"/>
                  <a:pt x="642569" y="66684"/>
                </a:cubicBezTo>
                <a:cubicBezTo>
                  <a:pt x="643494" y="68509"/>
                  <a:pt x="646503" y="70792"/>
                  <a:pt x="649048" y="70792"/>
                </a:cubicBezTo>
                <a:close/>
                <a:moveTo>
                  <a:pt x="729802" y="105880"/>
                </a:moveTo>
                <a:lnTo>
                  <a:pt x="729802" y="135957"/>
                </a:lnTo>
                <a:cubicBezTo>
                  <a:pt x="729802" y="138921"/>
                  <a:pt x="728411" y="140517"/>
                  <a:pt x="726561" y="141882"/>
                </a:cubicBezTo>
                <a:cubicBezTo>
                  <a:pt x="720545" y="146668"/>
                  <a:pt x="712678" y="151911"/>
                  <a:pt x="706199" y="151911"/>
                </a:cubicBezTo>
                <a:cubicBezTo>
                  <a:pt x="694629" y="151911"/>
                  <a:pt x="689538" y="142796"/>
                  <a:pt x="689538" y="135731"/>
                </a:cubicBezTo>
                <a:cubicBezTo>
                  <a:pt x="689538" y="125476"/>
                  <a:pt x="694400" y="114992"/>
                  <a:pt x="711520" y="110665"/>
                </a:cubicBezTo>
                <a:lnTo>
                  <a:pt x="729802" y="105880"/>
                </a:lnTo>
                <a:moveTo>
                  <a:pt x="729802" y="148037"/>
                </a:moveTo>
                <a:cubicBezTo>
                  <a:pt x="731190" y="155098"/>
                  <a:pt x="733736" y="161246"/>
                  <a:pt x="745306" y="161246"/>
                </a:cubicBezTo>
                <a:cubicBezTo>
                  <a:pt x="754097" y="161246"/>
                  <a:pt x="762426" y="157374"/>
                  <a:pt x="767285" y="152822"/>
                </a:cubicBezTo>
                <a:cubicBezTo>
                  <a:pt x="766822" y="150087"/>
                  <a:pt x="765897" y="148037"/>
                  <a:pt x="763351" y="146671"/>
                </a:cubicBezTo>
                <a:cubicBezTo>
                  <a:pt x="761734" y="148037"/>
                  <a:pt x="757797" y="150316"/>
                  <a:pt x="754789" y="150316"/>
                </a:cubicBezTo>
                <a:cubicBezTo>
                  <a:pt x="748081" y="150316"/>
                  <a:pt x="747848" y="141427"/>
                  <a:pt x="747848" y="130946"/>
                </a:cubicBezTo>
                <a:lnTo>
                  <a:pt x="747848" y="97446"/>
                </a:lnTo>
                <a:cubicBezTo>
                  <a:pt x="747848" y="65089"/>
                  <a:pt x="729802" y="58938"/>
                  <a:pt x="712908" y="58938"/>
                </a:cubicBezTo>
                <a:cubicBezTo>
                  <a:pt x="693934" y="58938"/>
                  <a:pt x="674730" y="71240"/>
                  <a:pt x="674730" y="84230"/>
                </a:cubicBezTo>
                <a:cubicBezTo>
                  <a:pt x="674730" y="89700"/>
                  <a:pt x="677505" y="92435"/>
                  <a:pt x="682830" y="92435"/>
                </a:cubicBezTo>
                <a:cubicBezTo>
                  <a:pt x="689538" y="92435"/>
                  <a:pt x="693704" y="87650"/>
                  <a:pt x="693704" y="84685"/>
                </a:cubicBezTo>
                <a:cubicBezTo>
                  <a:pt x="693704" y="83090"/>
                  <a:pt x="693471" y="81495"/>
                  <a:pt x="693009" y="80585"/>
                </a:cubicBezTo>
                <a:cubicBezTo>
                  <a:pt x="692779" y="79900"/>
                  <a:pt x="692546" y="78534"/>
                  <a:pt x="692546" y="76025"/>
                </a:cubicBezTo>
                <a:cubicBezTo>
                  <a:pt x="692546" y="68960"/>
                  <a:pt x="702266" y="66455"/>
                  <a:pt x="711058" y="66455"/>
                </a:cubicBezTo>
                <a:cubicBezTo>
                  <a:pt x="718924" y="66455"/>
                  <a:pt x="729802" y="70330"/>
                  <a:pt x="729802" y="96080"/>
                </a:cubicBezTo>
                <a:cubicBezTo>
                  <a:pt x="729802" y="97675"/>
                  <a:pt x="729107" y="98586"/>
                  <a:pt x="728411" y="98815"/>
                </a:cubicBezTo>
                <a:lnTo>
                  <a:pt x="708512" y="103600"/>
                </a:lnTo>
                <a:cubicBezTo>
                  <a:pt x="686300" y="109070"/>
                  <a:pt x="670334" y="121146"/>
                  <a:pt x="670334" y="136642"/>
                </a:cubicBezTo>
                <a:cubicBezTo>
                  <a:pt x="670334" y="155328"/>
                  <a:pt x="683292" y="161246"/>
                  <a:pt x="699488" y="161246"/>
                </a:cubicBezTo>
                <a:cubicBezTo>
                  <a:pt x="707587" y="161246"/>
                  <a:pt x="714528" y="159425"/>
                  <a:pt x="724711" y="151682"/>
                </a:cubicBezTo>
                <a:lnTo>
                  <a:pt x="729340" y="148037"/>
                </a:lnTo>
                <a:lnTo>
                  <a:pt x="729802" y="148037"/>
                </a:lnTo>
                <a:close/>
                <a:moveTo>
                  <a:pt x="777700" y="61385"/>
                </a:moveTo>
                <a:cubicBezTo>
                  <a:pt x="774459" y="61385"/>
                  <a:pt x="773534" y="64119"/>
                  <a:pt x="773534" y="65940"/>
                </a:cubicBezTo>
                <a:lnTo>
                  <a:pt x="773534" y="68901"/>
                </a:lnTo>
                <a:cubicBezTo>
                  <a:pt x="773534" y="70041"/>
                  <a:pt x="773763" y="70267"/>
                  <a:pt x="774692" y="70267"/>
                </a:cubicBezTo>
                <a:lnTo>
                  <a:pt x="788342" y="70267"/>
                </a:lnTo>
                <a:lnTo>
                  <a:pt x="788342" y="138716"/>
                </a:lnTo>
                <a:cubicBezTo>
                  <a:pt x="788342" y="154869"/>
                  <a:pt x="795516" y="161246"/>
                  <a:pt x="806158" y="161246"/>
                </a:cubicBezTo>
                <a:cubicBezTo>
                  <a:pt x="816803" y="161246"/>
                  <a:pt x="828373" y="156238"/>
                  <a:pt x="837398" y="146219"/>
                </a:cubicBezTo>
                <a:cubicBezTo>
                  <a:pt x="836935" y="143947"/>
                  <a:pt x="835548" y="142581"/>
                  <a:pt x="833231" y="142355"/>
                </a:cubicBezTo>
                <a:cubicBezTo>
                  <a:pt x="827215" y="146904"/>
                  <a:pt x="820274" y="148721"/>
                  <a:pt x="814257" y="148721"/>
                </a:cubicBezTo>
                <a:cubicBezTo>
                  <a:pt x="808011" y="148721"/>
                  <a:pt x="806624" y="141900"/>
                  <a:pt x="806624" y="127801"/>
                </a:cubicBezTo>
                <a:lnTo>
                  <a:pt x="806624" y="70267"/>
                </a:lnTo>
                <a:lnTo>
                  <a:pt x="830686" y="70267"/>
                </a:lnTo>
                <a:cubicBezTo>
                  <a:pt x="833002" y="70267"/>
                  <a:pt x="836240" y="69356"/>
                  <a:pt x="836240" y="67306"/>
                </a:cubicBezTo>
                <a:lnTo>
                  <a:pt x="836240" y="62754"/>
                </a:lnTo>
                <a:cubicBezTo>
                  <a:pt x="836240" y="61843"/>
                  <a:pt x="835548" y="61385"/>
                  <a:pt x="834390" y="61385"/>
                </a:cubicBezTo>
                <a:lnTo>
                  <a:pt x="806624" y="61385"/>
                </a:lnTo>
                <a:lnTo>
                  <a:pt x="806624" y="52506"/>
                </a:lnTo>
                <a:cubicBezTo>
                  <a:pt x="806624" y="37702"/>
                  <a:pt x="807549" y="28590"/>
                  <a:pt x="807549" y="28590"/>
                </a:cubicBezTo>
                <a:cubicBezTo>
                  <a:pt x="807549" y="27224"/>
                  <a:pt x="806853" y="26540"/>
                  <a:pt x="805695" y="26540"/>
                </a:cubicBezTo>
                <a:cubicBezTo>
                  <a:pt x="804770" y="26540"/>
                  <a:pt x="802687" y="27453"/>
                  <a:pt x="800608" y="28590"/>
                </a:cubicBezTo>
                <a:cubicBezTo>
                  <a:pt x="798062" y="29959"/>
                  <a:pt x="795746" y="31095"/>
                  <a:pt x="792738" y="31780"/>
                </a:cubicBezTo>
                <a:cubicBezTo>
                  <a:pt x="789962" y="32690"/>
                  <a:pt x="787650" y="33375"/>
                  <a:pt x="787650" y="34967"/>
                </a:cubicBezTo>
                <a:cubicBezTo>
                  <a:pt x="787650" y="37702"/>
                  <a:pt x="788342" y="36107"/>
                  <a:pt x="788342" y="61385"/>
                </a:cubicBezTo>
                <a:lnTo>
                  <a:pt x="777700" y="61385"/>
                </a:lnTo>
                <a:close/>
                <a:moveTo>
                  <a:pt x="869560" y="94787"/>
                </a:moveTo>
                <a:cubicBezTo>
                  <a:pt x="873956" y="69162"/>
                  <a:pt x="890155" y="67122"/>
                  <a:pt x="895709" y="67122"/>
                </a:cubicBezTo>
                <a:cubicBezTo>
                  <a:pt x="904500" y="67122"/>
                  <a:pt x="914913" y="71886"/>
                  <a:pt x="914913" y="90934"/>
                </a:cubicBezTo>
                <a:cubicBezTo>
                  <a:pt x="914913" y="92973"/>
                  <a:pt x="913988" y="94110"/>
                  <a:pt x="911442" y="94110"/>
                </a:cubicBezTo>
                <a:lnTo>
                  <a:pt x="869560" y="94787"/>
                </a:lnTo>
                <a:moveTo>
                  <a:pt x="930183" y="137799"/>
                </a:moveTo>
                <a:cubicBezTo>
                  <a:pt x="921624" y="146449"/>
                  <a:pt x="914913" y="150087"/>
                  <a:pt x="901492" y="150087"/>
                </a:cubicBezTo>
                <a:cubicBezTo>
                  <a:pt x="893163" y="150087"/>
                  <a:pt x="883443" y="145309"/>
                  <a:pt x="876272" y="133705"/>
                </a:cubicBezTo>
                <a:cubicBezTo>
                  <a:pt x="871644" y="126196"/>
                  <a:pt x="868865" y="115729"/>
                  <a:pt x="868865" y="102530"/>
                </a:cubicBezTo>
                <a:lnTo>
                  <a:pt x="930416" y="102985"/>
                </a:lnTo>
                <a:cubicBezTo>
                  <a:pt x="933191" y="102985"/>
                  <a:pt x="934812" y="101620"/>
                  <a:pt x="934812" y="99114"/>
                </a:cubicBezTo>
                <a:cubicBezTo>
                  <a:pt x="934812" y="80049"/>
                  <a:pt x="927870" y="59605"/>
                  <a:pt x="895709" y="59605"/>
                </a:cubicBezTo>
                <a:cubicBezTo>
                  <a:pt x="875577" y="59605"/>
                  <a:pt x="849428" y="78461"/>
                  <a:pt x="849428" y="112997"/>
                </a:cubicBezTo>
                <a:cubicBezTo>
                  <a:pt x="849428" y="125740"/>
                  <a:pt x="852669" y="138028"/>
                  <a:pt x="860306" y="146674"/>
                </a:cubicBezTo>
                <a:cubicBezTo>
                  <a:pt x="868173" y="155783"/>
                  <a:pt x="879047" y="161246"/>
                  <a:pt x="895709" y="161246"/>
                </a:cubicBezTo>
                <a:cubicBezTo>
                  <a:pt x="913292" y="161246"/>
                  <a:pt x="925787" y="153277"/>
                  <a:pt x="935045" y="141441"/>
                </a:cubicBezTo>
                <a:cubicBezTo>
                  <a:pt x="934349" y="139165"/>
                  <a:pt x="932962" y="138028"/>
                  <a:pt x="930183" y="137799"/>
                </a:cubicBezTo>
                <a:close/>
                <a:moveTo>
                  <a:pt x="955405" y="127527"/>
                </a:moveTo>
                <a:cubicBezTo>
                  <a:pt x="956330" y="138692"/>
                  <a:pt x="957025" y="149402"/>
                  <a:pt x="957025" y="158969"/>
                </a:cubicBezTo>
                <a:cubicBezTo>
                  <a:pt x="959338" y="158514"/>
                  <a:pt x="961654" y="158288"/>
                  <a:pt x="962808" y="158288"/>
                </a:cubicBezTo>
                <a:cubicBezTo>
                  <a:pt x="964429" y="158288"/>
                  <a:pt x="965817" y="158288"/>
                  <a:pt x="967437" y="158744"/>
                </a:cubicBezTo>
                <a:cubicBezTo>
                  <a:pt x="973687" y="160335"/>
                  <a:pt x="979932" y="161246"/>
                  <a:pt x="988494" y="161246"/>
                </a:cubicBezTo>
                <a:cubicBezTo>
                  <a:pt x="1001452" y="161246"/>
                  <a:pt x="1025285" y="155098"/>
                  <a:pt x="1025285" y="132538"/>
                </a:cubicBezTo>
                <a:cubicBezTo>
                  <a:pt x="1025285" y="117046"/>
                  <a:pt x="1013947" y="107930"/>
                  <a:pt x="998211" y="102231"/>
                </a:cubicBezTo>
                <a:cubicBezTo>
                  <a:pt x="984328" y="96991"/>
                  <a:pt x="975074" y="93571"/>
                  <a:pt x="975074" y="81040"/>
                </a:cubicBezTo>
                <a:cubicBezTo>
                  <a:pt x="975074" y="71695"/>
                  <a:pt x="983403" y="66455"/>
                  <a:pt x="991270" y="66455"/>
                </a:cubicBezTo>
                <a:cubicBezTo>
                  <a:pt x="996361" y="66455"/>
                  <a:pt x="1009781" y="68279"/>
                  <a:pt x="1012789" y="87650"/>
                </a:cubicBezTo>
                <a:cubicBezTo>
                  <a:pt x="1014177" y="89015"/>
                  <a:pt x="1018806" y="88786"/>
                  <a:pt x="1020193" y="87420"/>
                </a:cubicBezTo>
                <a:cubicBezTo>
                  <a:pt x="1020889" y="79215"/>
                  <a:pt x="1021351" y="70785"/>
                  <a:pt x="1021584" y="63268"/>
                </a:cubicBezTo>
                <a:cubicBezTo>
                  <a:pt x="1014410" y="62128"/>
                  <a:pt x="1003302" y="58938"/>
                  <a:pt x="991270" y="58938"/>
                </a:cubicBezTo>
                <a:cubicBezTo>
                  <a:pt x="974149" y="58938"/>
                  <a:pt x="958646" y="69874"/>
                  <a:pt x="958646" y="84459"/>
                </a:cubicBezTo>
                <a:cubicBezTo>
                  <a:pt x="958646" y="101091"/>
                  <a:pt x="966279" y="108156"/>
                  <a:pt x="984099" y="115451"/>
                </a:cubicBezTo>
                <a:cubicBezTo>
                  <a:pt x="1003302" y="123197"/>
                  <a:pt x="1007698" y="127982"/>
                  <a:pt x="1007698" y="137782"/>
                </a:cubicBezTo>
                <a:cubicBezTo>
                  <a:pt x="1007698" y="148947"/>
                  <a:pt x="996594" y="153732"/>
                  <a:pt x="988032" y="153732"/>
                </a:cubicBezTo>
                <a:cubicBezTo>
                  <a:pt x="979007" y="153732"/>
                  <a:pt x="973916" y="150768"/>
                  <a:pt x="971604" y="148263"/>
                </a:cubicBezTo>
                <a:cubicBezTo>
                  <a:pt x="966512" y="143022"/>
                  <a:pt x="963967" y="132996"/>
                  <a:pt x="962579" y="127297"/>
                </a:cubicBezTo>
                <a:cubicBezTo>
                  <a:pt x="961191" y="125931"/>
                  <a:pt x="956792" y="126157"/>
                  <a:pt x="955405" y="127527"/>
                </a:cubicBezTo>
                <a:close/>
                <a:moveTo>
                  <a:pt x="1101414" y="61385"/>
                </a:moveTo>
                <a:cubicBezTo>
                  <a:pt x="1098173" y="61385"/>
                  <a:pt x="1097248" y="64119"/>
                  <a:pt x="1097248" y="65940"/>
                </a:cubicBezTo>
                <a:lnTo>
                  <a:pt x="1097248" y="68901"/>
                </a:lnTo>
                <a:cubicBezTo>
                  <a:pt x="1097248" y="70041"/>
                  <a:pt x="1097477" y="70267"/>
                  <a:pt x="1098406" y="70267"/>
                </a:cubicBezTo>
                <a:lnTo>
                  <a:pt x="1112055" y="70267"/>
                </a:lnTo>
                <a:lnTo>
                  <a:pt x="1112055" y="138716"/>
                </a:lnTo>
                <a:cubicBezTo>
                  <a:pt x="1112055" y="154869"/>
                  <a:pt x="1119230" y="161246"/>
                  <a:pt x="1129871" y="161246"/>
                </a:cubicBezTo>
                <a:cubicBezTo>
                  <a:pt x="1140517" y="161246"/>
                  <a:pt x="1152087" y="156238"/>
                  <a:pt x="1161111" y="146219"/>
                </a:cubicBezTo>
                <a:cubicBezTo>
                  <a:pt x="1160649" y="143947"/>
                  <a:pt x="1159261" y="142581"/>
                  <a:pt x="1156945" y="142355"/>
                </a:cubicBezTo>
                <a:cubicBezTo>
                  <a:pt x="1150929" y="146904"/>
                  <a:pt x="1143987" y="148721"/>
                  <a:pt x="1137971" y="148721"/>
                </a:cubicBezTo>
                <a:cubicBezTo>
                  <a:pt x="1131725" y="148721"/>
                  <a:pt x="1130338" y="141900"/>
                  <a:pt x="1130338" y="127801"/>
                </a:cubicBezTo>
                <a:lnTo>
                  <a:pt x="1130338" y="70267"/>
                </a:lnTo>
                <a:lnTo>
                  <a:pt x="1154399" y="70267"/>
                </a:lnTo>
                <a:cubicBezTo>
                  <a:pt x="1156716" y="70267"/>
                  <a:pt x="1159953" y="69356"/>
                  <a:pt x="1159953" y="67306"/>
                </a:cubicBezTo>
                <a:lnTo>
                  <a:pt x="1159953" y="62754"/>
                </a:lnTo>
                <a:cubicBezTo>
                  <a:pt x="1159953" y="61843"/>
                  <a:pt x="1159261" y="61385"/>
                  <a:pt x="1158103" y="61385"/>
                </a:cubicBezTo>
                <a:lnTo>
                  <a:pt x="1130338" y="61385"/>
                </a:lnTo>
                <a:lnTo>
                  <a:pt x="1130338" y="52506"/>
                </a:lnTo>
                <a:cubicBezTo>
                  <a:pt x="1130338" y="37702"/>
                  <a:pt x="1131263" y="28590"/>
                  <a:pt x="1131263" y="28590"/>
                </a:cubicBezTo>
                <a:cubicBezTo>
                  <a:pt x="1131263" y="27224"/>
                  <a:pt x="1130567" y="26540"/>
                  <a:pt x="1129409" y="26540"/>
                </a:cubicBezTo>
                <a:cubicBezTo>
                  <a:pt x="1128484" y="26540"/>
                  <a:pt x="1126401" y="27453"/>
                  <a:pt x="1124321" y="28590"/>
                </a:cubicBezTo>
                <a:cubicBezTo>
                  <a:pt x="1121776" y="29959"/>
                  <a:pt x="1119459" y="31095"/>
                  <a:pt x="1116451" y="31780"/>
                </a:cubicBezTo>
                <a:cubicBezTo>
                  <a:pt x="1113676" y="32690"/>
                  <a:pt x="1111363" y="33375"/>
                  <a:pt x="1111363" y="34967"/>
                </a:cubicBezTo>
                <a:cubicBezTo>
                  <a:pt x="1111363" y="37702"/>
                  <a:pt x="1112055" y="36107"/>
                  <a:pt x="1112055" y="61385"/>
                </a:cubicBezTo>
                <a:lnTo>
                  <a:pt x="1101414" y="61385"/>
                </a:lnTo>
                <a:close/>
                <a:moveTo>
                  <a:pt x="1203223" y="93811"/>
                </a:moveTo>
                <a:cubicBezTo>
                  <a:pt x="1203223" y="89022"/>
                  <a:pt x="1205306" y="86287"/>
                  <a:pt x="1207157" y="84237"/>
                </a:cubicBezTo>
                <a:cubicBezTo>
                  <a:pt x="1215952" y="75799"/>
                  <a:pt x="1227751" y="70781"/>
                  <a:pt x="1236776" y="70781"/>
                </a:cubicBezTo>
                <a:cubicBezTo>
                  <a:pt x="1241401" y="70781"/>
                  <a:pt x="1246263" y="73746"/>
                  <a:pt x="1249038" y="78990"/>
                </a:cubicBezTo>
                <a:cubicBezTo>
                  <a:pt x="1251354" y="83552"/>
                  <a:pt x="1251817" y="89707"/>
                  <a:pt x="1251817" y="96546"/>
                </a:cubicBezTo>
                <a:lnTo>
                  <a:pt x="1251817" y="131203"/>
                </a:lnTo>
                <a:cubicBezTo>
                  <a:pt x="1251817" y="149899"/>
                  <a:pt x="1249501" y="150813"/>
                  <a:pt x="1237468" y="151953"/>
                </a:cubicBezTo>
                <a:cubicBezTo>
                  <a:pt x="1236313" y="153319"/>
                  <a:pt x="1236313" y="158101"/>
                  <a:pt x="1237468" y="159466"/>
                </a:cubicBezTo>
                <a:cubicBezTo>
                  <a:pt x="1243947" y="159241"/>
                  <a:pt x="1251817" y="159011"/>
                  <a:pt x="1261071" y="159011"/>
                </a:cubicBezTo>
                <a:cubicBezTo>
                  <a:pt x="1270328" y="159011"/>
                  <a:pt x="1277962" y="159241"/>
                  <a:pt x="1285599" y="159466"/>
                </a:cubicBezTo>
                <a:cubicBezTo>
                  <a:pt x="1286757" y="158101"/>
                  <a:pt x="1286757" y="153319"/>
                  <a:pt x="1285599" y="151953"/>
                </a:cubicBezTo>
                <a:cubicBezTo>
                  <a:pt x="1272641" y="150813"/>
                  <a:pt x="1270095" y="149899"/>
                  <a:pt x="1270095" y="131203"/>
                </a:cubicBezTo>
                <a:lnTo>
                  <a:pt x="1270095" y="97230"/>
                </a:lnTo>
                <a:cubicBezTo>
                  <a:pt x="1270095" y="84692"/>
                  <a:pt x="1269170" y="73520"/>
                  <a:pt x="1263849" y="66684"/>
                </a:cubicBezTo>
                <a:cubicBezTo>
                  <a:pt x="1259913" y="61673"/>
                  <a:pt x="1252742" y="58938"/>
                  <a:pt x="1244642" y="58938"/>
                </a:cubicBezTo>
                <a:cubicBezTo>
                  <a:pt x="1233305" y="58938"/>
                  <a:pt x="1219422" y="61899"/>
                  <a:pt x="1205306" y="77394"/>
                </a:cubicBezTo>
                <a:cubicBezTo>
                  <a:pt x="1204611" y="78308"/>
                  <a:pt x="1202990" y="80588"/>
                  <a:pt x="1202990" y="77394"/>
                </a:cubicBezTo>
                <a:lnTo>
                  <a:pt x="1203223" y="26119"/>
                </a:lnTo>
                <a:cubicBezTo>
                  <a:pt x="1203223" y="11308"/>
                  <a:pt x="1204148" y="2248"/>
                  <a:pt x="1204148" y="2248"/>
                </a:cubicBezTo>
                <a:cubicBezTo>
                  <a:pt x="1204148" y="678"/>
                  <a:pt x="1203223" y="0"/>
                  <a:pt x="1201140" y="0"/>
                </a:cubicBezTo>
                <a:cubicBezTo>
                  <a:pt x="1195357" y="2248"/>
                  <a:pt x="1178003" y="5393"/>
                  <a:pt x="1168746" y="6068"/>
                </a:cubicBezTo>
                <a:cubicBezTo>
                  <a:pt x="1168283" y="7892"/>
                  <a:pt x="1168746" y="11534"/>
                  <a:pt x="1170133" y="12900"/>
                </a:cubicBezTo>
                <a:cubicBezTo>
                  <a:pt x="1182166" y="13584"/>
                  <a:pt x="1184945" y="12444"/>
                  <a:pt x="1184945" y="31589"/>
                </a:cubicBezTo>
                <a:lnTo>
                  <a:pt x="1184945" y="131203"/>
                </a:lnTo>
                <a:cubicBezTo>
                  <a:pt x="1184945" y="150129"/>
                  <a:pt x="1182166" y="151039"/>
                  <a:pt x="1168746" y="151953"/>
                </a:cubicBezTo>
                <a:cubicBezTo>
                  <a:pt x="1167358" y="153319"/>
                  <a:pt x="1167358" y="158101"/>
                  <a:pt x="1168746" y="159466"/>
                </a:cubicBezTo>
                <a:cubicBezTo>
                  <a:pt x="1176383" y="159241"/>
                  <a:pt x="1184945" y="159011"/>
                  <a:pt x="1194199" y="159011"/>
                </a:cubicBezTo>
                <a:cubicBezTo>
                  <a:pt x="1202990" y="159011"/>
                  <a:pt x="1210627" y="159241"/>
                  <a:pt x="1217106" y="159466"/>
                </a:cubicBezTo>
                <a:cubicBezTo>
                  <a:pt x="1218494" y="158101"/>
                  <a:pt x="1218494" y="153319"/>
                  <a:pt x="1217106" y="151953"/>
                </a:cubicBezTo>
                <a:cubicBezTo>
                  <a:pt x="1205306" y="151039"/>
                  <a:pt x="1203223" y="150129"/>
                  <a:pt x="1203223" y="131203"/>
                </a:cubicBezTo>
                <a:lnTo>
                  <a:pt x="1203223" y="93811"/>
                </a:lnTo>
                <a:close/>
                <a:moveTo>
                  <a:pt x="1329793" y="77391"/>
                </a:moveTo>
                <a:cubicBezTo>
                  <a:pt x="1329331" y="68276"/>
                  <a:pt x="1329098" y="62358"/>
                  <a:pt x="1327943" y="60078"/>
                </a:cubicBezTo>
                <a:cubicBezTo>
                  <a:pt x="1327477" y="58938"/>
                  <a:pt x="1327015" y="58257"/>
                  <a:pt x="1325165" y="58257"/>
                </a:cubicBezTo>
                <a:cubicBezTo>
                  <a:pt x="1318686" y="60763"/>
                  <a:pt x="1312669" y="62813"/>
                  <a:pt x="1296704" y="64860"/>
                </a:cubicBezTo>
                <a:cubicBezTo>
                  <a:pt x="1296241" y="66229"/>
                  <a:pt x="1296704" y="69871"/>
                  <a:pt x="1297166" y="71237"/>
                </a:cubicBezTo>
                <a:cubicBezTo>
                  <a:pt x="1309661" y="72376"/>
                  <a:pt x="1312207" y="73516"/>
                  <a:pt x="1312207" y="86739"/>
                </a:cubicBezTo>
                <a:lnTo>
                  <a:pt x="1312207" y="131203"/>
                </a:lnTo>
                <a:cubicBezTo>
                  <a:pt x="1312207" y="150129"/>
                  <a:pt x="1309432" y="151039"/>
                  <a:pt x="1295083" y="151953"/>
                </a:cubicBezTo>
                <a:cubicBezTo>
                  <a:pt x="1293695" y="153319"/>
                  <a:pt x="1293695" y="158101"/>
                  <a:pt x="1295083" y="159466"/>
                </a:cubicBezTo>
                <a:cubicBezTo>
                  <a:pt x="1303182" y="159241"/>
                  <a:pt x="1312207" y="159011"/>
                  <a:pt x="1321464" y="159011"/>
                </a:cubicBezTo>
                <a:cubicBezTo>
                  <a:pt x="1330719" y="159011"/>
                  <a:pt x="1341364" y="159241"/>
                  <a:pt x="1349460" y="159466"/>
                </a:cubicBezTo>
                <a:cubicBezTo>
                  <a:pt x="1350851" y="158101"/>
                  <a:pt x="1350851" y="153319"/>
                  <a:pt x="1349460" y="151953"/>
                </a:cubicBezTo>
                <a:cubicBezTo>
                  <a:pt x="1333264" y="150813"/>
                  <a:pt x="1330485" y="150129"/>
                  <a:pt x="1330485" y="131203"/>
                </a:cubicBezTo>
                <a:lnTo>
                  <a:pt x="1330485" y="99510"/>
                </a:lnTo>
                <a:cubicBezTo>
                  <a:pt x="1330485" y="93582"/>
                  <a:pt x="1333264" y="88338"/>
                  <a:pt x="1336039" y="84233"/>
                </a:cubicBezTo>
                <a:cubicBezTo>
                  <a:pt x="1338585" y="80585"/>
                  <a:pt x="1343909" y="73061"/>
                  <a:pt x="1346684" y="73061"/>
                </a:cubicBezTo>
                <a:cubicBezTo>
                  <a:pt x="1348768" y="73061"/>
                  <a:pt x="1350851" y="73516"/>
                  <a:pt x="1352701" y="76025"/>
                </a:cubicBezTo>
                <a:cubicBezTo>
                  <a:pt x="1354321" y="78305"/>
                  <a:pt x="1357097" y="81269"/>
                  <a:pt x="1361030" y="81269"/>
                </a:cubicBezTo>
                <a:cubicBezTo>
                  <a:pt x="1366584" y="81269"/>
                  <a:pt x="1371904" y="75567"/>
                  <a:pt x="1371904" y="69871"/>
                </a:cubicBezTo>
                <a:cubicBezTo>
                  <a:pt x="1371904" y="65544"/>
                  <a:pt x="1367742" y="58938"/>
                  <a:pt x="1358022" y="58938"/>
                </a:cubicBezTo>
                <a:cubicBezTo>
                  <a:pt x="1347147" y="58938"/>
                  <a:pt x="1337660" y="68960"/>
                  <a:pt x="1332339" y="77846"/>
                </a:cubicBezTo>
                <a:cubicBezTo>
                  <a:pt x="1330952" y="80355"/>
                  <a:pt x="1329793" y="78531"/>
                  <a:pt x="1329793" y="77391"/>
                </a:cubicBezTo>
                <a:close/>
                <a:moveTo>
                  <a:pt x="1382780" y="112257"/>
                </a:moveTo>
                <a:cubicBezTo>
                  <a:pt x="1382780" y="135502"/>
                  <a:pt x="1398516" y="161246"/>
                  <a:pt x="1431373" y="161246"/>
                </a:cubicBezTo>
                <a:cubicBezTo>
                  <a:pt x="1446181" y="161246"/>
                  <a:pt x="1457521" y="156009"/>
                  <a:pt x="1465388" y="148492"/>
                </a:cubicBezTo>
                <a:cubicBezTo>
                  <a:pt x="1475800" y="138463"/>
                  <a:pt x="1480429" y="124107"/>
                  <a:pt x="1480429" y="110207"/>
                </a:cubicBezTo>
                <a:cubicBezTo>
                  <a:pt x="1480429" y="86506"/>
                  <a:pt x="1467238" y="58938"/>
                  <a:pt x="1431835" y="58938"/>
                </a:cubicBezTo>
                <a:cubicBezTo>
                  <a:pt x="1416565" y="58938"/>
                  <a:pt x="1404070" y="65089"/>
                  <a:pt x="1395508" y="74885"/>
                </a:cubicBezTo>
                <a:cubicBezTo>
                  <a:pt x="1387179" y="84685"/>
                  <a:pt x="1382780" y="97901"/>
                  <a:pt x="1382780" y="112257"/>
                </a:cubicBezTo>
                <a:moveTo>
                  <a:pt x="1428365" y="66910"/>
                </a:moveTo>
                <a:cubicBezTo>
                  <a:pt x="1448264" y="66910"/>
                  <a:pt x="1460530" y="84685"/>
                  <a:pt x="1460530" y="117501"/>
                </a:cubicBezTo>
                <a:cubicBezTo>
                  <a:pt x="1460530" y="146212"/>
                  <a:pt x="1445489" y="153277"/>
                  <a:pt x="1434614" y="153277"/>
                </a:cubicBezTo>
                <a:cubicBezTo>
                  <a:pt x="1410549" y="153277"/>
                  <a:pt x="1402682" y="124562"/>
                  <a:pt x="1402682" y="107016"/>
                </a:cubicBezTo>
                <a:cubicBezTo>
                  <a:pt x="1402682" y="87191"/>
                  <a:pt x="1407541" y="66910"/>
                  <a:pt x="1428365" y="66910"/>
                </a:cubicBezTo>
                <a:close/>
                <a:moveTo>
                  <a:pt x="1540127" y="161246"/>
                </a:moveTo>
                <a:cubicBezTo>
                  <a:pt x="1549152" y="161246"/>
                  <a:pt x="1560026" y="156693"/>
                  <a:pt x="1571364" y="147588"/>
                </a:cubicBezTo>
                <a:cubicBezTo>
                  <a:pt x="1572522" y="146678"/>
                  <a:pt x="1574605" y="146223"/>
                  <a:pt x="1574834" y="147814"/>
                </a:cubicBezTo>
                <a:cubicBezTo>
                  <a:pt x="1575530" y="153503"/>
                  <a:pt x="1577380" y="161246"/>
                  <a:pt x="1577380" y="161246"/>
                </a:cubicBezTo>
                <a:cubicBezTo>
                  <a:pt x="1579230" y="161930"/>
                  <a:pt x="1580388" y="161704"/>
                  <a:pt x="1581776" y="161246"/>
                </a:cubicBezTo>
                <a:cubicBezTo>
                  <a:pt x="1586867" y="157149"/>
                  <a:pt x="1594967" y="153732"/>
                  <a:pt x="1609082" y="152137"/>
                </a:cubicBezTo>
                <a:cubicBezTo>
                  <a:pt x="1610470" y="150772"/>
                  <a:pt x="1610470" y="147359"/>
                  <a:pt x="1609082" y="145997"/>
                </a:cubicBezTo>
                <a:cubicBezTo>
                  <a:pt x="1594271" y="144857"/>
                  <a:pt x="1592188" y="140537"/>
                  <a:pt x="1592188" y="129396"/>
                </a:cubicBezTo>
                <a:lnTo>
                  <a:pt x="1592188" y="85738"/>
                </a:lnTo>
                <a:cubicBezTo>
                  <a:pt x="1592188" y="78917"/>
                  <a:pt x="1593116" y="62309"/>
                  <a:pt x="1593116" y="62309"/>
                </a:cubicBezTo>
                <a:cubicBezTo>
                  <a:pt x="1593116" y="61624"/>
                  <a:pt x="1592421" y="60940"/>
                  <a:pt x="1591263" y="60940"/>
                </a:cubicBezTo>
                <a:cubicBezTo>
                  <a:pt x="1590108" y="61169"/>
                  <a:pt x="1586638" y="61398"/>
                  <a:pt x="1583167" y="61398"/>
                </a:cubicBezTo>
                <a:cubicBezTo>
                  <a:pt x="1575759" y="61398"/>
                  <a:pt x="1567430" y="61169"/>
                  <a:pt x="1559564" y="60940"/>
                </a:cubicBezTo>
                <a:cubicBezTo>
                  <a:pt x="1558176" y="62309"/>
                  <a:pt x="1558176" y="67091"/>
                  <a:pt x="1559564" y="68456"/>
                </a:cubicBezTo>
                <a:cubicBezTo>
                  <a:pt x="1570901" y="69138"/>
                  <a:pt x="1573909" y="71869"/>
                  <a:pt x="1573909" y="86875"/>
                </a:cubicBezTo>
                <a:lnTo>
                  <a:pt x="1573909" y="130762"/>
                </a:lnTo>
                <a:cubicBezTo>
                  <a:pt x="1573909" y="135081"/>
                  <a:pt x="1573447" y="136899"/>
                  <a:pt x="1570209" y="139630"/>
                </a:cubicBezTo>
                <a:cubicBezTo>
                  <a:pt x="1561647" y="146904"/>
                  <a:pt x="1552852" y="150542"/>
                  <a:pt x="1547069" y="150542"/>
                </a:cubicBezTo>
                <a:cubicBezTo>
                  <a:pt x="1540127" y="150542"/>
                  <a:pt x="1528557" y="147359"/>
                  <a:pt x="1528557" y="127123"/>
                </a:cubicBezTo>
                <a:lnTo>
                  <a:pt x="1528557" y="85738"/>
                </a:lnTo>
                <a:cubicBezTo>
                  <a:pt x="1528557" y="78917"/>
                  <a:pt x="1529482" y="62309"/>
                  <a:pt x="1529482" y="62309"/>
                </a:cubicBezTo>
                <a:cubicBezTo>
                  <a:pt x="1529482" y="61624"/>
                  <a:pt x="1528790" y="60940"/>
                  <a:pt x="1527632" y="60940"/>
                </a:cubicBezTo>
                <a:cubicBezTo>
                  <a:pt x="1526474" y="61169"/>
                  <a:pt x="1523003" y="61398"/>
                  <a:pt x="1519533" y="61398"/>
                </a:cubicBezTo>
                <a:cubicBezTo>
                  <a:pt x="1512129" y="61398"/>
                  <a:pt x="1503800" y="61169"/>
                  <a:pt x="1495930" y="60940"/>
                </a:cubicBezTo>
                <a:cubicBezTo>
                  <a:pt x="1494542" y="62309"/>
                  <a:pt x="1494542" y="67091"/>
                  <a:pt x="1495930" y="68456"/>
                </a:cubicBezTo>
                <a:cubicBezTo>
                  <a:pt x="1507037" y="69367"/>
                  <a:pt x="1510279" y="71869"/>
                  <a:pt x="1510279" y="86649"/>
                </a:cubicBezTo>
                <a:lnTo>
                  <a:pt x="1510279" y="130307"/>
                </a:lnTo>
                <a:cubicBezTo>
                  <a:pt x="1510279" y="145997"/>
                  <a:pt x="1517220" y="161246"/>
                  <a:pt x="1540127" y="161246"/>
                </a:cubicBezTo>
                <a:close/>
                <a:moveTo>
                  <a:pt x="1686598" y="95434"/>
                </a:moveTo>
                <a:cubicBezTo>
                  <a:pt x="1686598" y="116656"/>
                  <a:pt x="1675720" y="120990"/>
                  <a:pt x="1667158" y="120990"/>
                </a:cubicBezTo>
                <a:cubicBezTo>
                  <a:pt x="1647721" y="120990"/>
                  <a:pt x="1645641" y="104792"/>
                  <a:pt x="1645641" y="90186"/>
                </a:cubicBezTo>
                <a:cubicBezTo>
                  <a:pt x="1645641" y="74215"/>
                  <a:pt x="1651425" y="66000"/>
                  <a:pt x="1664153" y="66000"/>
                </a:cubicBezTo>
                <a:cubicBezTo>
                  <a:pt x="1678728" y="66000"/>
                  <a:pt x="1686598" y="76498"/>
                  <a:pt x="1686598" y="95434"/>
                </a:cubicBezTo>
                <a:moveTo>
                  <a:pt x="1643325" y="161235"/>
                </a:moveTo>
                <a:cubicBezTo>
                  <a:pt x="1645871" y="161920"/>
                  <a:pt x="1649575" y="162379"/>
                  <a:pt x="1652583" y="162379"/>
                </a:cubicBezTo>
                <a:cubicBezTo>
                  <a:pt x="1659754" y="162379"/>
                  <a:pt x="1666233" y="161690"/>
                  <a:pt x="1669474" y="161690"/>
                </a:cubicBezTo>
                <a:cubicBezTo>
                  <a:pt x="1681044" y="161690"/>
                  <a:pt x="1690761" y="161920"/>
                  <a:pt x="1697472" y="165576"/>
                </a:cubicBezTo>
                <a:cubicBezTo>
                  <a:pt x="1706497" y="170601"/>
                  <a:pt x="1709272" y="173798"/>
                  <a:pt x="1709272" y="179737"/>
                </a:cubicBezTo>
                <a:cubicBezTo>
                  <a:pt x="1709272" y="196185"/>
                  <a:pt x="1684744" y="204865"/>
                  <a:pt x="1663920" y="204865"/>
                </a:cubicBezTo>
                <a:cubicBezTo>
                  <a:pt x="1655591" y="204865"/>
                  <a:pt x="1636154" y="198238"/>
                  <a:pt x="1636154" y="182708"/>
                </a:cubicBezTo>
                <a:cubicBezTo>
                  <a:pt x="1636154" y="174941"/>
                  <a:pt x="1636617" y="169232"/>
                  <a:pt x="1643325" y="161235"/>
                </a:cubicBezTo>
                <a:moveTo>
                  <a:pt x="1715522" y="70792"/>
                </a:moveTo>
                <a:cubicBezTo>
                  <a:pt x="1719917" y="70792"/>
                  <a:pt x="1724080" y="66684"/>
                  <a:pt x="1724080" y="62128"/>
                </a:cubicBezTo>
                <a:cubicBezTo>
                  <a:pt x="1724080" y="57346"/>
                  <a:pt x="1719684" y="53701"/>
                  <a:pt x="1713438" y="53701"/>
                </a:cubicBezTo>
                <a:cubicBezTo>
                  <a:pt x="1707422" y="53701"/>
                  <a:pt x="1696314" y="57572"/>
                  <a:pt x="1690298" y="65318"/>
                </a:cubicBezTo>
                <a:cubicBezTo>
                  <a:pt x="1687523" y="63494"/>
                  <a:pt x="1679886" y="58938"/>
                  <a:pt x="1666233" y="58938"/>
                </a:cubicBezTo>
                <a:cubicBezTo>
                  <a:pt x="1645641" y="58938"/>
                  <a:pt x="1626667" y="72616"/>
                  <a:pt x="1626667" y="93609"/>
                </a:cubicBezTo>
                <a:cubicBezTo>
                  <a:pt x="1626667" y="105932"/>
                  <a:pt x="1632221" y="113004"/>
                  <a:pt x="1638700" y="119165"/>
                </a:cubicBezTo>
                <a:cubicBezTo>
                  <a:pt x="1632221" y="124635"/>
                  <a:pt x="1628517" y="134407"/>
                  <a:pt x="1628517" y="142126"/>
                </a:cubicBezTo>
                <a:cubicBezTo>
                  <a:pt x="1628517" y="150306"/>
                  <a:pt x="1633146" y="156683"/>
                  <a:pt x="1639163" y="159644"/>
                </a:cubicBezTo>
                <a:cubicBezTo>
                  <a:pt x="1626667" y="166945"/>
                  <a:pt x="1620188" y="177454"/>
                  <a:pt x="1620188" y="187274"/>
                </a:cubicBezTo>
                <a:cubicBezTo>
                  <a:pt x="1620188" y="207142"/>
                  <a:pt x="1639163" y="213289"/>
                  <a:pt x="1656979" y="213289"/>
                </a:cubicBezTo>
                <a:cubicBezTo>
                  <a:pt x="1688215" y="213289"/>
                  <a:pt x="1722000" y="198468"/>
                  <a:pt x="1722000" y="173798"/>
                </a:cubicBezTo>
                <a:cubicBezTo>
                  <a:pt x="1722000" y="166490"/>
                  <a:pt x="1718530" y="160780"/>
                  <a:pt x="1711818" y="155314"/>
                </a:cubicBezTo>
                <a:cubicBezTo>
                  <a:pt x="1702793" y="148026"/>
                  <a:pt x="1686598" y="147800"/>
                  <a:pt x="1678036" y="147800"/>
                </a:cubicBezTo>
                <a:cubicBezTo>
                  <a:pt x="1673870" y="147800"/>
                  <a:pt x="1668086" y="148256"/>
                  <a:pt x="1662532" y="148937"/>
                </a:cubicBezTo>
                <a:cubicBezTo>
                  <a:pt x="1659062" y="149166"/>
                  <a:pt x="1656746" y="149396"/>
                  <a:pt x="1655591" y="149396"/>
                </a:cubicBezTo>
                <a:cubicBezTo>
                  <a:pt x="1648879" y="149396"/>
                  <a:pt x="1640780" y="146212"/>
                  <a:pt x="1640780" y="136451"/>
                </a:cubicBezTo>
                <a:cubicBezTo>
                  <a:pt x="1640780" y="131912"/>
                  <a:pt x="1642171" y="127141"/>
                  <a:pt x="1644946" y="123270"/>
                </a:cubicBezTo>
                <a:cubicBezTo>
                  <a:pt x="1650500" y="126456"/>
                  <a:pt x="1656979" y="128051"/>
                  <a:pt x="1666003" y="128051"/>
                </a:cubicBezTo>
                <a:cubicBezTo>
                  <a:pt x="1686365" y="128051"/>
                  <a:pt x="1705106" y="115517"/>
                  <a:pt x="1705106" y="93154"/>
                </a:cubicBezTo>
                <a:cubicBezTo>
                  <a:pt x="1705106" y="82430"/>
                  <a:pt x="1701868" y="76269"/>
                  <a:pt x="1695156" y="69423"/>
                </a:cubicBezTo>
                <a:cubicBezTo>
                  <a:pt x="1696777" y="67139"/>
                  <a:pt x="1701406" y="63949"/>
                  <a:pt x="1704414" y="63949"/>
                </a:cubicBezTo>
                <a:cubicBezTo>
                  <a:pt x="1706034" y="63949"/>
                  <a:pt x="1707652" y="64634"/>
                  <a:pt x="1709043" y="66684"/>
                </a:cubicBezTo>
                <a:cubicBezTo>
                  <a:pt x="1709968" y="68509"/>
                  <a:pt x="1712976" y="70792"/>
                  <a:pt x="1715522" y="70792"/>
                </a:cubicBezTo>
                <a:close/>
                <a:moveTo>
                  <a:pt x="1767119" y="93811"/>
                </a:moveTo>
                <a:cubicBezTo>
                  <a:pt x="1767119" y="89022"/>
                  <a:pt x="1769202" y="86287"/>
                  <a:pt x="1771052" y="84237"/>
                </a:cubicBezTo>
                <a:cubicBezTo>
                  <a:pt x="1779848" y="75799"/>
                  <a:pt x="1791647" y="70781"/>
                  <a:pt x="1800672" y="70781"/>
                </a:cubicBezTo>
                <a:cubicBezTo>
                  <a:pt x="1805297" y="70781"/>
                  <a:pt x="1810159" y="73746"/>
                  <a:pt x="1812934" y="78990"/>
                </a:cubicBezTo>
                <a:cubicBezTo>
                  <a:pt x="1815250" y="83552"/>
                  <a:pt x="1815713" y="89707"/>
                  <a:pt x="1815713" y="96546"/>
                </a:cubicBezTo>
                <a:lnTo>
                  <a:pt x="1815713" y="131203"/>
                </a:lnTo>
                <a:cubicBezTo>
                  <a:pt x="1815713" y="149899"/>
                  <a:pt x="1813396" y="150813"/>
                  <a:pt x="1801364" y="151953"/>
                </a:cubicBezTo>
                <a:cubicBezTo>
                  <a:pt x="1800209" y="153319"/>
                  <a:pt x="1800209" y="158101"/>
                  <a:pt x="1801364" y="159466"/>
                </a:cubicBezTo>
                <a:cubicBezTo>
                  <a:pt x="1807843" y="159241"/>
                  <a:pt x="1815713" y="159011"/>
                  <a:pt x="1824967" y="159011"/>
                </a:cubicBezTo>
                <a:cubicBezTo>
                  <a:pt x="1834224" y="159011"/>
                  <a:pt x="1841858" y="159241"/>
                  <a:pt x="1849495" y="159466"/>
                </a:cubicBezTo>
                <a:cubicBezTo>
                  <a:pt x="1850653" y="158101"/>
                  <a:pt x="1850653" y="153319"/>
                  <a:pt x="1849495" y="151953"/>
                </a:cubicBezTo>
                <a:cubicBezTo>
                  <a:pt x="1836537" y="150813"/>
                  <a:pt x="1833991" y="149899"/>
                  <a:pt x="1833991" y="131203"/>
                </a:cubicBezTo>
                <a:lnTo>
                  <a:pt x="1833991" y="97230"/>
                </a:lnTo>
                <a:cubicBezTo>
                  <a:pt x="1833991" y="84692"/>
                  <a:pt x="1833066" y="73520"/>
                  <a:pt x="1827745" y="66684"/>
                </a:cubicBezTo>
                <a:cubicBezTo>
                  <a:pt x="1823809" y="61673"/>
                  <a:pt x="1816638" y="58938"/>
                  <a:pt x="1808538" y="58938"/>
                </a:cubicBezTo>
                <a:cubicBezTo>
                  <a:pt x="1797201" y="58938"/>
                  <a:pt x="1783318" y="61899"/>
                  <a:pt x="1769202" y="77394"/>
                </a:cubicBezTo>
                <a:cubicBezTo>
                  <a:pt x="1768507" y="78308"/>
                  <a:pt x="1766886" y="80588"/>
                  <a:pt x="1766886" y="77394"/>
                </a:cubicBezTo>
                <a:lnTo>
                  <a:pt x="1767119" y="26119"/>
                </a:lnTo>
                <a:cubicBezTo>
                  <a:pt x="1767119" y="11308"/>
                  <a:pt x="1768044" y="2248"/>
                  <a:pt x="1768044" y="2248"/>
                </a:cubicBezTo>
                <a:cubicBezTo>
                  <a:pt x="1768044" y="678"/>
                  <a:pt x="1767119" y="0"/>
                  <a:pt x="1765036" y="0"/>
                </a:cubicBezTo>
                <a:cubicBezTo>
                  <a:pt x="1759253" y="2248"/>
                  <a:pt x="1741899" y="5393"/>
                  <a:pt x="1732642" y="6068"/>
                </a:cubicBezTo>
                <a:cubicBezTo>
                  <a:pt x="1732179" y="7892"/>
                  <a:pt x="1732642" y="11534"/>
                  <a:pt x="1734029" y="12900"/>
                </a:cubicBezTo>
                <a:cubicBezTo>
                  <a:pt x="1746062" y="13584"/>
                  <a:pt x="1748841" y="12444"/>
                  <a:pt x="1748841" y="31589"/>
                </a:cubicBezTo>
                <a:lnTo>
                  <a:pt x="1748841" y="131203"/>
                </a:lnTo>
                <a:cubicBezTo>
                  <a:pt x="1748841" y="150129"/>
                  <a:pt x="1746062" y="151039"/>
                  <a:pt x="1732642" y="151953"/>
                </a:cubicBezTo>
                <a:cubicBezTo>
                  <a:pt x="1731254" y="153319"/>
                  <a:pt x="1731254" y="158101"/>
                  <a:pt x="1732642" y="159466"/>
                </a:cubicBezTo>
                <a:cubicBezTo>
                  <a:pt x="1740279" y="159241"/>
                  <a:pt x="1748841" y="159011"/>
                  <a:pt x="1758095" y="159011"/>
                </a:cubicBezTo>
                <a:cubicBezTo>
                  <a:pt x="1766886" y="159011"/>
                  <a:pt x="1774523" y="159241"/>
                  <a:pt x="1781002" y="159466"/>
                </a:cubicBezTo>
                <a:cubicBezTo>
                  <a:pt x="1782390" y="158101"/>
                  <a:pt x="1782390" y="153319"/>
                  <a:pt x="1781002" y="151953"/>
                </a:cubicBezTo>
                <a:cubicBezTo>
                  <a:pt x="1769202" y="151039"/>
                  <a:pt x="1767119" y="150129"/>
                  <a:pt x="1767119" y="131203"/>
                </a:cubicBezTo>
                <a:lnTo>
                  <a:pt x="1767119" y="93811"/>
                </a:lnTo>
                <a:close/>
                <a:moveTo>
                  <a:pt x="1919837" y="61385"/>
                </a:moveTo>
                <a:cubicBezTo>
                  <a:pt x="1916596" y="61385"/>
                  <a:pt x="1915671" y="64119"/>
                  <a:pt x="1915671" y="65940"/>
                </a:cubicBezTo>
                <a:lnTo>
                  <a:pt x="1915671" y="68901"/>
                </a:lnTo>
                <a:cubicBezTo>
                  <a:pt x="1915671" y="70041"/>
                  <a:pt x="1915900" y="70267"/>
                  <a:pt x="1916829" y="70267"/>
                </a:cubicBezTo>
                <a:lnTo>
                  <a:pt x="1930479" y="70267"/>
                </a:lnTo>
                <a:lnTo>
                  <a:pt x="1930479" y="138716"/>
                </a:lnTo>
                <a:cubicBezTo>
                  <a:pt x="1930479" y="154869"/>
                  <a:pt x="1937653" y="161246"/>
                  <a:pt x="1948295" y="161246"/>
                </a:cubicBezTo>
                <a:cubicBezTo>
                  <a:pt x="1958940" y="161246"/>
                  <a:pt x="1970510" y="156238"/>
                  <a:pt x="1979535" y="146219"/>
                </a:cubicBezTo>
                <a:cubicBezTo>
                  <a:pt x="1979072" y="143947"/>
                  <a:pt x="1977685" y="142581"/>
                  <a:pt x="1975368" y="142355"/>
                </a:cubicBezTo>
                <a:cubicBezTo>
                  <a:pt x="1969352" y="146904"/>
                  <a:pt x="1962411" y="148721"/>
                  <a:pt x="1956394" y="148721"/>
                </a:cubicBezTo>
                <a:cubicBezTo>
                  <a:pt x="1950149" y="148721"/>
                  <a:pt x="1948761" y="141900"/>
                  <a:pt x="1948761" y="127801"/>
                </a:cubicBezTo>
                <a:lnTo>
                  <a:pt x="1948761" y="70267"/>
                </a:lnTo>
                <a:lnTo>
                  <a:pt x="1972823" y="70267"/>
                </a:lnTo>
                <a:cubicBezTo>
                  <a:pt x="1975139" y="70267"/>
                  <a:pt x="1978377" y="69356"/>
                  <a:pt x="1978377" y="67306"/>
                </a:cubicBezTo>
                <a:lnTo>
                  <a:pt x="1978377" y="62754"/>
                </a:lnTo>
                <a:cubicBezTo>
                  <a:pt x="1978377" y="61843"/>
                  <a:pt x="1977685" y="61385"/>
                  <a:pt x="1976527" y="61385"/>
                </a:cubicBezTo>
                <a:lnTo>
                  <a:pt x="1948761" y="61385"/>
                </a:lnTo>
                <a:lnTo>
                  <a:pt x="1948761" y="52506"/>
                </a:lnTo>
                <a:cubicBezTo>
                  <a:pt x="1948761" y="37702"/>
                  <a:pt x="1949686" y="28590"/>
                  <a:pt x="1949686" y="28590"/>
                </a:cubicBezTo>
                <a:cubicBezTo>
                  <a:pt x="1949686" y="27224"/>
                  <a:pt x="1948990" y="26540"/>
                  <a:pt x="1947832" y="26540"/>
                </a:cubicBezTo>
                <a:cubicBezTo>
                  <a:pt x="1946907" y="26540"/>
                  <a:pt x="1944824" y="27453"/>
                  <a:pt x="1942745" y="28590"/>
                </a:cubicBezTo>
                <a:cubicBezTo>
                  <a:pt x="1940199" y="29959"/>
                  <a:pt x="1937883" y="31095"/>
                  <a:pt x="1934875" y="31780"/>
                </a:cubicBezTo>
                <a:cubicBezTo>
                  <a:pt x="1932099" y="32690"/>
                  <a:pt x="1929787" y="33375"/>
                  <a:pt x="1929787" y="34967"/>
                </a:cubicBezTo>
                <a:cubicBezTo>
                  <a:pt x="1929787" y="37702"/>
                  <a:pt x="1930479" y="36107"/>
                  <a:pt x="1930479" y="61385"/>
                </a:cubicBezTo>
                <a:lnTo>
                  <a:pt x="1919837" y="61385"/>
                </a:lnTo>
                <a:close/>
                <a:moveTo>
                  <a:pt x="2021647" y="93811"/>
                </a:moveTo>
                <a:cubicBezTo>
                  <a:pt x="2021647" y="89022"/>
                  <a:pt x="2023730" y="86287"/>
                  <a:pt x="2025580" y="84237"/>
                </a:cubicBezTo>
                <a:cubicBezTo>
                  <a:pt x="2034375" y="75799"/>
                  <a:pt x="2046175" y="70781"/>
                  <a:pt x="2055199" y="70781"/>
                </a:cubicBezTo>
                <a:cubicBezTo>
                  <a:pt x="2059824" y="70781"/>
                  <a:pt x="2064686" y="73746"/>
                  <a:pt x="2067461" y="78990"/>
                </a:cubicBezTo>
                <a:cubicBezTo>
                  <a:pt x="2069778" y="83552"/>
                  <a:pt x="2070240" y="89707"/>
                  <a:pt x="2070240" y="96546"/>
                </a:cubicBezTo>
                <a:lnTo>
                  <a:pt x="2070240" y="131203"/>
                </a:lnTo>
                <a:cubicBezTo>
                  <a:pt x="2070240" y="149899"/>
                  <a:pt x="2067924" y="150813"/>
                  <a:pt x="2055891" y="151953"/>
                </a:cubicBezTo>
                <a:cubicBezTo>
                  <a:pt x="2054737" y="153319"/>
                  <a:pt x="2054737" y="158101"/>
                  <a:pt x="2055891" y="159466"/>
                </a:cubicBezTo>
                <a:cubicBezTo>
                  <a:pt x="2062370" y="159241"/>
                  <a:pt x="2070240" y="159011"/>
                  <a:pt x="2079494" y="159011"/>
                </a:cubicBezTo>
                <a:cubicBezTo>
                  <a:pt x="2088752" y="159011"/>
                  <a:pt x="2096385" y="159241"/>
                  <a:pt x="2104022" y="159466"/>
                </a:cubicBezTo>
                <a:cubicBezTo>
                  <a:pt x="2105180" y="158101"/>
                  <a:pt x="2105180" y="153319"/>
                  <a:pt x="2104022" y="151953"/>
                </a:cubicBezTo>
                <a:cubicBezTo>
                  <a:pt x="2091064" y="150813"/>
                  <a:pt x="2088519" y="149899"/>
                  <a:pt x="2088519" y="131203"/>
                </a:cubicBezTo>
                <a:lnTo>
                  <a:pt x="2088519" y="97230"/>
                </a:lnTo>
                <a:cubicBezTo>
                  <a:pt x="2088519" y="84692"/>
                  <a:pt x="2087594" y="73520"/>
                  <a:pt x="2082273" y="66684"/>
                </a:cubicBezTo>
                <a:cubicBezTo>
                  <a:pt x="2078336" y="61673"/>
                  <a:pt x="2071165" y="58938"/>
                  <a:pt x="2063066" y="58938"/>
                </a:cubicBezTo>
                <a:cubicBezTo>
                  <a:pt x="2051729" y="58938"/>
                  <a:pt x="2037846" y="61899"/>
                  <a:pt x="2023730" y="77394"/>
                </a:cubicBezTo>
                <a:cubicBezTo>
                  <a:pt x="2023034" y="78308"/>
                  <a:pt x="2021414" y="80588"/>
                  <a:pt x="2021414" y="77394"/>
                </a:cubicBezTo>
                <a:lnTo>
                  <a:pt x="2021647" y="26119"/>
                </a:lnTo>
                <a:cubicBezTo>
                  <a:pt x="2021647" y="11308"/>
                  <a:pt x="2022572" y="2248"/>
                  <a:pt x="2022572" y="2248"/>
                </a:cubicBezTo>
                <a:cubicBezTo>
                  <a:pt x="2022572" y="678"/>
                  <a:pt x="2021647" y="0"/>
                  <a:pt x="2019564" y="0"/>
                </a:cubicBezTo>
                <a:cubicBezTo>
                  <a:pt x="2013780" y="2248"/>
                  <a:pt x="1996427" y="5393"/>
                  <a:pt x="1987169" y="6068"/>
                </a:cubicBezTo>
                <a:cubicBezTo>
                  <a:pt x="1986707" y="7892"/>
                  <a:pt x="1987169" y="11534"/>
                  <a:pt x="1988557" y="12900"/>
                </a:cubicBezTo>
                <a:cubicBezTo>
                  <a:pt x="2000590" y="13584"/>
                  <a:pt x="2003368" y="12444"/>
                  <a:pt x="2003368" y="31589"/>
                </a:cubicBezTo>
                <a:lnTo>
                  <a:pt x="2003368" y="131203"/>
                </a:lnTo>
                <a:cubicBezTo>
                  <a:pt x="2003368" y="150129"/>
                  <a:pt x="2000590" y="151039"/>
                  <a:pt x="1987169" y="151953"/>
                </a:cubicBezTo>
                <a:cubicBezTo>
                  <a:pt x="1985782" y="153319"/>
                  <a:pt x="1985782" y="158101"/>
                  <a:pt x="1987169" y="159466"/>
                </a:cubicBezTo>
                <a:cubicBezTo>
                  <a:pt x="1994806" y="159241"/>
                  <a:pt x="2003368" y="159011"/>
                  <a:pt x="2012622" y="159011"/>
                </a:cubicBezTo>
                <a:cubicBezTo>
                  <a:pt x="2021414" y="159011"/>
                  <a:pt x="2029051" y="159241"/>
                  <a:pt x="2035530" y="159466"/>
                </a:cubicBezTo>
                <a:cubicBezTo>
                  <a:pt x="2036917" y="158101"/>
                  <a:pt x="2036917" y="153319"/>
                  <a:pt x="2035530" y="151953"/>
                </a:cubicBezTo>
                <a:cubicBezTo>
                  <a:pt x="2023730" y="151039"/>
                  <a:pt x="2021647" y="150129"/>
                  <a:pt x="2021647" y="131203"/>
                </a:cubicBezTo>
                <a:lnTo>
                  <a:pt x="2021647" y="93811"/>
                </a:lnTo>
                <a:close/>
                <a:moveTo>
                  <a:pt x="2136184" y="94787"/>
                </a:moveTo>
                <a:cubicBezTo>
                  <a:pt x="2140580" y="69162"/>
                  <a:pt x="2156779" y="67122"/>
                  <a:pt x="2162333" y="67122"/>
                </a:cubicBezTo>
                <a:cubicBezTo>
                  <a:pt x="2171125" y="67122"/>
                  <a:pt x="2181537" y="71886"/>
                  <a:pt x="2181537" y="90934"/>
                </a:cubicBezTo>
                <a:cubicBezTo>
                  <a:pt x="2181537" y="92973"/>
                  <a:pt x="2180612" y="94110"/>
                  <a:pt x="2178066" y="94110"/>
                </a:cubicBezTo>
                <a:lnTo>
                  <a:pt x="2136184" y="94787"/>
                </a:lnTo>
                <a:moveTo>
                  <a:pt x="2196807" y="137799"/>
                </a:moveTo>
                <a:cubicBezTo>
                  <a:pt x="2188249" y="146449"/>
                  <a:pt x="2181537" y="150087"/>
                  <a:pt x="2168116" y="150087"/>
                </a:cubicBezTo>
                <a:cubicBezTo>
                  <a:pt x="2159787" y="150087"/>
                  <a:pt x="2150067" y="145309"/>
                  <a:pt x="2142896" y="133705"/>
                </a:cubicBezTo>
                <a:cubicBezTo>
                  <a:pt x="2138268" y="126196"/>
                  <a:pt x="2135489" y="115729"/>
                  <a:pt x="2135489" y="102530"/>
                </a:cubicBezTo>
                <a:lnTo>
                  <a:pt x="2197040" y="102985"/>
                </a:lnTo>
                <a:cubicBezTo>
                  <a:pt x="2199815" y="102985"/>
                  <a:pt x="2201436" y="101620"/>
                  <a:pt x="2201436" y="99114"/>
                </a:cubicBezTo>
                <a:cubicBezTo>
                  <a:pt x="2201436" y="80049"/>
                  <a:pt x="2194494" y="59605"/>
                  <a:pt x="2162333" y="59605"/>
                </a:cubicBezTo>
                <a:cubicBezTo>
                  <a:pt x="2142201" y="59605"/>
                  <a:pt x="2116052" y="78461"/>
                  <a:pt x="2116052" y="112997"/>
                </a:cubicBezTo>
                <a:cubicBezTo>
                  <a:pt x="2116052" y="125740"/>
                  <a:pt x="2119293" y="138028"/>
                  <a:pt x="2126930" y="146674"/>
                </a:cubicBezTo>
                <a:cubicBezTo>
                  <a:pt x="2134797" y="155783"/>
                  <a:pt x="2145672" y="161246"/>
                  <a:pt x="2162333" y="161246"/>
                </a:cubicBezTo>
                <a:cubicBezTo>
                  <a:pt x="2179916" y="161246"/>
                  <a:pt x="2192411" y="153277"/>
                  <a:pt x="2201669" y="141441"/>
                </a:cubicBezTo>
                <a:cubicBezTo>
                  <a:pt x="2200973" y="139165"/>
                  <a:pt x="2199586" y="138028"/>
                  <a:pt x="2196807" y="137799"/>
                </a:cubicBezTo>
                <a:close/>
                <a:moveTo>
                  <a:pt x="2372665" y="131248"/>
                </a:moveTo>
                <a:lnTo>
                  <a:pt x="2372665" y="26234"/>
                </a:lnTo>
                <a:cubicBezTo>
                  <a:pt x="2372665" y="11398"/>
                  <a:pt x="2372895" y="2280"/>
                  <a:pt x="2372895" y="2280"/>
                </a:cubicBezTo>
                <a:cubicBezTo>
                  <a:pt x="2372895" y="685"/>
                  <a:pt x="2371970" y="0"/>
                  <a:pt x="2369887" y="0"/>
                </a:cubicBezTo>
                <a:cubicBezTo>
                  <a:pt x="2366878" y="1824"/>
                  <a:pt x="2361095" y="4330"/>
                  <a:pt x="2357391" y="5240"/>
                </a:cubicBezTo>
                <a:cubicBezTo>
                  <a:pt x="2352304" y="1824"/>
                  <a:pt x="2341658" y="0"/>
                  <a:pt x="2333559" y="0"/>
                </a:cubicBezTo>
                <a:cubicBezTo>
                  <a:pt x="2314122" y="0"/>
                  <a:pt x="2290290" y="16646"/>
                  <a:pt x="2290290" y="54539"/>
                </a:cubicBezTo>
                <a:lnTo>
                  <a:pt x="2290290" y="61385"/>
                </a:lnTo>
                <a:lnTo>
                  <a:pt x="2278490" y="61385"/>
                </a:lnTo>
                <a:cubicBezTo>
                  <a:pt x="2274324" y="61385"/>
                  <a:pt x="2273166" y="64119"/>
                  <a:pt x="2273166" y="65940"/>
                </a:cubicBezTo>
                <a:lnTo>
                  <a:pt x="2273166" y="68901"/>
                </a:lnTo>
                <a:cubicBezTo>
                  <a:pt x="2273166" y="70041"/>
                  <a:pt x="2273399" y="70267"/>
                  <a:pt x="2274324" y="70267"/>
                </a:cubicBezTo>
                <a:lnTo>
                  <a:pt x="2289827" y="70267"/>
                </a:lnTo>
                <a:lnTo>
                  <a:pt x="2289827" y="131248"/>
                </a:lnTo>
                <a:cubicBezTo>
                  <a:pt x="2289827" y="150132"/>
                  <a:pt x="2287282" y="151043"/>
                  <a:pt x="2274787" y="151953"/>
                </a:cubicBezTo>
                <a:cubicBezTo>
                  <a:pt x="2273399" y="153319"/>
                  <a:pt x="2273399" y="158101"/>
                  <a:pt x="2274787" y="159466"/>
                </a:cubicBezTo>
                <a:cubicBezTo>
                  <a:pt x="2282653" y="159241"/>
                  <a:pt x="2291215" y="159011"/>
                  <a:pt x="2299081" y="159011"/>
                </a:cubicBezTo>
                <a:cubicBezTo>
                  <a:pt x="2307414" y="159011"/>
                  <a:pt x="2315972" y="159241"/>
                  <a:pt x="2324072" y="159466"/>
                </a:cubicBezTo>
                <a:cubicBezTo>
                  <a:pt x="2325459" y="158101"/>
                  <a:pt x="2325459" y="153319"/>
                  <a:pt x="2324072" y="151953"/>
                </a:cubicBezTo>
                <a:cubicBezTo>
                  <a:pt x="2311114" y="150813"/>
                  <a:pt x="2308106" y="150132"/>
                  <a:pt x="2308106" y="131248"/>
                </a:cubicBezTo>
                <a:lnTo>
                  <a:pt x="2308106" y="70267"/>
                </a:lnTo>
                <a:lnTo>
                  <a:pt x="2329626" y="70267"/>
                </a:lnTo>
                <a:cubicBezTo>
                  <a:pt x="2331709" y="70267"/>
                  <a:pt x="2334947" y="69356"/>
                  <a:pt x="2334947" y="67306"/>
                </a:cubicBezTo>
                <a:lnTo>
                  <a:pt x="2334947" y="62754"/>
                </a:lnTo>
                <a:cubicBezTo>
                  <a:pt x="2334947" y="61843"/>
                  <a:pt x="2334255" y="61385"/>
                  <a:pt x="2333096" y="61385"/>
                </a:cubicBezTo>
                <a:lnTo>
                  <a:pt x="2307643" y="61385"/>
                </a:lnTo>
                <a:lnTo>
                  <a:pt x="2307643" y="50657"/>
                </a:lnTo>
                <a:cubicBezTo>
                  <a:pt x="2307643" y="15506"/>
                  <a:pt x="2322222" y="7746"/>
                  <a:pt x="2329859" y="7746"/>
                </a:cubicBezTo>
                <a:cubicBezTo>
                  <a:pt x="2336800" y="7746"/>
                  <a:pt x="2345129" y="11398"/>
                  <a:pt x="2348137" y="18929"/>
                </a:cubicBezTo>
                <a:cubicBezTo>
                  <a:pt x="2349525" y="21897"/>
                  <a:pt x="2351841" y="24180"/>
                  <a:pt x="2354616" y="25094"/>
                </a:cubicBezTo>
                <a:cubicBezTo>
                  <a:pt x="2354616" y="26234"/>
                  <a:pt x="2354383" y="28746"/>
                  <a:pt x="2354383" y="30800"/>
                </a:cubicBezTo>
                <a:lnTo>
                  <a:pt x="2354383" y="131248"/>
                </a:lnTo>
                <a:cubicBezTo>
                  <a:pt x="2354383" y="150132"/>
                  <a:pt x="2352304" y="151269"/>
                  <a:pt x="2340733" y="151953"/>
                </a:cubicBezTo>
                <a:cubicBezTo>
                  <a:pt x="2339346" y="153319"/>
                  <a:pt x="2339346" y="158101"/>
                  <a:pt x="2340733" y="159466"/>
                </a:cubicBezTo>
                <a:cubicBezTo>
                  <a:pt x="2347675" y="159241"/>
                  <a:pt x="2354616" y="159011"/>
                  <a:pt x="2363641" y="159011"/>
                </a:cubicBezTo>
                <a:cubicBezTo>
                  <a:pt x="2373590" y="159011"/>
                  <a:pt x="2381457" y="159241"/>
                  <a:pt x="2388861" y="159466"/>
                </a:cubicBezTo>
                <a:cubicBezTo>
                  <a:pt x="2390252" y="158101"/>
                  <a:pt x="2390252" y="153319"/>
                  <a:pt x="2388861" y="151953"/>
                </a:cubicBezTo>
                <a:cubicBezTo>
                  <a:pt x="2375903" y="151043"/>
                  <a:pt x="2372665" y="150132"/>
                  <a:pt x="2372665" y="131248"/>
                </a:cubicBezTo>
                <a:close/>
                <a:moveTo>
                  <a:pt x="2402512" y="112257"/>
                </a:moveTo>
                <a:cubicBezTo>
                  <a:pt x="2402512" y="135502"/>
                  <a:pt x="2418248" y="161246"/>
                  <a:pt x="2451105" y="161246"/>
                </a:cubicBezTo>
                <a:cubicBezTo>
                  <a:pt x="2465913" y="161246"/>
                  <a:pt x="2477253" y="156009"/>
                  <a:pt x="2485120" y="148492"/>
                </a:cubicBezTo>
                <a:cubicBezTo>
                  <a:pt x="2495532" y="138463"/>
                  <a:pt x="2500161" y="124107"/>
                  <a:pt x="2500161" y="110207"/>
                </a:cubicBezTo>
                <a:cubicBezTo>
                  <a:pt x="2500161" y="86506"/>
                  <a:pt x="2486970" y="58938"/>
                  <a:pt x="2451567" y="58938"/>
                </a:cubicBezTo>
                <a:cubicBezTo>
                  <a:pt x="2436297" y="58938"/>
                  <a:pt x="2423802" y="65089"/>
                  <a:pt x="2415240" y="74885"/>
                </a:cubicBezTo>
                <a:cubicBezTo>
                  <a:pt x="2406911" y="84685"/>
                  <a:pt x="2402512" y="97901"/>
                  <a:pt x="2402512" y="112257"/>
                </a:cubicBezTo>
                <a:moveTo>
                  <a:pt x="2448097" y="66910"/>
                </a:moveTo>
                <a:cubicBezTo>
                  <a:pt x="2467996" y="66910"/>
                  <a:pt x="2480262" y="84685"/>
                  <a:pt x="2480262" y="117501"/>
                </a:cubicBezTo>
                <a:cubicBezTo>
                  <a:pt x="2480262" y="146212"/>
                  <a:pt x="2465221" y="153277"/>
                  <a:pt x="2454346" y="153277"/>
                </a:cubicBezTo>
                <a:cubicBezTo>
                  <a:pt x="2430281" y="153277"/>
                  <a:pt x="2422414" y="124562"/>
                  <a:pt x="2422414" y="107016"/>
                </a:cubicBezTo>
                <a:cubicBezTo>
                  <a:pt x="2422414" y="87191"/>
                  <a:pt x="2427273" y="66910"/>
                  <a:pt x="2448097" y="66910"/>
                </a:cubicBezTo>
                <a:close/>
                <a:moveTo>
                  <a:pt x="2577445" y="105880"/>
                </a:moveTo>
                <a:lnTo>
                  <a:pt x="2577445" y="135957"/>
                </a:lnTo>
                <a:cubicBezTo>
                  <a:pt x="2577445" y="138921"/>
                  <a:pt x="2576054" y="140517"/>
                  <a:pt x="2574204" y="141882"/>
                </a:cubicBezTo>
                <a:cubicBezTo>
                  <a:pt x="2568188" y="146668"/>
                  <a:pt x="2560321" y="151911"/>
                  <a:pt x="2553842" y="151911"/>
                </a:cubicBezTo>
                <a:cubicBezTo>
                  <a:pt x="2542272" y="151911"/>
                  <a:pt x="2537181" y="142796"/>
                  <a:pt x="2537181" y="135731"/>
                </a:cubicBezTo>
                <a:cubicBezTo>
                  <a:pt x="2537181" y="125476"/>
                  <a:pt x="2542043" y="114992"/>
                  <a:pt x="2559163" y="110665"/>
                </a:cubicBezTo>
                <a:lnTo>
                  <a:pt x="2577445" y="105880"/>
                </a:lnTo>
                <a:moveTo>
                  <a:pt x="2577445" y="148037"/>
                </a:moveTo>
                <a:cubicBezTo>
                  <a:pt x="2578833" y="155098"/>
                  <a:pt x="2581379" y="161246"/>
                  <a:pt x="2592949" y="161246"/>
                </a:cubicBezTo>
                <a:cubicBezTo>
                  <a:pt x="2601740" y="161246"/>
                  <a:pt x="2610069" y="157374"/>
                  <a:pt x="2614927" y="152822"/>
                </a:cubicBezTo>
                <a:cubicBezTo>
                  <a:pt x="2614465" y="150087"/>
                  <a:pt x="2613540" y="148037"/>
                  <a:pt x="2610994" y="146671"/>
                </a:cubicBezTo>
                <a:cubicBezTo>
                  <a:pt x="2609377" y="148037"/>
                  <a:pt x="2605440" y="150316"/>
                  <a:pt x="2602432" y="150316"/>
                </a:cubicBezTo>
                <a:cubicBezTo>
                  <a:pt x="2595724" y="150316"/>
                  <a:pt x="2595491" y="141427"/>
                  <a:pt x="2595491" y="130946"/>
                </a:cubicBezTo>
                <a:lnTo>
                  <a:pt x="2595491" y="97446"/>
                </a:lnTo>
                <a:cubicBezTo>
                  <a:pt x="2595491" y="65089"/>
                  <a:pt x="2577445" y="58938"/>
                  <a:pt x="2560551" y="58938"/>
                </a:cubicBezTo>
                <a:cubicBezTo>
                  <a:pt x="2541577" y="58938"/>
                  <a:pt x="2522373" y="71240"/>
                  <a:pt x="2522373" y="84230"/>
                </a:cubicBezTo>
                <a:cubicBezTo>
                  <a:pt x="2522373" y="89700"/>
                  <a:pt x="2525148" y="92435"/>
                  <a:pt x="2530473" y="92435"/>
                </a:cubicBezTo>
                <a:cubicBezTo>
                  <a:pt x="2537181" y="92435"/>
                  <a:pt x="2541347" y="87650"/>
                  <a:pt x="2541347" y="84685"/>
                </a:cubicBezTo>
                <a:cubicBezTo>
                  <a:pt x="2541347" y="83090"/>
                  <a:pt x="2541114" y="81495"/>
                  <a:pt x="2540652" y="80585"/>
                </a:cubicBezTo>
                <a:cubicBezTo>
                  <a:pt x="2540422" y="79900"/>
                  <a:pt x="2540189" y="78534"/>
                  <a:pt x="2540189" y="76025"/>
                </a:cubicBezTo>
                <a:cubicBezTo>
                  <a:pt x="2540189" y="68960"/>
                  <a:pt x="2549909" y="66455"/>
                  <a:pt x="2558701" y="66455"/>
                </a:cubicBezTo>
                <a:cubicBezTo>
                  <a:pt x="2566567" y="66455"/>
                  <a:pt x="2577445" y="70330"/>
                  <a:pt x="2577445" y="96080"/>
                </a:cubicBezTo>
                <a:cubicBezTo>
                  <a:pt x="2577445" y="97675"/>
                  <a:pt x="2576750" y="98586"/>
                  <a:pt x="2576054" y="98815"/>
                </a:cubicBezTo>
                <a:lnTo>
                  <a:pt x="2556155" y="103600"/>
                </a:lnTo>
                <a:cubicBezTo>
                  <a:pt x="2533943" y="109070"/>
                  <a:pt x="2517977" y="121146"/>
                  <a:pt x="2517977" y="136642"/>
                </a:cubicBezTo>
                <a:cubicBezTo>
                  <a:pt x="2517977" y="155328"/>
                  <a:pt x="2530935" y="161246"/>
                  <a:pt x="2547131" y="161246"/>
                </a:cubicBezTo>
                <a:cubicBezTo>
                  <a:pt x="2555230" y="161246"/>
                  <a:pt x="2562171" y="159425"/>
                  <a:pt x="2572354" y="151682"/>
                </a:cubicBezTo>
                <a:lnTo>
                  <a:pt x="2576983" y="148037"/>
                </a:lnTo>
                <a:lnTo>
                  <a:pt x="2577445" y="148037"/>
                </a:lnTo>
                <a:close/>
                <a:moveTo>
                  <a:pt x="2625344" y="61385"/>
                </a:moveTo>
                <a:cubicBezTo>
                  <a:pt x="2622103" y="61385"/>
                  <a:pt x="2621177" y="64119"/>
                  <a:pt x="2621177" y="65940"/>
                </a:cubicBezTo>
                <a:lnTo>
                  <a:pt x="2621177" y="68901"/>
                </a:lnTo>
                <a:cubicBezTo>
                  <a:pt x="2621177" y="70041"/>
                  <a:pt x="2621407" y="70267"/>
                  <a:pt x="2622336" y="70267"/>
                </a:cubicBezTo>
                <a:lnTo>
                  <a:pt x="2635985" y="70267"/>
                </a:lnTo>
                <a:lnTo>
                  <a:pt x="2635985" y="138716"/>
                </a:lnTo>
                <a:cubicBezTo>
                  <a:pt x="2635985" y="154869"/>
                  <a:pt x="2643160" y="161246"/>
                  <a:pt x="2653801" y="161246"/>
                </a:cubicBezTo>
                <a:cubicBezTo>
                  <a:pt x="2664446" y="161246"/>
                  <a:pt x="2676017" y="156238"/>
                  <a:pt x="2685041" y="146219"/>
                </a:cubicBezTo>
                <a:cubicBezTo>
                  <a:pt x="2684579" y="143947"/>
                  <a:pt x="2683191" y="142581"/>
                  <a:pt x="2680875" y="142355"/>
                </a:cubicBezTo>
                <a:cubicBezTo>
                  <a:pt x="2674859" y="146904"/>
                  <a:pt x="2667917" y="148721"/>
                  <a:pt x="2661901" y="148721"/>
                </a:cubicBezTo>
                <a:cubicBezTo>
                  <a:pt x="2655655" y="148721"/>
                  <a:pt x="2654267" y="141900"/>
                  <a:pt x="2654267" y="127801"/>
                </a:cubicBezTo>
                <a:lnTo>
                  <a:pt x="2654267" y="70267"/>
                </a:lnTo>
                <a:lnTo>
                  <a:pt x="2678329" y="70267"/>
                </a:lnTo>
                <a:cubicBezTo>
                  <a:pt x="2680645" y="70267"/>
                  <a:pt x="2683883" y="69356"/>
                  <a:pt x="2683883" y="67306"/>
                </a:cubicBezTo>
                <a:lnTo>
                  <a:pt x="2683883" y="62754"/>
                </a:lnTo>
                <a:cubicBezTo>
                  <a:pt x="2683883" y="61843"/>
                  <a:pt x="2683191" y="61385"/>
                  <a:pt x="2682033" y="61385"/>
                </a:cubicBezTo>
                <a:lnTo>
                  <a:pt x="2654267" y="61385"/>
                </a:lnTo>
                <a:lnTo>
                  <a:pt x="2654267" y="52506"/>
                </a:lnTo>
                <a:cubicBezTo>
                  <a:pt x="2654267" y="37702"/>
                  <a:pt x="2655192" y="28590"/>
                  <a:pt x="2655192" y="28590"/>
                </a:cubicBezTo>
                <a:cubicBezTo>
                  <a:pt x="2655192" y="27224"/>
                  <a:pt x="2654497" y="26540"/>
                  <a:pt x="2653339" y="26540"/>
                </a:cubicBezTo>
                <a:cubicBezTo>
                  <a:pt x="2652414" y="26540"/>
                  <a:pt x="2650331" y="27453"/>
                  <a:pt x="2648251" y="28590"/>
                </a:cubicBezTo>
                <a:cubicBezTo>
                  <a:pt x="2645705" y="29959"/>
                  <a:pt x="2643389" y="31095"/>
                  <a:pt x="2640381" y="31780"/>
                </a:cubicBezTo>
                <a:cubicBezTo>
                  <a:pt x="2637606" y="32690"/>
                  <a:pt x="2635293" y="33375"/>
                  <a:pt x="2635293" y="34967"/>
                </a:cubicBezTo>
                <a:cubicBezTo>
                  <a:pt x="2635293" y="37702"/>
                  <a:pt x="2635985" y="36107"/>
                  <a:pt x="2635985" y="61385"/>
                </a:cubicBezTo>
                <a:lnTo>
                  <a:pt x="2625344" y="61385"/>
                </a:lnTo>
                <a:close/>
                <a:moveTo>
                  <a:pt x="2709337" y="22498"/>
                </a:moveTo>
                <a:cubicBezTo>
                  <a:pt x="2709337" y="28420"/>
                  <a:pt x="2714891" y="34341"/>
                  <a:pt x="2720441" y="34341"/>
                </a:cubicBezTo>
                <a:cubicBezTo>
                  <a:pt x="2726920" y="34341"/>
                  <a:pt x="2732474" y="28194"/>
                  <a:pt x="2732474" y="23408"/>
                </a:cubicBezTo>
                <a:cubicBezTo>
                  <a:pt x="2732474" y="17946"/>
                  <a:pt x="2727616" y="11565"/>
                  <a:pt x="2721370" y="11565"/>
                </a:cubicBezTo>
                <a:cubicBezTo>
                  <a:pt x="2715816" y="11565"/>
                  <a:pt x="2709337" y="17032"/>
                  <a:pt x="2709337" y="22498"/>
                </a:cubicBezTo>
                <a:moveTo>
                  <a:pt x="2730394" y="131224"/>
                </a:moveTo>
                <a:lnTo>
                  <a:pt x="2730394" y="85898"/>
                </a:lnTo>
                <a:cubicBezTo>
                  <a:pt x="2730394" y="74510"/>
                  <a:pt x="2731319" y="59883"/>
                  <a:pt x="2731319" y="59883"/>
                </a:cubicBezTo>
                <a:cubicBezTo>
                  <a:pt x="2731319" y="58962"/>
                  <a:pt x="2730161" y="58271"/>
                  <a:pt x="2728311" y="58271"/>
                </a:cubicBezTo>
                <a:cubicBezTo>
                  <a:pt x="2721832" y="60804"/>
                  <a:pt x="2712575" y="62875"/>
                  <a:pt x="2696609" y="64943"/>
                </a:cubicBezTo>
                <a:cubicBezTo>
                  <a:pt x="2696146" y="66312"/>
                  <a:pt x="2696609" y="69954"/>
                  <a:pt x="2697071" y="71323"/>
                </a:cubicBezTo>
                <a:cubicBezTo>
                  <a:pt x="2709800" y="72460"/>
                  <a:pt x="2712112" y="73829"/>
                  <a:pt x="2712112" y="86812"/>
                </a:cubicBezTo>
                <a:lnTo>
                  <a:pt x="2712112" y="131224"/>
                </a:lnTo>
                <a:cubicBezTo>
                  <a:pt x="2712112" y="150129"/>
                  <a:pt x="2709567" y="150813"/>
                  <a:pt x="2695454" y="151953"/>
                </a:cubicBezTo>
                <a:cubicBezTo>
                  <a:pt x="2694063" y="153319"/>
                  <a:pt x="2694063" y="158101"/>
                  <a:pt x="2695454" y="159466"/>
                </a:cubicBezTo>
                <a:cubicBezTo>
                  <a:pt x="2703088" y="159241"/>
                  <a:pt x="2712112" y="159011"/>
                  <a:pt x="2721370" y="159011"/>
                </a:cubicBezTo>
                <a:cubicBezTo>
                  <a:pt x="2730624" y="159011"/>
                  <a:pt x="2739415" y="159241"/>
                  <a:pt x="2747052" y="159466"/>
                </a:cubicBezTo>
                <a:cubicBezTo>
                  <a:pt x="2748440" y="158101"/>
                  <a:pt x="2748440" y="153319"/>
                  <a:pt x="2747052" y="151953"/>
                </a:cubicBezTo>
                <a:cubicBezTo>
                  <a:pt x="2732937" y="151043"/>
                  <a:pt x="2730394" y="150129"/>
                  <a:pt x="2730394" y="131224"/>
                </a:cubicBezTo>
                <a:close/>
                <a:moveTo>
                  <a:pt x="2793793" y="77394"/>
                </a:moveTo>
                <a:cubicBezTo>
                  <a:pt x="2792405" y="78990"/>
                  <a:pt x="2791018" y="79448"/>
                  <a:pt x="2791018" y="77394"/>
                </a:cubicBezTo>
                <a:cubicBezTo>
                  <a:pt x="2790785" y="71240"/>
                  <a:pt x="2790322" y="62358"/>
                  <a:pt x="2789164" y="60078"/>
                </a:cubicBezTo>
                <a:cubicBezTo>
                  <a:pt x="2788702" y="58938"/>
                  <a:pt x="2788239" y="58257"/>
                  <a:pt x="2786389" y="58257"/>
                </a:cubicBezTo>
                <a:cubicBezTo>
                  <a:pt x="2779910" y="60763"/>
                  <a:pt x="2773894" y="62813"/>
                  <a:pt x="2757928" y="64860"/>
                </a:cubicBezTo>
                <a:cubicBezTo>
                  <a:pt x="2757465" y="66229"/>
                  <a:pt x="2757928" y="69871"/>
                  <a:pt x="2758390" y="71240"/>
                </a:cubicBezTo>
                <a:cubicBezTo>
                  <a:pt x="2770886" y="72380"/>
                  <a:pt x="2773431" y="73520"/>
                  <a:pt x="2773431" y="86743"/>
                </a:cubicBezTo>
                <a:lnTo>
                  <a:pt x="2773431" y="131203"/>
                </a:lnTo>
                <a:cubicBezTo>
                  <a:pt x="2773431" y="149899"/>
                  <a:pt x="2771119" y="150813"/>
                  <a:pt x="2757232" y="151953"/>
                </a:cubicBezTo>
                <a:cubicBezTo>
                  <a:pt x="2755845" y="153319"/>
                  <a:pt x="2755845" y="158101"/>
                  <a:pt x="2757232" y="159466"/>
                </a:cubicBezTo>
                <a:cubicBezTo>
                  <a:pt x="2764177" y="159241"/>
                  <a:pt x="2773431" y="159011"/>
                  <a:pt x="2782685" y="159011"/>
                </a:cubicBezTo>
                <a:cubicBezTo>
                  <a:pt x="2791943" y="159011"/>
                  <a:pt x="2798884" y="159241"/>
                  <a:pt x="2805826" y="159466"/>
                </a:cubicBezTo>
                <a:cubicBezTo>
                  <a:pt x="2807213" y="158101"/>
                  <a:pt x="2807213" y="153319"/>
                  <a:pt x="2805826" y="151953"/>
                </a:cubicBezTo>
                <a:cubicBezTo>
                  <a:pt x="2794026" y="150813"/>
                  <a:pt x="2791710" y="149899"/>
                  <a:pt x="2791710" y="131203"/>
                </a:cubicBezTo>
                <a:lnTo>
                  <a:pt x="2791710" y="93811"/>
                </a:lnTo>
                <a:cubicBezTo>
                  <a:pt x="2791710" y="89022"/>
                  <a:pt x="2793793" y="86287"/>
                  <a:pt x="2795643" y="84237"/>
                </a:cubicBezTo>
                <a:cubicBezTo>
                  <a:pt x="2804438" y="75799"/>
                  <a:pt x="2814850" y="70781"/>
                  <a:pt x="2823875" y="70781"/>
                </a:cubicBezTo>
                <a:cubicBezTo>
                  <a:pt x="2828503" y="70781"/>
                  <a:pt x="2833362" y="73746"/>
                  <a:pt x="2836137" y="78990"/>
                </a:cubicBezTo>
                <a:cubicBezTo>
                  <a:pt x="2838453" y="83552"/>
                  <a:pt x="2838916" y="89707"/>
                  <a:pt x="2838916" y="96546"/>
                </a:cubicBezTo>
                <a:lnTo>
                  <a:pt x="2838916" y="131203"/>
                </a:lnTo>
                <a:cubicBezTo>
                  <a:pt x="2838916" y="149899"/>
                  <a:pt x="2836599" y="150813"/>
                  <a:pt x="2824567" y="151953"/>
                </a:cubicBezTo>
                <a:cubicBezTo>
                  <a:pt x="2823412" y="153319"/>
                  <a:pt x="2823412" y="158101"/>
                  <a:pt x="2824567" y="159466"/>
                </a:cubicBezTo>
                <a:cubicBezTo>
                  <a:pt x="2831512" y="159241"/>
                  <a:pt x="2838916" y="159011"/>
                  <a:pt x="2848170" y="159011"/>
                </a:cubicBezTo>
                <a:cubicBezTo>
                  <a:pt x="2857427" y="159011"/>
                  <a:pt x="2865756" y="159241"/>
                  <a:pt x="2872697" y="159466"/>
                </a:cubicBezTo>
                <a:cubicBezTo>
                  <a:pt x="2873856" y="158101"/>
                  <a:pt x="2873856" y="153319"/>
                  <a:pt x="2872697" y="151953"/>
                </a:cubicBezTo>
                <a:cubicBezTo>
                  <a:pt x="2859740" y="150813"/>
                  <a:pt x="2857194" y="149899"/>
                  <a:pt x="2857194" y="131203"/>
                </a:cubicBezTo>
                <a:lnTo>
                  <a:pt x="2857194" y="97230"/>
                </a:lnTo>
                <a:cubicBezTo>
                  <a:pt x="2857194" y="84692"/>
                  <a:pt x="2856269" y="73746"/>
                  <a:pt x="2850948" y="66684"/>
                </a:cubicBezTo>
                <a:cubicBezTo>
                  <a:pt x="2847011" y="61673"/>
                  <a:pt x="2839841" y="58938"/>
                  <a:pt x="2831741" y="58938"/>
                </a:cubicBezTo>
                <a:cubicBezTo>
                  <a:pt x="2820404" y="58938"/>
                  <a:pt x="2807446" y="61899"/>
                  <a:pt x="2793793" y="77394"/>
                </a:cubicBezTo>
                <a:close/>
                <a:moveTo>
                  <a:pt x="2950446" y="95434"/>
                </a:moveTo>
                <a:cubicBezTo>
                  <a:pt x="2950446" y="116656"/>
                  <a:pt x="2939568" y="120990"/>
                  <a:pt x="2931006" y="120990"/>
                </a:cubicBezTo>
                <a:cubicBezTo>
                  <a:pt x="2911569" y="120990"/>
                  <a:pt x="2909490" y="104792"/>
                  <a:pt x="2909490" y="90186"/>
                </a:cubicBezTo>
                <a:cubicBezTo>
                  <a:pt x="2909490" y="74215"/>
                  <a:pt x="2915273" y="66000"/>
                  <a:pt x="2928001" y="66000"/>
                </a:cubicBezTo>
                <a:cubicBezTo>
                  <a:pt x="2942576" y="66000"/>
                  <a:pt x="2950446" y="76498"/>
                  <a:pt x="2950446" y="95434"/>
                </a:cubicBezTo>
                <a:moveTo>
                  <a:pt x="2907174" y="161235"/>
                </a:moveTo>
                <a:cubicBezTo>
                  <a:pt x="2909719" y="161920"/>
                  <a:pt x="2913423" y="162379"/>
                  <a:pt x="2916431" y="162379"/>
                </a:cubicBezTo>
                <a:cubicBezTo>
                  <a:pt x="2923602" y="162379"/>
                  <a:pt x="2930081" y="161690"/>
                  <a:pt x="2933322" y="161690"/>
                </a:cubicBezTo>
                <a:cubicBezTo>
                  <a:pt x="2944892" y="161690"/>
                  <a:pt x="2954609" y="161920"/>
                  <a:pt x="2961321" y="165576"/>
                </a:cubicBezTo>
                <a:cubicBezTo>
                  <a:pt x="2970345" y="170601"/>
                  <a:pt x="2973120" y="173798"/>
                  <a:pt x="2973120" y="179737"/>
                </a:cubicBezTo>
                <a:cubicBezTo>
                  <a:pt x="2973120" y="196185"/>
                  <a:pt x="2948592" y="204865"/>
                  <a:pt x="2927768" y="204865"/>
                </a:cubicBezTo>
                <a:cubicBezTo>
                  <a:pt x="2919439" y="204865"/>
                  <a:pt x="2900003" y="198238"/>
                  <a:pt x="2900003" y="182708"/>
                </a:cubicBezTo>
                <a:cubicBezTo>
                  <a:pt x="2900003" y="174941"/>
                  <a:pt x="2900465" y="169232"/>
                  <a:pt x="2907174" y="161235"/>
                </a:cubicBezTo>
                <a:moveTo>
                  <a:pt x="2979370" y="70792"/>
                </a:moveTo>
                <a:cubicBezTo>
                  <a:pt x="2983766" y="70792"/>
                  <a:pt x="2987928" y="66684"/>
                  <a:pt x="2987928" y="62128"/>
                </a:cubicBezTo>
                <a:cubicBezTo>
                  <a:pt x="2987928" y="57346"/>
                  <a:pt x="2983533" y="53701"/>
                  <a:pt x="2977287" y="53701"/>
                </a:cubicBezTo>
                <a:cubicBezTo>
                  <a:pt x="2971270" y="53701"/>
                  <a:pt x="2960163" y="57572"/>
                  <a:pt x="2954146" y="65318"/>
                </a:cubicBezTo>
                <a:cubicBezTo>
                  <a:pt x="2951371" y="63494"/>
                  <a:pt x="2943734" y="58938"/>
                  <a:pt x="2930081" y="58938"/>
                </a:cubicBezTo>
                <a:cubicBezTo>
                  <a:pt x="2909490" y="58938"/>
                  <a:pt x="2890516" y="72616"/>
                  <a:pt x="2890516" y="93609"/>
                </a:cubicBezTo>
                <a:cubicBezTo>
                  <a:pt x="2890516" y="105932"/>
                  <a:pt x="2896069" y="113004"/>
                  <a:pt x="2902548" y="119165"/>
                </a:cubicBezTo>
                <a:cubicBezTo>
                  <a:pt x="2896069" y="124635"/>
                  <a:pt x="2892366" y="134407"/>
                  <a:pt x="2892366" y="142126"/>
                </a:cubicBezTo>
                <a:cubicBezTo>
                  <a:pt x="2892366" y="150306"/>
                  <a:pt x="2896994" y="156683"/>
                  <a:pt x="2903011" y="159644"/>
                </a:cubicBezTo>
                <a:cubicBezTo>
                  <a:pt x="2890516" y="166945"/>
                  <a:pt x="2884037" y="177454"/>
                  <a:pt x="2884037" y="187274"/>
                </a:cubicBezTo>
                <a:cubicBezTo>
                  <a:pt x="2884037" y="207142"/>
                  <a:pt x="2903011" y="213289"/>
                  <a:pt x="2920827" y="213289"/>
                </a:cubicBezTo>
                <a:cubicBezTo>
                  <a:pt x="2952063" y="213289"/>
                  <a:pt x="2985849" y="198468"/>
                  <a:pt x="2985849" y="173798"/>
                </a:cubicBezTo>
                <a:cubicBezTo>
                  <a:pt x="2985849" y="166490"/>
                  <a:pt x="2982378" y="160780"/>
                  <a:pt x="2975666" y="155314"/>
                </a:cubicBezTo>
                <a:cubicBezTo>
                  <a:pt x="2966642" y="148026"/>
                  <a:pt x="2950446" y="147800"/>
                  <a:pt x="2941884" y="147800"/>
                </a:cubicBezTo>
                <a:cubicBezTo>
                  <a:pt x="2937718" y="147800"/>
                  <a:pt x="2931935" y="148256"/>
                  <a:pt x="2926381" y="148937"/>
                </a:cubicBezTo>
                <a:cubicBezTo>
                  <a:pt x="2922910" y="149166"/>
                  <a:pt x="2920594" y="149396"/>
                  <a:pt x="2919439" y="149396"/>
                </a:cubicBezTo>
                <a:cubicBezTo>
                  <a:pt x="2912727" y="149396"/>
                  <a:pt x="2904628" y="146212"/>
                  <a:pt x="2904628" y="136451"/>
                </a:cubicBezTo>
                <a:cubicBezTo>
                  <a:pt x="2904628" y="131912"/>
                  <a:pt x="2906019" y="127141"/>
                  <a:pt x="2908794" y="123270"/>
                </a:cubicBezTo>
                <a:cubicBezTo>
                  <a:pt x="2914348" y="126456"/>
                  <a:pt x="2920827" y="128051"/>
                  <a:pt x="2929851" y="128051"/>
                </a:cubicBezTo>
                <a:cubicBezTo>
                  <a:pt x="2950213" y="128051"/>
                  <a:pt x="2968954" y="115517"/>
                  <a:pt x="2968954" y="93154"/>
                </a:cubicBezTo>
                <a:cubicBezTo>
                  <a:pt x="2968954" y="82430"/>
                  <a:pt x="2965716" y="76269"/>
                  <a:pt x="2959005" y="69423"/>
                </a:cubicBezTo>
                <a:cubicBezTo>
                  <a:pt x="2960625" y="67139"/>
                  <a:pt x="2965254" y="63949"/>
                  <a:pt x="2968262" y="63949"/>
                </a:cubicBezTo>
                <a:cubicBezTo>
                  <a:pt x="2969883" y="63949"/>
                  <a:pt x="2971500" y="64634"/>
                  <a:pt x="2972891" y="66684"/>
                </a:cubicBezTo>
                <a:cubicBezTo>
                  <a:pt x="2973816" y="68509"/>
                  <a:pt x="2976824" y="70792"/>
                  <a:pt x="2979370" y="70792"/>
                </a:cubicBezTo>
                <a:close/>
                <a:moveTo>
                  <a:pt x="3077939" y="94787"/>
                </a:moveTo>
                <a:cubicBezTo>
                  <a:pt x="3082335" y="69162"/>
                  <a:pt x="3098534" y="67122"/>
                  <a:pt x="3104088" y="67122"/>
                </a:cubicBezTo>
                <a:cubicBezTo>
                  <a:pt x="3112879" y="67122"/>
                  <a:pt x="3123291" y="71886"/>
                  <a:pt x="3123291" y="90934"/>
                </a:cubicBezTo>
                <a:cubicBezTo>
                  <a:pt x="3123291" y="92973"/>
                  <a:pt x="3122366" y="94110"/>
                  <a:pt x="3119821" y="94110"/>
                </a:cubicBezTo>
                <a:lnTo>
                  <a:pt x="3077939" y="94787"/>
                </a:lnTo>
                <a:moveTo>
                  <a:pt x="3138562" y="137799"/>
                </a:moveTo>
                <a:cubicBezTo>
                  <a:pt x="3130003" y="146449"/>
                  <a:pt x="3123291" y="150087"/>
                  <a:pt x="3109871" y="150087"/>
                </a:cubicBezTo>
                <a:cubicBezTo>
                  <a:pt x="3101542" y="150087"/>
                  <a:pt x="3091822" y="145309"/>
                  <a:pt x="3084651" y="133705"/>
                </a:cubicBezTo>
                <a:cubicBezTo>
                  <a:pt x="3080022" y="126196"/>
                  <a:pt x="3077244" y="115729"/>
                  <a:pt x="3077244" y="102530"/>
                </a:cubicBezTo>
                <a:lnTo>
                  <a:pt x="3138795" y="102985"/>
                </a:lnTo>
                <a:cubicBezTo>
                  <a:pt x="3141570" y="102985"/>
                  <a:pt x="3143191" y="101620"/>
                  <a:pt x="3143191" y="99114"/>
                </a:cubicBezTo>
                <a:cubicBezTo>
                  <a:pt x="3143191" y="80049"/>
                  <a:pt x="3136249" y="59605"/>
                  <a:pt x="3104088" y="59605"/>
                </a:cubicBezTo>
                <a:cubicBezTo>
                  <a:pt x="3083956" y="59605"/>
                  <a:pt x="3057807" y="78461"/>
                  <a:pt x="3057807" y="112997"/>
                </a:cubicBezTo>
                <a:cubicBezTo>
                  <a:pt x="3057807" y="125740"/>
                  <a:pt x="3061048" y="138028"/>
                  <a:pt x="3068685" y="146674"/>
                </a:cubicBezTo>
                <a:cubicBezTo>
                  <a:pt x="3076552" y="155783"/>
                  <a:pt x="3087426" y="161246"/>
                  <a:pt x="3104088" y="161246"/>
                </a:cubicBezTo>
                <a:cubicBezTo>
                  <a:pt x="3121671" y="161246"/>
                  <a:pt x="3134166" y="153277"/>
                  <a:pt x="3143424" y="141441"/>
                </a:cubicBezTo>
                <a:cubicBezTo>
                  <a:pt x="3142728" y="139165"/>
                  <a:pt x="3141341" y="138028"/>
                  <a:pt x="3138562" y="137799"/>
                </a:cubicBezTo>
                <a:close/>
                <a:moveTo>
                  <a:pt x="3234125" y="130717"/>
                </a:moveTo>
                <a:cubicBezTo>
                  <a:pt x="3234125" y="135047"/>
                  <a:pt x="3233663" y="136871"/>
                  <a:pt x="3230425" y="139606"/>
                </a:cubicBezTo>
                <a:cubicBezTo>
                  <a:pt x="3221863" y="146897"/>
                  <a:pt x="3214459" y="150542"/>
                  <a:pt x="3208672" y="150542"/>
                </a:cubicBezTo>
                <a:cubicBezTo>
                  <a:pt x="3196180" y="150542"/>
                  <a:pt x="3183223" y="137097"/>
                  <a:pt x="3183223" y="108611"/>
                </a:cubicBezTo>
                <a:cubicBezTo>
                  <a:pt x="3183223" y="92205"/>
                  <a:pt x="3186460" y="83090"/>
                  <a:pt x="3189931" y="78305"/>
                </a:cubicBezTo>
                <a:cubicBezTo>
                  <a:pt x="3197105" y="67595"/>
                  <a:pt x="3206822" y="66910"/>
                  <a:pt x="3211451" y="66910"/>
                </a:cubicBezTo>
                <a:cubicBezTo>
                  <a:pt x="3219780" y="66910"/>
                  <a:pt x="3225567" y="69874"/>
                  <a:pt x="3230192" y="75115"/>
                </a:cubicBezTo>
                <a:cubicBezTo>
                  <a:pt x="3233433" y="78760"/>
                  <a:pt x="3234125" y="80355"/>
                  <a:pt x="3234125" y="87420"/>
                </a:cubicBezTo>
                <a:lnTo>
                  <a:pt x="3234125" y="130717"/>
                </a:lnTo>
                <a:moveTo>
                  <a:pt x="3231583" y="147581"/>
                </a:moveTo>
                <a:cubicBezTo>
                  <a:pt x="3232737" y="146671"/>
                  <a:pt x="3234821" y="146212"/>
                  <a:pt x="3235054" y="147807"/>
                </a:cubicBezTo>
                <a:cubicBezTo>
                  <a:pt x="3235746" y="153277"/>
                  <a:pt x="3237599" y="161246"/>
                  <a:pt x="3237599" y="161246"/>
                </a:cubicBezTo>
                <a:cubicBezTo>
                  <a:pt x="3239449" y="161930"/>
                  <a:pt x="3240604" y="161704"/>
                  <a:pt x="3241995" y="161246"/>
                </a:cubicBezTo>
                <a:cubicBezTo>
                  <a:pt x="3247083" y="157138"/>
                  <a:pt x="3255182" y="153722"/>
                  <a:pt x="3269298" y="152127"/>
                </a:cubicBezTo>
                <a:cubicBezTo>
                  <a:pt x="3270686" y="150761"/>
                  <a:pt x="3270686" y="147345"/>
                  <a:pt x="3269298" y="145979"/>
                </a:cubicBezTo>
                <a:cubicBezTo>
                  <a:pt x="3254490" y="144840"/>
                  <a:pt x="3252407" y="140510"/>
                  <a:pt x="3252407" y="129344"/>
                </a:cubicBezTo>
                <a:lnTo>
                  <a:pt x="3252407" y="26119"/>
                </a:lnTo>
                <a:cubicBezTo>
                  <a:pt x="3252407" y="11308"/>
                  <a:pt x="3253332" y="2248"/>
                  <a:pt x="3253332" y="2248"/>
                </a:cubicBezTo>
                <a:cubicBezTo>
                  <a:pt x="3253332" y="678"/>
                  <a:pt x="3252407" y="0"/>
                  <a:pt x="3250324" y="0"/>
                </a:cubicBezTo>
                <a:cubicBezTo>
                  <a:pt x="3244541" y="2248"/>
                  <a:pt x="3227184" y="5393"/>
                  <a:pt x="3217930" y="6068"/>
                </a:cubicBezTo>
                <a:cubicBezTo>
                  <a:pt x="3217467" y="7892"/>
                  <a:pt x="3217930" y="11534"/>
                  <a:pt x="3219317" y="12900"/>
                </a:cubicBezTo>
                <a:cubicBezTo>
                  <a:pt x="3231350" y="13584"/>
                  <a:pt x="3234125" y="12444"/>
                  <a:pt x="3234125" y="31589"/>
                </a:cubicBezTo>
                <a:lnTo>
                  <a:pt x="3234125" y="60763"/>
                </a:lnTo>
                <a:cubicBezTo>
                  <a:pt x="3234125" y="62358"/>
                  <a:pt x="3233663" y="62813"/>
                  <a:pt x="3232045" y="62813"/>
                </a:cubicBezTo>
                <a:cubicBezTo>
                  <a:pt x="3231117" y="62813"/>
                  <a:pt x="3221633" y="58938"/>
                  <a:pt x="3213996" y="58938"/>
                </a:cubicBezTo>
                <a:cubicBezTo>
                  <a:pt x="3198722" y="58938"/>
                  <a:pt x="3188543" y="63949"/>
                  <a:pt x="3179286" y="72606"/>
                </a:cubicBezTo>
                <a:cubicBezTo>
                  <a:pt x="3169336" y="82406"/>
                  <a:pt x="3163320" y="95851"/>
                  <a:pt x="3163320" y="112712"/>
                </a:cubicBezTo>
                <a:cubicBezTo>
                  <a:pt x="3163320" y="140746"/>
                  <a:pt x="3177669" y="161246"/>
                  <a:pt x="3202659" y="161246"/>
                </a:cubicBezTo>
                <a:cubicBezTo>
                  <a:pt x="3211680" y="161246"/>
                  <a:pt x="3220242" y="156693"/>
                  <a:pt x="3231583" y="147581"/>
                </a:cubicBezTo>
                <a:close/>
                <a:moveTo>
                  <a:pt x="3345196" y="95434"/>
                </a:moveTo>
                <a:cubicBezTo>
                  <a:pt x="3345196" y="116656"/>
                  <a:pt x="3334318" y="120990"/>
                  <a:pt x="3325756" y="120990"/>
                </a:cubicBezTo>
                <a:cubicBezTo>
                  <a:pt x="3306319" y="120990"/>
                  <a:pt x="3304239" y="104792"/>
                  <a:pt x="3304239" y="90186"/>
                </a:cubicBezTo>
                <a:cubicBezTo>
                  <a:pt x="3304239" y="74215"/>
                  <a:pt x="3310023" y="66000"/>
                  <a:pt x="3322751" y="66000"/>
                </a:cubicBezTo>
                <a:cubicBezTo>
                  <a:pt x="3337326" y="66000"/>
                  <a:pt x="3345196" y="76498"/>
                  <a:pt x="3345196" y="95434"/>
                </a:cubicBezTo>
                <a:moveTo>
                  <a:pt x="3301923" y="161235"/>
                </a:moveTo>
                <a:cubicBezTo>
                  <a:pt x="3304469" y="161920"/>
                  <a:pt x="3308173" y="162379"/>
                  <a:pt x="3311181" y="162379"/>
                </a:cubicBezTo>
                <a:cubicBezTo>
                  <a:pt x="3318352" y="162379"/>
                  <a:pt x="3324831" y="161690"/>
                  <a:pt x="3328072" y="161690"/>
                </a:cubicBezTo>
                <a:cubicBezTo>
                  <a:pt x="3339642" y="161690"/>
                  <a:pt x="3349358" y="161920"/>
                  <a:pt x="3356070" y="165576"/>
                </a:cubicBezTo>
                <a:cubicBezTo>
                  <a:pt x="3365095" y="170601"/>
                  <a:pt x="3367870" y="173798"/>
                  <a:pt x="3367870" y="179737"/>
                </a:cubicBezTo>
                <a:cubicBezTo>
                  <a:pt x="3367870" y="196185"/>
                  <a:pt x="3343342" y="204865"/>
                  <a:pt x="3322518" y="204865"/>
                </a:cubicBezTo>
                <a:cubicBezTo>
                  <a:pt x="3314189" y="204865"/>
                  <a:pt x="3294752" y="198238"/>
                  <a:pt x="3294752" y="182708"/>
                </a:cubicBezTo>
                <a:cubicBezTo>
                  <a:pt x="3294752" y="174941"/>
                  <a:pt x="3295215" y="169232"/>
                  <a:pt x="3301923" y="161235"/>
                </a:cubicBezTo>
                <a:moveTo>
                  <a:pt x="3374119" y="70792"/>
                </a:moveTo>
                <a:cubicBezTo>
                  <a:pt x="3378515" y="70792"/>
                  <a:pt x="3382678" y="66684"/>
                  <a:pt x="3382678" y="62128"/>
                </a:cubicBezTo>
                <a:cubicBezTo>
                  <a:pt x="3382678" y="57346"/>
                  <a:pt x="3378282" y="53701"/>
                  <a:pt x="3372036" y="53701"/>
                </a:cubicBezTo>
                <a:cubicBezTo>
                  <a:pt x="3366020" y="53701"/>
                  <a:pt x="3354912" y="57572"/>
                  <a:pt x="3348896" y="65318"/>
                </a:cubicBezTo>
                <a:cubicBezTo>
                  <a:pt x="3346121" y="63494"/>
                  <a:pt x="3338484" y="58938"/>
                  <a:pt x="3324831" y="58938"/>
                </a:cubicBezTo>
                <a:cubicBezTo>
                  <a:pt x="3304239" y="58938"/>
                  <a:pt x="3285265" y="72616"/>
                  <a:pt x="3285265" y="93609"/>
                </a:cubicBezTo>
                <a:cubicBezTo>
                  <a:pt x="3285265" y="105932"/>
                  <a:pt x="3290819" y="113004"/>
                  <a:pt x="3297298" y="119165"/>
                </a:cubicBezTo>
                <a:cubicBezTo>
                  <a:pt x="3290819" y="124635"/>
                  <a:pt x="3287115" y="134407"/>
                  <a:pt x="3287115" y="142126"/>
                </a:cubicBezTo>
                <a:cubicBezTo>
                  <a:pt x="3287115" y="150306"/>
                  <a:pt x="3291744" y="156683"/>
                  <a:pt x="3297760" y="159644"/>
                </a:cubicBezTo>
                <a:cubicBezTo>
                  <a:pt x="3285265" y="166945"/>
                  <a:pt x="3278786" y="177454"/>
                  <a:pt x="3278786" y="187274"/>
                </a:cubicBezTo>
                <a:cubicBezTo>
                  <a:pt x="3278786" y="207142"/>
                  <a:pt x="3297760" y="213289"/>
                  <a:pt x="3315576" y="213289"/>
                </a:cubicBezTo>
                <a:cubicBezTo>
                  <a:pt x="3346813" y="213289"/>
                  <a:pt x="3380598" y="198468"/>
                  <a:pt x="3380598" y="173798"/>
                </a:cubicBezTo>
                <a:cubicBezTo>
                  <a:pt x="3380598" y="166490"/>
                  <a:pt x="3377128" y="160780"/>
                  <a:pt x="3370416" y="155314"/>
                </a:cubicBezTo>
                <a:cubicBezTo>
                  <a:pt x="3361391" y="148026"/>
                  <a:pt x="3345196" y="147800"/>
                  <a:pt x="3336634" y="147800"/>
                </a:cubicBezTo>
                <a:cubicBezTo>
                  <a:pt x="3332467" y="147800"/>
                  <a:pt x="3326684" y="148256"/>
                  <a:pt x="3321130" y="148937"/>
                </a:cubicBezTo>
                <a:cubicBezTo>
                  <a:pt x="3317660" y="149166"/>
                  <a:pt x="3315343" y="149396"/>
                  <a:pt x="3314189" y="149396"/>
                </a:cubicBezTo>
                <a:cubicBezTo>
                  <a:pt x="3307477" y="149396"/>
                  <a:pt x="3299378" y="146212"/>
                  <a:pt x="3299378" y="136451"/>
                </a:cubicBezTo>
                <a:cubicBezTo>
                  <a:pt x="3299378" y="131912"/>
                  <a:pt x="3300769" y="127141"/>
                  <a:pt x="3303544" y="123270"/>
                </a:cubicBezTo>
                <a:cubicBezTo>
                  <a:pt x="3309098" y="126456"/>
                  <a:pt x="3315576" y="128051"/>
                  <a:pt x="3324601" y="128051"/>
                </a:cubicBezTo>
                <a:cubicBezTo>
                  <a:pt x="3344963" y="128051"/>
                  <a:pt x="3363704" y="115517"/>
                  <a:pt x="3363704" y="93154"/>
                </a:cubicBezTo>
                <a:cubicBezTo>
                  <a:pt x="3363704" y="82430"/>
                  <a:pt x="3360466" y="76269"/>
                  <a:pt x="3353754" y="69423"/>
                </a:cubicBezTo>
                <a:cubicBezTo>
                  <a:pt x="3355375" y="67139"/>
                  <a:pt x="3360004" y="63949"/>
                  <a:pt x="3363012" y="63949"/>
                </a:cubicBezTo>
                <a:cubicBezTo>
                  <a:pt x="3364632" y="63949"/>
                  <a:pt x="3366249" y="64634"/>
                  <a:pt x="3367641" y="66684"/>
                </a:cubicBezTo>
                <a:cubicBezTo>
                  <a:pt x="3368566" y="68509"/>
                  <a:pt x="3371574" y="70792"/>
                  <a:pt x="3374119" y="70792"/>
                </a:cubicBezTo>
                <a:close/>
                <a:moveTo>
                  <a:pt x="3415768" y="94787"/>
                </a:moveTo>
                <a:cubicBezTo>
                  <a:pt x="3420163" y="69162"/>
                  <a:pt x="3436362" y="67122"/>
                  <a:pt x="3441916" y="67122"/>
                </a:cubicBezTo>
                <a:cubicBezTo>
                  <a:pt x="3450708" y="67122"/>
                  <a:pt x="3461120" y="71886"/>
                  <a:pt x="3461120" y="90934"/>
                </a:cubicBezTo>
                <a:cubicBezTo>
                  <a:pt x="3461120" y="92973"/>
                  <a:pt x="3460195" y="94110"/>
                  <a:pt x="3457649" y="94110"/>
                </a:cubicBezTo>
                <a:lnTo>
                  <a:pt x="3415768" y="94787"/>
                </a:lnTo>
                <a:moveTo>
                  <a:pt x="3476390" y="137799"/>
                </a:moveTo>
                <a:cubicBezTo>
                  <a:pt x="3467832" y="146449"/>
                  <a:pt x="3461120" y="150087"/>
                  <a:pt x="3447699" y="150087"/>
                </a:cubicBezTo>
                <a:cubicBezTo>
                  <a:pt x="3439370" y="150087"/>
                  <a:pt x="3429650" y="145309"/>
                  <a:pt x="3422479" y="133705"/>
                </a:cubicBezTo>
                <a:cubicBezTo>
                  <a:pt x="3417851" y="126196"/>
                  <a:pt x="3415072" y="115729"/>
                  <a:pt x="3415072" y="102530"/>
                </a:cubicBezTo>
                <a:lnTo>
                  <a:pt x="3476623" y="102985"/>
                </a:lnTo>
                <a:cubicBezTo>
                  <a:pt x="3479398" y="102985"/>
                  <a:pt x="3481019" y="101620"/>
                  <a:pt x="3481019" y="99114"/>
                </a:cubicBezTo>
                <a:cubicBezTo>
                  <a:pt x="3481019" y="80049"/>
                  <a:pt x="3474077" y="59605"/>
                  <a:pt x="3441916" y="59605"/>
                </a:cubicBezTo>
                <a:cubicBezTo>
                  <a:pt x="3421784" y="59605"/>
                  <a:pt x="3395635" y="78461"/>
                  <a:pt x="3395635" y="112997"/>
                </a:cubicBezTo>
                <a:cubicBezTo>
                  <a:pt x="3395635" y="125740"/>
                  <a:pt x="3398877" y="138028"/>
                  <a:pt x="3406514" y="146674"/>
                </a:cubicBezTo>
                <a:cubicBezTo>
                  <a:pt x="3414380" y="155783"/>
                  <a:pt x="3425255" y="161246"/>
                  <a:pt x="3441916" y="161246"/>
                </a:cubicBezTo>
                <a:cubicBezTo>
                  <a:pt x="3459499" y="161246"/>
                  <a:pt x="3471994" y="153277"/>
                  <a:pt x="3481252" y="141441"/>
                </a:cubicBezTo>
                <a:cubicBezTo>
                  <a:pt x="3480556" y="139165"/>
                  <a:pt x="3479169" y="138028"/>
                  <a:pt x="3476390" y="137799"/>
                </a:cubicBezTo>
                <a:close/>
                <a:moveTo>
                  <a:pt x="3501612" y="127527"/>
                </a:moveTo>
                <a:cubicBezTo>
                  <a:pt x="3502537" y="138692"/>
                  <a:pt x="3503233" y="149402"/>
                  <a:pt x="3503233" y="158969"/>
                </a:cubicBezTo>
                <a:cubicBezTo>
                  <a:pt x="3505545" y="158514"/>
                  <a:pt x="3507861" y="158288"/>
                  <a:pt x="3509016" y="158288"/>
                </a:cubicBezTo>
                <a:cubicBezTo>
                  <a:pt x="3510636" y="158288"/>
                  <a:pt x="3512024" y="158288"/>
                  <a:pt x="3513645" y="158744"/>
                </a:cubicBezTo>
                <a:cubicBezTo>
                  <a:pt x="3519894" y="160335"/>
                  <a:pt x="3526140" y="161246"/>
                  <a:pt x="3534702" y="161246"/>
                </a:cubicBezTo>
                <a:cubicBezTo>
                  <a:pt x="3547660" y="161246"/>
                  <a:pt x="3571492" y="155098"/>
                  <a:pt x="3571492" y="132538"/>
                </a:cubicBezTo>
                <a:cubicBezTo>
                  <a:pt x="3571492" y="117046"/>
                  <a:pt x="3560155" y="107930"/>
                  <a:pt x="3544418" y="102231"/>
                </a:cubicBezTo>
                <a:cubicBezTo>
                  <a:pt x="3530536" y="96991"/>
                  <a:pt x="3521282" y="93571"/>
                  <a:pt x="3521282" y="81040"/>
                </a:cubicBezTo>
                <a:cubicBezTo>
                  <a:pt x="3521282" y="71695"/>
                  <a:pt x="3529611" y="66455"/>
                  <a:pt x="3537477" y="66455"/>
                </a:cubicBezTo>
                <a:cubicBezTo>
                  <a:pt x="3542568" y="66455"/>
                  <a:pt x="3555989" y="68279"/>
                  <a:pt x="3558997" y="87650"/>
                </a:cubicBezTo>
                <a:cubicBezTo>
                  <a:pt x="3560384" y="89015"/>
                  <a:pt x="3565013" y="88786"/>
                  <a:pt x="3566401" y="87420"/>
                </a:cubicBezTo>
                <a:cubicBezTo>
                  <a:pt x="3567096" y="79215"/>
                  <a:pt x="3567559" y="70785"/>
                  <a:pt x="3567792" y="63268"/>
                </a:cubicBezTo>
                <a:cubicBezTo>
                  <a:pt x="3560617" y="62128"/>
                  <a:pt x="3549510" y="58938"/>
                  <a:pt x="3537477" y="58938"/>
                </a:cubicBezTo>
                <a:cubicBezTo>
                  <a:pt x="3520357" y="58938"/>
                  <a:pt x="3504853" y="69874"/>
                  <a:pt x="3504853" y="84459"/>
                </a:cubicBezTo>
                <a:cubicBezTo>
                  <a:pt x="3504853" y="101091"/>
                  <a:pt x="3512487" y="108156"/>
                  <a:pt x="3530306" y="115451"/>
                </a:cubicBezTo>
                <a:cubicBezTo>
                  <a:pt x="3549510" y="123197"/>
                  <a:pt x="3553905" y="127982"/>
                  <a:pt x="3553905" y="137782"/>
                </a:cubicBezTo>
                <a:cubicBezTo>
                  <a:pt x="3553905" y="148947"/>
                  <a:pt x="3542801" y="153732"/>
                  <a:pt x="3534239" y="153732"/>
                </a:cubicBezTo>
                <a:cubicBezTo>
                  <a:pt x="3525215" y="153732"/>
                  <a:pt x="3520124" y="150768"/>
                  <a:pt x="3517811" y="148263"/>
                </a:cubicBezTo>
                <a:cubicBezTo>
                  <a:pt x="3512720" y="143022"/>
                  <a:pt x="3510174" y="132996"/>
                  <a:pt x="3508786" y="127297"/>
                </a:cubicBezTo>
                <a:cubicBezTo>
                  <a:pt x="3507399" y="125931"/>
                  <a:pt x="3502999" y="126157"/>
                  <a:pt x="3501612" y="127527"/>
                </a:cubicBezTo>
                <a:close/>
                <a:moveTo>
                  <a:pt x="3647155" y="112257"/>
                </a:moveTo>
                <a:cubicBezTo>
                  <a:pt x="3647155" y="135502"/>
                  <a:pt x="3662892" y="161246"/>
                  <a:pt x="3695748" y="161246"/>
                </a:cubicBezTo>
                <a:cubicBezTo>
                  <a:pt x="3710556" y="161246"/>
                  <a:pt x="3721897" y="156009"/>
                  <a:pt x="3729763" y="148492"/>
                </a:cubicBezTo>
                <a:cubicBezTo>
                  <a:pt x="3740176" y="138463"/>
                  <a:pt x="3744804" y="124107"/>
                  <a:pt x="3744804" y="110207"/>
                </a:cubicBezTo>
                <a:cubicBezTo>
                  <a:pt x="3744804" y="86506"/>
                  <a:pt x="3731614" y="58938"/>
                  <a:pt x="3696211" y="58938"/>
                </a:cubicBezTo>
                <a:cubicBezTo>
                  <a:pt x="3680941" y="58938"/>
                  <a:pt x="3668445" y="65089"/>
                  <a:pt x="3659883" y="74885"/>
                </a:cubicBezTo>
                <a:cubicBezTo>
                  <a:pt x="3651554" y="84685"/>
                  <a:pt x="3647155" y="97901"/>
                  <a:pt x="3647155" y="112257"/>
                </a:cubicBezTo>
                <a:moveTo>
                  <a:pt x="3692740" y="66910"/>
                </a:moveTo>
                <a:cubicBezTo>
                  <a:pt x="3712639" y="66910"/>
                  <a:pt x="3724905" y="84685"/>
                  <a:pt x="3724905" y="117501"/>
                </a:cubicBezTo>
                <a:cubicBezTo>
                  <a:pt x="3724905" y="146212"/>
                  <a:pt x="3709864" y="153277"/>
                  <a:pt x="3698990" y="153277"/>
                </a:cubicBezTo>
                <a:cubicBezTo>
                  <a:pt x="3674924" y="153277"/>
                  <a:pt x="3667058" y="124562"/>
                  <a:pt x="3667058" y="107016"/>
                </a:cubicBezTo>
                <a:cubicBezTo>
                  <a:pt x="3667058" y="87191"/>
                  <a:pt x="3671916" y="66910"/>
                  <a:pt x="3692740" y="66910"/>
                </a:cubicBezTo>
                <a:close/>
                <a:moveTo>
                  <a:pt x="3795015" y="77391"/>
                </a:moveTo>
                <a:cubicBezTo>
                  <a:pt x="3794553" y="68276"/>
                  <a:pt x="3794320" y="62358"/>
                  <a:pt x="3793165" y="60078"/>
                </a:cubicBezTo>
                <a:cubicBezTo>
                  <a:pt x="3792699" y="58938"/>
                  <a:pt x="3792237" y="58257"/>
                  <a:pt x="3790386" y="58257"/>
                </a:cubicBezTo>
                <a:cubicBezTo>
                  <a:pt x="3783908" y="60763"/>
                  <a:pt x="3777891" y="62813"/>
                  <a:pt x="3761925" y="64860"/>
                </a:cubicBezTo>
                <a:cubicBezTo>
                  <a:pt x="3761463" y="66229"/>
                  <a:pt x="3761925" y="69871"/>
                  <a:pt x="3762388" y="71237"/>
                </a:cubicBezTo>
                <a:cubicBezTo>
                  <a:pt x="3774883" y="72376"/>
                  <a:pt x="3777429" y="73516"/>
                  <a:pt x="3777429" y="86739"/>
                </a:cubicBezTo>
                <a:lnTo>
                  <a:pt x="3777429" y="131203"/>
                </a:lnTo>
                <a:cubicBezTo>
                  <a:pt x="3777429" y="150129"/>
                  <a:pt x="3774654" y="151039"/>
                  <a:pt x="3760305" y="151953"/>
                </a:cubicBezTo>
                <a:cubicBezTo>
                  <a:pt x="3758917" y="153319"/>
                  <a:pt x="3758917" y="158101"/>
                  <a:pt x="3760305" y="159466"/>
                </a:cubicBezTo>
                <a:cubicBezTo>
                  <a:pt x="3768404" y="159241"/>
                  <a:pt x="3777429" y="159011"/>
                  <a:pt x="3786686" y="159011"/>
                </a:cubicBezTo>
                <a:cubicBezTo>
                  <a:pt x="3795940" y="159011"/>
                  <a:pt x="3806585" y="159241"/>
                  <a:pt x="3814681" y="159466"/>
                </a:cubicBezTo>
                <a:cubicBezTo>
                  <a:pt x="3816073" y="158101"/>
                  <a:pt x="3816073" y="153319"/>
                  <a:pt x="3814681" y="151953"/>
                </a:cubicBezTo>
                <a:cubicBezTo>
                  <a:pt x="3798486" y="150813"/>
                  <a:pt x="3795707" y="150129"/>
                  <a:pt x="3795707" y="131203"/>
                </a:cubicBezTo>
                <a:lnTo>
                  <a:pt x="3795707" y="99510"/>
                </a:lnTo>
                <a:cubicBezTo>
                  <a:pt x="3795707" y="93582"/>
                  <a:pt x="3798486" y="88338"/>
                  <a:pt x="3801261" y="84233"/>
                </a:cubicBezTo>
                <a:cubicBezTo>
                  <a:pt x="3803807" y="80585"/>
                  <a:pt x="3809131" y="73061"/>
                  <a:pt x="3811906" y="73061"/>
                </a:cubicBezTo>
                <a:cubicBezTo>
                  <a:pt x="3813989" y="73061"/>
                  <a:pt x="3816073" y="73516"/>
                  <a:pt x="3817923" y="76025"/>
                </a:cubicBezTo>
                <a:cubicBezTo>
                  <a:pt x="3819543" y="78305"/>
                  <a:pt x="3822318" y="81269"/>
                  <a:pt x="3826252" y="81269"/>
                </a:cubicBezTo>
                <a:cubicBezTo>
                  <a:pt x="3831805" y="81269"/>
                  <a:pt x="3837126" y="75567"/>
                  <a:pt x="3837126" y="69871"/>
                </a:cubicBezTo>
                <a:cubicBezTo>
                  <a:pt x="3837126" y="65544"/>
                  <a:pt x="3832964" y="58938"/>
                  <a:pt x="3823243" y="58938"/>
                </a:cubicBezTo>
                <a:cubicBezTo>
                  <a:pt x="3812369" y="58938"/>
                  <a:pt x="3802882" y="68960"/>
                  <a:pt x="3797561" y="77846"/>
                </a:cubicBezTo>
                <a:cubicBezTo>
                  <a:pt x="3796173" y="80355"/>
                  <a:pt x="3795015" y="78531"/>
                  <a:pt x="3795015" y="77391"/>
                </a:cubicBezTo>
                <a:close/>
                <a:moveTo>
                  <a:pt x="3861193" y="22498"/>
                </a:moveTo>
                <a:cubicBezTo>
                  <a:pt x="3861193" y="28420"/>
                  <a:pt x="3866747" y="34341"/>
                  <a:pt x="3872297" y="34341"/>
                </a:cubicBezTo>
                <a:cubicBezTo>
                  <a:pt x="3878776" y="34341"/>
                  <a:pt x="3884330" y="28194"/>
                  <a:pt x="3884330" y="23408"/>
                </a:cubicBezTo>
                <a:cubicBezTo>
                  <a:pt x="3884330" y="17946"/>
                  <a:pt x="3879472" y="11565"/>
                  <a:pt x="3873226" y="11565"/>
                </a:cubicBezTo>
                <a:cubicBezTo>
                  <a:pt x="3867672" y="11565"/>
                  <a:pt x="3861193" y="17032"/>
                  <a:pt x="3861193" y="22498"/>
                </a:cubicBezTo>
                <a:moveTo>
                  <a:pt x="3882250" y="131224"/>
                </a:moveTo>
                <a:lnTo>
                  <a:pt x="3882250" y="85898"/>
                </a:lnTo>
                <a:cubicBezTo>
                  <a:pt x="3882250" y="74510"/>
                  <a:pt x="3883175" y="59883"/>
                  <a:pt x="3883175" y="59883"/>
                </a:cubicBezTo>
                <a:cubicBezTo>
                  <a:pt x="3883175" y="58962"/>
                  <a:pt x="3882017" y="58271"/>
                  <a:pt x="3880167" y="58271"/>
                </a:cubicBezTo>
                <a:cubicBezTo>
                  <a:pt x="3873688" y="60804"/>
                  <a:pt x="3864431" y="62875"/>
                  <a:pt x="3848465" y="64943"/>
                </a:cubicBezTo>
                <a:cubicBezTo>
                  <a:pt x="3848002" y="66312"/>
                  <a:pt x="3848465" y="69954"/>
                  <a:pt x="3848927" y="71323"/>
                </a:cubicBezTo>
                <a:cubicBezTo>
                  <a:pt x="3861656" y="72460"/>
                  <a:pt x="3863968" y="73829"/>
                  <a:pt x="3863968" y="86812"/>
                </a:cubicBezTo>
                <a:lnTo>
                  <a:pt x="3863968" y="131224"/>
                </a:lnTo>
                <a:cubicBezTo>
                  <a:pt x="3863968" y="150129"/>
                  <a:pt x="3861423" y="150813"/>
                  <a:pt x="3847310" y="151953"/>
                </a:cubicBezTo>
                <a:cubicBezTo>
                  <a:pt x="3845919" y="153319"/>
                  <a:pt x="3845919" y="158101"/>
                  <a:pt x="3847310" y="159466"/>
                </a:cubicBezTo>
                <a:cubicBezTo>
                  <a:pt x="3854944" y="159241"/>
                  <a:pt x="3863968" y="159011"/>
                  <a:pt x="3873226" y="159011"/>
                </a:cubicBezTo>
                <a:cubicBezTo>
                  <a:pt x="3882480" y="159011"/>
                  <a:pt x="3891271" y="159241"/>
                  <a:pt x="3898908" y="159466"/>
                </a:cubicBezTo>
                <a:cubicBezTo>
                  <a:pt x="3900296" y="158101"/>
                  <a:pt x="3900296" y="153319"/>
                  <a:pt x="3898908" y="151953"/>
                </a:cubicBezTo>
                <a:cubicBezTo>
                  <a:pt x="3884793" y="151043"/>
                  <a:pt x="3882250" y="150129"/>
                  <a:pt x="3882250" y="131224"/>
                </a:cubicBezTo>
                <a:close/>
                <a:moveTo>
                  <a:pt x="3976889" y="95434"/>
                </a:moveTo>
                <a:cubicBezTo>
                  <a:pt x="3976889" y="116656"/>
                  <a:pt x="3966011" y="120990"/>
                  <a:pt x="3957449" y="120990"/>
                </a:cubicBezTo>
                <a:cubicBezTo>
                  <a:pt x="3938012" y="120990"/>
                  <a:pt x="3935933" y="104792"/>
                  <a:pt x="3935933" y="90186"/>
                </a:cubicBezTo>
                <a:cubicBezTo>
                  <a:pt x="3935933" y="74215"/>
                  <a:pt x="3941716" y="66000"/>
                  <a:pt x="3954444" y="66000"/>
                </a:cubicBezTo>
                <a:cubicBezTo>
                  <a:pt x="3969019" y="66000"/>
                  <a:pt x="3976889" y="76498"/>
                  <a:pt x="3976889" y="95434"/>
                </a:cubicBezTo>
                <a:moveTo>
                  <a:pt x="3933617" y="161235"/>
                </a:moveTo>
                <a:cubicBezTo>
                  <a:pt x="3936162" y="161920"/>
                  <a:pt x="3939866" y="162379"/>
                  <a:pt x="3942874" y="162379"/>
                </a:cubicBezTo>
                <a:cubicBezTo>
                  <a:pt x="3950045" y="162379"/>
                  <a:pt x="3956524" y="161690"/>
                  <a:pt x="3959765" y="161690"/>
                </a:cubicBezTo>
                <a:cubicBezTo>
                  <a:pt x="3971335" y="161690"/>
                  <a:pt x="3981052" y="161920"/>
                  <a:pt x="3987764" y="165576"/>
                </a:cubicBezTo>
                <a:cubicBezTo>
                  <a:pt x="3996788" y="170601"/>
                  <a:pt x="3999564" y="173798"/>
                  <a:pt x="3999564" y="179737"/>
                </a:cubicBezTo>
                <a:cubicBezTo>
                  <a:pt x="3999564" y="196185"/>
                  <a:pt x="3975036" y="204865"/>
                  <a:pt x="3954211" y="204865"/>
                </a:cubicBezTo>
                <a:cubicBezTo>
                  <a:pt x="3945882" y="204865"/>
                  <a:pt x="3926446" y="198238"/>
                  <a:pt x="3926446" y="182708"/>
                </a:cubicBezTo>
                <a:cubicBezTo>
                  <a:pt x="3926446" y="174941"/>
                  <a:pt x="3926908" y="169232"/>
                  <a:pt x="3933617" y="161235"/>
                </a:cubicBezTo>
                <a:moveTo>
                  <a:pt x="4005813" y="70792"/>
                </a:moveTo>
                <a:cubicBezTo>
                  <a:pt x="4010209" y="70792"/>
                  <a:pt x="4014371" y="66684"/>
                  <a:pt x="4014371" y="62128"/>
                </a:cubicBezTo>
                <a:cubicBezTo>
                  <a:pt x="4014371" y="57346"/>
                  <a:pt x="4009976" y="53701"/>
                  <a:pt x="4003730" y="53701"/>
                </a:cubicBezTo>
                <a:cubicBezTo>
                  <a:pt x="3997713" y="53701"/>
                  <a:pt x="3986606" y="57572"/>
                  <a:pt x="3980589" y="65318"/>
                </a:cubicBezTo>
                <a:cubicBezTo>
                  <a:pt x="3977814" y="63494"/>
                  <a:pt x="3970177" y="58938"/>
                  <a:pt x="3956524" y="58938"/>
                </a:cubicBezTo>
                <a:cubicBezTo>
                  <a:pt x="3935933" y="58938"/>
                  <a:pt x="3916959" y="72616"/>
                  <a:pt x="3916959" y="93609"/>
                </a:cubicBezTo>
                <a:cubicBezTo>
                  <a:pt x="3916959" y="105932"/>
                  <a:pt x="3922513" y="113004"/>
                  <a:pt x="3928991" y="119165"/>
                </a:cubicBezTo>
                <a:cubicBezTo>
                  <a:pt x="3922513" y="124635"/>
                  <a:pt x="3918809" y="134407"/>
                  <a:pt x="3918809" y="142126"/>
                </a:cubicBezTo>
                <a:cubicBezTo>
                  <a:pt x="3918809" y="150306"/>
                  <a:pt x="3923438" y="156683"/>
                  <a:pt x="3929454" y="159644"/>
                </a:cubicBezTo>
                <a:cubicBezTo>
                  <a:pt x="3916959" y="166945"/>
                  <a:pt x="3910480" y="177454"/>
                  <a:pt x="3910480" y="187274"/>
                </a:cubicBezTo>
                <a:cubicBezTo>
                  <a:pt x="3910480" y="207142"/>
                  <a:pt x="3929454" y="213289"/>
                  <a:pt x="3947270" y="213289"/>
                </a:cubicBezTo>
                <a:cubicBezTo>
                  <a:pt x="3978506" y="213289"/>
                  <a:pt x="4012292" y="198468"/>
                  <a:pt x="4012292" y="173798"/>
                </a:cubicBezTo>
                <a:cubicBezTo>
                  <a:pt x="4012292" y="166490"/>
                  <a:pt x="4008821" y="160780"/>
                  <a:pt x="4002109" y="155314"/>
                </a:cubicBezTo>
                <a:cubicBezTo>
                  <a:pt x="3993085" y="148026"/>
                  <a:pt x="3976889" y="147800"/>
                  <a:pt x="3968327" y="147800"/>
                </a:cubicBezTo>
                <a:cubicBezTo>
                  <a:pt x="3964161" y="147800"/>
                  <a:pt x="3958378" y="148256"/>
                  <a:pt x="3952824" y="148937"/>
                </a:cubicBezTo>
                <a:cubicBezTo>
                  <a:pt x="3949353" y="149166"/>
                  <a:pt x="3947037" y="149396"/>
                  <a:pt x="3945882" y="149396"/>
                </a:cubicBezTo>
                <a:cubicBezTo>
                  <a:pt x="3939171" y="149396"/>
                  <a:pt x="3931071" y="146212"/>
                  <a:pt x="3931071" y="136451"/>
                </a:cubicBezTo>
                <a:cubicBezTo>
                  <a:pt x="3931071" y="131912"/>
                  <a:pt x="3932462" y="127141"/>
                  <a:pt x="3935237" y="123270"/>
                </a:cubicBezTo>
                <a:cubicBezTo>
                  <a:pt x="3940791" y="126456"/>
                  <a:pt x="3947270" y="128051"/>
                  <a:pt x="3956295" y="128051"/>
                </a:cubicBezTo>
                <a:cubicBezTo>
                  <a:pt x="3976656" y="128051"/>
                  <a:pt x="3995397" y="115517"/>
                  <a:pt x="3995397" y="93154"/>
                </a:cubicBezTo>
                <a:cubicBezTo>
                  <a:pt x="3995397" y="82430"/>
                  <a:pt x="3992160" y="76269"/>
                  <a:pt x="3985448" y="69423"/>
                </a:cubicBezTo>
                <a:cubicBezTo>
                  <a:pt x="3987068" y="67139"/>
                  <a:pt x="3991697" y="63949"/>
                  <a:pt x="3994705" y="63949"/>
                </a:cubicBezTo>
                <a:cubicBezTo>
                  <a:pt x="3996326" y="63949"/>
                  <a:pt x="3997943" y="64634"/>
                  <a:pt x="3999334" y="66684"/>
                </a:cubicBezTo>
                <a:cubicBezTo>
                  <a:pt x="4000259" y="68509"/>
                  <a:pt x="4003267" y="70792"/>
                  <a:pt x="4005813" y="70792"/>
                </a:cubicBezTo>
                <a:close/>
                <a:moveTo>
                  <a:pt x="4039595" y="22498"/>
                </a:moveTo>
                <a:cubicBezTo>
                  <a:pt x="4039595" y="28420"/>
                  <a:pt x="4045148" y="34341"/>
                  <a:pt x="4050699" y="34341"/>
                </a:cubicBezTo>
                <a:cubicBezTo>
                  <a:pt x="4057178" y="34341"/>
                  <a:pt x="4062731" y="28194"/>
                  <a:pt x="4062731" y="23408"/>
                </a:cubicBezTo>
                <a:cubicBezTo>
                  <a:pt x="4062731" y="17946"/>
                  <a:pt x="4057873" y="11565"/>
                  <a:pt x="4051627" y="11565"/>
                </a:cubicBezTo>
                <a:cubicBezTo>
                  <a:pt x="4046073" y="11565"/>
                  <a:pt x="4039595" y="17032"/>
                  <a:pt x="4039595" y="22498"/>
                </a:cubicBezTo>
                <a:moveTo>
                  <a:pt x="4060652" y="131224"/>
                </a:moveTo>
                <a:lnTo>
                  <a:pt x="4060652" y="85898"/>
                </a:lnTo>
                <a:cubicBezTo>
                  <a:pt x="4060652" y="74510"/>
                  <a:pt x="4061577" y="59883"/>
                  <a:pt x="4061577" y="59883"/>
                </a:cubicBezTo>
                <a:cubicBezTo>
                  <a:pt x="4061577" y="58962"/>
                  <a:pt x="4060419" y="58271"/>
                  <a:pt x="4058569" y="58271"/>
                </a:cubicBezTo>
                <a:cubicBezTo>
                  <a:pt x="4052090" y="60804"/>
                  <a:pt x="4042832" y="62875"/>
                  <a:pt x="4026866" y="64943"/>
                </a:cubicBezTo>
                <a:cubicBezTo>
                  <a:pt x="4026404" y="66312"/>
                  <a:pt x="4026866" y="69954"/>
                  <a:pt x="4027329" y="71323"/>
                </a:cubicBezTo>
                <a:cubicBezTo>
                  <a:pt x="4040057" y="72460"/>
                  <a:pt x="4042370" y="73829"/>
                  <a:pt x="4042370" y="86812"/>
                </a:cubicBezTo>
                <a:lnTo>
                  <a:pt x="4042370" y="131224"/>
                </a:lnTo>
                <a:cubicBezTo>
                  <a:pt x="4042370" y="150129"/>
                  <a:pt x="4039824" y="150813"/>
                  <a:pt x="4025712" y="151953"/>
                </a:cubicBezTo>
                <a:cubicBezTo>
                  <a:pt x="4024321" y="153319"/>
                  <a:pt x="4024321" y="158101"/>
                  <a:pt x="4025712" y="159466"/>
                </a:cubicBezTo>
                <a:cubicBezTo>
                  <a:pt x="4033345" y="159241"/>
                  <a:pt x="4042370" y="159011"/>
                  <a:pt x="4051627" y="159011"/>
                </a:cubicBezTo>
                <a:cubicBezTo>
                  <a:pt x="4060881" y="159011"/>
                  <a:pt x="4069673" y="159241"/>
                  <a:pt x="4077310" y="159466"/>
                </a:cubicBezTo>
                <a:cubicBezTo>
                  <a:pt x="4078697" y="158101"/>
                  <a:pt x="4078697" y="153319"/>
                  <a:pt x="4077310" y="151953"/>
                </a:cubicBezTo>
                <a:cubicBezTo>
                  <a:pt x="4063194" y="151043"/>
                  <a:pt x="4060652" y="150129"/>
                  <a:pt x="4060652" y="131224"/>
                </a:cubicBezTo>
                <a:close/>
                <a:moveTo>
                  <a:pt x="4124051" y="77394"/>
                </a:moveTo>
                <a:cubicBezTo>
                  <a:pt x="4122663" y="78990"/>
                  <a:pt x="4121275" y="79448"/>
                  <a:pt x="4121275" y="77394"/>
                </a:cubicBezTo>
                <a:cubicBezTo>
                  <a:pt x="4121042" y="71240"/>
                  <a:pt x="4120580" y="62358"/>
                  <a:pt x="4119422" y="60078"/>
                </a:cubicBezTo>
                <a:cubicBezTo>
                  <a:pt x="4118959" y="58938"/>
                  <a:pt x="4118497" y="58257"/>
                  <a:pt x="4116647" y="58257"/>
                </a:cubicBezTo>
                <a:cubicBezTo>
                  <a:pt x="4110168" y="60763"/>
                  <a:pt x="4104151" y="62813"/>
                  <a:pt x="4088185" y="64860"/>
                </a:cubicBezTo>
                <a:cubicBezTo>
                  <a:pt x="4087723" y="66229"/>
                  <a:pt x="4088185" y="69871"/>
                  <a:pt x="4088648" y="71240"/>
                </a:cubicBezTo>
                <a:cubicBezTo>
                  <a:pt x="4101143" y="72380"/>
                  <a:pt x="4103689" y="73520"/>
                  <a:pt x="4103689" y="86743"/>
                </a:cubicBezTo>
                <a:lnTo>
                  <a:pt x="4103689" y="131203"/>
                </a:lnTo>
                <a:cubicBezTo>
                  <a:pt x="4103689" y="149899"/>
                  <a:pt x="4101376" y="150813"/>
                  <a:pt x="4087490" y="151953"/>
                </a:cubicBezTo>
                <a:cubicBezTo>
                  <a:pt x="4086102" y="153319"/>
                  <a:pt x="4086102" y="158101"/>
                  <a:pt x="4087490" y="159466"/>
                </a:cubicBezTo>
                <a:cubicBezTo>
                  <a:pt x="4094435" y="159241"/>
                  <a:pt x="4103689" y="159011"/>
                  <a:pt x="4112943" y="159011"/>
                </a:cubicBezTo>
                <a:cubicBezTo>
                  <a:pt x="4122200" y="159011"/>
                  <a:pt x="4129142" y="159241"/>
                  <a:pt x="4136083" y="159466"/>
                </a:cubicBezTo>
                <a:cubicBezTo>
                  <a:pt x="4137471" y="158101"/>
                  <a:pt x="4137471" y="153319"/>
                  <a:pt x="4136083" y="151953"/>
                </a:cubicBezTo>
                <a:cubicBezTo>
                  <a:pt x="4124284" y="150813"/>
                  <a:pt x="4121967" y="149899"/>
                  <a:pt x="4121967" y="131203"/>
                </a:cubicBezTo>
                <a:lnTo>
                  <a:pt x="4121967" y="93811"/>
                </a:lnTo>
                <a:cubicBezTo>
                  <a:pt x="4121967" y="89022"/>
                  <a:pt x="4124051" y="86287"/>
                  <a:pt x="4125901" y="84237"/>
                </a:cubicBezTo>
                <a:cubicBezTo>
                  <a:pt x="4134696" y="75799"/>
                  <a:pt x="4145108" y="70781"/>
                  <a:pt x="4154132" y="70781"/>
                </a:cubicBezTo>
                <a:cubicBezTo>
                  <a:pt x="4158761" y="70781"/>
                  <a:pt x="4163619" y="73746"/>
                  <a:pt x="4166395" y="78990"/>
                </a:cubicBezTo>
                <a:cubicBezTo>
                  <a:pt x="4168711" y="83552"/>
                  <a:pt x="4169173" y="89707"/>
                  <a:pt x="4169173" y="96546"/>
                </a:cubicBezTo>
                <a:lnTo>
                  <a:pt x="4169173" y="131203"/>
                </a:lnTo>
                <a:cubicBezTo>
                  <a:pt x="4169173" y="149899"/>
                  <a:pt x="4166857" y="150813"/>
                  <a:pt x="4154824" y="151953"/>
                </a:cubicBezTo>
                <a:cubicBezTo>
                  <a:pt x="4153670" y="153319"/>
                  <a:pt x="4153670" y="158101"/>
                  <a:pt x="4154824" y="159466"/>
                </a:cubicBezTo>
                <a:cubicBezTo>
                  <a:pt x="4161769" y="159241"/>
                  <a:pt x="4169173" y="159011"/>
                  <a:pt x="4178427" y="159011"/>
                </a:cubicBezTo>
                <a:cubicBezTo>
                  <a:pt x="4187685" y="159011"/>
                  <a:pt x="4196014" y="159241"/>
                  <a:pt x="4202955" y="159466"/>
                </a:cubicBezTo>
                <a:cubicBezTo>
                  <a:pt x="4204113" y="158101"/>
                  <a:pt x="4204113" y="153319"/>
                  <a:pt x="4202955" y="151953"/>
                </a:cubicBezTo>
                <a:cubicBezTo>
                  <a:pt x="4189997" y="150813"/>
                  <a:pt x="4187452" y="149899"/>
                  <a:pt x="4187452" y="131203"/>
                </a:cubicBezTo>
                <a:lnTo>
                  <a:pt x="4187452" y="97230"/>
                </a:lnTo>
                <a:cubicBezTo>
                  <a:pt x="4187452" y="84692"/>
                  <a:pt x="4186527" y="73746"/>
                  <a:pt x="4181206" y="66684"/>
                </a:cubicBezTo>
                <a:cubicBezTo>
                  <a:pt x="4177269" y="61673"/>
                  <a:pt x="4170098" y="58938"/>
                  <a:pt x="4161999" y="58938"/>
                </a:cubicBezTo>
                <a:cubicBezTo>
                  <a:pt x="4150662" y="58938"/>
                  <a:pt x="4137704" y="61899"/>
                  <a:pt x="4124051" y="77394"/>
                </a:cubicBezTo>
                <a:close/>
                <a:moveTo>
                  <a:pt x="4274687" y="105880"/>
                </a:moveTo>
                <a:lnTo>
                  <a:pt x="4274687" y="135957"/>
                </a:lnTo>
                <a:cubicBezTo>
                  <a:pt x="4274687" y="138921"/>
                  <a:pt x="4273296" y="140517"/>
                  <a:pt x="4271446" y="141882"/>
                </a:cubicBezTo>
                <a:cubicBezTo>
                  <a:pt x="4265430" y="146668"/>
                  <a:pt x="4257563" y="151911"/>
                  <a:pt x="4251084" y="151911"/>
                </a:cubicBezTo>
                <a:cubicBezTo>
                  <a:pt x="4239514" y="151911"/>
                  <a:pt x="4234423" y="142796"/>
                  <a:pt x="4234423" y="135731"/>
                </a:cubicBezTo>
                <a:cubicBezTo>
                  <a:pt x="4234423" y="125476"/>
                  <a:pt x="4239285" y="114992"/>
                  <a:pt x="4256405" y="110665"/>
                </a:cubicBezTo>
                <a:lnTo>
                  <a:pt x="4274687" y="105880"/>
                </a:lnTo>
                <a:moveTo>
                  <a:pt x="4274687" y="148037"/>
                </a:moveTo>
                <a:cubicBezTo>
                  <a:pt x="4276075" y="155098"/>
                  <a:pt x="4278620" y="161246"/>
                  <a:pt x="4290191" y="161246"/>
                </a:cubicBezTo>
                <a:cubicBezTo>
                  <a:pt x="4298982" y="161246"/>
                  <a:pt x="4307311" y="157374"/>
                  <a:pt x="4312169" y="152822"/>
                </a:cubicBezTo>
                <a:cubicBezTo>
                  <a:pt x="4311707" y="150087"/>
                  <a:pt x="4310782" y="148037"/>
                  <a:pt x="4308236" y="146671"/>
                </a:cubicBezTo>
                <a:cubicBezTo>
                  <a:pt x="4306619" y="148037"/>
                  <a:pt x="4302682" y="150316"/>
                  <a:pt x="4299674" y="150316"/>
                </a:cubicBezTo>
                <a:cubicBezTo>
                  <a:pt x="4292966" y="150316"/>
                  <a:pt x="4292733" y="141427"/>
                  <a:pt x="4292733" y="130946"/>
                </a:cubicBezTo>
                <a:lnTo>
                  <a:pt x="4292733" y="97446"/>
                </a:lnTo>
                <a:cubicBezTo>
                  <a:pt x="4292733" y="65089"/>
                  <a:pt x="4274687" y="58938"/>
                  <a:pt x="4257793" y="58938"/>
                </a:cubicBezTo>
                <a:cubicBezTo>
                  <a:pt x="4238819" y="58938"/>
                  <a:pt x="4219615" y="71240"/>
                  <a:pt x="4219615" y="84230"/>
                </a:cubicBezTo>
                <a:cubicBezTo>
                  <a:pt x="4219615" y="89700"/>
                  <a:pt x="4222390" y="92435"/>
                  <a:pt x="4227714" y="92435"/>
                </a:cubicBezTo>
                <a:cubicBezTo>
                  <a:pt x="4234423" y="92435"/>
                  <a:pt x="4238589" y="87650"/>
                  <a:pt x="4238589" y="84685"/>
                </a:cubicBezTo>
                <a:cubicBezTo>
                  <a:pt x="4238589" y="83090"/>
                  <a:pt x="4238356" y="81495"/>
                  <a:pt x="4237893" y="80585"/>
                </a:cubicBezTo>
                <a:cubicBezTo>
                  <a:pt x="4237664" y="79900"/>
                  <a:pt x="4237431" y="78534"/>
                  <a:pt x="4237431" y="76025"/>
                </a:cubicBezTo>
                <a:cubicBezTo>
                  <a:pt x="4237431" y="68960"/>
                  <a:pt x="4247151" y="66455"/>
                  <a:pt x="4255943" y="66455"/>
                </a:cubicBezTo>
                <a:cubicBezTo>
                  <a:pt x="4263809" y="66455"/>
                  <a:pt x="4274687" y="70330"/>
                  <a:pt x="4274687" y="96080"/>
                </a:cubicBezTo>
                <a:cubicBezTo>
                  <a:pt x="4274687" y="97675"/>
                  <a:pt x="4273992" y="98586"/>
                  <a:pt x="4273296" y="98815"/>
                </a:cubicBezTo>
                <a:lnTo>
                  <a:pt x="4253397" y="103600"/>
                </a:lnTo>
                <a:cubicBezTo>
                  <a:pt x="4231185" y="109070"/>
                  <a:pt x="4215219" y="121146"/>
                  <a:pt x="4215219" y="136642"/>
                </a:cubicBezTo>
                <a:cubicBezTo>
                  <a:pt x="4215219" y="155328"/>
                  <a:pt x="4228177" y="161246"/>
                  <a:pt x="4244372" y="161246"/>
                </a:cubicBezTo>
                <a:cubicBezTo>
                  <a:pt x="4252472" y="161246"/>
                  <a:pt x="4259413" y="159425"/>
                  <a:pt x="4269596" y="151682"/>
                </a:cubicBezTo>
                <a:lnTo>
                  <a:pt x="4274225" y="148037"/>
                </a:lnTo>
                <a:lnTo>
                  <a:pt x="4274687" y="148037"/>
                </a:lnTo>
                <a:close/>
                <a:moveTo>
                  <a:pt x="4322585" y="61385"/>
                </a:moveTo>
                <a:cubicBezTo>
                  <a:pt x="4319344" y="61385"/>
                  <a:pt x="4318419" y="64119"/>
                  <a:pt x="4318419" y="65940"/>
                </a:cubicBezTo>
                <a:lnTo>
                  <a:pt x="4318419" y="68901"/>
                </a:lnTo>
                <a:cubicBezTo>
                  <a:pt x="4318419" y="70041"/>
                  <a:pt x="4318649" y="70267"/>
                  <a:pt x="4319577" y="70267"/>
                </a:cubicBezTo>
                <a:lnTo>
                  <a:pt x="4333227" y="70267"/>
                </a:lnTo>
                <a:lnTo>
                  <a:pt x="4333227" y="138716"/>
                </a:lnTo>
                <a:cubicBezTo>
                  <a:pt x="4333227" y="154869"/>
                  <a:pt x="4340401" y="161246"/>
                  <a:pt x="4351043" y="161246"/>
                </a:cubicBezTo>
                <a:cubicBezTo>
                  <a:pt x="4361688" y="161246"/>
                  <a:pt x="4373258" y="156238"/>
                  <a:pt x="4382283" y="146219"/>
                </a:cubicBezTo>
                <a:cubicBezTo>
                  <a:pt x="4381820" y="143947"/>
                  <a:pt x="4380433" y="142581"/>
                  <a:pt x="4378117" y="142355"/>
                </a:cubicBezTo>
                <a:cubicBezTo>
                  <a:pt x="4372100" y="146904"/>
                  <a:pt x="4365159" y="148721"/>
                  <a:pt x="4359142" y="148721"/>
                </a:cubicBezTo>
                <a:cubicBezTo>
                  <a:pt x="4352897" y="148721"/>
                  <a:pt x="4351509" y="141900"/>
                  <a:pt x="4351509" y="127801"/>
                </a:cubicBezTo>
                <a:lnTo>
                  <a:pt x="4351509" y="70267"/>
                </a:lnTo>
                <a:lnTo>
                  <a:pt x="4375571" y="70267"/>
                </a:lnTo>
                <a:cubicBezTo>
                  <a:pt x="4377887" y="70267"/>
                  <a:pt x="4381125" y="69356"/>
                  <a:pt x="4381125" y="67306"/>
                </a:cubicBezTo>
                <a:lnTo>
                  <a:pt x="4381125" y="62754"/>
                </a:lnTo>
                <a:cubicBezTo>
                  <a:pt x="4381125" y="61843"/>
                  <a:pt x="4380433" y="61385"/>
                  <a:pt x="4379275" y="61385"/>
                </a:cubicBezTo>
                <a:lnTo>
                  <a:pt x="4351509" y="61385"/>
                </a:lnTo>
                <a:lnTo>
                  <a:pt x="4351509" y="52506"/>
                </a:lnTo>
                <a:cubicBezTo>
                  <a:pt x="4351509" y="37702"/>
                  <a:pt x="4352434" y="28590"/>
                  <a:pt x="4352434" y="28590"/>
                </a:cubicBezTo>
                <a:cubicBezTo>
                  <a:pt x="4352434" y="27224"/>
                  <a:pt x="4351738" y="26540"/>
                  <a:pt x="4350580" y="26540"/>
                </a:cubicBezTo>
                <a:cubicBezTo>
                  <a:pt x="4349655" y="26540"/>
                  <a:pt x="4347572" y="27453"/>
                  <a:pt x="4345493" y="28590"/>
                </a:cubicBezTo>
                <a:cubicBezTo>
                  <a:pt x="4342947" y="29959"/>
                  <a:pt x="4340631" y="31095"/>
                  <a:pt x="4337623" y="31780"/>
                </a:cubicBezTo>
                <a:cubicBezTo>
                  <a:pt x="4334847" y="32690"/>
                  <a:pt x="4332535" y="33375"/>
                  <a:pt x="4332535" y="34967"/>
                </a:cubicBezTo>
                <a:cubicBezTo>
                  <a:pt x="4332535" y="37702"/>
                  <a:pt x="4333227" y="36107"/>
                  <a:pt x="4333227" y="61385"/>
                </a:cubicBezTo>
                <a:lnTo>
                  <a:pt x="4322585" y="61385"/>
                </a:lnTo>
                <a:close/>
                <a:moveTo>
                  <a:pt x="4406578" y="22498"/>
                </a:moveTo>
                <a:cubicBezTo>
                  <a:pt x="4406578" y="28420"/>
                  <a:pt x="4412132" y="34341"/>
                  <a:pt x="4417683" y="34341"/>
                </a:cubicBezTo>
                <a:cubicBezTo>
                  <a:pt x="4424161" y="34341"/>
                  <a:pt x="4429715" y="28194"/>
                  <a:pt x="4429715" y="23408"/>
                </a:cubicBezTo>
                <a:cubicBezTo>
                  <a:pt x="4429715" y="17946"/>
                  <a:pt x="4424857" y="11565"/>
                  <a:pt x="4418611" y="11565"/>
                </a:cubicBezTo>
                <a:cubicBezTo>
                  <a:pt x="4413057" y="11565"/>
                  <a:pt x="4406578" y="17032"/>
                  <a:pt x="4406578" y="22498"/>
                </a:cubicBezTo>
                <a:moveTo>
                  <a:pt x="4427636" y="131224"/>
                </a:moveTo>
                <a:lnTo>
                  <a:pt x="4427636" y="85898"/>
                </a:lnTo>
                <a:cubicBezTo>
                  <a:pt x="4427636" y="74510"/>
                  <a:pt x="4428561" y="59883"/>
                  <a:pt x="4428561" y="59883"/>
                </a:cubicBezTo>
                <a:cubicBezTo>
                  <a:pt x="4428561" y="58962"/>
                  <a:pt x="4427403" y="58271"/>
                  <a:pt x="4425553" y="58271"/>
                </a:cubicBezTo>
                <a:cubicBezTo>
                  <a:pt x="4419074" y="60804"/>
                  <a:pt x="4409816" y="62875"/>
                  <a:pt x="4393850" y="64943"/>
                </a:cubicBezTo>
                <a:cubicBezTo>
                  <a:pt x="4393388" y="66312"/>
                  <a:pt x="4393850" y="69954"/>
                  <a:pt x="4394313" y="71323"/>
                </a:cubicBezTo>
                <a:cubicBezTo>
                  <a:pt x="4407041" y="72460"/>
                  <a:pt x="4409354" y="73829"/>
                  <a:pt x="4409354" y="86812"/>
                </a:cubicBezTo>
                <a:lnTo>
                  <a:pt x="4409354" y="131224"/>
                </a:lnTo>
                <a:cubicBezTo>
                  <a:pt x="4409354" y="150129"/>
                  <a:pt x="4406808" y="150813"/>
                  <a:pt x="4392696" y="151953"/>
                </a:cubicBezTo>
                <a:cubicBezTo>
                  <a:pt x="4391305" y="153319"/>
                  <a:pt x="4391305" y="158101"/>
                  <a:pt x="4392696" y="159466"/>
                </a:cubicBezTo>
                <a:cubicBezTo>
                  <a:pt x="4400329" y="159241"/>
                  <a:pt x="4409354" y="159011"/>
                  <a:pt x="4418611" y="159011"/>
                </a:cubicBezTo>
                <a:cubicBezTo>
                  <a:pt x="4427865" y="159011"/>
                  <a:pt x="4436657" y="159241"/>
                  <a:pt x="4444294" y="159466"/>
                </a:cubicBezTo>
                <a:cubicBezTo>
                  <a:pt x="4445681" y="158101"/>
                  <a:pt x="4445681" y="153319"/>
                  <a:pt x="4444294" y="151953"/>
                </a:cubicBezTo>
                <a:cubicBezTo>
                  <a:pt x="4430178" y="151043"/>
                  <a:pt x="4427636" y="150129"/>
                  <a:pt x="4427636" y="131224"/>
                </a:cubicBezTo>
                <a:close/>
                <a:moveTo>
                  <a:pt x="4491034" y="77394"/>
                </a:moveTo>
                <a:cubicBezTo>
                  <a:pt x="4489647" y="78990"/>
                  <a:pt x="4488259" y="79448"/>
                  <a:pt x="4488259" y="77394"/>
                </a:cubicBezTo>
                <a:cubicBezTo>
                  <a:pt x="4488026" y="71240"/>
                  <a:pt x="4487564" y="62358"/>
                  <a:pt x="4486406" y="60078"/>
                </a:cubicBezTo>
                <a:cubicBezTo>
                  <a:pt x="4485943" y="58938"/>
                  <a:pt x="4485481" y="58257"/>
                  <a:pt x="4483630" y="58257"/>
                </a:cubicBezTo>
                <a:cubicBezTo>
                  <a:pt x="4477152" y="60763"/>
                  <a:pt x="4471135" y="62813"/>
                  <a:pt x="4455169" y="64860"/>
                </a:cubicBezTo>
                <a:cubicBezTo>
                  <a:pt x="4454707" y="66229"/>
                  <a:pt x="4455169" y="69871"/>
                  <a:pt x="4455632" y="71240"/>
                </a:cubicBezTo>
                <a:cubicBezTo>
                  <a:pt x="4468127" y="72380"/>
                  <a:pt x="4470673" y="73520"/>
                  <a:pt x="4470673" y="86743"/>
                </a:cubicBezTo>
                <a:lnTo>
                  <a:pt x="4470673" y="131203"/>
                </a:lnTo>
                <a:cubicBezTo>
                  <a:pt x="4470673" y="149899"/>
                  <a:pt x="4468360" y="150813"/>
                  <a:pt x="4454474" y="151953"/>
                </a:cubicBezTo>
                <a:cubicBezTo>
                  <a:pt x="4453086" y="153319"/>
                  <a:pt x="4453086" y="158101"/>
                  <a:pt x="4454474" y="159466"/>
                </a:cubicBezTo>
                <a:cubicBezTo>
                  <a:pt x="4461419" y="159241"/>
                  <a:pt x="4470673" y="159011"/>
                  <a:pt x="4479927" y="159011"/>
                </a:cubicBezTo>
                <a:cubicBezTo>
                  <a:pt x="4489184" y="159011"/>
                  <a:pt x="4496126" y="159241"/>
                  <a:pt x="4503067" y="159466"/>
                </a:cubicBezTo>
                <a:cubicBezTo>
                  <a:pt x="4504455" y="158101"/>
                  <a:pt x="4504455" y="153319"/>
                  <a:pt x="4503067" y="151953"/>
                </a:cubicBezTo>
                <a:cubicBezTo>
                  <a:pt x="4491267" y="150813"/>
                  <a:pt x="4488951" y="149899"/>
                  <a:pt x="4488951" y="131203"/>
                </a:cubicBezTo>
                <a:lnTo>
                  <a:pt x="4488951" y="93811"/>
                </a:lnTo>
                <a:cubicBezTo>
                  <a:pt x="4488951" y="89022"/>
                  <a:pt x="4491034" y="86287"/>
                  <a:pt x="4492885" y="84237"/>
                </a:cubicBezTo>
                <a:cubicBezTo>
                  <a:pt x="4501680" y="75799"/>
                  <a:pt x="4512092" y="70781"/>
                  <a:pt x="4521116" y="70781"/>
                </a:cubicBezTo>
                <a:cubicBezTo>
                  <a:pt x="4525745" y="70781"/>
                  <a:pt x="4530603" y="73746"/>
                  <a:pt x="4533378" y="78990"/>
                </a:cubicBezTo>
                <a:cubicBezTo>
                  <a:pt x="4535695" y="83552"/>
                  <a:pt x="4536157" y="89707"/>
                  <a:pt x="4536157" y="96546"/>
                </a:cubicBezTo>
                <a:lnTo>
                  <a:pt x="4536157" y="131203"/>
                </a:lnTo>
                <a:cubicBezTo>
                  <a:pt x="4536157" y="149899"/>
                  <a:pt x="4533841" y="150813"/>
                  <a:pt x="4521808" y="151953"/>
                </a:cubicBezTo>
                <a:cubicBezTo>
                  <a:pt x="4520654" y="153319"/>
                  <a:pt x="4520654" y="158101"/>
                  <a:pt x="4521808" y="159466"/>
                </a:cubicBezTo>
                <a:cubicBezTo>
                  <a:pt x="4528753" y="159241"/>
                  <a:pt x="4536157" y="159011"/>
                  <a:pt x="4545411" y="159011"/>
                </a:cubicBezTo>
                <a:cubicBezTo>
                  <a:pt x="4554669" y="159011"/>
                  <a:pt x="4562998" y="159241"/>
                  <a:pt x="4569939" y="159466"/>
                </a:cubicBezTo>
                <a:cubicBezTo>
                  <a:pt x="4571097" y="158101"/>
                  <a:pt x="4571097" y="153319"/>
                  <a:pt x="4569939" y="151953"/>
                </a:cubicBezTo>
                <a:cubicBezTo>
                  <a:pt x="4556981" y="150813"/>
                  <a:pt x="4554436" y="149899"/>
                  <a:pt x="4554436" y="131203"/>
                </a:cubicBezTo>
                <a:lnTo>
                  <a:pt x="4554436" y="97230"/>
                </a:lnTo>
                <a:cubicBezTo>
                  <a:pt x="4554436" y="84692"/>
                  <a:pt x="4553511" y="73746"/>
                  <a:pt x="4548190" y="66684"/>
                </a:cubicBezTo>
                <a:cubicBezTo>
                  <a:pt x="4544253" y="61673"/>
                  <a:pt x="4537082" y="58938"/>
                  <a:pt x="4528983" y="58938"/>
                </a:cubicBezTo>
                <a:cubicBezTo>
                  <a:pt x="4517645" y="58938"/>
                  <a:pt x="4504688" y="61899"/>
                  <a:pt x="4491034" y="77394"/>
                </a:cubicBezTo>
                <a:close/>
                <a:moveTo>
                  <a:pt x="4647688" y="95434"/>
                </a:moveTo>
                <a:cubicBezTo>
                  <a:pt x="4647688" y="116656"/>
                  <a:pt x="4636810" y="120990"/>
                  <a:pt x="4628247" y="120990"/>
                </a:cubicBezTo>
                <a:cubicBezTo>
                  <a:pt x="4608811" y="120990"/>
                  <a:pt x="4606731" y="104792"/>
                  <a:pt x="4606731" y="90186"/>
                </a:cubicBezTo>
                <a:cubicBezTo>
                  <a:pt x="4606731" y="74215"/>
                  <a:pt x="4612515" y="66000"/>
                  <a:pt x="4625243" y="66000"/>
                </a:cubicBezTo>
                <a:cubicBezTo>
                  <a:pt x="4639818" y="66000"/>
                  <a:pt x="4647688" y="76498"/>
                  <a:pt x="4647688" y="95434"/>
                </a:cubicBezTo>
                <a:moveTo>
                  <a:pt x="4604415" y="161235"/>
                </a:moveTo>
                <a:cubicBezTo>
                  <a:pt x="4606961" y="161920"/>
                  <a:pt x="4610664" y="162379"/>
                  <a:pt x="4613673" y="162379"/>
                </a:cubicBezTo>
                <a:cubicBezTo>
                  <a:pt x="4620844" y="162379"/>
                  <a:pt x="4627322" y="161690"/>
                  <a:pt x="4630564" y="161690"/>
                </a:cubicBezTo>
                <a:cubicBezTo>
                  <a:pt x="4642134" y="161690"/>
                  <a:pt x="4651850" y="161920"/>
                  <a:pt x="4658562" y="165576"/>
                </a:cubicBezTo>
                <a:cubicBezTo>
                  <a:pt x="4667587" y="170601"/>
                  <a:pt x="4670362" y="173798"/>
                  <a:pt x="4670362" y="179737"/>
                </a:cubicBezTo>
                <a:cubicBezTo>
                  <a:pt x="4670362" y="196185"/>
                  <a:pt x="4645834" y="204865"/>
                  <a:pt x="4625010" y="204865"/>
                </a:cubicBezTo>
                <a:cubicBezTo>
                  <a:pt x="4616681" y="204865"/>
                  <a:pt x="4597244" y="198238"/>
                  <a:pt x="4597244" y="182708"/>
                </a:cubicBezTo>
                <a:cubicBezTo>
                  <a:pt x="4597244" y="174941"/>
                  <a:pt x="4597707" y="169232"/>
                  <a:pt x="4604415" y="161235"/>
                </a:cubicBezTo>
                <a:moveTo>
                  <a:pt x="4676611" y="70792"/>
                </a:moveTo>
                <a:cubicBezTo>
                  <a:pt x="4681007" y="70792"/>
                  <a:pt x="4685170" y="66684"/>
                  <a:pt x="4685170" y="62128"/>
                </a:cubicBezTo>
                <a:cubicBezTo>
                  <a:pt x="4685170" y="57346"/>
                  <a:pt x="4680774" y="53701"/>
                  <a:pt x="4674528" y="53701"/>
                </a:cubicBezTo>
                <a:cubicBezTo>
                  <a:pt x="4668512" y="53701"/>
                  <a:pt x="4657404" y="57572"/>
                  <a:pt x="4651388" y="65318"/>
                </a:cubicBezTo>
                <a:cubicBezTo>
                  <a:pt x="4648613" y="63494"/>
                  <a:pt x="4640976" y="58938"/>
                  <a:pt x="4627322" y="58938"/>
                </a:cubicBezTo>
                <a:cubicBezTo>
                  <a:pt x="4606731" y="58938"/>
                  <a:pt x="4587757" y="72616"/>
                  <a:pt x="4587757" y="93609"/>
                </a:cubicBezTo>
                <a:cubicBezTo>
                  <a:pt x="4587757" y="105932"/>
                  <a:pt x="4593311" y="113004"/>
                  <a:pt x="4599790" y="119165"/>
                </a:cubicBezTo>
                <a:cubicBezTo>
                  <a:pt x="4593311" y="124635"/>
                  <a:pt x="4589607" y="134407"/>
                  <a:pt x="4589607" y="142126"/>
                </a:cubicBezTo>
                <a:cubicBezTo>
                  <a:pt x="4589607" y="150306"/>
                  <a:pt x="4594236" y="156683"/>
                  <a:pt x="4600252" y="159644"/>
                </a:cubicBezTo>
                <a:cubicBezTo>
                  <a:pt x="4587757" y="166945"/>
                  <a:pt x="4581278" y="177454"/>
                  <a:pt x="4581278" y="187274"/>
                </a:cubicBezTo>
                <a:cubicBezTo>
                  <a:pt x="4581278" y="207142"/>
                  <a:pt x="4600252" y="213289"/>
                  <a:pt x="4618068" y="213289"/>
                </a:cubicBezTo>
                <a:cubicBezTo>
                  <a:pt x="4649305" y="213289"/>
                  <a:pt x="4683090" y="198468"/>
                  <a:pt x="4683090" y="173798"/>
                </a:cubicBezTo>
                <a:cubicBezTo>
                  <a:pt x="4683090" y="166490"/>
                  <a:pt x="4679620" y="160780"/>
                  <a:pt x="4672908" y="155314"/>
                </a:cubicBezTo>
                <a:cubicBezTo>
                  <a:pt x="4663883" y="148026"/>
                  <a:pt x="4647688" y="147800"/>
                  <a:pt x="4639126" y="147800"/>
                </a:cubicBezTo>
                <a:cubicBezTo>
                  <a:pt x="4634959" y="147800"/>
                  <a:pt x="4629176" y="148256"/>
                  <a:pt x="4623622" y="148937"/>
                </a:cubicBezTo>
                <a:cubicBezTo>
                  <a:pt x="4620152" y="149166"/>
                  <a:pt x="4617835" y="149396"/>
                  <a:pt x="4616681" y="149396"/>
                </a:cubicBezTo>
                <a:cubicBezTo>
                  <a:pt x="4609969" y="149396"/>
                  <a:pt x="4601869" y="146212"/>
                  <a:pt x="4601869" y="136451"/>
                </a:cubicBezTo>
                <a:cubicBezTo>
                  <a:pt x="4601869" y="131912"/>
                  <a:pt x="4603261" y="127141"/>
                  <a:pt x="4606036" y="123270"/>
                </a:cubicBezTo>
                <a:cubicBezTo>
                  <a:pt x="4611590" y="126456"/>
                  <a:pt x="4618068" y="128051"/>
                  <a:pt x="4627093" y="128051"/>
                </a:cubicBezTo>
                <a:cubicBezTo>
                  <a:pt x="4647455" y="128051"/>
                  <a:pt x="4666196" y="115517"/>
                  <a:pt x="4666196" y="93154"/>
                </a:cubicBezTo>
                <a:cubicBezTo>
                  <a:pt x="4666196" y="82430"/>
                  <a:pt x="4662958" y="76269"/>
                  <a:pt x="4656246" y="69423"/>
                </a:cubicBezTo>
                <a:cubicBezTo>
                  <a:pt x="4657867" y="67139"/>
                  <a:pt x="4662496" y="63949"/>
                  <a:pt x="4665504" y="63949"/>
                </a:cubicBezTo>
                <a:cubicBezTo>
                  <a:pt x="4667124" y="63949"/>
                  <a:pt x="4668741" y="64634"/>
                  <a:pt x="4670132" y="66684"/>
                </a:cubicBezTo>
                <a:cubicBezTo>
                  <a:pt x="4671058" y="68509"/>
                  <a:pt x="4674066" y="70792"/>
                  <a:pt x="4676611" y="70792"/>
                </a:cubicBezTo>
                <a:close/>
                <a:moveTo>
                  <a:pt x="4786981" y="131248"/>
                </a:moveTo>
                <a:lnTo>
                  <a:pt x="4786981" y="70267"/>
                </a:lnTo>
                <a:lnTo>
                  <a:pt x="4808500" y="70267"/>
                </a:lnTo>
                <a:cubicBezTo>
                  <a:pt x="4810583" y="70267"/>
                  <a:pt x="4813825" y="69356"/>
                  <a:pt x="4813825" y="67306"/>
                </a:cubicBezTo>
                <a:lnTo>
                  <a:pt x="4813825" y="62754"/>
                </a:lnTo>
                <a:cubicBezTo>
                  <a:pt x="4813825" y="61843"/>
                  <a:pt x="4813129" y="61385"/>
                  <a:pt x="4811971" y="61385"/>
                </a:cubicBezTo>
                <a:lnTo>
                  <a:pt x="4786981" y="61385"/>
                </a:lnTo>
                <a:lnTo>
                  <a:pt x="4786981" y="48374"/>
                </a:lnTo>
                <a:cubicBezTo>
                  <a:pt x="4786981" y="13223"/>
                  <a:pt x="4797626" y="7746"/>
                  <a:pt x="4805263" y="7746"/>
                </a:cubicBezTo>
                <a:cubicBezTo>
                  <a:pt x="4812204" y="7746"/>
                  <a:pt x="4815904" y="10484"/>
                  <a:pt x="4819145" y="18474"/>
                </a:cubicBezTo>
                <a:cubicBezTo>
                  <a:pt x="4820996" y="22581"/>
                  <a:pt x="4823541" y="25778"/>
                  <a:pt x="4828399" y="25778"/>
                </a:cubicBezTo>
                <a:cubicBezTo>
                  <a:pt x="4832333" y="25778"/>
                  <a:pt x="4837887" y="20983"/>
                  <a:pt x="4837887" y="16420"/>
                </a:cubicBezTo>
                <a:cubicBezTo>
                  <a:pt x="4837887" y="12538"/>
                  <a:pt x="4835341" y="8431"/>
                  <a:pt x="4830483" y="4785"/>
                </a:cubicBezTo>
                <a:cubicBezTo>
                  <a:pt x="4824466" y="685"/>
                  <a:pt x="4818450" y="0"/>
                  <a:pt x="4809658" y="0"/>
                </a:cubicBezTo>
                <a:cubicBezTo>
                  <a:pt x="4790222" y="0"/>
                  <a:pt x="4768702" y="16646"/>
                  <a:pt x="4768702" y="52255"/>
                </a:cubicBezTo>
                <a:lnTo>
                  <a:pt x="4768702" y="61385"/>
                </a:lnTo>
                <a:lnTo>
                  <a:pt x="4756902" y="61385"/>
                </a:lnTo>
                <a:cubicBezTo>
                  <a:pt x="4752736" y="61385"/>
                  <a:pt x="4751578" y="64119"/>
                  <a:pt x="4751578" y="65940"/>
                </a:cubicBezTo>
                <a:lnTo>
                  <a:pt x="4751578" y="68901"/>
                </a:lnTo>
                <a:cubicBezTo>
                  <a:pt x="4751578" y="70041"/>
                  <a:pt x="4751811" y="70267"/>
                  <a:pt x="4752736" y="70267"/>
                </a:cubicBezTo>
                <a:lnTo>
                  <a:pt x="4768702" y="70267"/>
                </a:lnTo>
                <a:lnTo>
                  <a:pt x="4768702" y="131248"/>
                </a:lnTo>
                <a:cubicBezTo>
                  <a:pt x="4768702" y="150132"/>
                  <a:pt x="4764998" y="151043"/>
                  <a:pt x="4752503" y="151953"/>
                </a:cubicBezTo>
                <a:cubicBezTo>
                  <a:pt x="4751115" y="153319"/>
                  <a:pt x="4751115" y="158101"/>
                  <a:pt x="4752503" y="159466"/>
                </a:cubicBezTo>
                <a:cubicBezTo>
                  <a:pt x="4760603" y="159241"/>
                  <a:pt x="4768702" y="159011"/>
                  <a:pt x="4777956" y="159011"/>
                </a:cubicBezTo>
                <a:cubicBezTo>
                  <a:pt x="4787214" y="159011"/>
                  <a:pt x="4798321" y="159241"/>
                  <a:pt x="4806417" y="159466"/>
                </a:cubicBezTo>
                <a:cubicBezTo>
                  <a:pt x="4807808" y="158101"/>
                  <a:pt x="4807808" y="153319"/>
                  <a:pt x="4806417" y="151953"/>
                </a:cubicBezTo>
                <a:cubicBezTo>
                  <a:pt x="4788372" y="151043"/>
                  <a:pt x="4786981" y="150132"/>
                  <a:pt x="4786981" y="13124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Text romC">
            <a:extLst xmlns:a="http://schemas.openxmlformats.org/drawingml/2006/main">
              <a:ext uri="{FF2B5EF4-FFF2-40B4-BE49-F238E27FC236}">
                <a16:creationId xmlns:a16="http://schemas.microsoft.com/office/drawing/2014/main" id="{7A154444-A82E-4BCA-83F0-7DF23C236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3981" y="4477561"/>
            <a:ext cx="577318" cy="152127"/>
          </a:xfrm>
          <a:custGeom xmlns:a="http://schemas.openxmlformats.org/drawingml/2006/main">
            <a:pathLst>
              <a:path w="577318" h="152127">
                <a:moveTo>
                  <a:pt x="36098" y="68272"/>
                </a:moveTo>
                <a:cubicBezTo>
                  <a:pt x="35636" y="59157"/>
                  <a:pt x="35403" y="53239"/>
                  <a:pt x="34248" y="50959"/>
                </a:cubicBezTo>
                <a:cubicBezTo>
                  <a:pt x="33782" y="49819"/>
                  <a:pt x="33319" y="49138"/>
                  <a:pt x="31469" y="49138"/>
                </a:cubicBezTo>
                <a:cubicBezTo>
                  <a:pt x="24990" y="51644"/>
                  <a:pt x="18974" y="53694"/>
                  <a:pt x="3008" y="55741"/>
                </a:cubicBezTo>
                <a:cubicBezTo>
                  <a:pt x="2546" y="57110"/>
                  <a:pt x="3008" y="60752"/>
                  <a:pt x="3471" y="62118"/>
                </a:cubicBezTo>
                <a:cubicBezTo>
                  <a:pt x="15966" y="63258"/>
                  <a:pt x="18512" y="64397"/>
                  <a:pt x="18512" y="77620"/>
                </a:cubicBezTo>
                <a:lnTo>
                  <a:pt x="18512" y="122085"/>
                </a:lnTo>
                <a:cubicBezTo>
                  <a:pt x="18512" y="141010"/>
                  <a:pt x="15736" y="141921"/>
                  <a:pt x="1388" y="142834"/>
                </a:cubicBezTo>
                <a:cubicBezTo>
                  <a:pt x="0" y="144200"/>
                  <a:pt x="0" y="148982"/>
                  <a:pt x="1388" y="150348"/>
                </a:cubicBezTo>
                <a:cubicBezTo>
                  <a:pt x="9487" y="150122"/>
                  <a:pt x="18512" y="149892"/>
                  <a:pt x="27769" y="149892"/>
                </a:cubicBezTo>
                <a:cubicBezTo>
                  <a:pt x="37023" y="149892"/>
                  <a:pt x="47668" y="150122"/>
                  <a:pt x="55764" y="150348"/>
                </a:cubicBezTo>
                <a:cubicBezTo>
                  <a:pt x="57155" y="148982"/>
                  <a:pt x="57155" y="144200"/>
                  <a:pt x="55764" y="142834"/>
                </a:cubicBezTo>
                <a:cubicBezTo>
                  <a:pt x="39569" y="141695"/>
                  <a:pt x="36790" y="141010"/>
                  <a:pt x="36790" y="122085"/>
                </a:cubicBezTo>
                <a:lnTo>
                  <a:pt x="36790" y="90391"/>
                </a:lnTo>
                <a:cubicBezTo>
                  <a:pt x="36790" y="84463"/>
                  <a:pt x="39569" y="79219"/>
                  <a:pt x="42344" y="75115"/>
                </a:cubicBezTo>
                <a:cubicBezTo>
                  <a:pt x="44890" y="71466"/>
                  <a:pt x="50214" y="63942"/>
                  <a:pt x="52989" y="63942"/>
                </a:cubicBezTo>
                <a:cubicBezTo>
                  <a:pt x="55072" y="63942"/>
                  <a:pt x="57155" y="64397"/>
                  <a:pt x="59005" y="66907"/>
                </a:cubicBezTo>
                <a:cubicBezTo>
                  <a:pt x="60626" y="69186"/>
                  <a:pt x="63401" y="72150"/>
                  <a:pt x="67334" y="72150"/>
                </a:cubicBezTo>
                <a:cubicBezTo>
                  <a:pt x="72888" y="72150"/>
                  <a:pt x="78209" y="66448"/>
                  <a:pt x="78209" y="60752"/>
                </a:cubicBezTo>
                <a:cubicBezTo>
                  <a:pt x="78209" y="56426"/>
                  <a:pt x="74046" y="49819"/>
                  <a:pt x="64326" y="49819"/>
                </a:cubicBezTo>
                <a:cubicBezTo>
                  <a:pt x="53452" y="49819"/>
                  <a:pt x="43965" y="59842"/>
                  <a:pt x="38644" y="68727"/>
                </a:cubicBezTo>
                <a:cubicBezTo>
                  <a:pt x="37256" y="71237"/>
                  <a:pt x="36098" y="69412"/>
                  <a:pt x="36098" y="68272"/>
                </a:cubicBezTo>
                <a:close/>
                <a:moveTo>
                  <a:pt x="89084" y="103138"/>
                </a:moveTo>
                <a:cubicBezTo>
                  <a:pt x="89084" y="126383"/>
                  <a:pt x="104821" y="152127"/>
                  <a:pt x="137678" y="152127"/>
                </a:cubicBezTo>
                <a:cubicBezTo>
                  <a:pt x="152485" y="152127"/>
                  <a:pt x="163826" y="146890"/>
                  <a:pt x="171693" y="139373"/>
                </a:cubicBezTo>
                <a:cubicBezTo>
                  <a:pt x="182105" y="129344"/>
                  <a:pt x="186733" y="114988"/>
                  <a:pt x="186733" y="101088"/>
                </a:cubicBezTo>
                <a:cubicBezTo>
                  <a:pt x="186733" y="77387"/>
                  <a:pt x="173543" y="49819"/>
                  <a:pt x="138140" y="49819"/>
                </a:cubicBezTo>
                <a:cubicBezTo>
                  <a:pt x="122870" y="49819"/>
                  <a:pt x="110374" y="55970"/>
                  <a:pt x="101812" y="65767"/>
                </a:cubicBezTo>
                <a:cubicBezTo>
                  <a:pt x="93484" y="75567"/>
                  <a:pt x="89084" y="88782"/>
                  <a:pt x="89084" y="103138"/>
                </a:cubicBezTo>
                <a:moveTo>
                  <a:pt x="134669" y="57791"/>
                </a:moveTo>
                <a:cubicBezTo>
                  <a:pt x="154569" y="57791"/>
                  <a:pt x="166834" y="75567"/>
                  <a:pt x="166834" y="108382"/>
                </a:cubicBezTo>
                <a:cubicBezTo>
                  <a:pt x="166834" y="137094"/>
                  <a:pt x="151793" y="144158"/>
                  <a:pt x="140919" y="144158"/>
                </a:cubicBezTo>
                <a:cubicBezTo>
                  <a:pt x="116853" y="144158"/>
                  <a:pt x="108987" y="115444"/>
                  <a:pt x="108987" y="97898"/>
                </a:cubicBezTo>
                <a:cubicBezTo>
                  <a:pt x="108987" y="78072"/>
                  <a:pt x="113845" y="57791"/>
                  <a:pt x="134669" y="57791"/>
                </a:cubicBezTo>
                <a:close/>
                <a:moveTo>
                  <a:pt x="235557" y="68276"/>
                </a:moveTo>
                <a:cubicBezTo>
                  <a:pt x="235324" y="61437"/>
                  <a:pt x="234862" y="53239"/>
                  <a:pt x="233703" y="50959"/>
                </a:cubicBezTo>
                <a:cubicBezTo>
                  <a:pt x="233241" y="49819"/>
                  <a:pt x="232778" y="49138"/>
                  <a:pt x="230928" y="49138"/>
                </a:cubicBezTo>
                <a:cubicBezTo>
                  <a:pt x="224449" y="51644"/>
                  <a:pt x="218433" y="53694"/>
                  <a:pt x="202467" y="55741"/>
                </a:cubicBezTo>
                <a:cubicBezTo>
                  <a:pt x="202005" y="57110"/>
                  <a:pt x="202467" y="60752"/>
                  <a:pt x="202930" y="62121"/>
                </a:cubicBezTo>
                <a:cubicBezTo>
                  <a:pt x="215425" y="63261"/>
                  <a:pt x="217971" y="64401"/>
                  <a:pt x="217971" y="77624"/>
                </a:cubicBezTo>
                <a:lnTo>
                  <a:pt x="217971" y="122085"/>
                </a:lnTo>
                <a:cubicBezTo>
                  <a:pt x="217971" y="140781"/>
                  <a:pt x="214962" y="141921"/>
                  <a:pt x="202234" y="142834"/>
                </a:cubicBezTo>
                <a:cubicBezTo>
                  <a:pt x="200847" y="144200"/>
                  <a:pt x="200847" y="148982"/>
                  <a:pt x="202234" y="150348"/>
                </a:cubicBezTo>
                <a:cubicBezTo>
                  <a:pt x="209179" y="150122"/>
                  <a:pt x="217971" y="149892"/>
                  <a:pt x="227225" y="149892"/>
                </a:cubicBezTo>
                <a:cubicBezTo>
                  <a:pt x="236482" y="149892"/>
                  <a:pt x="243653" y="150122"/>
                  <a:pt x="250594" y="150348"/>
                </a:cubicBezTo>
                <a:cubicBezTo>
                  <a:pt x="251986" y="148982"/>
                  <a:pt x="251986" y="144200"/>
                  <a:pt x="250594" y="142834"/>
                </a:cubicBezTo>
                <a:cubicBezTo>
                  <a:pt x="238795" y="141695"/>
                  <a:pt x="236249" y="140781"/>
                  <a:pt x="236249" y="122085"/>
                </a:cubicBezTo>
                <a:lnTo>
                  <a:pt x="236249" y="84692"/>
                </a:lnTo>
                <a:cubicBezTo>
                  <a:pt x="236249" y="79903"/>
                  <a:pt x="238332" y="77169"/>
                  <a:pt x="240182" y="75118"/>
                </a:cubicBezTo>
                <a:cubicBezTo>
                  <a:pt x="249440" y="66225"/>
                  <a:pt x="258002" y="61663"/>
                  <a:pt x="265173" y="61663"/>
                </a:cubicBezTo>
                <a:cubicBezTo>
                  <a:pt x="273968" y="61663"/>
                  <a:pt x="280447" y="67136"/>
                  <a:pt x="280447" y="82413"/>
                </a:cubicBezTo>
                <a:lnTo>
                  <a:pt x="280447" y="122085"/>
                </a:lnTo>
                <a:cubicBezTo>
                  <a:pt x="280447" y="140781"/>
                  <a:pt x="278593" y="141921"/>
                  <a:pt x="266098" y="142834"/>
                </a:cubicBezTo>
                <a:cubicBezTo>
                  <a:pt x="264943" y="144200"/>
                  <a:pt x="264943" y="148982"/>
                  <a:pt x="266098" y="150348"/>
                </a:cubicBezTo>
                <a:cubicBezTo>
                  <a:pt x="271885" y="150122"/>
                  <a:pt x="280447" y="149892"/>
                  <a:pt x="289701" y="149892"/>
                </a:cubicBezTo>
                <a:cubicBezTo>
                  <a:pt x="298958" y="149892"/>
                  <a:pt x="306592" y="150122"/>
                  <a:pt x="312379" y="150348"/>
                </a:cubicBezTo>
                <a:cubicBezTo>
                  <a:pt x="313533" y="148982"/>
                  <a:pt x="313533" y="144200"/>
                  <a:pt x="312379" y="142834"/>
                </a:cubicBezTo>
                <a:cubicBezTo>
                  <a:pt x="300808" y="141921"/>
                  <a:pt x="298725" y="140781"/>
                  <a:pt x="298725" y="122085"/>
                </a:cubicBezTo>
                <a:lnTo>
                  <a:pt x="298725" y="85832"/>
                </a:lnTo>
                <a:cubicBezTo>
                  <a:pt x="298725" y="82642"/>
                  <a:pt x="298725" y="79448"/>
                  <a:pt x="298492" y="76713"/>
                </a:cubicBezTo>
                <a:cubicBezTo>
                  <a:pt x="309600" y="64627"/>
                  <a:pt x="320012" y="61663"/>
                  <a:pt x="329037" y="61663"/>
                </a:cubicBezTo>
                <a:cubicBezTo>
                  <a:pt x="337832" y="61663"/>
                  <a:pt x="342919" y="66681"/>
                  <a:pt x="342919" y="81957"/>
                </a:cubicBezTo>
                <a:lnTo>
                  <a:pt x="342919" y="122085"/>
                </a:lnTo>
                <a:cubicBezTo>
                  <a:pt x="342919" y="140781"/>
                  <a:pt x="340607" y="141921"/>
                  <a:pt x="328574" y="142834"/>
                </a:cubicBezTo>
                <a:cubicBezTo>
                  <a:pt x="327416" y="144200"/>
                  <a:pt x="327416" y="148982"/>
                  <a:pt x="328574" y="150348"/>
                </a:cubicBezTo>
                <a:cubicBezTo>
                  <a:pt x="334361" y="150122"/>
                  <a:pt x="342919" y="149892"/>
                  <a:pt x="352177" y="149892"/>
                </a:cubicBezTo>
                <a:cubicBezTo>
                  <a:pt x="361431" y="149892"/>
                  <a:pt x="369530" y="150122"/>
                  <a:pt x="376009" y="150348"/>
                </a:cubicBezTo>
                <a:cubicBezTo>
                  <a:pt x="377167" y="148982"/>
                  <a:pt x="377167" y="144200"/>
                  <a:pt x="376009" y="142834"/>
                </a:cubicBezTo>
                <a:cubicBezTo>
                  <a:pt x="363285" y="141921"/>
                  <a:pt x="361201" y="140781"/>
                  <a:pt x="361201" y="122085"/>
                </a:cubicBezTo>
                <a:lnTo>
                  <a:pt x="361201" y="86061"/>
                </a:lnTo>
                <a:cubicBezTo>
                  <a:pt x="361201" y="65770"/>
                  <a:pt x="357731" y="49819"/>
                  <a:pt x="337369" y="49819"/>
                </a:cubicBezTo>
                <a:cubicBezTo>
                  <a:pt x="325566" y="49819"/>
                  <a:pt x="311221" y="54149"/>
                  <a:pt x="299188" y="66681"/>
                </a:cubicBezTo>
                <a:cubicBezTo>
                  <a:pt x="298492" y="67365"/>
                  <a:pt x="297105" y="68505"/>
                  <a:pt x="296642" y="66451"/>
                </a:cubicBezTo>
                <a:cubicBezTo>
                  <a:pt x="294559" y="57110"/>
                  <a:pt x="285534" y="49819"/>
                  <a:pt x="273505" y="49819"/>
                </a:cubicBezTo>
                <a:cubicBezTo>
                  <a:pt x="260081" y="49819"/>
                  <a:pt x="248052" y="57565"/>
                  <a:pt x="238332" y="68276"/>
                </a:cubicBezTo>
                <a:cubicBezTo>
                  <a:pt x="237174" y="69416"/>
                  <a:pt x="235787" y="71014"/>
                  <a:pt x="235557" y="68276"/>
                </a:cubicBezTo>
                <a:close/>
                <a:moveTo>
                  <a:pt x="518545" y="152127"/>
                </a:moveTo>
                <a:cubicBezTo>
                  <a:pt x="540990" y="152127"/>
                  <a:pt x="561585" y="141653"/>
                  <a:pt x="577318" y="121383"/>
                </a:cubicBezTo>
                <a:cubicBezTo>
                  <a:pt x="576160" y="119336"/>
                  <a:pt x="574542" y="117970"/>
                  <a:pt x="571997" y="117970"/>
                </a:cubicBezTo>
                <a:cubicBezTo>
                  <a:pt x="555568" y="135731"/>
                  <a:pt x="539832" y="142793"/>
                  <a:pt x="518312" y="142793"/>
                </a:cubicBezTo>
                <a:cubicBezTo>
                  <a:pt x="487076" y="142793"/>
                  <a:pt x="465556" y="108177"/>
                  <a:pt x="465556" y="74927"/>
                </a:cubicBezTo>
                <a:cubicBezTo>
                  <a:pt x="465556" y="55341"/>
                  <a:pt x="470877" y="38946"/>
                  <a:pt x="479209" y="28698"/>
                </a:cubicBezTo>
                <a:cubicBezTo>
                  <a:pt x="490780" y="14804"/>
                  <a:pt x="504200" y="8427"/>
                  <a:pt x="516233" y="8427"/>
                </a:cubicBezTo>
                <a:cubicBezTo>
                  <a:pt x="548164" y="8427"/>
                  <a:pt x="560889" y="27102"/>
                  <a:pt x="566906" y="46688"/>
                </a:cubicBezTo>
                <a:cubicBezTo>
                  <a:pt x="569681" y="47599"/>
                  <a:pt x="571997" y="46914"/>
                  <a:pt x="574542" y="45548"/>
                </a:cubicBezTo>
                <a:cubicBezTo>
                  <a:pt x="573384" y="33709"/>
                  <a:pt x="571764" y="22776"/>
                  <a:pt x="569451" y="10252"/>
                </a:cubicBezTo>
                <a:cubicBezTo>
                  <a:pt x="557652" y="9112"/>
                  <a:pt x="547236" y="0"/>
                  <a:pt x="518775" y="0"/>
                </a:cubicBezTo>
                <a:cubicBezTo>
                  <a:pt x="499109" y="0"/>
                  <a:pt x="482680" y="7061"/>
                  <a:pt x="469027" y="19360"/>
                </a:cubicBezTo>
                <a:cubicBezTo>
                  <a:pt x="453756" y="33253"/>
                  <a:pt x="444499" y="55571"/>
                  <a:pt x="444499" y="79254"/>
                </a:cubicBezTo>
                <a:cubicBezTo>
                  <a:pt x="444499" y="118880"/>
                  <a:pt x="468797" y="152127"/>
                  <a:pt x="518545" y="1521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andD.Incontrast,transitivepinningofFwouldprotectG">
            <a:extLst xmlns:a="http://schemas.openxmlformats.org/drawingml/2006/main">
              <a:ext uri="{FF2B5EF4-FFF2-40B4-BE49-F238E27FC236}">
                <a16:creationId xmlns:a16="http://schemas.microsoft.com/office/drawing/2014/main" id="{CCC233DB-B1E5-4B48-8749-86E08FAA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862" y="4753135"/>
            <a:ext cx="5396498" cy="213289"/>
          </a:xfrm>
          <a:custGeom xmlns:a="http://schemas.openxmlformats.org/drawingml/2006/main">
            <a:pathLst>
              <a:path w="5396498" h="213289">
                <a:moveTo>
                  <a:pt x="58473" y="105880"/>
                </a:moveTo>
                <a:lnTo>
                  <a:pt x="58473" y="135957"/>
                </a:lnTo>
                <a:cubicBezTo>
                  <a:pt x="58473" y="138921"/>
                  <a:pt x="57105" y="140517"/>
                  <a:pt x="55286" y="141882"/>
                </a:cubicBezTo>
                <a:cubicBezTo>
                  <a:pt x="49370" y="146668"/>
                  <a:pt x="41635" y="151911"/>
                  <a:pt x="35265" y="151911"/>
                </a:cubicBezTo>
                <a:cubicBezTo>
                  <a:pt x="23888" y="151911"/>
                  <a:pt x="18882" y="142796"/>
                  <a:pt x="18882" y="135731"/>
                </a:cubicBezTo>
                <a:cubicBezTo>
                  <a:pt x="18882" y="125476"/>
                  <a:pt x="23663" y="114992"/>
                  <a:pt x="40497" y="110665"/>
                </a:cubicBezTo>
                <a:lnTo>
                  <a:pt x="58473" y="105880"/>
                </a:lnTo>
                <a:moveTo>
                  <a:pt x="58473" y="148037"/>
                </a:moveTo>
                <a:cubicBezTo>
                  <a:pt x="59837" y="155098"/>
                  <a:pt x="62340" y="161246"/>
                  <a:pt x="73717" y="161246"/>
                </a:cubicBezTo>
                <a:cubicBezTo>
                  <a:pt x="82361" y="161246"/>
                  <a:pt x="90551" y="157374"/>
                  <a:pt x="95328" y="152822"/>
                </a:cubicBezTo>
                <a:cubicBezTo>
                  <a:pt x="94873" y="150087"/>
                  <a:pt x="93964" y="148037"/>
                  <a:pt x="91461" y="146671"/>
                </a:cubicBezTo>
                <a:cubicBezTo>
                  <a:pt x="89871" y="148037"/>
                  <a:pt x="86000" y="150316"/>
                  <a:pt x="83042" y="150316"/>
                </a:cubicBezTo>
                <a:cubicBezTo>
                  <a:pt x="76446" y="150316"/>
                  <a:pt x="76217" y="141427"/>
                  <a:pt x="76217" y="130946"/>
                </a:cubicBezTo>
                <a:lnTo>
                  <a:pt x="76217" y="97446"/>
                </a:lnTo>
                <a:cubicBezTo>
                  <a:pt x="76217" y="65089"/>
                  <a:pt x="58473" y="58938"/>
                  <a:pt x="41861" y="58938"/>
                </a:cubicBezTo>
                <a:cubicBezTo>
                  <a:pt x="23204" y="58938"/>
                  <a:pt x="4322" y="71240"/>
                  <a:pt x="4322" y="84230"/>
                </a:cubicBezTo>
                <a:cubicBezTo>
                  <a:pt x="4322" y="89700"/>
                  <a:pt x="7051" y="92435"/>
                  <a:pt x="12286" y="92435"/>
                </a:cubicBezTo>
                <a:cubicBezTo>
                  <a:pt x="18882" y="92435"/>
                  <a:pt x="22979" y="87650"/>
                  <a:pt x="22979" y="84685"/>
                </a:cubicBezTo>
                <a:cubicBezTo>
                  <a:pt x="22979" y="83090"/>
                  <a:pt x="22750" y="81495"/>
                  <a:pt x="22295" y="80585"/>
                </a:cubicBezTo>
                <a:cubicBezTo>
                  <a:pt x="22069" y="79900"/>
                  <a:pt x="21840" y="78534"/>
                  <a:pt x="21840" y="76025"/>
                </a:cubicBezTo>
                <a:cubicBezTo>
                  <a:pt x="21840" y="68960"/>
                  <a:pt x="31398" y="66455"/>
                  <a:pt x="40042" y="66455"/>
                </a:cubicBezTo>
                <a:cubicBezTo>
                  <a:pt x="47777" y="66455"/>
                  <a:pt x="58473" y="70330"/>
                  <a:pt x="58473" y="96080"/>
                </a:cubicBezTo>
                <a:cubicBezTo>
                  <a:pt x="58473" y="97675"/>
                  <a:pt x="57789" y="98586"/>
                  <a:pt x="57105" y="98815"/>
                </a:cubicBezTo>
                <a:lnTo>
                  <a:pt x="37539" y="103600"/>
                </a:lnTo>
                <a:cubicBezTo>
                  <a:pt x="15699" y="109070"/>
                  <a:pt x="0" y="121146"/>
                  <a:pt x="0" y="136642"/>
                </a:cubicBezTo>
                <a:cubicBezTo>
                  <a:pt x="0" y="155328"/>
                  <a:pt x="12741" y="161246"/>
                  <a:pt x="28665" y="161246"/>
                </a:cubicBezTo>
                <a:cubicBezTo>
                  <a:pt x="36629" y="161246"/>
                  <a:pt x="43455" y="159425"/>
                  <a:pt x="53467" y="151682"/>
                </a:cubicBezTo>
                <a:lnTo>
                  <a:pt x="58018" y="148037"/>
                </a:lnTo>
                <a:lnTo>
                  <a:pt x="58473" y="148037"/>
                </a:lnTo>
                <a:close/>
                <a:moveTo>
                  <a:pt x="137647" y="77394"/>
                </a:moveTo>
                <a:cubicBezTo>
                  <a:pt x="136282" y="78990"/>
                  <a:pt x="134918" y="79448"/>
                  <a:pt x="134918" y="77394"/>
                </a:cubicBezTo>
                <a:cubicBezTo>
                  <a:pt x="134689" y="71240"/>
                  <a:pt x="134234" y="62358"/>
                  <a:pt x="133095" y="60078"/>
                </a:cubicBezTo>
                <a:cubicBezTo>
                  <a:pt x="132641" y="58938"/>
                  <a:pt x="132186" y="58257"/>
                  <a:pt x="130367" y="58257"/>
                </a:cubicBezTo>
                <a:cubicBezTo>
                  <a:pt x="123996" y="60763"/>
                  <a:pt x="118081" y="62813"/>
                  <a:pt x="102382" y="64860"/>
                </a:cubicBezTo>
                <a:cubicBezTo>
                  <a:pt x="101927" y="66229"/>
                  <a:pt x="102382" y="69871"/>
                  <a:pt x="102837" y="71240"/>
                </a:cubicBezTo>
                <a:cubicBezTo>
                  <a:pt x="115123" y="72380"/>
                  <a:pt x="117626" y="73520"/>
                  <a:pt x="117626" y="86743"/>
                </a:cubicBezTo>
                <a:lnTo>
                  <a:pt x="117626" y="131203"/>
                </a:lnTo>
                <a:cubicBezTo>
                  <a:pt x="117626" y="149899"/>
                  <a:pt x="115352" y="150813"/>
                  <a:pt x="101698" y="151953"/>
                </a:cubicBezTo>
                <a:cubicBezTo>
                  <a:pt x="100334" y="153319"/>
                  <a:pt x="100334" y="158101"/>
                  <a:pt x="101698" y="159466"/>
                </a:cubicBezTo>
                <a:cubicBezTo>
                  <a:pt x="108527" y="159241"/>
                  <a:pt x="117626" y="159011"/>
                  <a:pt x="126725" y="159011"/>
                </a:cubicBezTo>
                <a:cubicBezTo>
                  <a:pt x="135828" y="159011"/>
                  <a:pt x="142653" y="159241"/>
                  <a:pt x="149478" y="159466"/>
                </a:cubicBezTo>
                <a:cubicBezTo>
                  <a:pt x="150843" y="158101"/>
                  <a:pt x="150843" y="153319"/>
                  <a:pt x="149478" y="151953"/>
                </a:cubicBezTo>
                <a:cubicBezTo>
                  <a:pt x="137876" y="150813"/>
                  <a:pt x="135599" y="149899"/>
                  <a:pt x="135599" y="131203"/>
                </a:cubicBezTo>
                <a:lnTo>
                  <a:pt x="135599" y="93811"/>
                </a:lnTo>
                <a:cubicBezTo>
                  <a:pt x="135599" y="89022"/>
                  <a:pt x="137647" y="86287"/>
                  <a:pt x="139466" y="84237"/>
                </a:cubicBezTo>
                <a:cubicBezTo>
                  <a:pt x="148114" y="75799"/>
                  <a:pt x="158352" y="70781"/>
                  <a:pt x="167225" y="70781"/>
                </a:cubicBezTo>
                <a:cubicBezTo>
                  <a:pt x="171777" y="70781"/>
                  <a:pt x="176554" y="73746"/>
                  <a:pt x="179282" y="78990"/>
                </a:cubicBezTo>
                <a:cubicBezTo>
                  <a:pt x="181560" y="83552"/>
                  <a:pt x="182014" y="89707"/>
                  <a:pt x="182014" y="96546"/>
                </a:cubicBezTo>
                <a:lnTo>
                  <a:pt x="182014" y="131203"/>
                </a:lnTo>
                <a:cubicBezTo>
                  <a:pt x="182014" y="149899"/>
                  <a:pt x="179737" y="150813"/>
                  <a:pt x="167906" y="151953"/>
                </a:cubicBezTo>
                <a:cubicBezTo>
                  <a:pt x="166770" y="153319"/>
                  <a:pt x="166770" y="158101"/>
                  <a:pt x="167906" y="159466"/>
                </a:cubicBezTo>
                <a:cubicBezTo>
                  <a:pt x="174734" y="159241"/>
                  <a:pt x="182014" y="159011"/>
                  <a:pt x="191114" y="159011"/>
                </a:cubicBezTo>
                <a:cubicBezTo>
                  <a:pt x="200216" y="159011"/>
                  <a:pt x="208406" y="159241"/>
                  <a:pt x="215231" y="159466"/>
                </a:cubicBezTo>
                <a:cubicBezTo>
                  <a:pt x="216370" y="158101"/>
                  <a:pt x="216370" y="153319"/>
                  <a:pt x="215231" y="151953"/>
                </a:cubicBezTo>
                <a:cubicBezTo>
                  <a:pt x="202490" y="150813"/>
                  <a:pt x="199987" y="149899"/>
                  <a:pt x="199987" y="131203"/>
                </a:cubicBezTo>
                <a:lnTo>
                  <a:pt x="199987" y="97230"/>
                </a:lnTo>
                <a:cubicBezTo>
                  <a:pt x="199987" y="84692"/>
                  <a:pt x="199078" y="73746"/>
                  <a:pt x="193846" y="66684"/>
                </a:cubicBezTo>
                <a:cubicBezTo>
                  <a:pt x="189975" y="61673"/>
                  <a:pt x="182924" y="58938"/>
                  <a:pt x="174960" y="58938"/>
                </a:cubicBezTo>
                <a:cubicBezTo>
                  <a:pt x="163813" y="58938"/>
                  <a:pt x="151072" y="61899"/>
                  <a:pt x="137647" y="77394"/>
                </a:cubicBezTo>
                <a:close/>
                <a:moveTo>
                  <a:pt x="297590" y="130717"/>
                </a:moveTo>
                <a:cubicBezTo>
                  <a:pt x="297590" y="135047"/>
                  <a:pt x="297136" y="136871"/>
                  <a:pt x="293952" y="139606"/>
                </a:cubicBezTo>
                <a:cubicBezTo>
                  <a:pt x="285533" y="146897"/>
                  <a:pt x="278253" y="150542"/>
                  <a:pt x="272563" y="150542"/>
                </a:cubicBezTo>
                <a:cubicBezTo>
                  <a:pt x="260281" y="150542"/>
                  <a:pt x="247540" y="137097"/>
                  <a:pt x="247540" y="108611"/>
                </a:cubicBezTo>
                <a:cubicBezTo>
                  <a:pt x="247540" y="92205"/>
                  <a:pt x="250723" y="83090"/>
                  <a:pt x="254136" y="78305"/>
                </a:cubicBezTo>
                <a:cubicBezTo>
                  <a:pt x="261190" y="67595"/>
                  <a:pt x="270744" y="66910"/>
                  <a:pt x="275295" y="66910"/>
                </a:cubicBezTo>
                <a:cubicBezTo>
                  <a:pt x="283485" y="66910"/>
                  <a:pt x="289175" y="69874"/>
                  <a:pt x="293723" y="75115"/>
                </a:cubicBezTo>
                <a:cubicBezTo>
                  <a:pt x="296910" y="78760"/>
                  <a:pt x="297590" y="80355"/>
                  <a:pt x="297590" y="87420"/>
                </a:cubicBezTo>
                <a:lnTo>
                  <a:pt x="297590" y="130717"/>
                </a:lnTo>
                <a:moveTo>
                  <a:pt x="295091" y="147581"/>
                </a:moveTo>
                <a:cubicBezTo>
                  <a:pt x="296226" y="146671"/>
                  <a:pt x="298274" y="146212"/>
                  <a:pt x="298503" y="147807"/>
                </a:cubicBezTo>
                <a:cubicBezTo>
                  <a:pt x="299184" y="153277"/>
                  <a:pt x="301007" y="161246"/>
                  <a:pt x="301007" y="161246"/>
                </a:cubicBezTo>
                <a:cubicBezTo>
                  <a:pt x="302826" y="161930"/>
                  <a:pt x="303961" y="161704"/>
                  <a:pt x="305329" y="161246"/>
                </a:cubicBezTo>
                <a:cubicBezTo>
                  <a:pt x="310331" y="157138"/>
                  <a:pt x="318295" y="153722"/>
                  <a:pt x="332175" y="152127"/>
                </a:cubicBezTo>
                <a:cubicBezTo>
                  <a:pt x="333539" y="150761"/>
                  <a:pt x="333539" y="147345"/>
                  <a:pt x="332175" y="145979"/>
                </a:cubicBezTo>
                <a:cubicBezTo>
                  <a:pt x="317615" y="144840"/>
                  <a:pt x="315567" y="140510"/>
                  <a:pt x="315567" y="129344"/>
                </a:cubicBezTo>
                <a:lnTo>
                  <a:pt x="315567" y="26119"/>
                </a:lnTo>
                <a:cubicBezTo>
                  <a:pt x="315567" y="11308"/>
                  <a:pt x="316476" y="2248"/>
                  <a:pt x="316476" y="2248"/>
                </a:cubicBezTo>
                <a:cubicBezTo>
                  <a:pt x="316476" y="678"/>
                  <a:pt x="315567" y="0"/>
                  <a:pt x="313518" y="0"/>
                </a:cubicBezTo>
                <a:cubicBezTo>
                  <a:pt x="307832" y="2248"/>
                  <a:pt x="290765" y="5393"/>
                  <a:pt x="281666" y="6068"/>
                </a:cubicBezTo>
                <a:cubicBezTo>
                  <a:pt x="281211" y="7892"/>
                  <a:pt x="281666" y="11534"/>
                  <a:pt x="283030" y="12900"/>
                </a:cubicBezTo>
                <a:cubicBezTo>
                  <a:pt x="294862" y="13584"/>
                  <a:pt x="297590" y="12444"/>
                  <a:pt x="297590" y="31589"/>
                </a:cubicBezTo>
                <a:lnTo>
                  <a:pt x="297590" y="60763"/>
                </a:lnTo>
                <a:cubicBezTo>
                  <a:pt x="297590" y="62358"/>
                  <a:pt x="297136" y="62813"/>
                  <a:pt x="295546" y="62813"/>
                </a:cubicBezTo>
                <a:cubicBezTo>
                  <a:pt x="294633" y="62813"/>
                  <a:pt x="285308" y="58938"/>
                  <a:pt x="277799" y="58938"/>
                </a:cubicBezTo>
                <a:cubicBezTo>
                  <a:pt x="262780" y="58938"/>
                  <a:pt x="252771" y="63949"/>
                  <a:pt x="243669" y="72606"/>
                </a:cubicBezTo>
                <a:cubicBezTo>
                  <a:pt x="233886" y="82406"/>
                  <a:pt x="227970" y="95851"/>
                  <a:pt x="227970" y="112712"/>
                </a:cubicBezTo>
                <a:cubicBezTo>
                  <a:pt x="227970" y="140746"/>
                  <a:pt x="242079" y="161246"/>
                  <a:pt x="266651" y="161246"/>
                </a:cubicBezTo>
                <a:cubicBezTo>
                  <a:pt x="275521" y="161246"/>
                  <a:pt x="283940" y="156693"/>
                  <a:pt x="295091" y="147581"/>
                </a:cubicBezTo>
                <a:close/>
                <a:moveTo>
                  <a:pt x="434558" y="139874"/>
                </a:moveTo>
                <a:lnTo>
                  <a:pt x="434558" y="30477"/>
                </a:lnTo>
                <a:cubicBezTo>
                  <a:pt x="434558" y="22501"/>
                  <a:pt x="442522" y="19311"/>
                  <a:pt x="453670" y="19311"/>
                </a:cubicBezTo>
                <a:cubicBezTo>
                  <a:pt x="502814" y="19311"/>
                  <a:pt x="518968" y="59195"/>
                  <a:pt x="518968" y="94290"/>
                </a:cubicBezTo>
                <a:cubicBezTo>
                  <a:pt x="518968" y="140329"/>
                  <a:pt x="491438" y="151724"/>
                  <a:pt x="459356" y="151724"/>
                </a:cubicBezTo>
                <a:cubicBezTo>
                  <a:pt x="437061" y="151724"/>
                  <a:pt x="434558" y="147168"/>
                  <a:pt x="434558" y="139874"/>
                </a:cubicBezTo>
                <a:moveTo>
                  <a:pt x="395426" y="11565"/>
                </a:moveTo>
                <a:cubicBezTo>
                  <a:pt x="394058" y="12934"/>
                  <a:pt x="394058" y="17716"/>
                  <a:pt x="395426" y="19082"/>
                </a:cubicBezTo>
                <a:cubicBezTo>
                  <a:pt x="411350" y="19766"/>
                  <a:pt x="415218" y="20906"/>
                  <a:pt x="415218" y="39821"/>
                </a:cubicBezTo>
                <a:lnTo>
                  <a:pt x="415218" y="131214"/>
                </a:lnTo>
                <a:cubicBezTo>
                  <a:pt x="415218" y="150129"/>
                  <a:pt x="411350" y="151269"/>
                  <a:pt x="395426" y="151953"/>
                </a:cubicBezTo>
                <a:cubicBezTo>
                  <a:pt x="394058" y="153319"/>
                  <a:pt x="394058" y="158101"/>
                  <a:pt x="395426" y="159466"/>
                </a:cubicBezTo>
                <a:cubicBezTo>
                  <a:pt x="404299" y="159241"/>
                  <a:pt x="416356" y="159011"/>
                  <a:pt x="425001" y="159011"/>
                </a:cubicBezTo>
                <a:cubicBezTo>
                  <a:pt x="433420" y="159011"/>
                  <a:pt x="442977" y="159466"/>
                  <a:pt x="466411" y="159466"/>
                </a:cubicBezTo>
                <a:cubicBezTo>
                  <a:pt x="498492" y="159466"/>
                  <a:pt x="540808" y="144888"/>
                  <a:pt x="540808" y="88821"/>
                </a:cubicBezTo>
                <a:cubicBezTo>
                  <a:pt x="540808" y="46431"/>
                  <a:pt x="505998" y="11565"/>
                  <a:pt x="462314" y="11565"/>
                </a:cubicBezTo>
                <a:cubicBezTo>
                  <a:pt x="446161" y="11565"/>
                  <a:pt x="433649" y="12024"/>
                  <a:pt x="424775" y="12024"/>
                </a:cubicBezTo>
                <a:cubicBezTo>
                  <a:pt x="416586" y="12024"/>
                  <a:pt x="404525" y="11795"/>
                  <a:pt x="395426" y="11565"/>
                </a:cubicBezTo>
                <a:close/>
                <a:moveTo>
                  <a:pt x="556963" y="149177"/>
                </a:moveTo>
                <a:cubicBezTo>
                  <a:pt x="556963" y="155783"/>
                  <a:pt x="562423" y="161246"/>
                  <a:pt x="569020" y="161246"/>
                </a:cubicBezTo>
                <a:cubicBezTo>
                  <a:pt x="575619" y="161246"/>
                  <a:pt x="581080" y="155783"/>
                  <a:pt x="581080" y="149177"/>
                </a:cubicBezTo>
                <a:cubicBezTo>
                  <a:pt x="581080" y="142574"/>
                  <a:pt x="575619" y="137107"/>
                  <a:pt x="569020" y="137107"/>
                </a:cubicBezTo>
                <a:cubicBezTo>
                  <a:pt x="562423" y="137107"/>
                  <a:pt x="556963" y="142574"/>
                  <a:pt x="556963" y="149177"/>
                </a:cubicBezTo>
                <a:close/>
                <a:moveTo>
                  <a:pt x="694612" y="131214"/>
                </a:moveTo>
                <a:lnTo>
                  <a:pt x="694612" y="39821"/>
                </a:lnTo>
                <a:cubicBezTo>
                  <a:pt x="694612" y="20906"/>
                  <a:pt x="698479" y="19766"/>
                  <a:pt x="714407" y="19082"/>
                </a:cubicBezTo>
                <a:cubicBezTo>
                  <a:pt x="715772" y="17716"/>
                  <a:pt x="715772" y="12934"/>
                  <a:pt x="714407" y="11565"/>
                </a:cubicBezTo>
                <a:cubicBezTo>
                  <a:pt x="704395" y="11795"/>
                  <a:pt x="693702" y="12024"/>
                  <a:pt x="684829" y="12024"/>
                </a:cubicBezTo>
                <a:cubicBezTo>
                  <a:pt x="677320" y="12024"/>
                  <a:pt x="666172" y="11795"/>
                  <a:pt x="655480" y="11565"/>
                </a:cubicBezTo>
                <a:cubicBezTo>
                  <a:pt x="654112" y="12934"/>
                  <a:pt x="654112" y="17716"/>
                  <a:pt x="655480" y="19082"/>
                </a:cubicBezTo>
                <a:cubicBezTo>
                  <a:pt x="671404" y="19766"/>
                  <a:pt x="675271" y="20906"/>
                  <a:pt x="675271" y="39821"/>
                </a:cubicBezTo>
                <a:lnTo>
                  <a:pt x="675271" y="131214"/>
                </a:lnTo>
                <a:cubicBezTo>
                  <a:pt x="675271" y="150129"/>
                  <a:pt x="671404" y="151269"/>
                  <a:pt x="655480" y="151953"/>
                </a:cubicBezTo>
                <a:cubicBezTo>
                  <a:pt x="654112" y="153319"/>
                  <a:pt x="654112" y="158101"/>
                  <a:pt x="655480" y="159466"/>
                </a:cubicBezTo>
                <a:cubicBezTo>
                  <a:pt x="665717" y="159241"/>
                  <a:pt x="676865" y="159011"/>
                  <a:pt x="685055" y="159011"/>
                </a:cubicBezTo>
                <a:cubicBezTo>
                  <a:pt x="693248" y="159011"/>
                  <a:pt x="704166" y="159241"/>
                  <a:pt x="714407" y="159466"/>
                </a:cubicBezTo>
                <a:cubicBezTo>
                  <a:pt x="715772" y="158101"/>
                  <a:pt x="715772" y="153319"/>
                  <a:pt x="714407" y="151953"/>
                </a:cubicBezTo>
                <a:cubicBezTo>
                  <a:pt x="698479" y="151269"/>
                  <a:pt x="694612" y="150129"/>
                  <a:pt x="694612" y="131214"/>
                </a:cubicBezTo>
                <a:close/>
                <a:moveTo>
                  <a:pt x="760591" y="77394"/>
                </a:moveTo>
                <a:cubicBezTo>
                  <a:pt x="759227" y="78990"/>
                  <a:pt x="757862" y="79448"/>
                  <a:pt x="757862" y="77394"/>
                </a:cubicBezTo>
                <a:cubicBezTo>
                  <a:pt x="757633" y="71240"/>
                  <a:pt x="757178" y="62358"/>
                  <a:pt x="756040" y="60078"/>
                </a:cubicBezTo>
                <a:cubicBezTo>
                  <a:pt x="755585" y="58938"/>
                  <a:pt x="755130" y="58257"/>
                  <a:pt x="753311" y="58257"/>
                </a:cubicBezTo>
                <a:cubicBezTo>
                  <a:pt x="746940" y="60763"/>
                  <a:pt x="741025" y="62813"/>
                  <a:pt x="725326" y="64860"/>
                </a:cubicBezTo>
                <a:cubicBezTo>
                  <a:pt x="724871" y="66229"/>
                  <a:pt x="725326" y="69871"/>
                  <a:pt x="725781" y="71240"/>
                </a:cubicBezTo>
                <a:cubicBezTo>
                  <a:pt x="738067" y="72380"/>
                  <a:pt x="740570" y="73520"/>
                  <a:pt x="740570" y="86743"/>
                </a:cubicBezTo>
                <a:lnTo>
                  <a:pt x="740570" y="131203"/>
                </a:lnTo>
                <a:cubicBezTo>
                  <a:pt x="740570" y="149899"/>
                  <a:pt x="738296" y="150813"/>
                  <a:pt x="724642" y="151953"/>
                </a:cubicBezTo>
                <a:cubicBezTo>
                  <a:pt x="723278" y="153319"/>
                  <a:pt x="723278" y="158101"/>
                  <a:pt x="724642" y="159466"/>
                </a:cubicBezTo>
                <a:cubicBezTo>
                  <a:pt x="731471" y="159241"/>
                  <a:pt x="740570" y="159011"/>
                  <a:pt x="749669" y="159011"/>
                </a:cubicBezTo>
                <a:cubicBezTo>
                  <a:pt x="758772" y="159011"/>
                  <a:pt x="765597" y="159241"/>
                  <a:pt x="772422" y="159466"/>
                </a:cubicBezTo>
                <a:cubicBezTo>
                  <a:pt x="773787" y="158101"/>
                  <a:pt x="773787" y="153319"/>
                  <a:pt x="772422" y="151953"/>
                </a:cubicBezTo>
                <a:cubicBezTo>
                  <a:pt x="760820" y="150813"/>
                  <a:pt x="758543" y="149899"/>
                  <a:pt x="758543" y="131203"/>
                </a:cubicBezTo>
                <a:lnTo>
                  <a:pt x="758543" y="93811"/>
                </a:lnTo>
                <a:cubicBezTo>
                  <a:pt x="758543" y="89022"/>
                  <a:pt x="760591" y="86287"/>
                  <a:pt x="762410" y="84237"/>
                </a:cubicBezTo>
                <a:cubicBezTo>
                  <a:pt x="771058" y="75799"/>
                  <a:pt x="781296" y="70781"/>
                  <a:pt x="790169" y="70781"/>
                </a:cubicBezTo>
                <a:cubicBezTo>
                  <a:pt x="794721" y="70781"/>
                  <a:pt x="799498" y="73746"/>
                  <a:pt x="802226" y="78990"/>
                </a:cubicBezTo>
                <a:cubicBezTo>
                  <a:pt x="804504" y="83552"/>
                  <a:pt x="804959" y="89707"/>
                  <a:pt x="804959" y="96546"/>
                </a:cubicBezTo>
                <a:lnTo>
                  <a:pt x="804959" y="131203"/>
                </a:lnTo>
                <a:cubicBezTo>
                  <a:pt x="804959" y="149899"/>
                  <a:pt x="802681" y="150813"/>
                  <a:pt x="790850" y="151953"/>
                </a:cubicBezTo>
                <a:cubicBezTo>
                  <a:pt x="789715" y="153319"/>
                  <a:pt x="789715" y="158101"/>
                  <a:pt x="790850" y="159466"/>
                </a:cubicBezTo>
                <a:cubicBezTo>
                  <a:pt x="797679" y="159241"/>
                  <a:pt x="804959" y="159011"/>
                  <a:pt x="814058" y="159011"/>
                </a:cubicBezTo>
                <a:cubicBezTo>
                  <a:pt x="823160" y="159011"/>
                  <a:pt x="831350" y="159241"/>
                  <a:pt x="838175" y="159466"/>
                </a:cubicBezTo>
                <a:cubicBezTo>
                  <a:pt x="839314" y="158101"/>
                  <a:pt x="839314" y="153319"/>
                  <a:pt x="838175" y="151953"/>
                </a:cubicBezTo>
                <a:cubicBezTo>
                  <a:pt x="825434" y="150813"/>
                  <a:pt x="822931" y="149899"/>
                  <a:pt x="822931" y="131203"/>
                </a:cubicBezTo>
                <a:lnTo>
                  <a:pt x="822931" y="97230"/>
                </a:lnTo>
                <a:cubicBezTo>
                  <a:pt x="822931" y="84692"/>
                  <a:pt x="822022" y="73746"/>
                  <a:pt x="816790" y="66684"/>
                </a:cubicBezTo>
                <a:cubicBezTo>
                  <a:pt x="812919" y="61673"/>
                  <a:pt x="805868" y="58938"/>
                  <a:pt x="797904" y="58938"/>
                </a:cubicBezTo>
                <a:cubicBezTo>
                  <a:pt x="786757" y="58938"/>
                  <a:pt x="774016" y="61899"/>
                  <a:pt x="760591" y="77394"/>
                </a:cubicBezTo>
                <a:close/>
                <a:moveTo>
                  <a:pt x="989475" y="138237"/>
                </a:moveTo>
                <a:cubicBezTo>
                  <a:pt x="988565" y="136187"/>
                  <a:pt x="986743" y="135276"/>
                  <a:pt x="984698" y="135047"/>
                </a:cubicBezTo>
                <a:cubicBezTo>
                  <a:pt x="976959" y="145076"/>
                  <a:pt x="967176" y="150087"/>
                  <a:pt x="957393" y="150087"/>
                </a:cubicBezTo>
                <a:cubicBezTo>
                  <a:pt x="940785" y="150087"/>
                  <a:pt x="926905" y="133226"/>
                  <a:pt x="926905" y="106561"/>
                </a:cubicBezTo>
                <a:cubicBezTo>
                  <a:pt x="926905" y="81495"/>
                  <a:pt x="937827" y="66455"/>
                  <a:pt x="952845" y="66455"/>
                </a:cubicBezTo>
                <a:cubicBezTo>
                  <a:pt x="966267" y="66455"/>
                  <a:pt x="968086" y="74430"/>
                  <a:pt x="968999" y="82406"/>
                </a:cubicBezTo>
                <a:cubicBezTo>
                  <a:pt x="969679" y="88560"/>
                  <a:pt x="972866" y="90610"/>
                  <a:pt x="977643" y="90610"/>
                </a:cubicBezTo>
                <a:cubicBezTo>
                  <a:pt x="982420" y="90610"/>
                  <a:pt x="988791" y="87650"/>
                  <a:pt x="988791" y="80585"/>
                </a:cubicBezTo>
                <a:cubicBezTo>
                  <a:pt x="988791" y="68050"/>
                  <a:pt x="975824" y="58938"/>
                  <a:pt x="953981" y="58938"/>
                </a:cubicBezTo>
                <a:cubicBezTo>
                  <a:pt x="931457" y="58938"/>
                  <a:pt x="907339" y="79215"/>
                  <a:pt x="907339" y="111576"/>
                </a:cubicBezTo>
                <a:cubicBezTo>
                  <a:pt x="907339" y="140972"/>
                  <a:pt x="923722" y="161246"/>
                  <a:pt x="952387" y="161246"/>
                </a:cubicBezTo>
                <a:cubicBezTo>
                  <a:pt x="966041" y="161246"/>
                  <a:pt x="978098" y="156919"/>
                  <a:pt x="989475" y="138237"/>
                </a:cubicBezTo>
                <a:close/>
                <a:moveTo>
                  <a:pt x="1005627" y="112257"/>
                </a:moveTo>
                <a:cubicBezTo>
                  <a:pt x="1005627" y="135502"/>
                  <a:pt x="1021100" y="161246"/>
                  <a:pt x="1053407" y="161246"/>
                </a:cubicBezTo>
                <a:cubicBezTo>
                  <a:pt x="1067967" y="161246"/>
                  <a:pt x="1079118" y="156009"/>
                  <a:pt x="1086853" y="148492"/>
                </a:cubicBezTo>
                <a:cubicBezTo>
                  <a:pt x="1097091" y="138463"/>
                  <a:pt x="1101642" y="124107"/>
                  <a:pt x="1101642" y="110207"/>
                </a:cubicBezTo>
                <a:cubicBezTo>
                  <a:pt x="1101642" y="86506"/>
                  <a:pt x="1088672" y="58938"/>
                  <a:pt x="1053862" y="58938"/>
                </a:cubicBezTo>
                <a:cubicBezTo>
                  <a:pt x="1038847" y="58938"/>
                  <a:pt x="1026561" y="65089"/>
                  <a:pt x="1018142" y="74885"/>
                </a:cubicBezTo>
                <a:cubicBezTo>
                  <a:pt x="1009952" y="84685"/>
                  <a:pt x="1005627" y="97901"/>
                  <a:pt x="1005627" y="112257"/>
                </a:cubicBezTo>
                <a:moveTo>
                  <a:pt x="1050449" y="66910"/>
                </a:moveTo>
                <a:cubicBezTo>
                  <a:pt x="1070015" y="66910"/>
                  <a:pt x="1082076" y="84685"/>
                  <a:pt x="1082076" y="117501"/>
                </a:cubicBezTo>
                <a:cubicBezTo>
                  <a:pt x="1082076" y="146212"/>
                  <a:pt x="1067287" y="153277"/>
                  <a:pt x="1056594" y="153277"/>
                </a:cubicBezTo>
                <a:cubicBezTo>
                  <a:pt x="1032931" y="153277"/>
                  <a:pt x="1025196" y="124562"/>
                  <a:pt x="1025196" y="107016"/>
                </a:cubicBezTo>
                <a:cubicBezTo>
                  <a:pt x="1025196" y="87191"/>
                  <a:pt x="1029973" y="66910"/>
                  <a:pt x="1050449" y="66910"/>
                </a:cubicBezTo>
                <a:close/>
                <a:moveTo>
                  <a:pt x="1152832" y="77394"/>
                </a:moveTo>
                <a:cubicBezTo>
                  <a:pt x="1151468" y="78990"/>
                  <a:pt x="1150103" y="79448"/>
                  <a:pt x="1150103" y="77394"/>
                </a:cubicBezTo>
                <a:cubicBezTo>
                  <a:pt x="1149874" y="71240"/>
                  <a:pt x="1149419" y="62358"/>
                  <a:pt x="1148281" y="60078"/>
                </a:cubicBezTo>
                <a:cubicBezTo>
                  <a:pt x="1147826" y="58938"/>
                  <a:pt x="1147371" y="58257"/>
                  <a:pt x="1145552" y="58257"/>
                </a:cubicBezTo>
                <a:cubicBezTo>
                  <a:pt x="1139181" y="60763"/>
                  <a:pt x="1133266" y="62813"/>
                  <a:pt x="1117567" y="64860"/>
                </a:cubicBezTo>
                <a:cubicBezTo>
                  <a:pt x="1117112" y="66229"/>
                  <a:pt x="1117567" y="69871"/>
                  <a:pt x="1118022" y="71240"/>
                </a:cubicBezTo>
                <a:cubicBezTo>
                  <a:pt x="1130308" y="72380"/>
                  <a:pt x="1132811" y="73520"/>
                  <a:pt x="1132811" y="86743"/>
                </a:cubicBezTo>
                <a:lnTo>
                  <a:pt x="1132811" y="131203"/>
                </a:lnTo>
                <a:cubicBezTo>
                  <a:pt x="1132811" y="149899"/>
                  <a:pt x="1130537" y="150813"/>
                  <a:pt x="1116883" y="151953"/>
                </a:cubicBezTo>
                <a:cubicBezTo>
                  <a:pt x="1115519" y="153319"/>
                  <a:pt x="1115519" y="158101"/>
                  <a:pt x="1116883" y="159466"/>
                </a:cubicBezTo>
                <a:cubicBezTo>
                  <a:pt x="1123712" y="159241"/>
                  <a:pt x="1132811" y="159011"/>
                  <a:pt x="1141910" y="159011"/>
                </a:cubicBezTo>
                <a:cubicBezTo>
                  <a:pt x="1151013" y="159011"/>
                  <a:pt x="1157838" y="159241"/>
                  <a:pt x="1164663" y="159466"/>
                </a:cubicBezTo>
                <a:cubicBezTo>
                  <a:pt x="1166028" y="158101"/>
                  <a:pt x="1166028" y="153319"/>
                  <a:pt x="1164663" y="151953"/>
                </a:cubicBezTo>
                <a:cubicBezTo>
                  <a:pt x="1153061" y="150813"/>
                  <a:pt x="1150784" y="149899"/>
                  <a:pt x="1150784" y="131203"/>
                </a:cubicBezTo>
                <a:lnTo>
                  <a:pt x="1150784" y="93811"/>
                </a:lnTo>
                <a:cubicBezTo>
                  <a:pt x="1150784" y="89022"/>
                  <a:pt x="1152832" y="86287"/>
                  <a:pt x="1154651" y="84237"/>
                </a:cubicBezTo>
                <a:cubicBezTo>
                  <a:pt x="1163299" y="75799"/>
                  <a:pt x="1173537" y="70781"/>
                  <a:pt x="1182410" y="70781"/>
                </a:cubicBezTo>
                <a:cubicBezTo>
                  <a:pt x="1186962" y="70781"/>
                  <a:pt x="1191739" y="73746"/>
                  <a:pt x="1194467" y="78990"/>
                </a:cubicBezTo>
                <a:cubicBezTo>
                  <a:pt x="1196745" y="83552"/>
                  <a:pt x="1197200" y="89707"/>
                  <a:pt x="1197200" y="96546"/>
                </a:cubicBezTo>
                <a:lnTo>
                  <a:pt x="1197200" y="131203"/>
                </a:lnTo>
                <a:cubicBezTo>
                  <a:pt x="1197200" y="149899"/>
                  <a:pt x="1194922" y="150813"/>
                  <a:pt x="1183091" y="151953"/>
                </a:cubicBezTo>
                <a:cubicBezTo>
                  <a:pt x="1181956" y="153319"/>
                  <a:pt x="1181956" y="158101"/>
                  <a:pt x="1183091" y="159466"/>
                </a:cubicBezTo>
                <a:cubicBezTo>
                  <a:pt x="1189920" y="159241"/>
                  <a:pt x="1197200" y="159011"/>
                  <a:pt x="1206299" y="159011"/>
                </a:cubicBezTo>
                <a:cubicBezTo>
                  <a:pt x="1215401" y="159011"/>
                  <a:pt x="1223591" y="159241"/>
                  <a:pt x="1230416" y="159466"/>
                </a:cubicBezTo>
                <a:cubicBezTo>
                  <a:pt x="1231555" y="158101"/>
                  <a:pt x="1231555" y="153319"/>
                  <a:pt x="1230416" y="151953"/>
                </a:cubicBezTo>
                <a:cubicBezTo>
                  <a:pt x="1217675" y="150813"/>
                  <a:pt x="1215172" y="149899"/>
                  <a:pt x="1215172" y="131203"/>
                </a:cubicBezTo>
                <a:lnTo>
                  <a:pt x="1215172" y="97230"/>
                </a:lnTo>
                <a:cubicBezTo>
                  <a:pt x="1215172" y="84692"/>
                  <a:pt x="1214263" y="73746"/>
                  <a:pt x="1209031" y="66684"/>
                </a:cubicBezTo>
                <a:cubicBezTo>
                  <a:pt x="1205160" y="61673"/>
                  <a:pt x="1198109" y="58938"/>
                  <a:pt x="1190145" y="58938"/>
                </a:cubicBezTo>
                <a:cubicBezTo>
                  <a:pt x="1178998" y="58938"/>
                  <a:pt x="1166257" y="61899"/>
                  <a:pt x="1152832" y="77394"/>
                </a:cubicBezTo>
                <a:close/>
                <a:moveTo>
                  <a:pt x="1244068" y="61385"/>
                </a:moveTo>
                <a:cubicBezTo>
                  <a:pt x="1240881" y="61385"/>
                  <a:pt x="1239972" y="64119"/>
                  <a:pt x="1239972" y="65940"/>
                </a:cubicBezTo>
                <a:lnTo>
                  <a:pt x="1239972" y="68901"/>
                </a:lnTo>
                <a:cubicBezTo>
                  <a:pt x="1239972" y="70041"/>
                  <a:pt x="1240197" y="70267"/>
                  <a:pt x="1241110" y="70267"/>
                </a:cubicBezTo>
                <a:lnTo>
                  <a:pt x="1254532" y="70267"/>
                </a:lnTo>
                <a:lnTo>
                  <a:pt x="1254532" y="138716"/>
                </a:lnTo>
                <a:cubicBezTo>
                  <a:pt x="1254532" y="154869"/>
                  <a:pt x="1261586" y="161246"/>
                  <a:pt x="1272050" y="161246"/>
                </a:cubicBezTo>
                <a:cubicBezTo>
                  <a:pt x="1282517" y="161246"/>
                  <a:pt x="1293893" y="156238"/>
                  <a:pt x="1302767" y="146219"/>
                </a:cubicBezTo>
                <a:cubicBezTo>
                  <a:pt x="1302312" y="143947"/>
                  <a:pt x="1300948" y="142581"/>
                  <a:pt x="1298670" y="142355"/>
                </a:cubicBezTo>
                <a:cubicBezTo>
                  <a:pt x="1292755" y="146904"/>
                  <a:pt x="1285929" y="148721"/>
                  <a:pt x="1280014" y="148721"/>
                </a:cubicBezTo>
                <a:cubicBezTo>
                  <a:pt x="1273872" y="148721"/>
                  <a:pt x="1272508" y="141900"/>
                  <a:pt x="1272508" y="127801"/>
                </a:cubicBezTo>
                <a:lnTo>
                  <a:pt x="1272508" y="70267"/>
                </a:lnTo>
                <a:lnTo>
                  <a:pt x="1296167" y="70267"/>
                </a:lnTo>
                <a:cubicBezTo>
                  <a:pt x="1298445" y="70267"/>
                  <a:pt x="1301628" y="69356"/>
                  <a:pt x="1301628" y="67306"/>
                </a:cubicBezTo>
                <a:lnTo>
                  <a:pt x="1301628" y="62754"/>
                </a:lnTo>
                <a:cubicBezTo>
                  <a:pt x="1301628" y="61843"/>
                  <a:pt x="1300948" y="61385"/>
                  <a:pt x="1299809" y="61385"/>
                </a:cubicBezTo>
                <a:lnTo>
                  <a:pt x="1272508" y="61385"/>
                </a:lnTo>
                <a:lnTo>
                  <a:pt x="1272508" y="52506"/>
                </a:lnTo>
                <a:cubicBezTo>
                  <a:pt x="1272508" y="37702"/>
                  <a:pt x="1273418" y="28590"/>
                  <a:pt x="1273418" y="28590"/>
                </a:cubicBezTo>
                <a:cubicBezTo>
                  <a:pt x="1273418" y="27224"/>
                  <a:pt x="1272734" y="26540"/>
                  <a:pt x="1271595" y="26540"/>
                </a:cubicBezTo>
                <a:cubicBezTo>
                  <a:pt x="1270685" y="26540"/>
                  <a:pt x="1268637" y="27453"/>
                  <a:pt x="1266592" y="28590"/>
                </a:cubicBezTo>
                <a:cubicBezTo>
                  <a:pt x="1264089" y="29959"/>
                  <a:pt x="1261812" y="31095"/>
                  <a:pt x="1258854" y="31780"/>
                </a:cubicBezTo>
                <a:cubicBezTo>
                  <a:pt x="1256125" y="32690"/>
                  <a:pt x="1253851" y="33375"/>
                  <a:pt x="1253851" y="34967"/>
                </a:cubicBezTo>
                <a:cubicBezTo>
                  <a:pt x="1253851" y="37702"/>
                  <a:pt x="1254532" y="36107"/>
                  <a:pt x="1254532" y="61385"/>
                </a:cubicBezTo>
                <a:lnTo>
                  <a:pt x="1244068" y="61385"/>
                </a:lnTo>
                <a:close/>
                <a:moveTo>
                  <a:pt x="1346222" y="77391"/>
                </a:moveTo>
                <a:cubicBezTo>
                  <a:pt x="1345768" y="68276"/>
                  <a:pt x="1345538" y="62358"/>
                  <a:pt x="1344403" y="60078"/>
                </a:cubicBezTo>
                <a:cubicBezTo>
                  <a:pt x="1343945" y="58938"/>
                  <a:pt x="1343490" y="58257"/>
                  <a:pt x="1341671" y="58257"/>
                </a:cubicBezTo>
                <a:cubicBezTo>
                  <a:pt x="1335301" y="60763"/>
                  <a:pt x="1329385" y="62813"/>
                  <a:pt x="1313686" y="64860"/>
                </a:cubicBezTo>
                <a:cubicBezTo>
                  <a:pt x="1313231" y="66229"/>
                  <a:pt x="1313686" y="69871"/>
                  <a:pt x="1314141" y="71237"/>
                </a:cubicBezTo>
                <a:cubicBezTo>
                  <a:pt x="1326427" y="72376"/>
                  <a:pt x="1328930" y="73516"/>
                  <a:pt x="1328930" y="86739"/>
                </a:cubicBezTo>
                <a:lnTo>
                  <a:pt x="1328930" y="131203"/>
                </a:lnTo>
                <a:cubicBezTo>
                  <a:pt x="1328930" y="150129"/>
                  <a:pt x="1326201" y="151039"/>
                  <a:pt x="1312093" y="151953"/>
                </a:cubicBezTo>
                <a:cubicBezTo>
                  <a:pt x="1310728" y="153319"/>
                  <a:pt x="1310728" y="158101"/>
                  <a:pt x="1312093" y="159466"/>
                </a:cubicBezTo>
                <a:cubicBezTo>
                  <a:pt x="1320057" y="159241"/>
                  <a:pt x="1328930" y="159011"/>
                  <a:pt x="1338033" y="159011"/>
                </a:cubicBezTo>
                <a:cubicBezTo>
                  <a:pt x="1347132" y="159011"/>
                  <a:pt x="1357599" y="159241"/>
                  <a:pt x="1365559" y="159466"/>
                </a:cubicBezTo>
                <a:cubicBezTo>
                  <a:pt x="1366927" y="158101"/>
                  <a:pt x="1366927" y="153319"/>
                  <a:pt x="1365559" y="151953"/>
                </a:cubicBezTo>
                <a:cubicBezTo>
                  <a:pt x="1349635" y="150813"/>
                  <a:pt x="1346903" y="150129"/>
                  <a:pt x="1346903" y="131203"/>
                </a:cubicBezTo>
                <a:lnTo>
                  <a:pt x="1346903" y="99510"/>
                </a:lnTo>
                <a:cubicBezTo>
                  <a:pt x="1346903" y="93582"/>
                  <a:pt x="1349635" y="88338"/>
                  <a:pt x="1352364" y="84233"/>
                </a:cubicBezTo>
                <a:cubicBezTo>
                  <a:pt x="1354867" y="80585"/>
                  <a:pt x="1360102" y="73061"/>
                  <a:pt x="1362831" y="73061"/>
                </a:cubicBezTo>
                <a:cubicBezTo>
                  <a:pt x="1364879" y="73061"/>
                  <a:pt x="1366927" y="73516"/>
                  <a:pt x="1368746" y="76025"/>
                </a:cubicBezTo>
                <a:cubicBezTo>
                  <a:pt x="1370340" y="78305"/>
                  <a:pt x="1373069" y="81269"/>
                  <a:pt x="1376936" y="81269"/>
                </a:cubicBezTo>
                <a:cubicBezTo>
                  <a:pt x="1382397" y="81269"/>
                  <a:pt x="1387629" y="75567"/>
                  <a:pt x="1387629" y="69871"/>
                </a:cubicBezTo>
                <a:cubicBezTo>
                  <a:pt x="1387629" y="65544"/>
                  <a:pt x="1383536" y="58938"/>
                  <a:pt x="1373978" y="58938"/>
                </a:cubicBezTo>
                <a:cubicBezTo>
                  <a:pt x="1363285" y="58938"/>
                  <a:pt x="1353957" y="68960"/>
                  <a:pt x="1348725" y="77846"/>
                </a:cubicBezTo>
                <a:cubicBezTo>
                  <a:pt x="1347361" y="80355"/>
                  <a:pt x="1346222" y="78531"/>
                  <a:pt x="1346222" y="77391"/>
                </a:cubicBezTo>
                <a:close/>
                <a:moveTo>
                  <a:pt x="1457480" y="105880"/>
                </a:moveTo>
                <a:lnTo>
                  <a:pt x="1457480" y="135957"/>
                </a:lnTo>
                <a:cubicBezTo>
                  <a:pt x="1457480" y="138921"/>
                  <a:pt x="1456112" y="140517"/>
                  <a:pt x="1454293" y="141882"/>
                </a:cubicBezTo>
                <a:cubicBezTo>
                  <a:pt x="1448377" y="146668"/>
                  <a:pt x="1440642" y="151911"/>
                  <a:pt x="1434272" y="151911"/>
                </a:cubicBezTo>
                <a:cubicBezTo>
                  <a:pt x="1422895" y="151911"/>
                  <a:pt x="1417889" y="142796"/>
                  <a:pt x="1417889" y="135731"/>
                </a:cubicBezTo>
                <a:cubicBezTo>
                  <a:pt x="1417889" y="125476"/>
                  <a:pt x="1422670" y="114992"/>
                  <a:pt x="1439504" y="110665"/>
                </a:cubicBezTo>
                <a:lnTo>
                  <a:pt x="1457480" y="105880"/>
                </a:lnTo>
                <a:moveTo>
                  <a:pt x="1457480" y="148037"/>
                </a:moveTo>
                <a:cubicBezTo>
                  <a:pt x="1458844" y="155098"/>
                  <a:pt x="1461347" y="161246"/>
                  <a:pt x="1472724" y="161246"/>
                </a:cubicBezTo>
                <a:cubicBezTo>
                  <a:pt x="1481368" y="161246"/>
                  <a:pt x="1489558" y="157374"/>
                  <a:pt x="1494335" y="152822"/>
                </a:cubicBezTo>
                <a:cubicBezTo>
                  <a:pt x="1493880" y="150087"/>
                  <a:pt x="1492970" y="148037"/>
                  <a:pt x="1490467" y="146671"/>
                </a:cubicBezTo>
                <a:cubicBezTo>
                  <a:pt x="1488877" y="148037"/>
                  <a:pt x="1485006" y="150316"/>
                  <a:pt x="1482049" y="150316"/>
                </a:cubicBezTo>
                <a:cubicBezTo>
                  <a:pt x="1475453" y="150316"/>
                  <a:pt x="1475223" y="141427"/>
                  <a:pt x="1475223" y="130946"/>
                </a:cubicBezTo>
                <a:lnTo>
                  <a:pt x="1475223" y="97446"/>
                </a:lnTo>
                <a:cubicBezTo>
                  <a:pt x="1475223" y="65089"/>
                  <a:pt x="1457480" y="58938"/>
                  <a:pt x="1440868" y="58938"/>
                </a:cubicBezTo>
                <a:cubicBezTo>
                  <a:pt x="1422211" y="58938"/>
                  <a:pt x="1403329" y="71240"/>
                  <a:pt x="1403329" y="84230"/>
                </a:cubicBezTo>
                <a:cubicBezTo>
                  <a:pt x="1403329" y="89700"/>
                  <a:pt x="1406058" y="92435"/>
                  <a:pt x="1411293" y="92435"/>
                </a:cubicBezTo>
                <a:cubicBezTo>
                  <a:pt x="1417889" y="92435"/>
                  <a:pt x="1421986" y="87650"/>
                  <a:pt x="1421986" y="84685"/>
                </a:cubicBezTo>
                <a:cubicBezTo>
                  <a:pt x="1421986" y="83090"/>
                  <a:pt x="1421757" y="81495"/>
                  <a:pt x="1421302" y="80585"/>
                </a:cubicBezTo>
                <a:cubicBezTo>
                  <a:pt x="1421076" y="79900"/>
                  <a:pt x="1420847" y="78534"/>
                  <a:pt x="1420847" y="76025"/>
                </a:cubicBezTo>
                <a:cubicBezTo>
                  <a:pt x="1420847" y="68960"/>
                  <a:pt x="1430404" y="66455"/>
                  <a:pt x="1439049" y="66455"/>
                </a:cubicBezTo>
                <a:cubicBezTo>
                  <a:pt x="1446784" y="66455"/>
                  <a:pt x="1457480" y="70330"/>
                  <a:pt x="1457480" y="96080"/>
                </a:cubicBezTo>
                <a:cubicBezTo>
                  <a:pt x="1457480" y="97675"/>
                  <a:pt x="1456796" y="98586"/>
                  <a:pt x="1456112" y="98815"/>
                </a:cubicBezTo>
                <a:lnTo>
                  <a:pt x="1436546" y="103600"/>
                </a:lnTo>
                <a:cubicBezTo>
                  <a:pt x="1414706" y="109070"/>
                  <a:pt x="1399007" y="121146"/>
                  <a:pt x="1399007" y="136642"/>
                </a:cubicBezTo>
                <a:cubicBezTo>
                  <a:pt x="1399007" y="155328"/>
                  <a:pt x="1411748" y="161246"/>
                  <a:pt x="1427672" y="161246"/>
                </a:cubicBezTo>
                <a:cubicBezTo>
                  <a:pt x="1435636" y="161246"/>
                  <a:pt x="1442461" y="159425"/>
                  <a:pt x="1452474" y="151682"/>
                </a:cubicBezTo>
                <a:lnTo>
                  <a:pt x="1457025" y="148037"/>
                </a:lnTo>
                <a:lnTo>
                  <a:pt x="1457480" y="148037"/>
                </a:lnTo>
                <a:close/>
                <a:moveTo>
                  <a:pt x="1505712" y="127527"/>
                </a:moveTo>
                <a:cubicBezTo>
                  <a:pt x="1506621" y="138692"/>
                  <a:pt x="1507305" y="149402"/>
                  <a:pt x="1507305" y="158969"/>
                </a:cubicBezTo>
                <a:cubicBezTo>
                  <a:pt x="1509579" y="158514"/>
                  <a:pt x="1511857" y="158288"/>
                  <a:pt x="1512992" y="158288"/>
                </a:cubicBezTo>
                <a:cubicBezTo>
                  <a:pt x="1514585" y="158288"/>
                  <a:pt x="1515950" y="158288"/>
                  <a:pt x="1517543" y="158744"/>
                </a:cubicBezTo>
                <a:cubicBezTo>
                  <a:pt x="1523688" y="160335"/>
                  <a:pt x="1529829" y="161246"/>
                  <a:pt x="1538248" y="161246"/>
                </a:cubicBezTo>
                <a:cubicBezTo>
                  <a:pt x="1550989" y="161246"/>
                  <a:pt x="1574423" y="155098"/>
                  <a:pt x="1574423" y="132538"/>
                </a:cubicBezTo>
                <a:cubicBezTo>
                  <a:pt x="1574423" y="117046"/>
                  <a:pt x="1563275" y="107930"/>
                  <a:pt x="1547802" y="102231"/>
                </a:cubicBezTo>
                <a:cubicBezTo>
                  <a:pt x="1534151" y="96991"/>
                  <a:pt x="1525052" y="93571"/>
                  <a:pt x="1525052" y="81040"/>
                </a:cubicBezTo>
                <a:cubicBezTo>
                  <a:pt x="1525052" y="71695"/>
                  <a:pt x="1533242" y="66455"/>
                  <a:pt x="1540977" y="66455"/>
                </a:cubicBezTo>
                <a:cubicBezTo>
                  <a:pt x="1545983" y="66455"/>
                  <a:pt x="1559179" y="68279"/>
                  <a:pt x="1562136" y="87650"/>
                </a:cubicBezTo>
                <a:cubicBezTo>
                  <a:pt x="1563501" y="89015"/>
                  <a:pt x="1568052" y="88786"/>
                  <a:pt x="1569416" y="87420"/>
                </a:cubicBezTo>
                <a:cubicBezTo>
                  <a:pt x="1570100" y="79215"/>
                  <a:pt x="1570555" y="70785"/>
                  <a:pt x="1570784" y="63268"/>
                </a:cubicBezTo>
                <a:cubicBezTo>
                  <a:pt x="1563730" y="62128"/>
                  <a:pt x="1552808" y="58938"/>
                  <a:pt x="1540977" y="58938"/>
                </a:cubicBezTo>
                <a:cubicBezTo>
                  <a:pt x="1524143" y="58938"/>
                  <a:pt x="1508899" y="69874"/>
                  <a:pt x="1508899" y="84459"/>
                </a:cubicBezTo>
                <a:cubicBezTo>
                  <a:pt x="1508899" y="101091"/>
                  <a:pt x="1516404" y="108156"/>
                  <a:pt x="1533926" y="115451"/>
                </a:cubicBezTo>
                <a:cubicBezTo>
                  <a:pt x="1552808" y="123197"/>
                  <a:pt x="1557130" y="127982"/>
                  <a:pt x="1557130" y="137782"/>
                </a:cubicBezTo>
                <a:cubicBezTo>
                  <a:pt x="1557130" y="148947"/>
                  <a:pt x="1546212" y="153732"/>
                  <a:pt x="1537793" y="153732"/>
                </a:cubicBezTo>
                <a:cubicBezTo>
                  <a:pt x="1528920" y="153732"/>
                  <a:pt x="1523914" y="150768"/>
                  <a:pt x="1521640" y="148263"/>
                </a:cubicBezTo>
                <a:cubicBezTo>
                  <a:pt x="1516634" y="143022"/>
                  <a:pt x="1514130" y="132996"/>
                  <a:pt x="1512766" y="127297"/>
                </a:cubicBezTo>
                <a:cubicBezTo>
                  <a:pt x="1511402" y="125931"/>
                  <a:pt x="1507076" y="126157"/>
                  <a:pt x="1505712" y="127527"/>
                </a:cubicBezTo>
                <a:close/>
                <a:moveTo>
                  <a:pt x="1593308" y="61385"/>
                </a:moveTo>
                <a:cubicBezTo>
                  <a:pt x="1590121" y="61385"/>
                  <a:pt x="1589212" y="64119"/>
                  <a:pt x="1589212" y="65940"/>
                </a:cubicBezTo>
                <a:lnTo>
                  <a:pt x="1589212" y="68901"/>
                </a:lnTo>
                <a:cubicBezTo>
                  <a:pt x="1589212" y="70041"/>
                  <a:pt x="1589437" y="70267"/>
                  <a:pt x="1590350" y="70267"/>
                </a:cubicBezTo>
                <a:lnTo>
                  <a:pt x="1603772" y="70267"/>
                </a:lnTo>
                <a:lnTo>
                  <a:pt x="1603772" y="138716"/>
                </a:lnTo>
                <a:cubicBezTo>
                  <a:pt x="1603772" y="154869"/>
                  <a:pt x="1610826" y="161246"/>
                  <a:pt x="1621290" y="161246"/>
                </a:cubicBezTo>
                <a:cubicBezTo>
                  <a:pt x="1631757" y="161246"/>
                  <a:pt x="1643133" y="156238"/>
                  <a:pt x="1652007" y="146219"/>
                </a:cubicBezTo>
                <a:cubicBezTo>
                  <a:pt x="1651552" y="143947"/>
                  <a:pt x="1650188" y="142581"/>
                  <a:pt x="1647910" y="142355"/>
                </a:cubicBezTo>
                <a:cubicBezTo>
                  <a:pt x="1641995" y="146904"/>
                  <a:pt x="1635169" y="148721"/>
                  <a:pt x="1629254" y="148721"/>
                </a:cubicBezTo>
                <a:cubicBezTo>
                  <a:pt x="1623112" y="148721"/>
                  <a:pt x="1621748" y="141900"/>
                  <a:pt x="1621748" y="127801"/>
                </a:cubicBezTo>
                <a:lnTo>
                  <a:pt x="1621748" y="70267"/>
                </a:lnTo>
                <a:lnTo>
                  <a:pt x="1645407" y="70267"/>
                </a:lnTo>
                <a:cubicBezTo>
                  <a:pt x="1647685" y="70267"/>
                  <a:pt x="1650868" y="69356"/>
                  <a:pt x="1650868" y="67306"/>
                </a:cubicBezTo>
                <a:lnTo>
                  <a:pt x="1650868" y="62754"/>
                </a:lnTo>
                <a:cubicBezTo>
                  <a:pt x="1650868" y="61843"/>
                  <a:pt x="1650188" y="61385"/>
                  <a:pt x="1649049" y="61385"/>
                </a:cubicBezTo>
                <a:lnTo>
                  <a:pt x="1621748" y="61385"/>
                </a:lnTo>
                <a:lnTo>
                  <a:pt x="1621748" y="52506"/>
                </a:lnTo>
                <a:cubicBezTo>
                  <a:pt x="1621748" y="37702"/>
                  <a:pt x="1622657" y="28590"/>
                  <a:pt x="1622657" y="28590"/>
                </a:cubicBezTo>
                <a:cubicBezTo>
                  <a:pt x="1622657" y="27224"/>
                  <a:pt x="1621974" y="26540"/>
                  <a:pt x="1620835" y="26540"/>
                </a:cubicBezTo>
                <a:cubicBezTo>
                  <a:pt x="1619925" y="26540"/>
                  <a:pt x="1617877" y="27453"/>
                  <a:pt x="1615832" y="28590"/>
                </a:cubicBezTo>
                <a:cubicBezTo>
                  <a:pt x="1613329" y="29959"/>
                  <a:pt x="1611052" y="31095"/>
                  <a:pt x="1608094" y="31780"/>
                </a:cubicBezTo>
                <a:cubicBezTo>
                  <a:pt x="1605365" y="32690"/>
                  <a:pt x="1603091" y="33375"/>
                  <a:pt x="1603091" y="34967"/>
                </a:cubicBezTo>
                <a:cubicBezTo>
                  <a:pt x="1603091" y="37702"/>
                  <a:pt x="1603772" y="36107"/>
                  <a:pt x="1603772" y="61385"/>
                </a:cubicBezTo>
                <a:lnTo>
                  <a:pt x="1593308" y="61385"/>
                </a:lnTo>
                <a:close/>
                <a:moveTo>
                  <a:pt x="1679080" y="137399"/>
                </a:moveTo>
                <a:cubicBezTo>
                  <a:pt x="1672029" y="137399"/>
                  <a:pt x="1667023" y="142181"/>
                  <a:pt x="1667023" y="148558"/>
                </a:cubicBezTo>
                <a:cubicBezTo>
                  <a:pt x="1667023" y="155619"/>
                  <a:pt x="1672939" y="157896"/>
                  <a:pt x="1677032" y="158577"/>
                </a:cubicBezTo>
                <a:cubicBezTo>
                  <a:pt x="1681357" y="159032"/>
                  <a:pt x="1685225" y="160398"/>
                  <a:pt x="1685225" y="165624"/>
                </a:cubicBezTo>
                <a:cubicBezTo>
                  <a:pt x="1685225" y="170396"/>
                  <a:pt x="1677032" y="180849"/>
                  <a:pt x="1665204" y="183806"/>
                </a:cubicBezTo>
                <a:cubicBezTo>
                  <a:pt x="1665204" y="186082"/>
                  <a:pt x="1665658" y="187677"/>
                  <a:pt x="1667248" y="189269"/>
                </a:cubicBezTo>
                <a:cubicBezTo>
                  <a:pt x="1680902" y="186767"/>
                  <a:pt x="1694098" y="175852"/>
                  <a:pt x="1694098" y="159943"/>
                </a:cubicBezTo>
                <a:cubicBezTo>
                  <a:pt x="1694098" y="146282"/>
                  <a:pt x="1688183" y="137399"/>
                  <a:pt x="1679080" y="137399"/>
                </a:cubicBezTo>
                <a:close/>
                <a:moveTo>
                  <a:pt x="1772365" y="61385"/>
                </a:moveTo>
                <a:cubicBezTo>
                  <a:pt x="1769178" y="61385"/>
                  <a:pt x="1768269" y="64119"/>
                  <a:pt x="1768269" y="65940"/>
                </a:cubicBezTo>
                <a:lnTo>
                  <a:pt x="1768269" y="68901"/>
                </a:lnTo>
                <a:cubicBezTo>
                  <a:pt x="1768269" y="70041"/>
                  <a:pt x="1768494" y="70267"/>
                  <a:pt x="1769407" y="70267"/>
                </a:cubicBezTo>
                <a:lnTo>
                  <a:pt x="1782829" y="70267"/>
                </a:lnTo>
                <a:lnTo>
                  <a:pt x="1782829" y="138716"/>
                </a:lnTo>
                <a:cubicBezTo>
                  <a:pt x="1782829" y="154869"/>
                  <a:pt x="1789883" y="161246"/>
                  <a:pt x="1800347" y="161246"/>
                </a:cubicBezTo>
                <a:cubicBezTo>
                  <a:pt x="1810814" y="161246"/>
                  <a:pt x="1822190" y="156238"/>
                  <a:pt x="1831064" y="146219"/>
                </a:cubicBezTo>
                <a:cubicBezTo>
                  <a:pt x="1830609" y="143947"/>
                  <a:pt x="1829245" y="142581"/>
                  <a:pt x="1826967" y="142355"/>
                </a:cubicBezTo>
                <a:cubicBezTo>
                  <a:pt x="1821051" y="146904"/>
                  <a:pt x="1814226" y="148721"/>
                  <a:pt x="1808311" y="148721"/>
                </a:cubicBezTo>
                <a:cubicBezTo>
                  <a:pt x="1802169" y="148721"/>
                  <a:pt x="1800805" y="141900"/>
                  <a:pt x="1800805" y="127801"/>
                </a:cubicBezTo>
                <a:lnTo>
                  <a:pt x="1800805" y="70267"/>
                </a:lnTo>
                <a:lnTo>
                  <a:pt x="1824464" y="70267"/>
                </a:lnTo>
                <a:cubicBezTo>
                  <a:pt x="1826742" y="70267"/>
                  <a:pt x="1829925" y="69356"/>
                  <a:pt x="1829925" y="67306"/>
                </a:cubicBezTo>
                <a:lnTo>
                  <a:pt x="1829925" y="62754"/>
                </a:lnTo>
                <a:cubicBezTo>
                  <a:pt x="1829925" y="61843"/>
                  <a:pt x="1829245" y="61385"/>
                  <a:pt x="1828106" y="61385"/>
                </a:cubicBezTo>
                <a:lnTo>
                  <a:pt x="1800805" y="61385"/>
                </a:lnTo>
                <a:lnTo>
                  <a:pt x="1800805" y="52506"/>
                </a:lnTo>
                <a:cubicBezTo>
                  <a:pt x="1800805" y="37702"/>
                  <a:pt x="1801714" y="28590"/>
                  <a:pt x="1801714" y="28590"/>
                </a:cubicBezTo>
                <a:cubicBezTo>
                  <a:pt x="1801714" y="27224"/>
                  <a:pt x="1801030" y="26540"/>
                  <a:pt x="1799892" y="26540"/>
                </a:cubicBezTo>
                <a:cubicBezTo>
                  <a:pt x="1798982" y="26540"/>
                  <a:pt x="1796934" y="27453"/>
                  <a:pt x="1794889" y="28590"/>
                </a:cubicBezTo>
                <a:cubicBezTo>
                  <a:pt x="1792386" y="29959"/>
                  <a:pt x="1790109" y="31095"/>
                  <a:pt x="1787151" y="31780"/>
                </a:cubicBezTo>
                <a:cubicBezTo>
                  <a:pt x="1784422" y="32690"/>
                  <a:pt x="1782148" y="33375"/>
                  <a:pt x="1782148" y="34967"/>
                </a:cubicBezTo>
                <a:cubicBezTo>
                  <a:pt x="1782148" y="37702"/>
                  <a:pt x="1782829" y="36107"/>
                  <a:pt x="1782829" y="61385"/>
                </a:cubicBezTo>
                <a:lnTo>
                  <a:pt x="1772365" y="61385"/>
                </a:lnTo>
                <a:close/>
                <a:moveTo>
                  <a:pt x="1874519" y="77391"/>
                </a:moveTo>
                <a:cubicBezTo>
                  <a:pt x="1874064" y="68276"/>
                  <a:pt x="1873835" y="62358"/>
                  <a:pt x="1872700" y="60078"/>
                </a:cubicBezTo>
                <a:cubicBezTo>
                  <a:pt x="1872242" y="58938"/>
                  <a:pt x="1871787" y="58257"/>
                  <a:pt x="1869968" y="58257"/>
                </a:cubicBezTo>
                <a:cubicBezTo>
                  <a:pt x="1863597" y="60763"/>
                  <a:pt x="1857682" y="62813"/>
                  <a:pt x="1841983" y="64860"/>
                </a:cubicBezTo>
                <a:cubicBezTo>
                  <a:pt x="1841528" y="66229"/>
                  <a:pt x="1841983" y="69871"/>
                  <a:pt x="1842438" y="71237"/>
                </a:cubicBezTo>
                <a:cubicBezTo>
                  <a:pt x="1854724" y="72376"/>
                  <a:pt x="1857227" y="73516"/>
                  <a:pt x="1857227" y="86739"/>
                </a:cubicBezTo>
                <a:lnTo>
                  <a:pt x="1857227" y="131203"/>
                </a:lnTo>
                <a:cubicBezTo>
                  <a:pt x="1857227" y="150129"/>
                  <a:pt x="1854498" y="151039"/>
                  <a:pt x="1840389" y="151953"/>
                </a:cubicBezTo>
                <a:cubicBezTo>
                  <a:pt x="1839025" y="153319"/>
                  <a:pt x="1839025" y="158101"/>
                  <a:pt x="1840389" y="159466"/>
                </a:cubicBezTo>
                <a:cubicBezTo>
                  <a:pt x="1848353" y="159241"/>
                  <a:pt x="1857227" y="159011"/>
                  <a:pt x="1866330" y="159011"/>
                </a:cubicBezTo>
                <a:cubicBezTo>
                  <a:pt x="1875429" y="159011"/>
                  <a:pt x="1885896" y="159241"/>
                  <a:pt x="1893856" y="159466"/>
                </a:cubicBezTo>
                <a:cubicBezTo>
                  <a:pt x="1895224" y="158101"/>
                  <a:pt x="1895224" y="153319"/>
                  <a:pt x="1893856" y="151953"/>
                </a:cubicBezTo>
                <a:cubicBezTo>
                  <a:pt x="1877932" y="150813"/>
                  <a:pt x="1875200" y="150129"/>
                  <a:pt x="1875200" y="131203"/>
                </a:cubicBezTo>
                <a:lnTo>
                  <a:pt x="1875200" y="99510"/>
                </a:lnTo>
                <a:cubicBezTo>
                  <a:pt x="1875200" y="93582"/>
                  <a:pt x="1877932" y="88338"/>
                  <a:pt x="1880661" y="84233"/>
                </a:cubicBezTo>
                <a:cubicBezTo>
                  <a:pt x="1883164" y="80585"/>
                  <a:pt x="1888399" y="73061"/>
                  <a:pt x="1891128" y="73061"/>
                </a:cubicBezTo>
                <a:cubicBezTo>
                  <a:pt x="1893176" y="73061"/>
                  <a:pt x="1895224" y="73516"/>
                  <a:pt x="1897043" y="76025"/>
                </a:cubicBezTo>
                <a:cubicBezTo>
                  <a:pt x="1898637" y="78305"/>
                  <a:pt x="1901365" y="81269"/>
                  <a:pt x="1905233" y="81269"/>
                </a:cubicBezTo>
                <a:cubicBezTo>
                  <a:pt x="1910694" y="81269"/>
                  <a:pt x="1915926" y="75567"/>
                  <a:pt x="1915926" y="69871"/>
                </a:cubicBezTo>
                <a:cubicBezTo>
                  <a:pt x="1915926" y="65544"/>
                  <a:pt x="1911833" y="58938"/>
                  <a:pt x="1902275" y="58938"/>
                </a:cubicBezTo>
                <a:cubicBezTo>
                  <a:pt x="1891582" y="58938"/>
                  <a:pt x="1882254" y="68960"/>
                  <a:pt x="1877022" y="77846"/>
                </a:cubicBezTo>
                <a:cubicBezTo>
                  <a:pt x="1875658" y="80355"/>
                  <a:pt x="1874519" y="78531"/>
                  <a:pt x="1874519" y="77391"/>
                </a:cubicBezTo>
                <a:close/>
                <a:moveTo>
                  <a:pt x="1985776" y="105880"/>
                </a:moveTo>
                <a:lnTo>
                  <a:pt x="1985776" y="135957"/>
                </a:lnTo>
                <a:cubicBezTo>
                  <a:pt x="1985776" y="138921"/>
                  <a:pt x="1984409" y="140517"/>
                  <a:pt x="1982589" y="141882"/>
                </a:cubicBezTo>
                <a:cubicBezTo>
                  <a:pt x="1976674" y="146668"/>
                  <a:pt x="1968939" y="151911"/>
                  <a:pt x="1962568" y="151911"/>
                </a:cubicBezTo>
                <a:cubicBezTo>
                  <a:pt x="1951192" y="151911"/>
                  <a:pt x="1946186" y="142796"/>
                  <a:pt x="1946186" y="135731"/>
                </a:cubicBezTo>
                <a:cubicBezTo>
                  <a:pt x="1946186" y="125476"/>
                  <a:pt x="1950966" y="114992"/>
                  <a:pt x="1967800" y="110665"/>
                </a:cubicBezTo>
                <a:lnTo>
                  <a:pt x="1985776" y="105880"/>
                </a:lnTo>
                <a:moveTo>
                  <a:pt x="1985776" y="148037"/>
                </a:moveTo>
                <a:cubicBezTo>
                  <a:pt x="1987141" y="155098"/>
                  <a:pt x="1989644" y="161246"/>
                  <a:pt x="2001020" y="161246"/>
                </a:cubicBezTo>
                <a:cubicBezTo>
                  <a:pt x="2009665" y="161246"/>
                  <a:pt x="2017854" y="157374"/>
                  <a:pt x="2022631" y="152822"/>
                </a:cubicBezTo>
                <a:cubicBezTo>
                  <a:pt x="2022177" y="150087"/>
                  <a:pt x="2021267" y="148037"/>
                  <a:pt x="2018764" y="146671"/>
                </a:cubicBezTo>
                <a:cubicBezTo>
                  <a:pt x="2017174" y="148037"/>
                  <a:pt x="2013303" y="150316"/>
                  <a:pt x="2010345" y="150316"/>
                </a:cubicBezTo>
                <a:cubicBezTo>
                  <a:pt x="2003749" y="150316"/>
                  <a:pt x="2003520" y="141427"/>
                  <a:pt x="2003520" y="130946"/>
                </a:cubicBezTo>
                <a:lnTo>
                  <a:pt x="2003520" y="97446"/>
                </a:lnTo>
                <a:cubicBezTo>
                  <a:pt x="2003520" y="65089"/>
                  <a:pt x="1985776" y="58938"/>
                  <a:pt x="1969165" y="58938"/>
                </a:cubicBezTo>
                <a:cubicBezTo>
                  <a:pt x="1950508" y="58938"/>
                  <a:pt x="1931626" y="71240"/>
                  <a:pt x="1931626" y="84230"/>
                </a:cubicBezTo>
                <a:cubicBezTo>
                  <a:pt x="1931626" y="89700"/>
                  <a:pt x="1934354" y="92435"/>
                  <a:pt x="1939590" y="92435"/>
                </a:cubicBezTo>
                <a:cubicBezTo>
                  <a:pt x="1946186" y="92435"/>
                  <a:pt x="1950282" y="87650"/>
                  <a:pt x="1950282" y="84685"/>
                </a:cubicBezTo>
                <a:cubicBezTo>
                  <a:pt x="1950282" y="83090"/>
                  <a:pt x="1950053" y="81495"/>
                  <a:pt x="1949598" y="80585"/>
                </a:cubicBezTo>
                <a:cubicBezTo>
                  <a:pt x="1949373" y="79900"/>
                  <a:pt x="1949144" y="78534"/>
                  <a:pt x="1949144" y="76025"/>
                </a:cubicBezTo>
                <a:cubicBezTo>
                  <a:pt x="1949144" y="68960"/>
                  <a:pt x="1958701" y="66455"/>
                  <a:pt x="1967345" y="66455"/>
                </a:cubicBezTo>
                <a:cubicBezTo>
                  <a:pt x="1975080" y="66455"/>
                  <a:pt x="1985776" y="70330"/>
                  <a:pt x="1985776" y="96080"/>
                </a:cubicBezTo>
                <a:cubicBezTo>
                  <a:pt x="1985776" y="97675"/>
                  <a:pt x="1985092" y="98586"/>
                  <a:pt x="1984409" y="98815"/>
                </a:cubicBezTo>
                <a:lnTo>
                  <a:pt x="1964842" y="103600"/>
                </a:lnTo>
                <a:cubicBezTo>
                  <a:pt x="1943002" y="109070"/>
                  <a:pt x="1927303" y="121146"/>
                  <a:pt x="1927303" y="136642"/>
                </a:cubicBezTo>
                <a:cubicBezTo>
                  <a:pt x="1927303" y="155328"/>
                  <a:pt x="1940044" y="161246"/>
                  <a:pt x="1955969" y="161246"/>
                </a:cubicBezTo>
                <a:cubicBezTo>
                  <a:pt x="1963933" y="161246"/>
                  <a:pt x="1970758" y="159425"/>
                  <a:pt x="1980770" y="151682"/>
                </a:cubicBezTo>
                <a:lnTo>
                  <a:pt x="1985322" y="148037"/>
                </a:lnTo>
                <a:lnTo>
                  <a:pt x="1985776" y="148037"/>
                </a:lnTo>
                <a:close/>
                <a:moveTo>
                  <a:pt x="2064951" y="77394"/>
                </a:moveTo>
                <a:cubicBezTo>
                  <a:pt x="2063587" y="78990"/>
                  <a:pt x="2062222" y="79448"/>
                  <a:pt x="2062222" y="77394"/>
                </a:cubicBezTo>
                <a:cubicBezTo>
                  <a:pt x="2061993" y="71240"/>
                  <a:pt x="2061538" y="62358"/>
                  <a:pt x="2060400" y="60078"/>
                </a:cubicBezTo>
                <a:cubicBezTo>
                  <a:pt x="2059945" y="58938"/>
                  <a:pt x="2059490" y="58257"/>
                  <a:pt x="2057671" y="58257"/>
                </a:cubicBezTo>
                <a:cubicBezTo>
                  <a:pt x="2051301" y="60763"/>
                  <a:pt x="2045385" y="62813"/>
                  <a:pt x="2029686" y="64860"/>
                </a:cubicBezTo>
                <a:cubicBezTo>
                  <a:pt x="2029231" y="66229"/>
                  <a:pt x="2029686" y="69871"/>
                  <a:pt x="2030141" y="71240"/>
                </a:cubicBezTo>
                <a:cubicBezTo>
                  <a:pt x="2042427" y="72380"/>
                  <a:pt x="2044930" y="73520"/>
                  <a:pt x="2044930" y="86743"/>
                </a:cubicBezTo>
                <a:lnTo>
                  <a:pt x="2044930" y="131203"/>
                </a:lnTo>
                <a:cubicBezTo>
                  <a:pt x="2044930" y="149899"/>
                  <a:pt x="2042656" y="150813"/>
                  <a:pt x="2029002" y="151953"/>
                </a:cubicBezTo>
                <a:cubicBezTo>
                  <a:pt x="2027638" y="153319"/>
                  <a:pt x="2027638" y="158101"/>
                  <a:pt x="2029002" y="159466"/>
                </a:cubicBezTo>
                <a:cubicBezTo>
                  <a:pt x="2035831" y="159241"/>
                  <a:pt x="2044930" y="159011"/>
                  <a:pt x="2054029" y="159011"/>
                </a:cubicBezTo>
                <a:cubicBezTo>
                  <a:pt x="2063132" y="159011"/>
                  <a:pt x="2069957" y="159241"/>
                  <a:pt x="2076782" y="159466"/>
                </a:cubicBezTo>
                <a:cubicBezTo>
                  <a:pt x="2078147" y="158101"/>
                  <a:pt x="2078147" y="153319"/>
                  <a:pt x="2076782" y="151953"/>
                </a:cubicBezTo>
                <a:cubicBezTo>
                  <a:pt x="2065180" y="150813"/>
                  <a:pt x="2062903" y="149899"/>
                  <a:pt x="2062903" y="131203"/>
                </a:cubicBezTo>
                <a:lnTo>
                  <a:pt x="2062903" y="93811"/>
                </a:lnTo>
                <a:cubicBezTo>
                  <a:pt x="2062903" y="89022"/>
                  <a:pt x="2064951" y="86287"/>
                  <a:pt x="2066770" y="84237"/>
                </a:cubicBezTo>
                <a:cubicBezTo>
                  <a:pt x="2075418" y="75799"/>
                  <a:pt x="2085656" y="70781"/>
                  <a:pt x="2094530" y="70781"/>
                </a:cubicBezTo>
                <a:cubicBezTo>
                  <a:pt x="2099081" y="70781"/>
                  <a:pt x="2103858" y="73746"/>
                  <a:pt x="2106587" y="78990"/>
                </a:cubicBezTo>
                <a:cubicBezTo>
                  <a:pt x="2108864" y="83552"/>
                  <a:pt x="2109319" y="89707"/>
                  <a:pt x="2109319" y="96546"/>
                </a:cubicBezTo>
                <a:lnTo>
                  <a:pt x="2109319" y="131203"/>
                </a:lnTo>
                <a:cubicBezTo>
                  <a:pt x="2109319" y="149899"/>
                  <a:pt x="2107041" y="150813"/>
                  <a:pt x="2095210" y="151953"/>
                </a:cubicBezTo>
                <a:cubicBezTo>
                  <a:pt x="2094075" y="153319"/>
                  <a:pt x="2094075" y="158101"/>
                  <a:pt x="2095210" y="159466"/>
                </a:cubicBezTo>
                <a:cubicBezTo>
                  <a:pt x="2102039" y="159241"/>
                  <a:pt x="2109319" y="159011"/>
                  <a:pt x="2118418" y="159011"/>
                </a:cubicBezTo>
                <a:cubicBezTo>
                  <a:pt x="2127521" y="159011"/>
                  <a:pt x="2135710" y="159241"/>
                  <a:pt x="2142535" y="159466"/>
                </a:cubicBezTo>
                <a:cubicBezTo>
                  <a:pt x="2143674" y="158101"/>
                  <a:pt x="2143674" y="153319"/>
                  <a:pt x="2142535" y="151953"/>
                </a:cubicBezTo>
                <a:cubicBezTo>
                  <a:pt x="2129795" y="150813"/>
                  <a:pt x="2127291" y="149899"/>
                  <a:pt x="2127291" y="131203"/>
                </a:cubicBezTo>
                <a:lnTo>
                  <a:pt x="2127291" y="97230"/>
                </a:lnTo>
                <a:cubicBezTo>
                  <a:pt x="2127291" y="84692"/>
                  <a:pt x="2126382" y="73746"/>
                  <a:pt x="2121150" y="66684"/>
                </a:cubicBezTo>
                <a:cubicBezTo>
                  <a:pt x="2117279" y="61673"/>
                  <a:pt x="2110228" y="58938"/>
                  <a:pt x="2102264" y="58938"/>
                </a:cubicBezTo>
                <a:cubicBezTo>
                  <a:pt x="2091117" y="58938"/>
                  <a:pt x="2078376" y="61899"/>
                  <a:pt x="2064951" y="77394"/>
                </a:cubicBezTo>
                <a:close/>
                <a:moveTo>
                  <a:pt x="2157323" y="127527"/>
                </a:moveTo>
                <a:cubicBezTo>
                  <a:pt x="2158232" y="138692"/>
                  <a:pt x="2158916" y="149402"/>
                  <a:pt x="2158916" y="158969"/>
                </a:cubicBezTo>
                <a:cubicBezTo>
                  <a:pt x="2161190" y="158514"/>
                  <a:pt x="2163467" y="158288"/>
                  <a:pt x="2164603" y="158288"/>
                </a:cubicBezTo>
                <a:cubicBezTo>
                  <a:pt x="2166196" y="158288"/>
                  <a:pt x="2167560" y="158288"/>
                  <a:pt x="2169154" y="158744"/>
                </a:cubicBezTo>
                <a:cubicBezTo>
                  <a:pt x="2175299" y="160335"/>
                  <a:pt x="2181440" y="161246"/>
                  <a:pt x="2189859" y="161246"/>
                </a:cubicBezTo>
                <a:cubicBezTo>
                  <a:pt x="2202600" y="161246"/>
                  <a:pt x="2226033" y="155098"/>
                  <a:pt x="2226033" y="132538"/>
                </a:cubicBezTo>
                <a:cubicBezTo>
                  <a:pt x="2226033" y="117046"/>
                  <a:pt x="2214886" y="107930"/>
                  <a:pt x="2199413" y="102231"/>
                </a:cubicBezTo>
                <a:cubicBezTo>
                  <a:pt x="2185762" y="96991"/>
                  <a:pt x="2176663" y="93571"/>
                  <a:pt x="2176663" y="81040"/>
                </a:cubicBezTo>
                <a:cubicBezTo>
                  <a:pt x="2176663" y="71695"/>
                  <a:pt x="2184853" y="66455"/>
                  <a:pt x="2192588" y="66455"/>
                </a:cubicBezTo>
                <a:cubicBezTo>
                  <a:pt x="2197594" y="66455"/>
                  <a:pt x="2210789" y="68279"/>
                  <a:pt x="2213747" y="87650"/>
                </a:cubicBezTo>
                <a:cubicBezTo>
                  <a:pt x="2215112" y="89015"/>
                  <a:pt x="2219663" y="88786"/>
                  <a:pt x="2221027" y="87420"/>
                </a:cubicBezTo>
                <a:cubicBezTo>
                  <a:pt x="2221711" y="79215"/>
                  <a:pt x="2222166" y="70785"/>
                  <a:pt x="2222395" y="63268"/>
                </a:cubicBezTo>
                <a:cubicBezTo>
                  <a:pt x="2215341" y="62128"/>
                  <a:pt x="2204419" y="58938"/>
                  <a:pt x="2192588" y="58938"/>
                </a:cubicBezTo>
                <a:cubicBezTo>
                  <a:pt x="2175754" y="58938"/>
                  <a:pt x="2160510" y="69874"/>
                  <a:pt x="2160510" y="84459"/>
                </a:cubicBezTo>
                <a:cubicBezTo>
                  <a:pt x="2160510" y="101091"/>
                  <a:pt x="2168015" y="108156"/>
                  <a:pt x="2185537" y="115451"/>
                </a:cubicBezTo>
                <a:cubicBezTo>
                  <a:pt x="2204419" y="123197"/>
                  <a:pt x="2208741" y="127982"/>
                  <a:pt x="2208741" y="137782"/>
                </a:cubicBezTo>
                <a:cubicBezTo>
                  <a:pt x="2208741" y="148947"/>
                  <a:pt x="2197823" y="153732"/>
                  <a:pt x="2189404" y="153732"/>
                </a:cubicBezTo>
                <a:cubicBezTo>
                  <a:pt x="2180531" y="153732"/>
                  <a:pt x="2175524" y="150768"/>
                  <a:pt x="2173250" y="148263"/>
                </a:cubicBezTo>
                <a:cubicBezTo>
                  <a:pt x="2168244" y="143022"/>
                  <a:pt x="2165741" y="132996"/>
                  <a:pt x="2164377" y="127297"/>
                </a:cubicBezTo>
                <a:cubicBezTo>
                  <a:pt x="2163013" y="125931"/>
                  <a:pt x="2158687" y="126157"/>
                  <a:pt x="2157323" y="127527"/>
                </a:cubicBezTo>
                <a:close/>
                <a:moveTo>
                  <a:pt x="2255612" y="22498"/>
                </a:moveTo>
                <a:cubicBezTo>
                  <a:pt x="2255612" y="28420"/>
                  <a:pt x="2261073" y="34341"/>
                  <a:pt x="2266530" y="34341"/>
                </a:cubicBezTo>
                <a:cubicBezTo>
                  <a:pt x="2272900" y="34341"/>
                  <a:pt x="2278361" y="28194"/>
                  <a:pt x="2278361" y="23408"/>
                </a:cubicBezTo>
                <a:cubicBezTo>
                  <a:pt x="2278361" y="17946"/>
                  <a:pt x="2273584" y="11565"/>
                  <a:pt x="2267443" y="11565"/>
                </a:cubicBezTo>
                <a:cubicBezTo>
                  <a:pt x="2261982" y="11565"/>
                  <a:pt x="2255612" y="17032"/>
                  <a:pt x="2255612" y="22498"/>
                </a:cubicBezTo>
                <a:moveTo>
                  <a:pt x="2276317" y="131224"/>
                </a:moveTo>
                <a:lnTo>
                  <a:pt x="2276317" y="85898"/>
                </a:lnTo>
                <a:cubicBezTo>
                  <a:pt x="2276317" y="74510"/>
                  <a:pt x="2277226" y="59883"/>
                  <a:pt x="2277226" y="59883"/>
                </a:cubicBezTo>
                <a:cubicBezTo>
                  <a:pt x="2277226" y="58962"/>
                  <a:pt x="2276087" y="58271"/>
                  <a:pt x="2274268" y="58271"/>
                </a:cubicBezTo>
                <a:cubicBezTo>
                  <a:pt x="2267898" y="60804"/>
                  <a:pt x="2258795" y="62875"/>
                  <a:pt x="2243096" y="64943"/>
                </a:cubicBezTo>
                <a:cubicBezTo>
                  <a:pt x="2242642" y="66312"/>
                  <a:pt x="2243096" y="69954"/>
                  <a:pt x="2243551" y="71323"/>
                </a:cubicBezTo>
                <a:cubicBezTo>
                  <a:pt x="2256066" y="72460"/>
                  <a:pt x="2258340" y="73829"/>
                  <a:pt x="2258340" y="86812"/>
                </a:cubicBezTo>
                <a:lnTo>
                  <a:pt x="2258340" y="131224"/>
                </a:lnTo>
                <a:cubicBezTo>
                  <a:pt x="2258340" y="150129"/>
                  <a:pt x="2255837" y="150813"/>
                  <a:pt x="2241961" y="151953"/>
                </a:cubicBezTo>
                <a:cubicBezTo>
                  <a:pt x="2240593" y="153319"/>
                  <a:pt x="2240593" y="158101"/>
                  <a:pt x="2241961" y="159466"/>
                </a:cubicBezTo>
                <a:cubicBezTo>
                  <a:pt x="2249467" y="159241"/>
                  <a:pt x="2258340" y="159011"/>
                  <a:pt x="2267443" y="159011"/>
                </a:cubicBezTo>
                <a:cubicBezTo>
                  <a:pt x="2276542" y="159011"/>
                  <a:pt x="2285187" y="159241"/>
                  <a:pt x="2292696" y="159466"/>
                </a:cubicBezTo>
                <a:cubicBezTo>
                  <a:pt x="2294060" y="158101"/>
                  <a:pt x="2294060" y="153319"/>
                  <a:pt x="2292696" y="151953"/>
                </a:cubicBezTo>
                <a:cubicBezTo>
                  <a:pt x="2278816" y="151043"/>
                  <a:pt x="2276317" y="150129"/>
                  <a:pt x="2276317" y="131224"/>
                </a:cubicBezTo>
                <a:close/>
                <a:moveTo>
                  <a:pt x="2306577" y="61385"/>
                </a:moveTo>
                <a:cubicBezTo>
                  <a:pt x="2303390" y="61385"/>
                  <a:pt x="2302480" y="64119"/>
                  <a:pt x="2302480" y="65940"/>
                </a:cubicBezTo>
                <a:lnTo>
                  <a:pt x="2302480" y="68901"/>
                </a:lnTo>
                <a:cubicBezTo>
                  <a:pt x="2302480" y="70041"/>
                  <a:pt x="2302706" y="70267"/>
                  <a:pt x="2303619" y="70267"/>
                </a:cubicBezTo>
                <a:lnTo>
                  <a:pt x="2317040" y="70267"/>
                </a:lnTo>
                <a:lnTo>
                  <a:pt x="2317040" y="138716"/>
                </a:lnTo>
                <a:cubicBezTo>
                  <a:pt x="2317040" y="154869"/>
                  <a:pt x="2324095" y="161246"/>
                  <a:pt x="2334558" y="161246"/>
                </a:cubicBezTo>
                <a:cubicBezTo>
                  <a:pt x="2345025" y="161246"/>
                  <a:pt x="2356402" y="156238"/>
                  <a:pt x="2365275" y="146219"/>
                </a:cubicBezTo>
                <a:cubicBezTo>
                  <a:pt x="2364821" y="143947"/>
                  <a:pt x="2363456" y="142581"/>
                  <a:pt x="2361179" y="142355"/>
                </a:cubicBezTo>
                <a:cubicBezTo>
                  <a:pt x="2355263" y="146904"/>
                  <a:pt x="2348438" y="148721"/>
                  <a:pt x="2342522" y="148721"/>
                </a:cubicBezTo>
                <a:cubicBezTo>
                  <a:pt x="2336381" y="148721"/>
                  <a:pt x="2335016" y="141900"/>
                  <a:pt x="2335016" y="127801"/>
                </a:cubicBezTo>
                <a:lnTo>
                  <a:pt x="2335016" y="70267"/>
                </a:lnTo>
                <a:lnTo>
                  <a:pt x="2358676" y="70267"/>
                </a:lnTo>
                <a:cubicBezTo>
                  <a:pt x="2360953" y="70267"/>
                  <a:pt x="2364137" y="69356"/>
                  <a:pt x="2364137" y="67306"/>
                </a:cubicBezTo>
                <a:lnTo>
                  <a:pt x="2364137" y="62754"/>
                </a:lnTo>
                <a:cubicBezTo>
                  <a:pt x="2364137" y="61843"/>
                  <a:pt x="2363456" y="61385"/>
                  <a:pt x="2362317" y="61385"/>
                </a:cubicBezTo>
                <a:lnTo>
                  <a:pt x="2335016" y="61385"/>
                </a:lnTo>
                <a:lnTo>
                  <a:pt x="2335016" y="52506"/>
                </a:lnTo>
                <a:cubicBezTo>
                  <a:pt x="2335016" y="37702"/>
                  <a:pt x="2335926" y="28590"/>
                  <a:pt x="2335926" y="28590"/>
                </a:cubicBezTo>
                <a:cubicBezTo>
                  <a:pt x="2335926" y="27224"/>
                  <a:pt x="2335242" y="26540"/>
                  <a:pt x="2334103" y="26540"/>
                </a:cubicBezTo>
                <a:cubicBezTo>
                  <a:pt x="2333194" y="26540"/>
                  <a:pt x="2331146" y="27453"/>
                  <a:pt x="2329101" y="28590"/>
                </a:cubicBezTo>
                <a:cubicBezTo>
                  <a:pt x="2326598" y="29959"/>
                  <a:pt x="2324320" y="31095"/>
                  <a:pt x="2321362" y="31780"/>
                </a:cubicBezTo>
                <a:cubicBezTo>
                  <a:pt x="2318634" y="32690"/>
                  <a:pt x="2316360" y="33375"/>
                  <a:pt x="2316360" y="34967"/>
                </a:cubicBezTo>
                <a:cubicBezTo>
                  <a:pt x="2316360" y="37702"/>
                  <a:pt x="2317040" y="36107"/>
                  <a:pt x="2317040" y="61385"/>
                </a:cubicBezTo>
                <a:lnTo>
                  <a:pt x="2306577" y="61385"/>
                </a:lnTo>
                <a:close/>
                <a:moveTo>
                  <a:pt x="2389165" y="22498"/>
                </a:moveTo>
                <a:cubicBezTo>
                  <a:pt x="2389165" y="28420"/>
                  <a:pt x="2394626" y="34341"/>
                  <a:pt x="2400083" y="34341"/>
                </a:cubicBezTo>
                <a:cubicBezTo>
                  <a:pt x="2406453" y="34341"/>
                  <a:pt x="2411914" y="28194"/>
                  <a:pt x="2411914" y="23408"/>
                </a:cubicBezTo>
                <a:cubicBezTo>
                  <a:pt x="2411914" y="17946"/>
                  <a:pt x="2407137" y="11565"/>
                  <a:pt x="2400996" y="11565"/>
                </a:cubicBezTo>
                <a:cubicBezTo>
                  <a:pt x="2395535" y="11565"/>
                  <a:pt x="2389165" y="17032"/>
                  <a:pt x="2389165" y="22498"/>
                </a:cubicBezTo>
                <a:moveTo>
                  <a:pt x="2409870" y="131224"/>
                </a:moveTo>
                <a:lnTo>
                  <a:pt x="2409870" y="85898"/>
                </a:lnTo>
                <a:cubicBezTo>
                  <a:pt x="2409870" y="74510"/>
                  <a:pt x="2410779" y="59883"/>
                  <a:pt x="2410779" y="59883"/>
                </a:cubicBezTo>
                <a:cubicBezTo>
                  <a:pt x="2410779" y="58962"/>
                  <a:pt x="2409640" y="58271"/>
                  <a:pt x="2407821" y="58271"/>
                </a:cubicBezTo>
                <a:cubicBezTo>
                  <a:pt x="2401451" y="60804"/>
                  <a:pt x="2392348" y="62875"/>
                  <a:pt x="2376649" y="64943"/>
                </a:cubicBezTo>
                <a:cubicBezTo>
                  <a:pt x="2376195" y="66312"/>
                  <a:pt x="2376649" y="69954"/>
                  <a:pt x="2377104" y="71323"/>
                </a:cubicBezTo>
                <a:cubicBezTo>
                  <a:pt x="2389619" y="72460"/>
                  <a:pt x="2391893" y="73829"/>
                  <a:pt x="2391893" y="86812"/>
                </a:cubicBezTo>
                <a:lnTo>
                  <a:pt x="2391893" y="131224"/>
                </a:lnTo>
                <a:cubicBezTo>
                  <a:pt x="2391893" y="150129"/>
                  <a:pt x="2389390" y="150813"/>
                  <a:pt x="2375514" y="151953"/>
                </a:cubicBezTo>
                <a:cubicBezTo>
                  <a:pt x="2374146" y="153319"/>
                  <a:pt x="2374146" y="158101"/>
                  <a:pt x="2375514" y="159466"/>
                </a:cubicBezTo>
                <a:cubicBezTo>
                  <a:pt x="2383020" y="159241"/>
                  <a:pt x="2391893" y="159011"/>
                  <a:pt x="2400996" y="159011"/>
                </a:cubicBezTo>
                <a:cubicBezTo>
                  <a:pt x="2410095" y="159011"/>
                  <a:pt x="2418740" y="159241"/>
                  <a:pt x="2426249" y="159466"/>
                </a:cubicBezTo>
                <a:cubicBezTo>
                  <a:pt x="2427613" y="158101"/>
                  <a:pt x="2427613" y="153319"/>
                  <a:pt x="2426249" y="151953"/>
                </a:cubicBezTo>
                <a:cubicBezTo>
                  <a:pt x="2412369" y="151043"/>
                  <a:pt x="2409870" y="150129"/>
                  <a:pt x="2409870" y="131224"/>
                </a:cubicBezTo>
                <a:close/>
                <a:moveTo>
                  <a:pt x="2504289" y="68456"/>
                </a:moveTo>
                <a:cubicBezTo>
                  <a:pt x="2516575" y="69367"/>
                  <a:pt x="2517939" y="72095"/>
                  <a:pt x="2513162" y="83691"/>
                </a:cubicBezTo>
                <a:lnTo>
                  <a:pt x="2494731" y="128263"/>
                </a:lnTo>
                <a:cubicBezTo>
                  <a:pt x="2491093" y="137132"/>
                  <a:pt x="2489954" y="137132"/>
                  <a:pt x="2486313" y="127582"/>
                </a:cubicBezTo>
                <a:lnTo>
                  <a:pt x="2469933" y="83691"/>
                </a:lnTo>
                <a:cubicBezTo>
                  <a:pt x="2465837" y="72776"/>
                  <a:pt x="2464927" y="70048"/>
                  <a:pt x="2476984" y="68456"/>
                </a:cubicBezTo>
                <a:cubicBezTo>
                  <a:pt x="2478352" y="67091"/>
                  <a:pt x="2478352" y="62309"/>
                  <a:pt x="2476984" y="60940"/>
                </a:cubicBezTo>
                <a:cubicBezTo>
                  <a:pt x="2469479" y="61169"/>
                  <a:pt x="2461515" y="61398"/>
                  <a:pt x="2454006" y="61398"/>
                </a:cubicBezTo>
                <a:cubicBezTo>
                  <a:pt x="2446500" y="61398"/>
                  <a:pt x="2439671" y="61169"/>
                  <a:pt x="2432846" y="60940"/>
                </a:cubicBezTo>
                <a:cubicBezTo>
                  <a:pt x="2431482" y="62309"/>
                  <a:pt x="2431482" y="67091"/>
                  <a:pt x="2432846" y="68456"/>
                </a:cubicBezTo>
                <a:cubicBezTo>
                  <a:pt x="2444906" y="69822"/>
                  <a:pt x="2446500" y="73461"/>
                  <a:pt x="2451048" y="85057"/>
                </a:cubicBezTo>
                <a:lnTo>
                  <a:pt x="2480171" y="156916"/>
                </a:lnTo>
                <a:cubicBezTo>
                  <a:pt x="2481536" y="160328"/>
                  <a:pt x="2482900" y="161690"/>
                  <a:pt x="2485858" y="161690"/>
                </a:cubicBezTo>
                <a:cubicBezTo>
                  <a:pt x="2488135" y="161690"/>
                  <a:pt x="2489725" y="160328"/>
                  <a:pt x="2491319" y="156460"/>
                </a:cubicBezTo>
                <a:lnTo>
                  <a:pt x="2521578" y="85283"/>
                </a:lnTo>
                <a:cubicBezTo>
                  <a:pt x="2525903" y="75278"/>
                  <a:pt x="2528406" y="69593"/>
                  <a:pt x="2541147" y="68456"/>
                </a:cubicBezTo>
                <a:cubicBezTo>
                  <a:pt x="2542512" y="67091"/>
                  <a:pt x="2542512" y="62309"/>
                  <a:pt x="2541147" y="60940"/>
                </a:cubicBezTo>
                <a:cubicBezTo>
                  <a:pt x="2536596" y="61169"/>
                  <a:pt x="2531135" y="61398"/>
                  <a:pt x="2525219" y="61398"/>
                </a:cubicBezTo>
                <a:cubicBezTo>
                  <a:pt x="2517710" y="61398"/>
                  <a:pt x="2509975" y="61169"/>
                  <a:pt x="2504289" y="60940"/>
                </a:cubicBezTo>
                <a:cubicBezTo>
                  <a:pt x="2502925" y="62309"/>
                  <a:pt x="2502925" y="67091"/>
                  <a:pt x="2504289" y="68456"/>
                </a:cubicBezTo>
                <a:close/>
                <a:moveTo>
                  <a:pt x="2569814" y="94787"/>
                </a:moveTo>
                <a:cubicBezTo>
                  <a:pt x="2574136" y="69162"/>
                  <a:pt x="2590064" y="67122"/>
                  <a:pt x="2595525" y="67122"/>
                </a:cubicBezTo>
                <a:cubicBezTo>
                  <a:pt x="2604169" y="67122"/>
                  <a:pt x="2614407" y="71886"/>
                  <a:pt x="2614407" y="90934"/>
                </a:cubicBezTo>
                <a:cubicBezTo>
                  <a:pt x="2614407" y="92973"/>
                  <a:pt x="2613497" y="94110"/>
                  <a:pt x="2610994" y="94110"/>
                </a:cubicBezTo>
                <a:lnTo>
                  <a:pt x="2569814" y="94787"/>
                </a:lnTo>
                <a:moveTo>
                  <a:pt x="2629422" y="137799"/>
                </a:moveTo>
                <a:cubicBezTo>
                  <a:pt x="2621007" y="146449"/>
                  <a:pt x="2614407" y="150087"/>
                  <a:pt x="2601211" y="150087"/>
                </a:cubicBezTo>
                <a:cubicBezTo>
                  <a:pt x="2593022" y="150087"/>
                  <a:pt x="2583464" y="145309"/>
                  <a:pt x="2576413" y="133705"/>
                </a:cubicBezTo>
                <a:cubicBezTo>
                  <a:pt x="2571862" y="126196"/>
                  <a:pt x="2569130" y="115729"/>
                  <a:pt x="2569130" y="102530"/>
                </a:cubicBezTo>
                <a:lnTo>
                  <a:pt x="2629651" y="102985"/>
                </a:lnTo>
                <a:cubicBezTo>
                  <a:pt x="2632380" y="102985"/>
                  <a:pt x="2633973" y="101620"/>
                  <a:pt x="2633973" y="99114"/>
                </a:cubicBezTo>
                <a:cubicBezTo>
                  <a:pt x="2633973" y="80049"/>
                  <a:pt x="2627148" y="59605"/>
                  <a:pt x="2595525" y="59605"/>
                </a:cubicBezTo>
                <a:cubicBezTo>
                  <a:pt x="2575729" y="59605"/>
                  <a:pt x="2550018" y="78461"/>
                  <a:pt x="2550018" y="112997"/>
                </a:cubicBezTo>
                <a:cubicBezTo>
                  <a:pt x="2550018" y="125740"/>
                  <a:pt x="2553205" y="138028"/>
                  <a:pt x="2560714" y="146674"/>
                </a:cubicBezTo>
                <a:cubicBezTo>
                  <a:pt x="2568449" y="155783"/>
                  <a:pt x="2579142" y="161246"/>
                  <a:pt x="2595525" y="161246"/>
                </a:cubicBezTo>
                <a:cubicBezTo>
                  <a:pt x="2612813" y="161246"/>
                  <a:pt x="2625100" y="153277"/>
                  <a:pt x="2634202" y="141441"/>
                </a:cubicBezTo>
                <a:cubicBezTo>
                  <a:pt x="2633518" y="139165"/>
                  <a:pt x="2632154" y="138028"/>
                  <a:pt x="2629422" y="137799"/>
                </a:cubicBezTo>
                <a:close/>
                <a:moveTo>
                  <a:pt x="2739996" y="83545"/>
                </a:moveTo>
                <a:cubicBezTo>
                  <a:pt x="2745912" y="76251"/>
                  <a:pt x="2756379" y="69416"/>
                  <a:pt x="2762975" y="69416"/>
                </a:cubicBezTo>
                <a:cubicBezTo>
                  <a:pt x="2777538" y="69416"/>
                  <a:pt x="2790050" y="85822"/>
                  <a:pt x="2790050" y="111572"/>
                </a:cubicBezTo>
                <a:cubicBezTo>
                  <a:pt x="2790050" y="130261"/>
                  <a:pt x="2783454" y="153503"/>
                  <a:pt x="2757972" y="153503"/>
                </a:cubicBezTo>
                <a:cubicBezTo>
                  <a:pt x="2753876" y="153503"/>
                  <a:pt x="2745912" y="152363"/>
                  <a:pt x="2741819" y="148718"/>
                </a:cubicBezTo>
                <a:cubicBezTo>
                  <a:pt x="2737267" y="144617"/>
                  <a:pt x="2736358" y="143248"/>
                  <a:pt x="2736358" y="135047"/>
                </a:cubicBezTo>
                <a:lnTo>
                  <a:pt x="2736358" y="93571"/>
                </a:lnTo>
                <a:cubicBezTo>
                  <a:pt x="2736358" y="88786"/>
                  <a:pt x="2737267" y="86736"/>
                  <a:pt x="2739996" y="83545"/>
                </a:cubicBezTo>
                <a:moveTo>
                  <a:pt x="2735674" y="75111"/>
                </a:moveTo>
                <a:cubicBezTo>
                  <a:pt x="2735448" y="68276"/>
                  <a:pt x="2734993" y="62358"/>
                  <a:pt x="2733855" y="60078"/>
                </a:cubicBezTo>
                <a:cubicBezTo>
                  <a:pt x="2733400" y="58938"/>
                  <a:pt x="2732945" y="58257"/>
                  <a:pt x="2731122" y="58257"/>
                </a:cubicBezTo>
                <a:cubicBezTo>
                  <a:pt x="2724752" y="60763"/>
                  <a:pt x="2718836" y="62813"/>
                  <a:pt x="2703138" y="64860"/>
                </a:cubicBezTo>
                <a:cubicBezTo>
                  <a:pt x="2702683" y="66229"/>
                  <a:pt x="2703138" y="69871"/>
                  <a:pt x="2703596" y="71240"/>
                </a:cubicBezTo>
                <a:cubicBezTo>
                  <a:pt x="2715878" y="72380"/>
                  <a:pt x="2718382" y="73516"/>
                  <a:pt x="2718382" y="86736"/>
                </a:cubicBezTo>
                <a:lnTo>
                  <a:pt x="2718382" y="184095"/>
                </a:lnTo>
                <a:cubicBezTo>
                  <a:pt x="2718382" y="203058"/>
                  <a:pt x="2715878" y="204202"/>
                  <a:pt x="2702002" y="204886"/>
                </a:cubicBezTo>
                <a:cubicBezTo>
                  <a:pt x="2700638" y="206252"/>
                  <a:pt x="2700638" y="211034"/>
                  <a:pt x="2702002" y="212399"/>
                </a:cubicBezTo>
                <a:cubicBezTo>
                  <a:pt x="2709966" y="212174"/>
                  <a:pt x="2718382" y="211944"/>
                  <a:pt x="2727484" y="211944"/>
                </a:cubicBezTo>
                <a:cubicBezTo>
                  <a:pt x="2736583" y="211944"/>
                  <a:pt x="2747505" y="212174"/>
                  <a:pt x="2755014" y="212399"/>
                </a:cubicBezTo>
                <a:cubicBezTo>
                  <a:pt x="2756379" y="211034"/>
                  <a:pt x="2756379" y="206252"/>
                  <a:pt x="2755014" y="204886"/>
                </a:cubicBezTo>
                <a:cubicBezTo>
                  <a:pt x="2738861" y="203972"/>
                  <a:pt x="2736358" y="203058"/>
                  <a:pt x="2736358" y="184095"/>
                </a:cubicBezTo>
                <a:lnTo>
                  <a:pt x="2736358" y="159425"/>
                </a:lnTo>
                <a:cubicBezTo>
                  <a:pt x="2736358" y="156464"/>
                  <a:pt x="2737267" y="156693"/>
                  <a:pt x="2739541" y="157830"/>
                </a:cubicBezTo>
                <a:cubicBezTo>
                  <a:pt x="2745231" y="159880"/>
                  <a:pt x="2752057" y="161246"/>
                  <a:pt x="2759337" y="161246"/>
                </a:cubicBezTo>
                <a:cubicBezTo>
                  <a:pt x="2772078" y="161246"/>
                  <a:pt x="2783454" y="157374"/>
                  <a:pt x="2792782" y="148492"/>
                </a:cubicBezTo>
                <a:cubicBezTo>
                  <a:pt x="2803475" y="138008"/>
                  <a:pt x="2809616" y="123878"/>
                  <a:pt x="2809616" y="105421"/>
                </a:cubicBezTo>
                <a:cubicBezTo>
                  <a:pt x="2809616" y="81266"/>
                  <a:pt x="2792553" y="58938"/>
                  <a:pt x="2769345" y="58938"/>
                </a:cubicBezTo>
                <a:cubicBezTo>
                  <a:pt x="2758882" y="58938"/>
                  <a:pt x="2747276" y="66000"/>
                  <a:pt x="2738177" y="76025"/>
                </a:cubicBezTo>
                <a:cubicBezTo>
                  <a:pt x="2736813" y="77391"/>
                  <a:pt x="2735903" y="77391"/>
                  <a:pt x="2735674" y="75111"/>
                </a:cubicBezTo>
                <a:close/>
                <a:moveTo>
                  <a:pt x="2838741" y="22498"/>
                </a:moveTo>
                <a:cubicBezTo>
                  <a:pt x="2838741" y="28420"/>
                  <a:pt x="2844202" y="34341"/>
                  <a:pt x="2849659" y="34341"/>
                </a:cubicBezTo>
                <a:cubicBezTo>
                  <a:pt x="2856030" y="34341"/>
                  <a:pt x="2861491" y="28194"/>
                  <a:pt x="2861491" y="23408"/>
                </a:cubicBezTo>
                <a:cubicBezTo>
                  <a:pt x="2861491" y="17946"/>
                  <a:pt x="2856714" y="11565"/>
                  <a:pt x="2850573" y="11565"/>
                </a:cubicBezTo>
                <a:cubicBezTo>
                  <a:pt x="2845112" y="11565"/>
                  <a:pt x="2838741" y="17032"/>
                  <a:pt x="2838741" y="22498"/>
                </a:cubicBezTo>
                <a:moveTo>
                  <a:pt x="2859446" y="131224"/>
                </a:moveTo>
                <a:lnTo>
                  <a:pt x="2859446" y="85898"/>
                </a:lnTo>
                <a:cubicBezTo>
                  <a:pt x="2859446" y="74510"/>
                  <a:pt x="2860356" y="59883"/>
                  <a:pt x="2860356" y="59883"/>
                </a:cubicBezTo>
                <a:cubicBezTo>
                  <a:pt x="2860356" y="58962"/>
                  <a:pt x="2859217" y="58271"/>
                  <a:pt x="2857398" y="58271"/>
                </a:cubicBezTo>
                <a:cubicBezTo>
                  <a:pt x="2851027" y="60804"/>
                  <a:pt x="2841925" y="62875"/>
                  <a:pt x="2826226" y="64943"/>
                </a:cubicBezTo>
                <a:cubicBezTo>
                  <a:pt x="2825771" y="66312"/>
                  <a:pt x="2826226" y="69954"/>
                  <a:pt x="2826681" y="71323"/>
                </a:cubicBezTo>
                <a:cubicBezTo>
                  <a:pt x="2839196" y="72460"/>
                  <a:pt x="2841470" y="73829"/>
                  <a:pt x="2841470" y="86812"/>
                </a:cubicBezTo>
                <a:lnTo>
                  <a:pt x="2841470" y="131224"/>
                </a:lnTo>
                <a:cubicBezTo>
                  <a:pt x="2841470" y="150129"/>
                  <a:pt x="2838967" y="150813"/>
                  <a:pt x="2825091" y="151953"/>
                </a:cubicBezTo>
                <a:cubicBezTo>
                  <a:pt x="2823723" y="153319"/>
                  <a:pt x="2823723" y="158101"/>
                  <a:pt x="2825091" y="159466"/>
                </a:cubicBezTo>
                <a:cubicBezTo>
                  <a:pt x="2832596" y="159241"/>
                  <a:pt x="2841470" y="159011"/>
                  <a:pt x="2850573" y="159011"/>
                </a:cubicBezTo>
                <a:cubicBezTo>
                  <a:pt x="2859672" y="159011"/>
                  <a:pt x="2868316" y="159241"/>
                  <a:pt x="2875825" y="159466"/>
                </a:cubicBezTo>
                <a:cubicBezTo>
                  <a:pt x="2877190" y="158101"/>
                  <a:pt x="2877190" y="153319"/>
                  <a:pt x="2875825" y="151953"/>
                </a:cubicBezTo>
                <a:cubicBezTo>
                  <a:pt x="2861946" y="151043"/>
                  <a:pt x="2859446" y="150129"/>
                  <a:pt x="2859446" y="131224"/>
                </a:cubicBezTo>
                <a:close/>
                <a:moveTo>
                  <a:pt x="2921784" y="77394"/>
                </a:moveTo>
                <a:cubicBezTo>
                  <a:pt x="2920420" y="78990"/>
                  <a:pt x="2919055" y="79448"/>
                  <a:pt x="2919055" y="77394"/>
                </a:cubicBezTo>
                <a:cubicBezTo>
                  <a:pt x="2918826" y="71240"/>
                  <a:pt x="2918371" y="62358"/>
                  <a:pt x="2917233" y="60078"/>
                </a:cubicBezTo>
                <a:cubicBezTo>
                  <a:pt x="2916778" y="58938"/>
                  <a:pt x="2916323" y="58257"/>
                  <a:pt x="2914504" y="58257"/>
                </a:cubicBezTo>
                <a:cubicBezTo>
                  <a:pt x="2908133" y="60763"/>
                  <a:pt x="2902218" y="62813"/>
                  <a:pt x="2886519" y="64860"/>
                </a:cubicBezTo>
                <a:cubicBezTo>
                  <a:pt x="2886064" y="66229"/>
                  <a:pt x="2886519" y="69871"/>
                  <a:pt x="2886974" y="71240"/>
                </a:cubicBezTo>
                <a:cubicBezTo>
                  <a:pt x="2899260" y="72380"/>
                  <a:pt x="2901763" y="73520"/>
                  <a:pt x="2901763" y="86743"/>
                </a:cubicBezTo>
                <a:lnTo>
                  <a:pt x="2901763" y="131203"/>
                </a:lnTo>
                <a:cubicBezTo>
                  <a:pt x="2901763" y="149899"/>
                  <a:pt x="2899489" y="150813"/>
                  <a:pt x="2885835" y="151953"/>
                </a:cubicBezTo>
                <a:cubicBezTo>
                  <a:pt x="2884471" y="153319"/>
                  <a:pt x="2884471" y="158101"/>
                  <a:pt x="2885835" y="159466"/>
                </a:cubicBezTo>
                <a:cubicBezTo>
                  <a:pt x="2892664" y="159241"/>
                  <a:pt x="2901763" y="159011"/>
                  <a:pt x="2910862" y="159011"/>
                </a:cubicBezTo>
                <a:cubicBezTo>
                  <a:pt x="2919965" y="159011"/>
                  <a:pt x="2926790" y="159241"/>
                  <a:pt x="2933615" y="159466"/>
                </a:cubicBezTo>
                <a:cubicBezTo>
                  <a:pt x="2934980" y="158101"/>
                  <a:pt x="2934980" y="153319"/>
                  <a:pt x="2933615" y="151953"/>
                </a:cubicBezTo>
                <a:cubicBezTo>
                  <a:pt x="2922013" y="150813"/>
                  <a:pt x="2919736" y="149899"/>
                  <a:pt x="2919736" y="131203"/>
                </a:cubicBezTo>
                <a:lnTo>
                  <a:pt x="2919736" y="93811"/>
                </a:lnTo>
                <a:cubicBezTo>
                  <a:pt x="2919736" y="89022"/>
                  <a:pt x="2921784" y="86287"/>
                  <a:pt x="2923603" y="84237"/>
                </a:cubicBezTo>
                <a:cubicBezTo>
                  <a:pt x="2932251" y="75799"/>
                  <a:pt x="2942489" y="70781"/>
                  <a:pt x="2951362" y="70781"/>
                </a:cubicBezTo>
                <a:cubicBezTo>
                  <a:pt x="2955914" y="70781"/>
                  <a:pt x="2960691" y="73746"/>
                  <a:pt x="2963419" y="78990"/>
                </a:cubicBezTo>
                <a:cubicBezTo>
                  <a:pt x="2965697" y="83552"/>
                  <a:pt x="2966152" y="89707"/>
                  <a:pt x="2966152" y="96546"/>
                </a:cubicBezTo>
                <a:lnTo>
                  <a:pt x="2966152" y="131203"/>
                </a:lnTo>
                <a:cubicBezTo>
                  <a:pt x="2966152" y="149899"/>
                  <a:pt x="2963874" y="150813"/>
                  <a:pt x="2952043" y="151953"/>
                </a:cubicBezTo>
                <a:cubicBezTo>
                  <a:pt x="2950908" y="153319"/>
                  <a:pt x="2950908" y="158101"/>
                  <a:pt x="2952043" y="159466"/>
                </a:cubicBezTo>
                <a:cubicBezTo>
                  <a:pt x="2958872" y="159241"/>
                  <a:pt x="2966152" y="159011"/>
                  <a:pt x="2975251" y="159011"/>
                </a:cubicBezTo>
                <a:cubicBezTo>
                  <a:pt x="2984353" y="159011"/>
                  <a:pt x="2992543" y="159241"/>
                  <a:pt x="2999368" y="159466"/>
                </a:cubicBezTo>
                <a:cubicBezTo>
                  <a:pt x="3000507" y="158101"/>
                  <a:pt x="3000507" y="153319"/>
                  <a:pt x="2999368" y="151953"/>
                </a:cubicBezTo>
                <a:cubicBezTo>
                  <a:pt x="2986627" y="150813"/>
                  <a:pt x="2984124" y="149899"/>
                  <a:pt x="2984124" y="131203"/>
                </a:cubicBezTo>
                <a:lnTo>
                  <a:pt x="2984124" y="97230"/>
                </a:lnTo>
                <a:cubicBezTo>
                  <a:pt x="2984124" y="84692"/>
                  <a:pt x="2983215" y="73746"/>
                  <a:pt x="2977983" y="66684"/>
                </a:cubicBezTo>
                <a:cubicBezTo>
                  <a:pt x="2974112" y="61673"/>
                  <a:pt x="2967061" y="58938"/>
                  <a:pt x="2959097" y="58938"/>
                </a:cubicBezTo>
                <a:cubicBezTo>
                  <a:pt x="2947950" y="58938"/>
                  <a:pt x="2935209" y="61899"/>
                  <a:pt x="2921784" y="77394"/>
                </a:cubicBezTo>
                <a:close/>
                <a:moveTo>
                  <a:pt x="3045098" y="77394"/>
                </a:moveTo>
                <a:cubicBezTo>
                  <a:pt x="3043734" y="78990"/>
                  <a:pt x="3042370" y="79448"/>
                  <a:pt x="3042370" y="77394"/>
                </a:cubicBezTo>
                <a:cubicBezTo>
                  <a:pt x="3042141" y="71240"/>
                  <a:pt x="3041686" y="62358"/>
                  <a:pt x="3040547" y="60078"/>
                </a:cubicBezTo>
                <a:cubicBezTo>
                  <a:pt x="3040092" y="58938"/>
                  <a:pt x="3039638" y="58257"/>
                  <a:pt x="3037818" y="58257"/>
                </a:cubicBezTo>
                <a:cubicBezTo>
                  <a:pt x="3031448" y="60763"/>
                  <a:pt x="3025532" y="62813"/>
                  <a:pt x="3009833" y="64860"/>
                </a:cubicBezTo>
                <a:cubicBezTo>
                  <a:pt x="3009379" y="66229"/>
                  <a:pt x="3009833" y="69871"/>
                  <a:pt x="3010288" y="71240"/>
                </a:cubicBezTo>
                <a:cubicBezTo>
                  <a:pt x="3022574" y="72380"/>
                  <a:pt x="3025077" y="73520"/>
                  <a:pt x="3025077" y="86743"/>
                </a:cubicBezTo>
                <a:lnTo>
                  <a:pt x="3025077" y="131203"/>
                </a:lnTo>
                <a:cubicBezTo>
                  <a:pt x="3025077" y="149899"/>
                  <a:pt x="3022804" y="150813"/>
                  <a:pt x="3009150" y="151953"/>
                </a:cubicBezTo>
                <a:cubicBezTo>
                  <a:pt x="3007785" y="153319"/>
                  <a:pt x="3007785" y="158101"/>
                  <a:pt x="3009150" y="159466"/>
                </a:cubicBezTo>
                <a:cubicBezTo>
                  <a:pt x="3015978" y="159241"/>
                  <a:pt x="3025077" y="159011"/>
                  <a:pt x="3034177" y="159011"/>
                </a:cubicBezTo>
                <a:cubicBezTo>
                  <a:pt x="3043279" y="159011"/>
                  <a:pt x="3050105" y="159241"/>
                  <a:pt x="3056930" y="159466"/>
                </a:cubicBezTo>
                <a:cubicBezTo>
                  <a:pt x="3058294" y="158101"/>
                  <a:pt x="3058294" y="153319"/>
                  <a:pt x="3056930" y="151953"/>
                </a:cubicBezTo>
                <a:cubicBezTo>
                  <a:pt x="3045328" y="150813"/>
                  <a:pt x="3043050" y="149899"/>
                  <a:pt x="3043050" y="131203"/>
                </a:cubicBezTo>
                <a:lnTo>
                  <a:pt x="3043050" y="93811"/>
                </a:lnTo>
                <a:cubicBezTo>
                  <a:pt x="3043050" y="89022"/>
                  <a:pt x="3045098" y="86287"/>
                  <a:pt x="3046918" y="84237"/>
                </a:cubicBezTo>
                <a:cubicBezTo>
                  <a:pt x="3055565" y="75799"/>
                  <a:pt x="3065803" y="70781"/>
                  <a:pt x="3074677" y="70781"/>
                </a:cubicBezTo>
                <a:cubicBezTo>
                  <a:pt x="3079228" y="70781"/>
                  <a:pt x="3084005" y="73746"/>
                  <a:pt x="3086734" y="78990"/>
                </a:cubicBezTo>
                <a:cubicBezTo>
                  <a:pt x="3089011" y="83552"/>
                  <a:pt x="3089466" y="89707"/>
                  <a:pt x="3089466" y="96546"/>
                </a:cubicBezTo>
                <a:lnTo>
                  <a:pt x="3089466" y="131203"/>
                </a:lnTo>
                <a:cubicBezTo>
                  <a:pt x="3089466" y="149899"/>
                  <a:pt x="3087189" y="150813"/>
                  <a:pt x="3075357" y="151953"/>
                </a:cubicBezTo>
                <a:cubicBezTo>
                  <a:pt x="3074222" y="153319"/>
                  <a:pt x="3074222" y="158101"/>
                  <a:pt x="3075357" y="159466"/>
                </a:cubicBezTo>
                <a:cubicBezTo>
                  <a:pt x="3082186" y="159241"/>
                  <a:pt x="3089466" y="159011"/>
                  <a:pt x="3098565" y="159011"/>
                </a:cubicBezTo>
                <a:cubicBezTo>
                  <a:pt x="3107668" y="159011"/>
                  <a:pt x="3115858" y="159241"/>
                  <a:pt x="3122683" y="159466"/>
                </a:cubicBezTo>
                <a:cubicBezTo>
                  <a:pt x="3123822" y="158101"/>
                  <a:pt x="3123822" y="153319"/>
                  <a:pt x="3122683" y="151953"/>
                </a:cubicBezTo>
                <a:cubicBezTo>
                  <a:pt x="3109942" y="150813"/>
                  <a:pt x="3107439" y="149899"/>
                  <a:pt x="3107439" y="131203"/>
                </a:cubicBezTo>
                <a:lnTo>
                  <a:pt x="3107439" y="97230"/>
                </a:lnTo>
                <a:cubicBezTo>
                  <a:pt x="3107439" y="84692"/>
                  <a:pt x="3106529" y="73746"/>
                  <a:pt x="3101297" y="66684"/>
                </a:cubicBezTo>
                <a:cubicBezTo>
                  <a:pt x="3097427" y="61673"/>
                  <a:pt x="3090376" y="58938"/>
                  <a:pt x="3082412" y="58938"/>
                </a:cubicBezTo>
                <a:cubicBezTo>
                  <a:pt x="3071264" y="58938"/>
                  <a:pt x="3058523" y="61899"/>
                  <a:pt x="3045098" y="77394"/>
                </a:cubicBezTo>
                <a:close/>
                <a:moveTo>
                  <a:pt x="3147027" y="22498"/>
                </a:moveTo>
                <a:cubicBezTo>
                  <a:pt x="3147027" y="28420"/>
                  <a:pt x="3152488" y="34341"/>
                  <a:pt x="3157946" y="34341"/>
                </a:cubicBezTo>
                <a:cubicBezTo>
                  <a:pt x="3164316" y="34341"/>
                  <a:pt x="3169777" y="28194"/>
                  <a:pt x="3169777" y="23408"/>
                </a:cubicBezTo>
                <a:cubicBezTo>
                  <a:pt x="3169777" y="17946"/>
                  <a:pt x="3165000" y="11565"/>
                  <a:pt x="3158859" y="11565"/>
                </a:cubicBezTo>
                <a:cubicBezTo>
                  <a:pt x="3153398" y="11565"/>
                  <a:pt x="3147027" y="17032"/>
                  <a:pt x="3147027" y="22498"/>
                </a:cubicBezTo>
                <a:moveTo>
                  <a:pt x="3167732" y="131224"/>
                </a:moveTo>
                <a:lnTo>
                  <a:pt x="3167732" y="85898"/>
                </a:lnTo>
                <a:cubicBezTo>
                  <a:pt x="3167732" y="74510"/>
                  <a:pt x="3168642" y="59883"/>
                  <a:pt x="3168642" y="59883"/>
                </a:cubicBezTo>
                <a:cubicBezTo>
                  <a:pt x="3168642" y="58962"/>
                  <a:pt x="3167503" y="58271"/>
                  <a:pt x="3165684" y="58271"/>
                </a:cubicBezTo>
                <a:cubicBezTo>
                  <a:pt x="3159314" y="60804"/>
                  <a:pt x="3150211" y="62875"/>
                  <a:pt x="3134512" y="64943"/>
                </a:cubicBezTo>
                <a:cubicBezTo>
                  <a:pt x="3134057" y="66312"/>
                  <a:pt x="3134512" y="69954"/>
                  <a:pt x="3134967" y="71323"/>
                </a:cubicBezTo>
                <a:cubicBezTo>
                  <a:pt x="3147482" y="72460"/>
                  <a:pt x="3149756" y="73829"/>
                  <a:pt x="3149756" y="86812"/>
                </a:cubicBezTo>
                <a:lnTo>
                  <a:pt x="3149756" y="131224"/>
                </a:lnTo>
                <a:cubicBezTo>
                  <a:pt x="3149756" y="150129"/>
                  <a:pt x="3147253" y="150813"/>
                  <a:pt x="3133377" y="151953"/>
                </a:cubicBezTo>
                <a:cubicBezTo>
                  <a:pt x="3132009" y="153319"/>
                  <a:pt x="3132009" y="158101"/>
                  <a:pt x="3133377" y="159466"/>
                </a:cubicBezTo>
                <a:cubicBezTo>
                  <a:pt x="3140883" y="159241"/>
                  <a:pt x="3149756" y="159011"/>
                  <a:pt x="3158859" y="159011"/>
                </a:cubicBezTo>
                <a:cubicBezTo>
                  <a:pt x="3167958" y="159011"/>
                  <a:pt x="3176602" y="159241"/>
                  <a:pt x="3184112" y="159466"/>
                </a:cubicBezTo>
                <a:cubicBezTo>
                  <a:pt x="3185476" y="158101"/>
                  <a:pt x="3185476" y="153319"/>
                  <a:pt x="3184112" y="151953"/>
                </a:cubicBezTo>
                <a:cubicBezTo>
                  <a:pt x="3170232" y="151043"/>
                  <a:pt x="3167732" y="150129"/>
                  <a:pt x="3167732" y="131224"/>
                </a:cubicBezTo>
                <a:close/>
                <a:moveTo>
                  <a:pt x="3230070" y="77394"/>
                </a:moveTo>
                <a:cubicBezTo>
                  <a:pt x="3228706" y="78990"/>
                  <a:pt x="3227342" y="79448"/>
                  <a:pt x="3227342" y="77394"/>
                </a:cubicBezTo>
                <a:cubicBezTo>
                  <a:pt x="3227113" y="71240"/>
                  <a:pt x="3226658" y="62358"/>
                  <a:pt x="3225519" y="60078"/>
                </a:cubicBezTo>
                <a:cubicBezTo>
                  <a:pt x="3225064" y="58938"/>
                  <a:pt x="3224610" y="58257"/>
                  <a:pt x="3222790" y="58257"/>
                </a:cubicBezTo>
                <a:cubicBezTo>
                  <a:pt x="3216420" y="60763"/>
                  <a:pt x="3210504" y="62813"/>
                  <a:pt x="3194805" y="64860"/>
                </a:cubicBezTo>
                <a:cubicBezTo>
                  <a:pt x="3194351" y="66229"/>
                  <a:pt x="3194805" y="69871"/>
                  <a:pt x="3195260" y="71240"/>
                </a:cubicBezTo>
                <a:cubicBezTo>
                  <a:pt x="3207546" y="72380"/>
                  <a:pt x="3210049" y="73520"/>
                  <a:pt x="3210049" y="86743"/>
                </a:cubicBezTo>
                <a:lnTo>
                  <a:pt x="3210049" y="131203"/>
                </a:lnTo>
                <a:cubicBezTo>
                  <a:pt x="3210049" y="149899"/>
                  <a:pt x="3207776" y="150813"/>
                  <a:pt x="3194122" y="151953"/>
                </a:cubicBezTo>
                <a:cubicBezTo>
                  <a:pt x="3192757" y="153319"/>
                  <a:pt x="3192757" y="158101"/>
                  <a:pt x="3194122" y="159466"/>
                </a:cubicBezTo>
                <a:cubicBezTo>
                  <a:pt x="3200950" y="159241"/>
                  <a:pt x="3210049" y="159011"/>
                  <a:pt x="3219149" y="159011"/>
                </a:cubicBezTo>
                <a:cubicBezTo>
                  <a:pt x="3228251" y="159011"/>
                  <a:pt x="3235077" y="159241"/>
                  <a:pt x="3241902" y="159466"/>
                </a:cubicBezTo>
                <a:cubicBezTo>
                  <a:pt x="3243266" y="158101"/>
                  <a:pt x="3243266" y="153319"/>
                  <a:pt x="3241902" y="151953"/>
                </a:cubicBezTo>
                <a:cubicBezTo>
                  <a:pt x="3230300" y="150813"/>
                  <a:pt x="3228022" y="149899"/>
                  <a:pt x="3228022" y="131203"/>
                </a:cubicBezTo>
                <a:lnTo>
                  <a:pt x="3228022" y="93811"/>
                </a:lnTo>
                <a:cubicBezTo>
                  <a:pt x="3228022" y="89022"/>
                  <a:pt x="3230070" y="86287"/>
                  <a:pt x="3231890" y="84237"/>
                </a:cubicBezTo>
                <a:cubicBezTo>
                  <a:pt x="3240537" y="75799"/>
                  <a:pt x="3250775" y="70781"/>
                  <a:pt x="3259649" y="70781"/>
                </a:cubicBezTo>
                <a:cubicBezTo>
                  <a:pt x="3264200" y="70781"/>
                  <a:pt x="3268977" y="73746"/>
                  <a:pt x="3271706" y="78990"/>
                </a:cubicBezTo>
                <a:cubicBezTo>
                  <a:pt x="3273983" y="83552"/>
                  <a:pt x="3274438" y="89707"/>
                  <a:pt x="3274438" y="96546"/>
                </a:cubicBezTo>
                <a:lnTo>
                  <a:pt x="3274438" y="131203"/>
                </a:lnTo>
                <a:cubicBezTo>
                  <a:pt x="3274438" y="149899"/>
                  <a:pt x="3272161" y="150813"/>
                  <a:pt x="3260329" y="151953"/>
                </a:cubicBezTo>
                <a:cubicBezTo>
                  <a:pt x="3259194" y="153319"/>
                  <a:pt x="3259194" y="158101"/>
                  <a:pt x="3260329" y="159466"/>
                </a:cubicBezTo>
                <a:cubicBezTo>
                  <a:pt x="3267158" y="159241"/>
                  <a:pt x="3274438" y="159011"/>
                  <a:pt x="3283537" y="159011"/>
                </a:cubicBezTo>
                <a:cubicBezTo>
                  <a:pt x="3292640" y="159011"/>
                  <a:pt x="3300830" y="159241"/>
                  <a:pt x="3307655" y="159466"/>
                </a:cubicBezTo>
                <a:cubicBezTo>
                  <a:pt x="3308794" y="158101"/>
                  <a:pt x="3308794" y="153319"/>
                  <a:pt x="3307655" y="151953"/>
                </a:cubicBezTo>
                <a:cubicBezTo>
                  <a:pt x="3294914" y="150813"/>
                  <a:pt x="3292411" y="149899"/>
                  <a:pt x="3292411" y="131203"/>
                </a:cubicBezTo>
                <a:lnTo>
                  <a:pt x="3292411" y="97230"/>
                </a:lnTo>
                <a:cubicBezTo>
                  <a:pt x="3292411" y="84692"/>
                  <a:pt x="3291501" y="73746"/>
                  <a:pt x="3286269" y="66684"/>
                </a:cubicBezTo>
                <a:cubicBezTo>
                  <a:pt x="3282399" y="61673"/>
                  <a:pt x="3275348" y="58938"/>
                  <a:pt x="3267384" y="58938"/>
                </a:cubicBezTo>
                <a:cubicBezTo>
                  <a:pt x="3256236" y="58938"/>
                  <a:pt x="3243495" y="61899"/>
                  <a:pt x="3230070" y="77394"/>
                </a:cubicBezTo>
                <a:close/>
                <a:moveTo>
                  <a:pt x="3384102" y="95434"/>
                </a:moveTo>
                <a:cubicBezTo>
                  <a:pt x="3384102" y="116656"/>
                  <a:pt x="3373406" y="120990"/>
                  <a:pt x="3364987" y="120990"/>
                </a:cubicBezTo>
                <a:cubicBezTo>
                  <a:pt x="3345876" y="120990"/>
                  <a:pt x="3343831" y="104792"/>
                  <a:pt x="3343831" y="90186"/>
                </a:cubicBezTo>
                <a:cubicBezTo>
                  <a:pt x="3343831" y="74215"/>
                  <a:pt x="3349517" y="66000"/>
                  <a:pt x="3362033" y="66000"/>
                </a:cubicBezTo>
                <a:cubicBezTo>
                  <a:pt x="3376364" y="66000"/>
                  <a:pt x="3384102" y="76498"/>
                  <a:pt x="3384102" y="95434"/>
                </a:cubicBezTo>
                <a:moveTo>
                  <a:pt x="3341553" y="161235"/>
                </a:moveTo>
                <a:cubicBezTo>
                  <a:pt x="3344056" y="161920"/>
                  <a:pt x="3347698" y="162379"/>
                  <a:pt x="3350656" y="162379"/>
                </a:cubicBezTo>
                <a:cubicBezTo>
                  <a:pt x="3357707" y="162379"/>
                  <a:pt x="3364077" y="161690"/>
                  <a:pt x="3367264" y="161690"/>
                </a:cubicBezTo>
                <a:cubicBezTo>
                  <a:pt x="3378641" y="161690"/>
                  <a:pt x="3388195" y="161920"/>
                  <a:pt x="3394795" y="165576"/>
                </a:cubicBezTo>
                <a:cubicBezTo>
                  <a:pt x="3403668" y="170601"/>
                  <a:pt x="3406397" y="173798"/>
                  <a:pt x="3406397" y="179737"/>
                </a:cubicBezTo>
                <a:cubicBezTo>
                  <a:pt x="3406397" y="196185"/>
                  <a:pt x="3382279" y="204865"/>
                  <a:pt x="3361803" y="204865"/>
                </a:cubicBezTo>
                <a:cubicBezTo>
                  <a:pt x="3353614" y="204865"/>
                  <a:pt x="3334502" y="198238"/>
                  <a:pt x="3334502" y="182708"/>
                </a:cubicBezTo>
                <a:cubicBezTo>
                  <a:pt x="3334502" y="174941"/>
                  <a:pt x="3334957" y="169232"/>
                  <a:pt x="3341553" y="161235"/>
                </a:cubicBezTo>
                <a:moveTo>
                  <a:pt x="3412542" y="70792"/>
                </a:moveTo>
                <a:cubicBezTo>
                  <a:pt x="3416864" y="70792"/>
                  <a:pt x="3420957" y="66684"/>
                  <a:pt x="3420957" y="62128"/>
                </a:cubicBezTo>
                <a:cubicBezTo>
                  <a:pt x="3420957" y="57346"/>
                  <a:pt x="3416635" y="53701"/>
                  <a:pt x="3410493" y="53701"/>
                </a:cubicBezTo>
                <a:cubicBezTo>
                  <a:pt x="3404578" y="53701"/>
                  <a:pt x="3393656" y="57572"/>
                  <a:pt x="3387740" y="65318"/>
                </a:cubicBezTo>
                <a:cubicBezTo>
                  <a:pt x="3385011" y="63494"/>
                  <a:pt x="3377502" y="58938"/>
                  <a:pt x="3364077" y="58938"/>
                </a:cubicBezTo>
                <a:cubicBezTo>
                  <a:pt x="3343831" y="58938"/>
                  <a:pt x="3325174" y="72616"/>
                  <a:pt x="3325174" y="93609"/>
                </a:cubicBezTo>
                <a:cubicBezTo>
                  <a:pt x="3325174" y="105932"/>
                  <a:pt x="3330635" y="113004"/>
                  <a:pt x="3337005" y="119165"/>
                </a:cubicBezTo>
                <a:cubicBezTo>
                  <a:pt x="3330635" y="124635"/>
                  <a:pt x="3326993" y="134407"/>
                  <a:pt x="3326993" y="142126"/>
                </a:cubicBezTo>
                <a:cubicBezTo>
                  <a:pt x="3326993" y="150306"/>
                  <a:pt x="3331545" y="156683"/>
                  <a:pt x="3337460" y="159644"/>
                </a:cubicBezTo>
                <a:cubicBezTo>
                  <a:pt x="3325174" y="166945"/>
                  <a:pt x="3318804" y="177454"/>
                  <a:pt x="3318804" y="187274"/>
                </a:cubicBezTo>
                <a:cubicBezTo>
                  <a:pt x="3318804" y="207142"/>
                  <a:pt x="3337460" y="213289"/>
                  <a:pt x="3354978" y="213289"/>
                </a:cubicBezTo>
                <a:cubicBezTo>
                  <a:pt x="3385692" y="213289"/>
                  <a:pt x="3418912" y="198468"/>
                  <a:pt x="3418912" y="173798"/>
                </a:cubicBezTo>
                <a:cubicBezTo>
                  <a:pt x="3418912" y="166490"/>
                  <a:pt x="3415499" y="160780"/>
                  <a:pt x="3408900" y="155314"/>
                </a:cubicBezTo>
                <a:cubicBezTo>
                  <a:pt x="3400026" y="148026"/>
                  <a:pt x="3384102" y="147800"/>
                  <a:pt x="3375683" y="147800"/>
                </a:cubicBezTo>
                <a:cubicBezTo>
                  <a:pt x="3371587" y="147800"/>
                  <a:pt x="3365900" y="148256"/>
                  <a:pt x="3360439" y="148937"/>
                </a:cubicBezTo>
                <a:cubicBezTo>
                  <a:pt x="3357026" y="149166"/>
                  <a:pt x="3354749" y="149396"/>
                  <a:pt x="3353614" y="149396"/>
                </a:cubicBezTo>
                <a:cubicBezTo>
                  <a:pt x="3347014" y="149396"/>
                  <a:pt x="3339050" y="146212"/>
                  <a:pt x="3339050" y="136451"/>
                </a:cubicBezTo>
                <a:cubicBezTo>
                  <a:pt x="3339050" y="131912"/>
                  <a:pt x="3340418" y="127141"/>
                  <a:pt x="3343147" y="123270"/>
                </a:cubicBezTo>
                <a:cubicBezTo>
                  <a:pt x="3348608" y="126456"/>
                  <a:pt x="3354978" y="128051"/>
                  <a:pt x="3363852" y="128051"/>
                </a:cubicBezTo>
                <a:cubicBezTo>
                  <a:pt x="3383873" y="128051"/>
                  <a:pt x="3402300" y="115517"/>
                  <a:pt x="3402300" y="93154"/>
                </a:cubicBezTo>
                <a:cubicBezTo>
                  <a:pt x="3402300" y="82430"/>
                  <a:pt x="3399117" y="76269"/>
                  <a:pt x="3392517" y="69423"/>
                </a:cubicBezTo>
                <a:cubicBezTo>
                  <a:pt x="3394111" y="67139"/>
                  <a:pt x="3398662" y="63949"/>
                  <a:pt x="3401620" y="63949"/>
                </a:cubicBezTo>
                <a:cubicBezTo>
                  <a:pt x="3403213" y="63949"/>
                  <a:pt x="3404803" y="64634"/>
                  <a:pt x="3406171" y="66684"/>
                </a:cubicBezTo>
                <a:cubicBezTo>
                  <a:pt x="3407081" y="68509"/>
                  <a:pt x="3410039" y="70792"/>
                  <a:pt x="3412542" y="70792"/>
                </a:cubicBezTo>
                <a:close/>
                <a:moveTo>
                  <a:pt x="3491714" y="112257"/>
                </a:moveTo>
                <a:cubicBezTo>
                  <a:pt x="3491714" y="135502"/>
                  <a:pt x="3507187" y="161246"/>
                  <a:pt x="3539495" y="161246"/>
                </a:cubicBezTo>
                <a:cubicBezTo>
                  <a:pt x="3554055" y="161246"/>
                  <a:pt x="3565206" y="156009"/>
                  <a:pt x="3572940" y="148492"/>
                </a:cubicBezTo>
                <a:cubicBezTo>
                  <a:pt x="3583178" y="138463"/>
                  <a:pt x="3587730" y="124107"/>
                  <a:pt x="3587730" y="110207"/>
                </a:cubicBezTo>
                <a:cubicBezTo>
                  <a:pt x="3587730" y="86506"/>
                  <a:pt x="3574760" y="58938"/>
                  <a:pt x="3539949" y="58938"/>
                </a:cubicBezTo>
                <a:cubicBezTo>
                  <a:pt x="3524935" y="58938"/>
                  <a:pt x="3512648" y="65089"/>
                  <a:pt x="3504230" y="74885"/>
                </a:cubicBezTo>
                <a:cubicBezTo>
                  <a:pt x="3496040" y="84685"/>
                  <a:pt x="3491714" y="97901"/>
                  <a:pt x="3491714" y="112257"/>
                </a:cubicBezTo>
                <a:moveTo>
                  <a:pt x="3536537" y="66910"/>
                </a:moveTo>
                <a:cubicBezTo>
                  <a:pt x="3556103" y="66910"/>
                  <a:pt x="3568163" y="84685"/>
                  <a:pt x="3568163" y="117501"/>
                </a:cubicBezTo>
                <a:cubicBezTo>
                  <a:pt x="3568163" y="146212"/>
                  <a:pt x="3553374" y="153277"/>
                  <a:pt x="3542682" y="153277"/>
                </a:cubicBezTo>
                <a:cubicBezTo>
                  <a:pt x="3519019" y="153277"/>
                  <a:pt x="3511284" y="124562"/>
                  <a:pt x="3511284" y="107016"/>
                </a:cubicBezTo>
                <a:cubicBezTo>
                  <a:pt x="3511284" y="87191"/>
                  <a:pt x="3516061" y="66910"/>
                  <a:pt x="3536537" y="66910"/>
                </a:cubicBezTo>
                <a:close/>
                <a:moveTo>
                  <a:pt x="3636872" y="131248"/>
                </a:moveTo>
                <a:lnTo>
                  <a:pt x="3636872" y="70267"/>
                </a:lnTo>
                <a:lnTo>
                  <a:pt x="3658032" y="70267"/>
                </a:lnTo>
                <a:cubicBezTo>
                  <a:pt x="3660080" y="70267"/>
                  <a:pt x="3663267" y="69356"/>
                  <a:pt x="3663267" y="67306"/>
                </a:cubicBezTo>
                <a:lnTo>
                  <a:pt x="3663267" y="62754"/>
                </a:lnTo>
                <a:cubicBezTo>
                  <a:pt x="3663267" y="61843"/>
                  <a:pt x="3662583" y="61385"/>
                  <a:pt x="3661444" y="61385"/>
                </a:cubicBezTo>
                <a:lnTo>
                  <a:pt x="3636872" y="61385"/>
                </a:lnTo>
                <a:lnTo>
                  <a:pt x="3636872" y="48374"/>
                </a:lnTo>
                <a:cubicBezTo>
                  <a:pt x="3636872" y="13223"/>
                  <a:pt x="3647339" y="7746"/>
                  <a:pt x="3654848" y="7746"/>
                </a:cubicBezTo>
                <a:cubicBezTo>
                  <a:pt x="3661673" y="7746"/>
                  <a:pt x="3665312" y="10484"/>
                  <a:pt x="3668499" y="18474"/>
                </a:cubicBezTo>
                <a:cubicBezTo>
                  <a:pt x="3670318" y="22581"/>
                  <a:pt x="3672821" y="25778"/>
                  <a:pt x="3677598" y="25778"/>
                </a:cubicBezTo>
                <a:cubicBezTo>
                  <a:pt x="3681465" y="25778"/>
                  <a:pt x="3686926" y="20983"/>
                  <a:pt x="3686926" y="16420"/>
                </a:cubicBezTo>
                <a:cubicBezTo>
                  <a:pt x="3686926" y="12538"/>
                  <a:pt x="3684423" y="8431"/>
                  <a:pt x="3679646" y="4785"/>
                </a:cubicBezTo>
                <a:cubicBezTo>
                  <a:pt x="3673730" y="685"/>
                  <a:pt x="3667815" y="0"/>
                  <a:pt x="3659170" y="0"/>
                </a:cubicBezTo>
                <a:cubicBezTo>
                  <a:pt x="3640059" y="0"/>
                  <a:pt x="3618899" y="16646"/>
                  <a:pt x="3618899" y="52255"/>
                </a:cubicBezTo>
                <a:lnTo>
                  <a:pt x="3618899" y="61385"/>
                </a:lnTo>
                <a:lnTo>
                  <a:pt x="3607297" y="61385"/>
                </a:lnTo>
                <a:cubicBezTo>
                  <a:pt x="3603200" y="61385"/>
                  <a:pt x="3602062" y="64119"/>
                  <a:pt x="3602062" y="65940"/>
                </a:cubicBezTo>
                <a:lnTo>
                  <a:pt x="3602062" y="68901"/>
                </a:lnTo>
                <a:cubicBezTo>
                  <a:pt x="3602062" y="70041"/>
                  <a:pt x="3602291" y="70267"/>
                  <a:pt x="3603200" y="70267"/>
                </a:cubicBezTo>
                <a:lnTo>
                  <a:pt x="3618899" y="70267"/>
                </a:lnTo>
                <a:lnTo>
                  <a:pt x="3618899" y="131248"/>
                </a:lnTo>
                <a:cubicBezTo>
                  <a:pt x="3618899" y="150132"/>
                  <a:pt x="3615257" y="151043"/>
                  <a:pt x="3602971" y="151953"/>
                </a:cubicBezTo>
                <a:cubicBezTo>
                  <a:pt x="3601607" y="153319"/>
                  <a:pt x="3601607" y="158101"/>
                  <a:pt x="3602971" y="159466"/>
                </a:cubicBezTo>
                <a:cubicBezTo>
                  <a:pt x="3610935" y="159241"/>
                  <a:pt x="3618899" y="159011"/>
                  <a:pt x="3627998" y="159011"/>
                </a:cubicBezTo>
                <a:cubicBezTo>
                  <a:pt x="3637101" y="159011"/>
                  <a:pt x="3648023" y="159241"/>
                  <a:pt x="3655983" y="159466"/>
                </a:cubicBezTo>
                <a:cubicBezTo>
                  <a:pt x="3657351" y="158101"/>
                  <a:pt x="3657351" y="153319"/>
                  <a:pt x="3655983" y="151953"/>
                </a:cubicBezTo>
                <a:cubicBezTo>
                  <a:pt x="3638240" y="151043"/>
                  <a:pt x="3636872" y="150132"/>
                  <a:pt x="3636872" y="131248"/>
                </a:cubicBezTo>
                <a:close/>
                <a:moveTo>
                  <a:pt x="3788854" y="85610"/>
                </a:moveTo>
                <a:cubicBezTo>
                  <a:pt x="3808195" y="85610"/>
                  <a:pt x="3808875" y="90836"/>
                  <a:pt x="3809559" y="101060"/>
                </a:cubicBezTo>
                <a:cubicBezTo>
                  <a:pt x="3810924" y="102422"/>
                  <a:pt x="3815701" y="102422"/>
                  <a:pt x="3817068" y="101060"/>
                </a:cubicBezTo>
                <a:cubicBezTo>
                  <a:pt x="3816839" y="95378"/>
                  <a:pt x="3816614" y="88789"/>
                  <a:pt x="3816614" y="81054"/>
                </a:cubicBezTo>
                <a:cubicBezTo>
                  <a:pt x="3816614" y="73308"/>
                  <a:pt x="3816839" y="67383"/>
                  <a:pt x="3817068" y="61458"/>
                </a:cubicBezTo>
                <a:cubicBezTo>
                  <a:pt x="3815701" y="60088"/>
                  <a:pt x="3810924" y="60088"/>
                  <a:pt x="3809559" y="61458"/>
                </a:cubicBezTo>
                <a:cubicBezTo>
                  <a:pt x="3808875" y="73992"/>
                  <a:pt x="3808195" y="76953"/>
                  <a:pt x="3788854" y="76953"/>
                </a:cubicBezTo>
                <a:lnTo>
                  <a:pt x="3767695" y="76953"/>
                </a:lnTo>
                <a:lnTo>
                  <a:pt x="3767695" y="35929"/>
                </a:lnTo>
                <a:cubicBezTo>
                  <a:pt x="3767695" y="23624"/>
                  <a:pt x="3770427" y="21344"/>
                  <a:pt x="3780436" y="21344"/>
                </a:cubicBezTo>
                <a:lnTo>
                  <a:pt x="3790677" y="21344"/>
                </a:lnTo>
                <a:cubicBezTo>
                  <a:pt x="3814791" y="21344"/>
                  <a:pt x="3820481" y="30459"/>
                  <a:pt x="3825487" y="46188"/>
                </a:cubicBezTo>
                <a:cubicBezTo>
                  <a:pt x="3828216" y="46188"/>
                  <a:pt x="3830719" y="45729"/>
                  <a:pt x="3832538" y="45048"/>
                </a:cubicBezTo>
                <a:cubicBezTo>
                  <a:pt x="3831399" y="35703"/>
                  <a:pt x="3827987" y="13828"/>
                  <a:pt x="3827532" y="12007"/>
                </a:cubicBezTo>
                <a:cubicBezTo>
                  <a:pt x="3827532" y="11551"/>
                  <a:pt x="3827306" y="11322"/>
                  <a:pt x="3826622" y="11322"/>
                </a:cubicBezTo>
                <a:cubicBezTo>
                  <a:pt x="3822755" y="12007"/>
                  <a:pt x="3821616" y="12232"/>
                  <a:pt x="3815930" y="12232"/>
                </a:cubicBezTo>
                <a:lnTo>
                  <a:pt x="3757912" y="12232"/>
                </a:lnTo>
                <a:cubicBezTo>
                  <a:pt x="3750632" y="12024"/>
                  <a:pt x="3737665" y="11795"/>
                  <a:pt x="3728562" y="11565"/>
                </a:cubicBezTo>
                <a:cubicBezTo>
                  <a:pt x="3727198" y="12934"/>
                  <a:pt x="3727198" y="17716"/>
                  <a:pt x="3728562" y="19082"/>
                </a:cubicBezTo>
                <a:cubicBezTo>
                  <a:pt x="3744490" y="19770"/>
                  <a:pt x="3748358" y="20913"/>
                  <a:pt x="3748358" y="39898"/>
                </a:cubicBezTo>
                <a:lnTo>
                  <a:pt x="3748358" y="131276"/>
                </a:lnTo>
                <a:cubicBezTo>
                  <a:pt x="3748358" y="150136"/>
                  <a:pt x="3744490" y="151272"/>
                  <a:pt x="3728562" y="151953"/>
                </a:cubicBezTo>
                <a:cubicBezTo>
                  <a:pt x="3727198" y="153319"/>
                  <a:pt x="3727198" y="158101"/>
                  <a:pt x="3728562" y="159466"/>
                </a:cubicBezTo>
                <a:cubicBezTo>
                  <a:pt x="3736526" y="159241"/>
                  <a:pt x="3747903" y="159011"/>
                  <a:pt x="3758141" y="159011"/>
                </a:cubicBezTo>
                <a:cubicBezTo>
                  <a:pt x="3768379" y="159011"/>
                  <a:pt x="3779526" y="159241"/>
                  <a:pt x="3787490" y="159466"/>
                </a:cubicBezTo>
                <a:cubicBezTo>
                  <a:pt x="3788854" y="158101"/>
                  <a:pt x="3788854" y="153319"/>
                  <a:pt x="3787490" y="151953"/>
                </a:cubicBezTo>
                <a:cubicBezTo>
                  <a:pt x="3771562" y="151272"/>
                  <a:pt x="3767695" y="150136"/>
                  <a:pt x="3767695" y="131276"/>
                </a:cubicBezTo>
                <a:lnTo>
                  <a:pt x="3767695" y="85610"/>
                </a:lnTo>
                <a:lnTo>
                  <a:pt x="3788854" y="85610"/>
                </a:lnTo>
                <a:close/>
                <a:moveTo>
                  <a:pt x="3938106" y="68456"/>
                </a:moveTo>
                <a:cubicBezTo>
                  <a:pt x="3939474" y="67091"/>
                  <a:pt x="3939474" y="62309"/>
                  <a:pt x="3938106" y="60940"/>
                </a:cubicBezTo>
                <a:cubicBezTo>
                  <a:pt x="3931281" y="61169"/>
                  <a:pt x="3923317" y="61398"/>
                  <a:pt x="3915127" y="61398"/>
                </a:cubicBezTo>
                <a:cubicBezTo>
                  <a:pt x="3906483" y="61398"/>
                  <a:pt x="3900338" y="61169"/>
                  <a:pt x="3894422" y="60940"/>
                </a:cubicBezTo>
                <a:cubicBezTo>
                  <a:pt x="3893058" y="62309"/>
                  <a:pt x="3893058" y="67091"/>
                  <a:pt x="3894422" y="68456"/>
                </a:cubicBezTo>
                <a:cubicBezTo>
                  <a:pt x="3905118" y="69593"/>
                  <a:pt x="3907618" y="71869"/>
                  <a:pt x="3912398" y="83691"/>
                </a:cubicBezTo>
                <a:lnTo>
                  <a:pt x="3942203" y="157145"/>
                </a:lnTo>
                <a:cubicBezTo>
                  <a:pt x="3943567" y="160328"/>
                  <a:pt x="3945386" y="161690"/>
                  <a:pt x="3947663" y="161690"/>
                </a:cubicBezTo>
                <a:cubicBezTo>
                  <a:pt x="3949712" y="161690"/>
                  <a:pt x="3951531" y="160328"/>
                  <a:pt x="3953124" y="156690"/>
                </a:cubicBezTo>
                <a:lnTo>
                  <a:pt x="3976103" y="100747"/>
                </a:lnTo>
                <a:lnTo>
                  <a:pt x="3999537" y="157145"/>
                </a:lnTo>
                <a:cubicBezTo>
                  <a:pt x="4000901" y="160328"/>
                  <a:pt x="4002724" y="161690"/>
                  <a:pt x="4004998" y="161690"/>
                </a:cubicBezTo>
                <a:cubicBezTo>
                  <a:pt x="4007046" y="161690"/>
                  <a:pt x="4008865" y="160328"/>
                  <a:pt x="4010229" y="156916"/>
                </a:cubicBezTo>
                <a:lnTo>
                  <a:pt x="4040037" y="84831"/>
                </a:lnTo>
                <a:cubicBezTo>
                  <a:pt x="4043675" y="75507"/>
                  <a:pt x="4047543" y="69138"/>
                  <a:pt x="4059148" y="68456"/>
                </a:cubicBezTo>
                <a:cubicBezTo>
                  <a:pt x="4060513" y="67091"/>
                  <a:pt x="4060513" y="62309"/>
                  <a:pt x="4059148" y="60940"/>
                </a:cubicBezTo>
                <a:cubicBezTo>
                  <a:pt x="4054597" y="61169"/>
                  <a:pt x="4049591" y="61398"/>
                  <a:pt x="4042766" y="61398"/>
                </a:cubicBezTo>
                <a:cubicBezTo>
                  <a:pt x="4035941" y="61398"/>
                  <a:pt x="4026383" y="61169"/>
                  <a:pt x="4019558" y="60940"/>
                </a:cubicBezTo>
                <a:cubicBezTo>
                  <a:pt x="4018193" y="62309"/>
                  <a:pt x="4018193" y="67091"/>
                  <a:pt x="4019558" y="68456"/>
                </a:cubicBezTo>
                <a:cubicBezTo>
                  <a:pt x="4036621" y="69367"/>
                  <a:pt x="4034347" y="75963"/>
                  <a:pt x="4031164" y="83921"/>
                </a:cubicBezTo>
                <a:lnTo>
                  <a:pt x="4012052" y="131221"/>
                </a:lnTo>
                <a:cubicBezTo>
                  <a:pt x="4009775" y="136906"/>
                  <a:pt x="4008865" y="136906"/>
                  <a:pt x="4007046" y="132131"/>
                </a:cubicBezTo>
                <a:lnTo>
                  <a:pt x="3987480" y="82329"/>
                </a:lnTo>
                <a:cubicBezTo>
                  <a:pt x="3983154" y="71640"/>
                  <a:pt x="3983612" y="69367"/>
                  <a:pt x="3995669" y="68456"/>
                </a:cubicBezTo>
                <a:cubicBezTo>
                  <a:pt x="3997034" y="67091"/>
                  <a:pt x="3997034" y="62309"/>
                  <a:pt x="3995669" y="60940"/>
                </a:cubicBezTo>
                <a:cubicBezTo>
                  <a:pt x="3988844" y="61169"/>
                  <a:pt x="3979741" y="61398"/>
                  <a:pt x="3972916" y="61398"/>
                </a:cubicBezTo>
                <a:cubicBezTo>
                  <a:pt x="3967230" y="61398"/>
                  <a:pt x="3959720" y="61169"/>
                  <a:pt x="3952895" y="60940"/>
                </a:cubicBezTo>
                <a:cubicBezTo>
                  <a:pt x="3951531" y="62309"/>
                  <a:pt x="3951531" y="67091"/>
                  <a:pt x="3952895" y="68456"/>
                </a:cubicBezTo>
                <a:cubicBezTo>
                  <a:pt x="3963588" y="69367"/>
                  <a:pt x="3966320" y="75963"/>
                  <a:pt x="3970413" y="86193"/>
                </a:cubicBezTo>
                <a:lnTo>
                  <a:pt x="3971781" y="89832"/>
                </a:lnTo>
                <a:lnTo>
                  <a:pt x="3955853" y="130084"/>
                </a:lnTo>
                <a:cubicBezTo>
                  <a:pt x="3952895" y="137587"/>
                  <a:pt x="3952440" y="137816"/>
                  <a:pt x="3949483" y="130539"/>
                </a:cubicBezTo>
                <a:lnTo>
                  <a:pt x="3931281" y="83691"/>
                </a:lnTo>
                <a:cubicBezTo>
                  <a:pt x="3926959" y="72776"/>
                  <a:pt x="3927188" y="69138"/>
                  <a:pt x="3938106" y="68456"/>
                </a:cubicBezTo>
                <a:close/>
                <a:moveTo>
                  <a:pt x="4069384" y="112257"/>
                </a:moveTo>
                <a:cubicBezTo>
                  <a:pt x="4069384" y="135502"/>
                  <a:pt x="4084857" y="161246"/>
                  <a:pt x="4117164" y="161246"/>
                </a:cubicBezTo>
                <a:cubicBezTo>
                  <a:pt x="4131724" y="161246"/>
                  <a:pt x="4142875" y="156009"/>
                  <a:pt x="4150610" y="148492"/>
                </a:cubicBezTo>
                <a:cubicBezTo>
                  <a:pt x="4160848" y="138463"/>
                  <a:pt x="4165399" y="124107"/>
                  <a:pt x="4165399" y="110207"/>
                </a:cubicBezTo>
                <a:cubicBezTo>
                  <a:pt x="4165399" y="86506"/>
                  <a:pt x="4152429" y="58938"/>
                  <a:pt x="4117619" y="58938"/>
                </a:cubicBezTo>
                <a:cubicBezTo>
                  <a:pt x="4102604" y="58938"/>
                  <a:pt x="4090318" y="65089"/>
                  <a:pt x="4081899" y="74885"/>
                </a:cubicBezTo>
                <a:cubicBezTo>
                  <a:pt x="4073709" y="84685"/>
                  <a:pt x="4069384" y="97901"/>
                  <a:pt x="4069384" y="112257"/>
                </a:cubicBezTo>
                <a:moveTo>
                  <a:pt x="4114206" y="66910"/>
                </a:moveTo>
                <a:cubicBezTo>
                  <a:pt x="4133772" y="66910"/>
                  <a:pt x="4145833" y="84685"/>
                  <a:pt x="4145833" y="117501"/>
                </a:cubicBezTo>
                <a:cubicBezTo>
                  <a:pt x="4145833" y="146212"/>
                  <a:pt x="4131044" y="153277"/>
                  <a:pt x="4120351" y="153277"/>
                </a:cubicBezTo>
                <a:cubicBezTo>
                  <a:pt x="4096688" y="153277"/>
                  <a:pt x="4088953" y="124562"/>
                  <a:pt x="4088953" y="107016"/>
                </a:cubicBezTo>
                <a:cubicBezTo>
                  <a:pt x="4088953" y="87191"/>
                  <a:pt x="4093730" y="66910"/>
                  <a:pt x="4114206" y="66910"/>
                </a:cubicBezTo>
                <a:close/>
                <a:moveTo>
                  <a:pt x="4224098" y="161246"/>
                </a:moveTo>
                <a:cubicBezTo>
                  <a:pt x="4232971" y="161246"/>
                  <a:pt x="4243664" y="156693"/>
                  <a:pt x="4254811" y="147588"/>
                </a:cubicBezTo>
                <a:cubicBezTo>
                  <a:pt x="4255950" y="146678"/>
                  <a:pt x="4257998" y="146223"/>
                  <a:pt x="4258224" y="147814"/>
                </a:cubicBezTo>
                <a:cubicBezTo>
                  <a:pt x="4258908" y="153503"/>
                  <a:pt x="4260727" y="161246"/>
                  <a:pt x="4260727" y="161246"/>
                </a:cubicBezTo>
                <a:cubicBezTo>
                  <a:pt x="4262546" y="161930"/>
                  <a:pt x="4263685" y="161704"/>
                  <a:pt x="4265049" y="161246"/>
                </a:cubicBezTo>
                <a:cubicBezTo>
                  <a:pt x="4270055" y="157149"/>
                  <a:pt x="4278019" y="153732"/>
                  <a:pt x="4291899" y="152137"/>
                </a:cubicBezTo>
                <a:cubicBezTo>
                  <a:pt x="4293263" y="150772"/>
                  <a:pt x="4293263" y="147359"/>
                  <a:pt x="4291899" y="145997"/>
                </a:cubicBezTo>
                <a:cubicBezTo>
                  <a:pt x="4277335" y="144857"/>
                  <a:pt x="4275287" y="140537"/>
                  <a:pt x="4275287" y="129396"/>
                </a:cubicBezTo>
                <a:lnTo>
                  <a:pt x="4275287" y="85738"/>
                </a:lnTo>
                <a:cubicBezTo>
                  <a:pt x="4275287" y="78917"/>
                  <a:pt x="4276200" y="62309"/>
                  <a:pt x="4276200" y="62309"/>
                </a:cubicBezTo>
                <a:cubicBezTo>
                  <a:pt x="4276200" y="61624"/>
                  <a:pt x="4275516" y="60940"/>
                  <a:pt x="4274378" y="60940"/>
                </a:cubicBezTo>
                <a:cubicBezTo>
                  <a:pt x="4273242" y="61169"/>
                  <a:pt x="4269830" y="61398"/>
                  <a:pt x="4266417" y="61398"/>
                </a:cubicBezTo>
                <a:cubicBezTo>
                  <a:pt x="4259134" y="61398"/>
                  <a:pt x="4250944" y="61169"/>
                  <a:pt x="4243209" y="60940"/>
                </a:cubicBezTo>
                <a:cubicBezTo>
                  <a:pt x="4241845" y="62309"/>
                  <a:pt x="4241845" y="67091"/>
                  <a:pt x="4243209" y="68456"/>
                </a:cubicBezTo>
                <a:cubicBezTo>
                  <a:pt x="4254357" y="69138"/>
                  <a:pt x="4257314" y="71869"/>
                  <a:pt x="4257314" y="86875"/>
                </a:cubicBezTo>
                <a:lnTo>
                  <a:pt x="4257314" y="130762"/>
                </a:lnTo>
                <a:cubicBezTo>
                  <a:pt x="4257314" y="135081"/>
                  <a:pt x="4256860" y="136899"/>
                  <a:pt x="4253676" y="139630"/>
                </a:cubicBezTo>
                <a:cubicBezTo>
                  <a:pt x="4245257" y="146904"/>
                  <a:pt x="4236610" y="150542"/>
                  <a:pt x="4230923" y="150542"/>
                </a:cubicBezTo>
                <a:cubicBezTo>
                  <a:pt x="4224098" y="150542"/>
                  <a:pt x="4212721" y="147359"/>
                  <a:pt x="4212721" y="127123"/>
                </a:cubicBezTo>
                <a:lnTo>
                  <a:pt x="4212721" y="85738"/>
                </a:lnTo>
                <a:cubicBezTo>
                  <a:pt x="4212721" y="78917"/>
                  <a:pt x="4213631" y="62309"/>
                  <a:pt x="4213631" y="62309"/>
                </a:cubicBezTo>
                <a:cubicBezTo>
                  <a:pt x="4213631" y="61624"/>
                  <a:pt x="4212950" y="60940"/>
                  <a:pt x="4211812" y="60940"/>
                </a:cubicBezTo>
                <a:cubicBezTo>
                  <a:pt x="4210673" y="61169"/>
                  <a:pt x="4207260" y="61398"/>
                  <a:pt x="4203848" y="61398"/>
                </a:cubicBezTo>
                <a:cubicBezTo>
                  <a:pt x="4196568" y="61398"/>
                  <a:pt x="4188378" y="61169"/>
                  <a:pt x="4180640" y="60940"/>
                </a:cubicBezTo>
                <a:cubicBezTo>
                  <a:pt x="4179275" y="62309"/>
                  <a:pt x="4179275" y="67091"/>
                  <a:pt x="4180640" y="68456"/>
                </a:cubicBezTo>
                <a:cubicBezTo>
                  <a:pt x="4191561" y="69367"/>
                  <a:pt x="4194748" y="71869"/>
                  <a:pt x="4194748" y="86649"/>
                </a:cubicBezTo>
                <a:lnTo>
                  <a:pt x="4194748" y="130307"/>
                </a:lnTo>
                <a:cubicBezTo>
                  <a:pt x="4194748" y="145997"/>
                  <a:pt x="4201574" y="161246"/>
                  <a:pt x="4224098" y="161246"/>
                </a:cubicBezTo>
                <a:close/>
                <a:moveTo>
                  <a:pt x="4317151" y="131231"/>
                </a:moveTo>
                <a:cubicBezTo>
                  <a:pt x="4317151" y="150132"/>
                  <a:pt x="4314651" y="151269"/>
                  <a:pt x="4300771" y="151953"/>
                </a:cubicBezTo>
                <a:cubicBezTo>
                  <a:pt x="4299407" y="153319"/>
                  <a:pt x="4299407" y="158101"/>
                  <a:pt x="4300771" y="159466"/>
                </a:cubicBezTo>
                <a:cubicBezTo>
                  <a:pt x="4308735" y="159241"/>
                  <a:pt x="4317151" y="159011"/>
                  <a:pt x="4326253" y="159011"/>
                </a:cubicBezTo>
                <a:cubicBezTo>
                  <a:pt x="4335353" y="159011"/>
                  <a:pt x="4344000" y="159241"/>
                  <a:pt x="4351506" y="159466"/>
                </a:cubicBezTo>
                <a:cubicBezTo>
                  <a:pt x="4352874" y="158101"/>
                  <a:pt x="4352874" y="153319"/>
                  <a:pt x="4351506" y="151953"/>
                </a:cubicBezTo>
                <a:cubicBezTo>
                  <a:pt x="4337630" y="151269"/>
                  <a:pt x="4335127" y="150132"/>
                  <a:pt x="4335127" y="131231"/>
                </a:cubicBezTo>
                <a:lnTo>
                  <a:pt x="4335127" y="26265"/>
                </a:lnTo>
                <a:cubicBezTo>
                  <a:pt x="4335127" y="11468"/>
                  <a:pt x="4336036" y="2307"/>
                  <a:pt x="4336036" y="2307"/>
                </a:cubicBezTo>
                <a:cubicBezTo>
                  <a:pt x="4336036" y="695"/>
                  <a:pt x="4335127" y="0"/>
                  <a:pt x="4333079" y="0"/>
                </a:cubicBezTo>
                <a:cubicBezTo>
                  <a:pt x="4327392" y="2307"/>
                  <a:pt x="4310325" y="5536"/>
                  <a:pt x="4301226" y="6227"/>
                </a:cubicBezTo>
                <a:cubicBezTo>
                  <a:pt x="4300771" y="8052"/>
                  <a:pt x="4301226" y="11694"/>
                  <a:pt x="4302591" y="13063"/>
                </a:cubicBezTo>
                <a:cubicBezTo>
                  <a:pt x="4315786" y="13970"/>
                  <a:pt x="4317151" y="14655"/>
                  <a:pt x="4317151" y="31731"/>
                </a:cubicBezTo>
                <a:lnTo>
                  <a:pt x="4317151" y="131231"/>
                </a:lnTo>
                <a:close/>
                <a:moveTo>
                  <a:pt x="4434095" y="130717"/>
                </a:moveTo>
                <a:cubicBezTo>
                  <a:pt x="4434095" y="135047"/>
                  <a:pt x="4433640" y="136871"/>
                  <a:pt x="4430457" y="139606"/>
                </a:cubicBezTo>
                <a:cubicBezTo>
                  <a:pt x="4422038" y="146897"/>
                  <a:pt x="4414758" y="150542"/>
                  <a:pt x="4409068" y="150542"/>
                </a:cubicBezTo>
                <a:cubicBezTo>
                  <a:pt x="4396785" y="150542"/>
                  <a:pt x="4384044" y="137097"/>
                  <a:pt x="4384044" y="108611"/>
                </a:cubicBezTo>
                <a:cubicBezTo>
                  <a:pt x="4384044" y="92205"/>
                  <a:pt x="4387228" y="83090"/>
                  <a:pt x="4390640" y="78305"/>
                </a:cubicBezTo>
                <a:cubicBezTo>
                  <a:pt x="4397695" y="67595"/>
                  <a:pt x="4407249" y="66910"/>
                  <a:pt x="4411800" y="66910"/>
                </a:cubicBezTo>
                <a:cubicBezTo>
                  <a:pt x="4419990" y="66910"/>
                  <a:pt x="4425680" y="69874"/>
                  <a:pt x="4430227" y="75115"/>
                </a:cubicBezTo>
                <a:cubicBezTo>
                  <a:pt x="4433414" y="78760"/>
                  <a:pt x="4434095" y="80355"/>
                  <a:pt x="4434095" y="87420"/>
                </a:cubicBezTo>
                <a:lnTo>
                  <a:pt x="4434095" y="130717"/>
                </a:lnTo>
                <a:moveTo>
                  <a:pt x="4431595" y="147581"/>
                </a:moveTo>
                <a:cubicBezTo>
                  <a:pt x="4432730" y="146671"/>
                  <a:pt x="4434779" y="146212"/>
                  <a:pt x="4435008" y="147807"/>
                </a:cubicBezTo>
                <a:cubicBezTo>
                  <a:pt x="4435688" y="153277"/>
                  <a:pt x="4437511" y="161246"/>
                  <a:pt x="4437511" y="161246"/>
                </a:cubicBezTo>
                <a:cubicBezTo>
                  <a:pt x="4439330" y="161930"/>
                  <a:pt x="4440465" y="161704"/>
                  <a:pt x="4441833" y="161246"/>
                </a:cubicBezTo>
                <a:cubicBezTo>
                  <a:pt x="4446836" y="157138"/>
                  <a:pt x="4454800" y="153722"/>
                  <a:pt x="4468679" y="152127"/>
                </a:cubicBezTo>
                <a:cubicBezTo>
                  <a:pt x="4470044" y="150761"/>
                  <a:pt x="4470044" y="147345"/>
                  <a:pt x="4468679" y="145979"/>
                </a:cubicBezTo>
                <a:cubicBezTo>
                  <a:pt x="4454119" y="144840"/>
                  <a:pt x="4452071" y="140510"/>
                  <a:pt x="4452071" y="129344"/>
                </a:cubicBezTo>
                <a:lnTo>
                  <a:pt x="4452071" y="26119"/>
                </a:lnTo>
                <a:cubicBezTo>
                  <a:pt x="4452071" y="11308"/>
                  <a:pt x="4452981" y="2248"/>
                  <a:pt x="4452981" y="2248"/>
                </a:cubicBezTo>
                <a:cubicBezTo>
                  <a:pt x="4452981" y="678"/>
                  <a:pt x="4452071" y="0"/>
                  <a:pt x="4450023" y="0"/>
                </a:cubicBezTo>
                <a:cubicBezTo>
                  <a:pt x="4444336" y="2248"/>
                  <a:pt x="4427270" y="5393"/>
                  <a:pt x="4418170" y="6068"/>
                </a:cubicBezTo>
                <a:cubicBezTo>
                  <a:pt x="4417716" y="7892"/>
                  <a:pt x="4418170" y="11534"/>
                  <a:pt x="4419535" y="12900"/>
                </a:cubicBezTo>
                <a:cubicBezTo>
                  <a:pt x="4431366" y="13584"/>
                  <a:pt x="4434095" y="12444"/>
                  <a:pt x="4434095" y="31589"/>
                </a:cubicBezTo>
                <a:lnTo>
                  <a:pt x="4434095" y="60763"/>
                </a:lnTo>
                <a:cubicBezTo>
                  <a:pt x="4434095" y="62358"/>
                  <a:pt x="4433640" y="62813"/>
                  <a:pt x="4432050" y="62813"/>
                </a:cubicBezTo>
                <a:cubicBezTo>
                  <a:pt x="4431137" y="62813"/>
                  <a:pt x="4421812" y="58938"/>
                  <a:pt x="4414303" y="58938"/>
                </a:cubicBezTo>
                <a:cubicBezTo>
                  <a:pt x="4399285" y="58938"/>
                  <a:pt x="4389276" y="63949"/>
                  <a:pt x="4380173" y="72606"/>
                </a:cubicBezTo>
                <a:cubicBezTo>
                  <a:pt x="4370390" y="82406"/>
                  <a:pt x="4364474" y="95851"/>
                  <a:pt x="4364474" y="112712"/>
                </a:cubicBezTo>
                <a:cubicBezTo>
                  <a:pt x="4364474" y="140746"/>
                  <a:pt x="4378583" y="161246"/>
                  <a:pt x="4403156" y="161246"/>
                </a:cubicBezTo>
                <a:cubicBezTo>
                  <a:pt x="4412026" y="161246"/>
                  <a:pt x="4420444" y="156693"/>
                  <a:pt x="4431595" y="147581"/>
                </a:cubicBezTo>
                <a:close/>
                <a:moveTo>
                  <a:pt x="4567421" y="83545"/>
                </a:moveTo>
                <a:cubicBezTo>
                  <a:pt x="4573337" y="76251"/>
                  <a:pt x="4583804" y="69416"/>
                  <a:pt x="4590400" y="69416"/>
                </a:cubicBezTo>
                <a:cubicBezTo>
                  <a:pt x="4604963" y="69416"/>
                  <a:pt x="4617475" y="85822"/>
                  <a:pt x="4617475" y="111572"/>
                </a:cubicBezTo>
                <a:cubicBezTo>
                  <a:pt x="4617475" y="130261"/>
                  <a:pt x="4610879" y="153503"/>
                  <a:pt x="4585397" y="153503"/>
                </a:cubicBezTo>
                <a:cubicBezTo>
                  <a:pt x="4581301" y="153503"/>
                  <a:pt x="4573337" y="152363"/>
                  <a:pt x="4569244" y="148718"/>
                </a:cubicBezTo>
                <a:cubicBezTo>
                  <a:pt x="4564692" y="144617"/>
                  <a:pt x="4563783" y="143248"/>
                  <a:pt x="4563783" y="135047"/>
                </a:cubicBezTo>
                <a:lnTo>
                  <a:pt x="4563783" y="93571"/>
                </a:lnTo>
                <a:cubicBezTo>
                  <a:pt x="4563783" y="88786"/>
                  <a:pt x="4564692" y="86736"/>
                  <a:pt x="4567421" y="83545"/>
                </a:cubicBezTo>
                <a:moveTo>
                  <a:pt x="4563099" y="75111"/>
                </a:moveTo>
                <a:cubicBezTo>
                  <a:pt x="4562873" y="68276"/>
                  <a:pt x="4562418" y="62358"/>
                  <a:pt x="4561280" y="60078"/>
                </a:cubicBezTo>
                <a:cubicBezTo>
                  <a:pt x="4560825" y="58938"/>
                  <a:pt x="4560370" y="58257"/>
                  <a:pt x="4558547" y="58257"/>
                </a:cubicBezTo>
                <a:cubicBezTo>
                  <a:pt x="4552177" y="60763"/>
                  <a:pt x="4546261" y="62813"/>
                  <a:pt x="4530563" y="64860"/>
                </a:cubicBezTo>
                <a:cubicBezTo>
                  <a:pt x="4530108" y="66229"/>
                  <a:pt x="4530563" y="69871"/>
                  <a:pt x="4531021" y="71240"/>
                </a:cubicBezTo>
                <a:cubicBezTo>
                  <a:pt x="4543303" y="72380"/>
                  <a:pt x="4545807" y="73516"/>
                  <a:pt x="4545807" y="86736"/>
                </a:cubicBezTo>
                <a:lnTo>
                  <a:pt x="4545807" y="184095"/>
                </a:lnTo>
                <a:cubicBezTo>
                  <a:pt x="4545807" y="203058"/>
                  <a:pt x="4543303" y="204202"/>
                  <a:pt x="4529427" y="204886"/>
                </a:cubicBezTo>
                <a:cubicBezTo>
                  <a:pt x="4528063" y="206252"/>
                  <a:pt x="4528063" y="211034"/>
                  <a:pt x="4529427" y="212399"/>
                </a:cubicBezTo>
                <a:cubicBezTo>
                  <a:pt x="4537391" y="212174"/>
                  <a:pt x="4545807" y="211944"/>
                  <a:pt x="4554909" y="211944"/>
                </a:cubicBezTo>
                <a:cubicBezTo>
                  <a:pt x="4564008" y="211944"/>
                  <a:pt x="4574930" y="212174"/>
                  <a:pt x="4582439" y="212399"/>
                </a:cubicBezTo>
                <a:cubicBezTo>
                  <a:pt x="4583804" y="211034"/>
                  <a:pt x="4583804" y="206252"/>
                  <a:pt x="4582439" y="204886"/>
                </a:cubicBezTo>
                <a:cubicBezTo>
                  <a:pt x="4566286" y="203972"/>
                  <a:pt x="4563783" y="203058"/>
                  <a:pt x="4563783" y="184095"/>
                </a:cubicBezTo>
                <a:lnTo>
                  <a:pt x="4563783" y="159425"/>
                </a:lnTo>
                <a:cubicBezTo>
                  <a:pt x="4563783" y="156464"/>
                  <a:pt x="4564692" y="156693"/>
                  <a:pt x="4566966" y="157830"/>
                </a:cubicBezTo>
                <a:cubicBezTo>
                  <a:pt x="4572656" y="159880"/>
                  <a:pt x="4579481" y="161246"/>
                  <a:pt x="4586762" y="161246"/>
                </a:cubicBezTo>
                <a:cubicBezTo>
                  <a:pt x="4599502" y="161246"/>
                  <a:pt x="4610879" y="157374"/>
                  <a:pt x="4620207" y="148492"/>
                </a:cubicBezTo>
                <a:cubicBezTo>
                  <a:pt x="4630900" y="138008"/>
                  <a:pt x="4637041" y="123878"/>
                  <a:pt x="4637041" y="105421"/>
                </a:cubicBezTo>
                <a:cubicBezTo>
                  <a:pt x="4637041" y="81266"/>
                  <a:pt x="4619978" y="58938"/>
                  <a:pt x="4596770" y="58938"/>
                </a:cubicBezTo>
                <a:cubicBezTo>
                  <a:pt x="4586307" y="58938"/>
                  <a:pt x="4574701" y="66000"/>
                  <a:pt x="4565602" y="76025"/>
                </a:cubicBezTo>
                <a:cubicBezTo>
                  <a:pt x="4564237" y="77391"/>
                  <a:pt x="4563328" y="77391"/>
                  <a:pt x="4563099" y="75111"/>
                </a:cubicBezTo>
                <a:close/>
                <a:moveTo>
                  <a:pt x="4685732" y="77391"/>
                </a:moveTo>
                <a:cubicBezTo>
                  <a:pt x="4685278" y="68276"/>
                  <a:pt x="4685048" y="62358"/>
                  <a:pt x="4683913" y="60078"/>
                </a:cubicBezTo>
                <a:cubicBezTo>
                  <a:pt x="4683455" y="58938"/>
                  <a:pt x="4683000" y="58257"/>
                  <a:pt x="4681181" y="58257"/>
                </a:cubicBezTo>
                <a:cubicBezTo>
                  <a:pt x="4674811" y="60763"/>
                  <a:pt x="4668895" y="62813"/>
                  <a:pt x="4653196" y="64860"/>
                </a:cubicBezTo>
                <a:cubicBezTo>
                  <a:pt x="4652741" y="66229"/>
                  <a:pt x="4653196" y="69871"/>
                  <a:pt x="4653651" y="71237"/>
                </a:cubicBezTo>
                <a:cubicBezTo>
                  <a:pt x="4665937" y="72376"/>
                  <a:pt x="4668440" y="73516"/>
                  <a:pt x="4668440" y="86739"/>
                </a:cubicBezTo>
                <a:lnTo>
                  <a:pt x="4668440" y="131203"/>
                </a:lnTo>
                <a:cubicBezTo>
                  <a:pt x="4668440" y="150129"/>
                  <a:pt x="4665711" y="151039"/>
                  <a:pt x="4651603" y="151953"/>
                </a:cubicBezTo>
                <a:cubicBezTo>
                  <a:pt x="4650238" y="153319"/>
                  <a:pt x="4650238" y="158101"/>
                  <a:pt x="4651603" y="159466"/>
                </a:cubicBezTo>
                <a:cubicBezTo>
                  <a:pt x="4659567" y="159241"/>
                  <a:pt x="4668440" y="159011"/>
                  <a:pt x="4677543" y="159011"/>
                </a:cubicBezTo>
                <a:cubicBezTo>
                  <a:pt x="4686642" y="159011"/>
                  <a:pt x="4697109" y="159241"/>
                  <a:pt x="4705069" y="159466"/>
                </a:cubicBezTo>
                <a:cubicBezTo>
                  <a:pt x="4706437" y="158101"/>
                  <a:pt x="4706437" y="153319"/>
                  <a:pt x="4705069" y="151953"/>
                </a:cubicBezTo>
                <a:cubicBezTo>
                  <a:pt x="4689145" y="150813"/>
                  <a:pt x="4686413" y="150129"/>
                  <a:pt x="4686413" y="131203"/>
                </a:cubicBezTo>
                <a:lnTo>
                  <a:pt x="4686413" y="99510"/>
                </a:lnTo>
                <a:cubicBezTo>
                  <a:pt x="4686413" y="93582"/>
                  <a:pt x="4689145" y="88338"/>
                  <a:pt x="4691874" y="84233"/>
                </a:cubicBezTo>
                <a:cubicBezTo>
                  <a:pt x="4694377" y="80585"/>
                  <a:pt x="4699612" y="73061"/>
                  <a:pt x="4702341" y="73061"/>
                </a:cubicBezTo>
                <a:cubicBezTo>
                  <a:pt x="4704389" y="73061"/>
                  <a:pt x="4706437" y="73516"/>
                  <a:pt x="4708256" y="76025"/>
                </a:cubicBezTo>
                <a:cubicBezTo>
                  <a:pt x="4709850" y="78305"/>
                  <a:pt x="4712579" y="81269"/>
                  <a:pt x="4716446" y="81269"/>
                </a:cubicBezTo>
                <a:cubicBezTo>
                  <a:pt x="4721907" y="81269"/>
                  <a:pt x="4727139" y="75567"/>
                  <a:pt x="4727139" y="69871"/>
                </a:cubicBezTo>
                <a:cubicBezTo>
                  <a:pt x="4727139" y="65544"/>
                  <a:pt x="4723046" y="58938"/>
                  <a:pt x="4713488" y="58938"/>
                </a:cubicBezTo>
                <a:cubicBezTo>
                  <a:pt x="4702795" y="58938"/>
                  <a:pt x="4693467" y="68960"/>
                  <a:pt x="4688235" y="77846"/>
                </a:cubicBezTo>
                <a:cubicBezTo>
                  <a:pt x="4686871" y="80355"/>
                  <a:pt x="4685732" y="78531"/>
                  <a:pt x="4685732" y="77391"/>
                </a:cubicBezTo>
                <a:close/>
                <a:moveTo>
                  <a:pt x="4737832" y="112257"/>
                </a:moveTo>
                <a:cubicBezTo>
                  <a:pt x="4737832" y="135502"/>
                  <a:pt x="4753305" y="161246"/>
                  <a:pt x="4785612" y="161246"/>
                </a:cubicBezTo>
                <a:cubicBezTo>
                  <a:pt x="4800172" y="161246"/>
                  <a:pt x="4811323" y="156009"/>
                  <a:pt x="4819058" y="148492"/>
                </a:cubicBezTo>
                <a:cubicBezTo>
                  <a:pt x="4829296" y="138463"/>
                  <a:pt x="4833847" y="124107"/>
                  <a:pt x="4833847" y="110207"/>
                </a:cubicBezTo>
                <a:cubicBezTo>
                  <a:pt x="4833847" y="86506"/>
                  <a:pt x="4820877" y="58938"/>
                  <a:pt x="4786067" y="58938"/>
                </a:cubicBezTo>
                <a:cubicBezTo>
                  <a:pt x="4771052" y="58938"/>
                  <a:pt x="4758766" y="65089"/>
                  <a:pt x="4750347" y="74885"/>
                </a:cubicBezTo>
                <a:cubicBezTo>
                  <a:pt x="4742157" y="84685"/>
                  <a:pt x="4737832" y="97901"/>
                  <a:pt x="4737832" y="112257"/>
                </a:cubicBezTo>
                <a:moveTo>
                  <a:pt x="4782654" y="66910"/>
                </a:moveTo>
                <a:cubicBezTo>
                  <a:pt x="4802220" y="66910"/>
                  <a:pt x="4814281" y="84685"/>
                  <a:pt x="4814281" y="117501"/>
                </a:cubicBezTo>
                <a:cubicBezTo>
                  <a:pt x="4814281" y="146212"/>
                  <a:pt x="4799492" y="153277"/>
                  <a:pt x="4788799" y="153277"/>
                </a:cubicBezTo>
                <a:cubicBezTo>
                  <a:pt x="4765136" y="153277"/>
                  <a:pt x="4757401" y="124562"/>
                  <a:pt x="4757401" y="107016"/>
                </a:cubicBezTo>
                <a:cubicBezTo>
                  <a:pt x="4757401" y="87191"/>
                  <a:pt x="4762178" y="66910"/>
                  <a:pt x="4782654" y="66910"/>
                </a:cubicBezTo>
                <a:close/>
                <a:moveTo>
                  <a:pt x="4852959" y="61385"/>
                </a:moveTo>
                <a:cubicBezTo>
                  <a:pt x="4849772" y="61385"/>
                  <a:pt x="4848862" y="64119"/>
                  <a:pt x="4848862" y="65940"/>
                </a:cubicBezTo>
                <a:lnTo>
                  <a:pt x="4848862" y="68901"/>
                </a:lnTo>
                <a:cubicBezTo>
                  <a:pt x="4848862" y="70041"/>
                  <a:pt x="4849088" y="70267"/>
                  <a:pt x="4850001" y="70267"/>
                </a:cubicBezTo>
                <a:lnTo>
                  <a:pt x="4863423" y="70267"/>
                </a:lnTo>
                <a:lnTo>
                  <a:pt x="4863423" y="138716"/>
                </a:lnTo>
                <a:cubicBezTo>
                  <a:pt x="4863423" y="154869"/>
                  <a:pt x="4870477" y="161246"/>
                  <a:pt x="4880940" y="161246"/>
                </a:cubicBezTo>
                <a:cubicBezTo>
                  <a:pt x="4891407" y="161246"/>
                  <a:pt x="4902784" y="156238"/>
                  <a:pt x="4911658" y="146219"/>
                </a:cubicBezTo>
                <a:cubicBezTo>
                  <a:pt x="4911203" y="143947"/>
                  <a:pt x="4909838" y="142581"/>
                  <a:pt x="4907561" y="142355"/>
                </a:cubicBezTo>
                <a:cubicBezTo>
                  <a:pt x="4901645" y="146904"/>
                  <a:pt x="4894820" y="148721"/>
                  <a:pt x="4888904" y="148721"/>
                </a:cubicBezTo>
                <a:cubicBezTo>
                  <a:pt x="4882763" y="148721"/>
                  <a:pt x="4881399" y="141900"/>
                  <a:pt x="4881399" y="127801"/>
                </a:cubicBezTo>
                <a:lnTo>
                  <a:pt x="4881399" y="70267"/>
                </a:lnTo>
                <a:lnTo>
                  <a:pt x="4905058" y="70267"/>
                </a:lnTo>
                <a:cubicBezTo>
                  <a:pt x="4907335" y="70267"/>
                  <a:pt x="4910519" y="69356"/>
                  <a:pt x="4910519" y="67306"/>
                </a:cubicBezTo>
                <a:lnTo>
                  <a:pt x="4910519" y="62754"/>
                </a:lnTo>
                <a:cubicBezTo>
                  <a:pt x="4910519" y="61843"/>
                  <a:pt x="4909838" y="61385"/>
                  <a:pt x="4908700" y="61385"/>
                </a:cubicBezTo>
                <a:lnTo>
                  <a:pt x="4881399" y="61385"/>
                </a:lnTo>
                <a:lnTo>
                  <a:pt x="4881399" y="52506"/>
                </a:lnTo>
                <a:cubicBezTo>
                  <a:pt x="4881399" y="37702"/>
                  <a:pt x="4882308" y="28590"/>
                  <a:pt x="4882308" y="28590"/>
                </a:cubicBezTo>
                <a:cubicBezTo>
                  <a:pt x="4882308" y="27224"/>
                  <a:pt x="4881624" y="26540"/>
                  <a:pt x="4880486" y="26540"/>
                </a:cubicBezTo>
                <a:cubicBezTo>
                  <a:pt x="4879576" y="26540"/>
                  <a:pt x="4877528" y="27453"/>
                  <a:pt x="4875483" y="28590"/>
                </a:cubicBezTo>
                <a:cubicBezTo>
                  <a:pt x="4872980" y="29959"/>
                  <a:pt x="4870703" y="31095"/>
                  <a:pt x="4867745" y="31780"/>
                </a:cubicBezTo>
                <a:cubicBezTo>
                  <a:pt x="4865016" y="32690"/>
                  <a:pt x="4862742" y="33375"/>
                  <a:pt x="4862742" y="34967"/>
                </a:cubicBezTo>
                <a:cubicBezTo>
                  <a:pt x="4862742" y="37702"/>
                  <a:pt x="4863423" y="36107"/>
                  <a:pt x="4863423" y="61385"/>
                </a:cubicBezTo>
                <a:lnTo>
                  <a:pt x="4852959" y="61385"/>
                </a:lnTo>
                <a:close/>
                <a:moveTo>
                  <a:pt x="4943282" y="94787"/>
                </a:moveTo>
                <a:cubicBezTo>
                  <a:pt x="4947604" y="69162"/>
                  <a:pt x="4963532" y="67122"/>
                  <a:pt x="4968993" y="67122"/>
                </a:cubicBezTo>
                <a:cubicBezTo>
                  <a:pt x="4977637" y="67122"/>
                  <a:pt x="4987875" y="71886"/>
                  <a:pt x="4987875" y="90934"/>
                </a:cubicBezTo>
                <a:cubicBezTo>
                  <a:pt x="4987875" y="92973"/>
                  <a:pt x="4986965" y="94110"/>
                  <a:pt x="4984462" y="94110"/>
                </a:cubicBezTo>
                <a:lnTo>
                  <a:pt x="4943282" y="94787"/>
                </a:lnTo>
                <a:moveTo>
                  <a:pt x="5002890" y="137799"/>
                </a:moveTo>
                <a:cubicBezTo>
                  <a:pt x="4994475" y="146449"/>
                  <a:pt x="4987875" y="150087"/>
                  <a:pt x="4974679" y="150087"/>
                </a:cubicBezTo>
                <a:cubicBezTo>
                  <a:pt x="4966490" y="150087"/>
                  <a:pt x="4956932" y="145309"/>
                  <a:pt x="4949881" y="133705"/>
                </a:cubicBezTo>
                <a:cubicBezTo>
                  <a:pt x="4945330" y="126196"/>
                  <a:pt x="4942598" y="115729"/>
                  <a:pt x="4942598" y="102530"/>
                </a:cubicBezTo>
                <a:lnTo>
                  <a:pt x="5003119" y="102985"/>
                </a:lnTo>
                <a:cubicBezTo>
                  <a:pt x="5005848" y="102985"/>
                  <a:pt x="5007441" y="101620"/>
                  <a:pt x="5007441" y="99114"/>
                </a:cubicBezTo>
                <a:cubicBezTo>
                  <a:pt x="5007441" y="80049"/>
                  <a:pt x="5000616" y="59605"/>
                  <a:pt x="4968993" y="59605"/>
                </a:cubicBezTo>
                <a:cubicBezTo>
                  <a:pt x="4949197" y="59605"/>
                  <a:pt x="4923486" y="78461"/>
                  <a:pt x="4923486" y="112997"/>
                </a:cubicBezTo>
                <a:cubicBezTo>
                  <a:pt x="4923486" y="125740"/>
                  <a:pt x="4926673" y="138028"/>
                  <a:pt x="4934183" y="146674"/>
                </a:cubicBezTo>
                <a:cubicBezTo>
                  <a:pt x="4941917" y="155783"/>
                  <a:pt x="4952610" y="161246"/>
                  <a:pt x="4968993" y="161246"/>
                </a:cubicBezTo>
                <a:cubicBezTo>
                  <a:pt x="4986282" y="161246"/>
                  <a:pt x="4998568" y="153277"/>
                  <a:pt x="5007670" y="141441"/>
                </a:cubicBezTo>
                <a:cubicBezTo>
                  <a:pt x="5006986" y="139165"/>
                  <a:pt x="5005622" y="138028"/>
                  <a:pt x="5002890" y="137799"/>
                </a:cubicBezTo>
                <a:close/>
                <a:moveTo>
                  <a:pt x="5108915" y="138237"/>
                </a:moveTo>
                <a:cubicBezTo>
                  <a:pt x="5108006" y="136187"/>
                  <a:pt x="5106183" y="135276"/>
                  <a:pt x="5104138" y="135047"/>
                </a:cubicBezTo>
                <a:cubicBezTo>
                  <a:pt x="5096400" y="145076"/>
                  <a:pt x="5086617" y="150087"/>
                  <a:pt x="5076834" y="150087"/>
                </a:cubicBezTo>
                <a:cubicBezTo>
                  <a:pt x="5060225" y="150087"/>
                  <a:pt x="5046346" y="133226"/>
                  <a:pt x="5046346" y="106561"/>
                </a:cubicBezTo>
                <a:cubicBezTo>
                  <a:pt x="5046346" y="81495"/>
                  <a:pt x="5057268" y="66455"/>
                  <a:pt x="5072286" y="66455"/>
                </a:cubicBezTo>
                <a:cubicBezTo>
                  <a:pt x="5085707" y="66455"/>
                  <a:pt x="5087526" y="74430"/>
                  <a:pt x="5088440" y="82406"/>
                </a:cubicBezTo>
                <a:cubicBezTo>
                  <a:pt x="5089120" y="88560"/>
                  <a:pt x="5092307" y="90610"/>
                  <a:pt x="5097084" y="90610"/>
                </a:cubicBezTo>
                <a:cubicBezTo>
                  <a:pt x="5101861" y="90610"/>
                  <a:pt x="5108231" y="87650"/>
                  <a:pt x="5108231" y="80585"/>
                </a:cubicBezTo>
                <a:cubicBezTo>
                  <a:pt x="5108231" y="68050"/>
                  <a:pt x="5095265" y="58938"/>
                  <a:pt x="5073421" y="58938"/>
                </a:cubicBezTo>
                <a:cubicBezTo>
                  <a:pt x="5050897" y="58938"/>
                  <a:pt x="5026780" y="79215"/>
                  <a:pt x="5026780" y="111576"/>
                </a:cubicBezTo>
                <a:cubicBezTo>
                  <a:pt x="5026780" y="140972"/>
                  <a:pt x="5043162" y="161246"/>
                  <a:pt x="5071828" y="161246"/>
                </a:cubicBezTo>
                <a:cubicBezTo>
                  <a:pt x="5085482" y="161246"/>
                  <a:pt x="5097539" y="156919"/>
                  <a:pt x="5108915" y="138237"/>
                </a:cubicBezTo>
                <a:close/>
                <a:moveTo>
                  <a:pt x="5125525" y="61385"/>
                </a:moveTo>
                <a:cubicBezTo>
                  <a:pt x="5122338" y="61385"/>
                  <a:pt x="5121429" y="64119"/>
                  <a:pt x="5121429" y="65940"/>
                </a:cubicBezTo>
                <a:lnTo>
                  <a:pt x="5121429" y="68901"/>
                </a:lnTo>
                <a:cubicBezTo>
                  <a:pt x="5121429" y="70041"/>
                  <a:pt x="5121654" y="70267"/>
                  <a:pt x="5122567" y="70267"/>
                </a:cubicBezTo>
                <a:lnTo>
                  <a:pt x="5135989" y="70267"/>
                </a:lnTo>
                <a:lnTo>
                  <a:pt x="5135989" y="138716"/>
                </a:lnTo>
                <a:cubicBezTo>
                  <a:pt x="5135989" y="154869"/>
                  <a:pt x="5143043" y="161246"/>
                  <a:pt x="5153507" y="161246"/>
                </a:cubicBezTo>
                <a:cubicBezTo>
                  <a:pt x="5163974" y="161246"/>
                  <a:pt x="5175350" y="156238"/>
                  <a:pt x="5184224" y="146219"/>
                </a:cubicBezTo>
                <a:cubicBezTo>
                  <a:pt x="5183769" y="143947"/>
                  <a:pt x="5182405" y="142581"/>
                  <a:pt x="5180127" y="142355"/>
                </a:cubicBezTo>
                <a:cubicBezTo>
                  <a:pt x="5174212" y="146904"/>
                  <a:pt x="5167386" y="148721"/>
                  <a:pt x="5161471" y="148721"/>
                </a:cubicBezTo>
                <a:cubicBezTo>
                  <a:pt x="5155329" y="148721"/>
                  <a:pt x="5153965" y="141900"/>
                  <a:pt x="5153965" y="127801"/>
                </a:cubicBezTo>
                <a:lnTo>
                  <a:pt x="5153965" y="70267"/>
                </a:lnTo>
                <a:lnTo>
                  <a:pt x="5177624" y="70267"/>
                </a:lnTo>
                <a:cubicBezTo>
                  <a:pt x="5179902" y="70267"/>
                  <a:pt x="5183085" y="69356"/>
                  <a:pt x="5183085" y="67306"/>
                </a:cubicBezTo>
                <a:lnTo>
                  <a:pt x="5183085" y="62754"/>
                </a:lnTo>
                <a:cubicBezTo>
                  <a:pt x="5183085" y="61843"/>
                  <a:pt x="5182405" y="61385"/>
                  <a:pt x="5181266" y="61385"/>
                </a:cubicBezTo>
                <a:lnTo>
                  <a:pt x="5153965" y="61385"/>
                </a:lnTo>
                <a:lnTo>
                  <a:pt x="5153965" y="52506"/>
                </a:lnTo>
                <a:cubicBezTo>
                  <a:pt x="5153965" y="37702"/>
                  <a:pt x="5154875" y="28590"/>
                  <a:pt x="5154875" y="28590"/>
                </a:cubicBezTo>
                <a:cubicBezTo>
                  <a:pt x="5154875" y="27224"/>
                  <a:pt x="5154191" y="26540"/>
                  <a:pt x="5153052" y="26540"/>
                </a:cubicBezTo>
                <a:cubicBezTo>
                  <a:pt x="5152142" y="26540"/>
                  <a:pt x="5150094" y="27453"/>
                  <a:pt x="5148049" y="28590"/>
                </a:cubicBezTo>
                <a:cubicBezTo>
                  <a:pt x="5145546" y="29959"/>
                  <a:pt x="5143269" y="31095"/>
                  <a:pt x="5140311" y="31780"/>
                </a:cubicBezTo>
                <a:cubicBezTo>
                  <a:pt x="5137582" y="32690"/>
                  <a:pt x="5135308" y="33375"/>
                  <a:pt x="5135308" y="34967"/>
                </a:cubicBezTo>
                <a:cubicBezTo>
                  <a:pt x="5135308" y="37702"/>
                  <a:pt x="5135989" y="36107"/>
                  <a:pt x="5135989" y="61385"/>
                </a:cubicBezTo>
                <a:lnTo>
                  <a:pt x="5125525" y="61385"/>
                </a:lnTo>
                <a:close/>
                <a:moveTo>
                  <a:pt x="5330519" y="9119"/>
                </a:moveTo>
                <a:cubicBezTo>
                  <a:pt x="5292522" y="9119"/>
                  <a:pt x="5253160" y="38925"/>
                  <a:pt x="5253160" y="88963"/>
                </a:cubicBezTo>
                <a:cubicBezTo>
                  <a:pt x="5253160" y="130008"/>
                  <a:pt x="5281374" y="161246"/>
                  <a:pt x="5324829" y="161246"/>
                </a:cubicBezTo>
                <a:cubicBezTo>
                  <a:pt x="5351675" y="161246"/>
                  <a:pt x="5372835" y="155553"/>
                  <a:pt x="5388308" y="142327"/>
                </a:cubicBezTo>
                <a:cubicBezTo>
                  <a:pt x="5385805" y="140273"/>
                  <a:pt x="5384666" y="138449"/>
                  <a:pt x="5384666" y="135940"/>
                </a:cubicBezTo>
                <a:lnTo>
                  <a:pt x="5384666" y="109477"/>
                </a:lnTo>
                <a:cubicBezTo>
                  <a:pt x="5384666" y="101494"/>
                  <a:pt x="5388534" y="99211"/>
                  <a:pt x="5395133" y="98527"/>
                </a:cubicBezTo>
                <a:cubicBezTo>
                  <a:pt x="5396498" y="97161"/>
                  <a:pt x="5396498" y="91695"/>
                  <a:pt x="5395133" y="90329"/>
                </a:cubicBezTo>
                <a:cubicBezTo>
                  <a:pt x="5389672" y="90558"/>
                  <a:pt x="5383986" y="90784"/>
                  <a:pt x="5374883" y="90784"/>
                </a:cubicBezTo>
                <a:cubicBezTo>
                  <a:pt x="5367374" y="90784"/>
                  <a:pt x="5356681" y="90558"/>
                  <a:pt x="5346672" y="90329"/>
                </a:cubicBezTo>
                <a:cubicBezTo>
                  <a:pt x="5345305" y="91695"/>
                  <a:pt x="5345305" y="97161"/>
                  <a:pt x="5346672" y="98527"/>
                </a:cubicBezTo>
                <a:cubicBezTo>
                  <a:pt x="5359184" y="99441"/>
                  <a:pt x="5365329" y="100355"/>
                  <a:pt x="5365329" y="109477"/>
                </a:cubicBezTo>
                <a:lnTo>
                  <a:pt x="5365329" y="144381"/>
                </a:lnTo>
                <a:cubicBezTo>
                  <a:pt x="5357591" y="151679"/>
                  <a:pt x="5342350" y="153048"/>
                  <a:pt x="5330064" y="153048"/>
                </a:cubicBezTo>
                <a:cubicBezTo>
                  <a:pt x="5294115" y="153048"/>
                  <a:pt x="5275004" y="114495"/>
                  <a:pt x="5275004" y="84414"/>
                </a:cubicBezTo>
                <a:cubicBezTo>
                  <a:pt x="5275004" y="44614"/>
                  <a:pt x="5300940" y="17320"/>
                  <a:pt x="5327332" y="17320"/>
                </a:cubicBezTo>
                <a:cubicBezTo>
                  <a:pt x="5360323" y="17320"/>
                  <a:pt x="5369651" y="36197"/>
                  <a:pt x="5375567" y="55758"/>
                </a:cubicBezTo>
                <a:cubicBezTo>
                  <a:pt x="5378070" y="55984"/>
                  <a:pt x="5380573" y="55529"/>
                  <a:pt x="5383073" y="54393"/>
                </a:cubicBezTo>
                <a:cubicBezTo>
                  <a:pt x="5382618" y="44839"/>
                  <a:pt x="5381483" y="35742"/>
                  <a:pt x="5377841" y="19367"/>
                </a:cubicBezTo>
                <a:cubicBezTo>
                  <a:pt x="5364190" y="17091"/>
                  <a:pt x="5355772" y="9119"/>
                  <a:pt x="5330519" y="91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Text andH(andF’sotherdependents)f">
            <a:extLst xmlns:a="http://schemas.openxmlformats.org/drawingml/2006/main">
              <a:ext uri="{FF2B5EF4-FFF2-40B4-BE49-F238E27FC236}">
                <a16:creationId xmlns:a16="http://schemas.microsoft.com/office/drawing/2014/main" id="{39FD6B3C-C683-412F-9281-796A662DA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871" y="5035579"/>
            <a:ext cx="3233073" cy="214620"/>
          </a:xfrm>
          <a:custGeom xmlns:a="http://schemas.openxmlformats.org/drawingml/2006/main">
            <a:pathLst>
              <a:path w="3233073" h="214620">
                <a:moveTo>
                  <a:pt x="58531" y="108101"/>
                </a:moveTo>
                <a:lnTo>
                  <a:pt x="58531" y="138178"/>
                </a:lnTo>
                <a:cubicBezTo>
                  <a:pt x="58531" y="141142"/>
                  <a:pt x="57162" y="142737"/>
                  <a:pt x="55341" y="144103"/>
                </a:cubicBezTo>
                <a:cubicBezTo>
                  <a:pt x="49420" y="148888"/>
                  <a:pt x="41677" y="154132"/>
                  <a:pt x="35300" y="154132"/>
                </a:cubicBezTo>
                <a:cubicBezTo>
                  <a:pt x="23912" y="154132"/>
                  <a:pt x="18901" y="145017"/>
                  <a:pt x="18901" y="137952"/>
                </a:cubicBezTo>
                <a:cubicBezTo>
                  <a:pt x="18901" y="127697"/>
                  <a:pt x="23686" y="117212"/>
                  <a:pt x="40537" y="112886"/>
                </a:cubicBezTo>
                <a:lnTo>
                  <a:pt x="58531" y="108101"/>
                </a:lnTo>
                <a:moveTo>
                  <a:pt x="58531" y="150257"/>
                </a:moveTo>
                <a:cubicBezTo>
                  <a:pt x="59897" y="157319"/>
                  <a:pt x="62403" y="163466"/>
                  <a:pt x="73791" y="163466"/>
                </a:cubicBezTo>
                <a:cubicBezTo>
                  <a:pt x="82444" y="163466"/>
                  <a:pt x="90642" y="159595"/>
                  <a:pt x="95423" y="155043"/>
                </a:cubicBezTo>
                <a:cubicBezTo>
                  <a:pt x="94968" y="152308"/>
                  <a:pt x="94058" y="150257"/>
                  <a:pt x="91552" y="148892"/>
                </a:cubicBezTo>
                <a:cubicBezTo>
                  <a:pt x="89960" y="150257"/>
                  <a:pt x="86086" y="152537"/>
                  <a:pt x="83125" y="152537"/>
                </a:cubicBezTo>
                <a:cubicBezTo>
                  <a:pt x="76522" y="152537"/>
                  <a:pt x="76293" y="143648"/>
                  <a:pt x="76293" y="133167"/>
                </a:cubicBezTo>
                <a:lnTo>
                  <a:pt x="76293" y="99667"/>
                </a:lnTo>
                <a:cubicBezTo>
                  <a:pt x="76293" y="67310"/>
                  <a:pt x="58531" y="61159"/>
                  <a:pt x="41903" y="61159"/>
                </a:cubicBezTo>
                <a:cubicBezTo>
                  <a:pt x="23228" y="61159"/>
                  <a:pt x="4327" y="73461"/>
                  <a:pt x="4327" y="86451"/>
                </a:cubicBezTo>
                <a:cubicBezTo>
                  <a:pt x="4327" y="91920"/>
                  <a:pt x="7058" y="94655"/>
                  <a:pt x="12298" y="94655"/>
                </a:cubicBezTo>
                <a:cubicBezTo>
                  <a:pt x="18901" y="94655"/>
                  <a:pt x="23002" y="89870"/>
                  <a:pt x="23002" y="86906"/>
                </a:cubicBezTo>
                <a:cubicBezTo>
                  <a:pt x="23002" y="85311"/>
                  <a:pt x="22772" y="83716"/>
                  <a:pt x="22317" y="82805"/>
                </a:cubicBezTo>
                <a:cubicBezTo>
                  <a:pt x="22091" y="82121"/>
                  <a:pt x="21862" y="80755"/>
                  <a:pt x="21862" y="78246"/>
                </a:cubicBezTo>
                <a:cubicBezTo>
                  <a:pt x="21862" y="71181"/>
                  <a:pt x="31429" y="68675"/>
                  <a:pt x="40082" y="68675"/>
                </a:cubicBezTo>
                <a:cubicBezTo>
                  <a:pt x="47825" y="68675"/>
                  <a:pt x="58531" y="72550"/>
                  <a:pt x="58531" y="98301"/>
                </a:cubicBezTo>
                <a:cubicBezTo>
                  <a:pt x="58531" y="99896"/>
                  <a:pt x="57847" y="100806"/>
                  <a:pt x="57162" y="101036"/>
                </a:cubicBezTo>
                <a:lnTo>
                  <a:pt x="37576" y="105821"/>
                </a:lnTo>
                <a:cubicBezTo>
                  <a:pt x="15715" y="111291"/>
                  <a:pt x="0" y="123367"/>
                  <a:pt x="0" y="138862"/>
                </a:cubicBezTo>
                <a:cubicBezTo>
                  <a:pt x="0" y="157548"/>
                  <a:pt x="12754" y="163466"/>
                  <a:pt x="28694" y="163466"/>
                </a:cubicBezTo>
                <a:cubicBezTo>
                  <a:pt x="36666" y="163466"/>
                  <a:pt x="43498" y="161645"/>
                  <a:pt x="53520" y="153903"/>
                </a:cubicBezTo>
                <a:lnTo>
                  <a:pt x="58076" y="150257"/>
                </a:lnTo>
                <a:lnTo>
                  <a:pt x="58531" y="150257"/>
                </a:lnTo>
                <a:close/>
                <a:moveTo>
                  <a:pt x="137785" y="79615"/>
                </a:moveTo>
                <a:cubicBezTo>
                  <a:pt x="136419" y="81210"/>
                  <a:pt x="135053" y="81669"/>
                  <a:pt x="135053" y="79615"/>
                </a:cubicBezTo>
                <a:cubicBezTo>
                  <a:pt x="134824" y="73461"/>
                  <a:pt x="134369" y="64578"/>
                  <a:pt x="133229" y="62299"/>
                </a:cubicBezTo>
                <a:cubicBezTo>
                  <a:pt x="132774" y="61159"/>
                  <a:pt x="132318" y="60478"/>
                  <a:pt x="130497" y="60478"/>
                </a:cubicBezTo>
                <a:cubicBezTo>
                  <a:pt x="124121" y="62983"/>
                  <a:pt x="118199" y="65033"/>
                  <a:pt x="102484" y="67080"/>
                </a:cubicBezTo>
                <a:cubicBezTo>
                  <a:pt x="102029" y="68449"/>
                  <a:pt x="102484" y="72091"/>
                  <a:pt x="102940" y="73461"/>
                </a:cubicBezTo>
                <a:cubicBezTo>
                  <a:pt x="115238" y="74600"/>
                  <a:pt x="117744" y="75740"/>
                  <a:pt x="117744" y="88963"/>
                </a:cubicBezTo>
                <a:lnTo>
                  <a:pt x="117744" y="133424"/>
                </a:lnTo>
                <a:cubicBezTo>
                  <a:pt x="117744" y="152120"/>
                  <a:pt x="115468" y="153034"/>
                  <a:pt x="101800" y="154174"/>
                </a:cubicBezTo>
                <a:cubicBezTo>
                  <a:pt x="100434" y="155540"/>
                  <a:pt x="100434" y="160321"/>
                  <a:pt x="101800" y="161687"/>
                </a:cubicBezTo>
                <a:cubicBezTo>
                  <a:pt x="108635" y="161461"/>
                  <a:pt x="117744" y="161232"/>
                  <a:pt x="126852" y="161232"/>
                </a:cubicBezTo>
                <a:cubicBezTo>
                  <a:pt x="135964" y="161232"/>
                  <a:pt x="142796" y="161461"/>
                  <a:pt x="149628" y="161687"/>
                </a:cubicBezTo>
                <a:cubicBezTo>
                  <a:pt x="150994" y="160321"/>
                  <a:pt x="150994" y="155540"/>
                  <a:pt x="149628" y="154174"/>
                </a:cubicBezTo>
                <a:cubicBezTo>
                  <a:pt x="138014" y="153034"/>
                  <a:pt x="135734" y="152120"/>
                  <a:pt x="135734" y="133424"/>
                </a:cubicBezTo>
                <a:lnTo>
                  <a:pt x="135734" y="96032"/>
                </a:lnTo>
                <a:cubicBezTo>
                  <a:pt x="135734" y="91243"/>
                  <a:pt x="137785" y="88508"/>
                  <a:pt x="139606" y="86458"/>
                </a:cubicBezTo>
                <a:cubicBezTo>
                  <a:pt x="148262" y="78020"/>
                  <a:pt x="158510" y="73002"/>
                  <a:pt x="167393" y="73002"/>
                </a:cubicBezTo>
                <a:cubicBezTo>
                  <a:pt x="171949" y="73002"/>
                  <a:pt x="176730" y="75966"/>
                  <a:pt x="179462" y="81210"/>
                </a:cubicBezTo>
                <a:cubicBezTo>
                  <a:pt x="181742" y="85773"/>
                  <a:pt x="182197" y="91927"/>
                  <a:pt x="182197" y="98766"/>
                </a:cubicBezTo>
                <a:lnTo>
                  <a:pt x="182197" y="133424"/>
                </a:lnTo>
                <a:cubicBezTo>
                  <a:pt x="182197" y="152120"/>
                  <a:pt x="179917" y="153034"/>
                  <a:pt x="168074" y="154174"/>
                </a:cubicBezTo>
                <a:cubicBezTo>
                  <a:pt x="166938" y="155540"/>
                  <a:pt x="166938" y="160321"/>
                  <a:pt x="168074" y="161687"/>
                </a:cubicBezTo>
                <a:cubicBezTo>
                  <a:pt x="174910" y="161461"/>
                  <a:pt x="182197" y="161232"/>
                  <a:pt x="191305" y="161232"/>
                </a:cubicBezTo>
                <a:cubicBezTo>
                  <a:pt x="200417" y="161232"/>
                  <a:pt x="208615" y="161461"/>
                  <a:pt x="215447" y="161687"/>
                </a:cubicBezTo>
                <a:cubicBezTo>
                  <a:pt x="216587" y="160321"/>
                  <a:pt x="216587" y="155540"/>
                  <a:pt x="215447" y="154174"/>
                </a:cubicBezTo>
                <a:cubicBezTo>
                  <a:pt x="202693" y="153034"/>
                  <a:pt x="200188" y="152120"/>
                  <a:pt x="200188" y="133424"/>
                </a:cubicBezTo>
                <a:lnTo>
                  <a:pt x="200188" y="99451"/>
                </a:lnTo>
                <a:cubicBezTo>
                  <a:pt x="200188" y="86913"/>
                  <a:pt x="199277" y="75966"/>
                  <a:pt x="194040" y="68905"/>
                </a:cubicBezTo>
                <a:cubicBezTo>
                  <a:pt x="190165" y="63894"/>
                  <a:pt x="183107" y="61159"/>
                  <a:pt x="175135" y="61159"/>
                </a:cubicBezTo>
                <a:cubicBezTo>
                  <a:pt x="163977" y="61159"/>
                  <a:pt x="151223" y="64119"/>
                  <a:pt x="137785" y="79615"/>
                </a:cubicBezTo>
                <a:close/>
                <a:moveTo>
                  <a:pt x="297889" y="132937"/>
                </a:moveTo>
                <a:cubicBezTo>
                  <a:pt x="297889" y="137267"/>
                  <a:pt x="297434" y="139092"/>
                  <a:pt x="294247" y="141827"/>
                </a:cubicBezTo>
                <a:cubicBezTo>
                  <a:pt x="285820" y="149117"/>
                  <a:pt x="278533" y="152763"/>
                  <a:pt x="272837" y="152763"/>
                </a:cubicBezTo>
                <a:cubicBezTo>
                  <a:pt x="260542" y="152763"/>
                  <a:pt x="247789" y="139318"/>
                  <a:pt x="247789" y="110832"/>
                </a:cubicBezTo>
                <a:cubicBezTo>
                  <a:pt x="247789" y="94426"/>
                  <a:pt x="250975" y="85311"/>
                  <a:pt x="254391" y="80526"/>
                </a:cubicBezTo>
                <a:cubicBezTo>
                  <a:pt x="261453" y="69815"/>
                  <a:pt x="271016" y="69131"/>
                  <a:pt x="275572" y="69131"/>
                </a:cubicBezTo>
                <a:cubicBezTo>
                  <a:pt x="283770" y="69131"/>
                  <a:pt x="289466" y="72095"/>
                  <a:pt x="294018" y="77335"/>
                </a:cubicBezTo>
                <a:cubicBezTo>
                  <a:pt x="297208" y="80981"/>
                  <a:pt x="297889" y="82576"/>
                  <a:pt x="297889" y="89641"/>
                </a:cubicBezTo>
                <a:lnTo>
                  <a:pt x="297889" y="132937"/>
                </a:lnTo>
                <a:moveTo>
                  <a:pt x="295387" y="149802"/>
                </a:moveTo>
                <a:cubicBezTo>
                  <a:pt x="296524" y="148892"/>
                  <a:pt x="298574" y="148433"/>
                  <a:pt x="298803" y="150028"/>
                </a:cubicBezTo>
                <a:cubicBezTo>
                  <a:pt x="299484" y="155498"/>
                  <a:pt x="301309" y="163466"/>
                  <a:pt x="301309" y="163466"/>
                </a:cubicBezTo>
                <a:cubicBezTo>
                  <a:pt x="303130" y="164151"/>
                  <a:pt x="304266" y="163925"/>
                  <a:pt x="305635" y="163466"/>
                </a:cubicBezTo>
                <a:cubicBezTo>
                  <a:pt x="310643" y="159359"/>
                  <a:pt x="318615" y="155943"/>
                  <a:pt x="332509" y="154348"/>
                </a:cubicBezTo>
                <a:cubicBezTo>
                  <a:pt x="333874" y="152982"/>
                  <a:pt x="333874" y="149566"/>
                  <a:pt x="332509" y="148200"/>
                </a:cubicBezTo>
                <a:cubicBezTo>
                  <a:pt x="317934" y="147060"/>
                  <a:pt x="315884" y="142730"/>
                  <a:pt x="315884" y="131565"/>
                </a:cubicBezTo>
                <a:lnTo>
                  <a:pt x="315884" y="28340"/>
                </a:lnTo>
                <a:cubicBezTo>
                  <a:pt x="315884" y="13529"/>
                  <a:pt x="316794" y="4469"/>
                  <a:pt x="316794" y="4469"/>
                </a:cubicBezTo>
                <a:cubicBezTo>
                  <a:pt x="316794" y="2898"/>
                  <a:pt x="315884" y="2221"/>
                  <a:pt x="313833" y="2221"/>
                </a:cubicBezTo>
                <a:cubicBezTo>
                  <a:pt x="308141" y="4469"/>
                  <a:pt x="291057" y="7614"/>
                  <a:pt x="281949" y="8288"/>
                </a:cubicBezTo>
                <a:cubicBezTo>
                  <a:pt x="281494" y="10113"/>
                  <a:pt x="281949" y="13755"/>
                  <a:pt x="283315" y="15120"/>
                </a:cubicBezTo>
                <a:cubicBezTo>
                  <a:pt x="295158" y="15805"/>
                  <a:pt x="297889" y="14665"/>
                  <a:pt x="297889" y="33809"/>
                </a:cubicBezTo>
                <a:lnTo>
                  <a:pt x="297889" y="62983"/>
                </a:lnTo>
                <a:cubicBezTo>
                  <a:pt x="297889" y="64578"/>
                  <a:pt x="297434" y="65033"/>
                  <a:pt x="295843" y="65033"/>
                </a:cubicBezTo>
                <a:cubicBezTo>
                  <a:pt x="294929" y="65033"/>
                  <a:pt x="285594" y="61159"/>
                  <a:pt x="278078" y="61159"/>
                </a:cubicBezTo>
                <a:cubicBezTo>
                  <a:pt x="263044" y="61159"/>
                  <a:pt x="253026" y="66170"/>
                  <a:pt x="243914" y="74826"/>
                </a:cubicBezTo>
                <a:cubicBezTo>
                  <a:pt x="234121" y="84626"/>
                  <a:pt x="228199" y="98071"/>
                  <a:pt x="228199" y="114933"/>
                </a:cubicBezTo>
                <a:cubicBezTo>
                  <a:pt x="228199" y="142967"/>
                  <a:pt x="242322" y="163466"/>
                  <a:pt x="266919" y="163466"/>
                </a:cubicBezTo>
                <a:cubicBezTo>
                  <a:pt x="275798" y="163466"/>
                  <a:pt x="284225" y="158914"/>
                  <a:pt x="295387" y="149802"/>
                </a:cubicBezTo>
                <a:close/>
                <a:moveTo>
                  <a:pt x="532242" y="133431"/>
                </a:moveTo>
                <a:lnTo>
                  <a:pt x="532242" y="42042"/>
                </a:lnTo>
                <a:cubicBezTo>
                  <a:pt x="532242" y="23127"/>
                  <a:pt x="536113" y="21987"/>
                  <a:pt x="552053" y="21302"/>
                </a:cubicBezTo>
                <a:cubicBezTo>
                  <a:pt x="553423" y="19937"/>
                  <a:pt x="553423" y="15155"/>
                  <a:pt x="552053" y="13786"/>
                </a:cubicBezTo>
                <a:cubicBezTo>
                  <a:pt x="542716" y="14015"/>
                  <a:pt x="531102" y="14245"/>
                  <a:pt x="522449" y="14245"/>
                </a:cubicBezTo>
                <a:cubicBezTo>
                  <a:pt x="514022" y="14245"/>
                  <a:pt x="503089" y="14015"/>
                  <a:pt x="493070" y="13786"/>
                </a:cubicBezTo>
                <a:cubicBezTo>
                  <a:pt x="491701" y="15155"/>
                  <a:pt x="491701" y="19937"/>
                  <a:pt x="493070" y="21302"/>
                </a:cubicBezTo>
                <a:cubicBezTo>
                  <a:pt x="509011" y="21987"/>
                  <a:pt x="512882" y="23127"/>
                  <a:pt x="512882" y="42042"/>
                </a:cubicBezTo>
                <a:lnTo>
                  <a:pt x="512882" y="78506"/>
                </a:lnTo>
                <a:lnTo>
                  <a:pt x="434994" y="78506"/>
                </a:lnTo>
                <a:lnTo>
                  <a:pt x="434994" y="42042"/>
                </a:lnTo>
                <a:cubicBezTo>
                  <a:pt x="434994" y="23127"/>
                  <a:pt x="438865" y="21987"/>
                  <a:pt x="454809" y="21302"/>
                </a:cubicBezTo>
                <a:cubicBezTo>
                  <a:pt x="456175" y="19937"/>
                  <a:pt x="456175" y="15155"/>
                  <a:pt x="454809" y="13786"/>
                </a:cubicBezTo>
                <a:cubicBezTo>
                  <a:pt x="446153" y="14015"/>
                  <a:pt x="436815" y="14245"/>
                  <a:pt x="425201" y="14245"/>
                </a:cubicBezTo>
                <a:cubicBezTo>
                  <a:pt x="413813" y="14245"/>
                  <a:pt x="404475" y="14015"/>
                  <a:pt x="395822" y="13786"/>
                </a:cubicBezTo>
                <a:cubicBezTo>
                  <a:pt x="394453" y="15155"/>
                  <a:pt x="394453" y="19937"/>
                  <a:pt x="395822" y="21302"/>
                </a:cubicBezTo>
                <a:cubicBezTo>
                  <a:pt x="411763" y="21987"/>
                  <a:pt x="415634" y="23127"/>
                  <a:pt x="415634" y="42042"/>
                </a:cubicBezTo>
                <a:lnTo>
                  <a:pt x="415634" y="133431"/>
                </a:lnTo>
                <a:cubicBezTo>
                  <a:pt x="415634" y="152349"/>
                  <a:pt x="411763" y="153489"/>
                  <a:pt x="395822" y="154174"/>
                </a:cubicBezTo>
                <a:cubicBezTo>
                  <a:pt x="394453" y="155540"/>
                  <a:pt x="394453" y="160321"/>
                  <a:pt x="395822" y="161687"/>
                </a:cubicBezTo>
                <a:cubicBezTo>
                  <a:pt x="405841" y="161461"/>
                  <a:pt x="416774" y="161232"/>
                  <a:pt x="425427" y="161232"/>
                </a:cubicBezTo>
                <a:cubicBezTo>
                  <a:pt x="433628" y="161232"/>
                  <a:pt x="444787" y="161461"/>
                  <a:pt x="454809" y="161687"/>
                </a:cubicBezTo>
                <a:cubicBezTo>
                  <a:pt x="456175" y="160321"/>
                  <a:pt x="456175" y="155540"/>
                  <a:pt x="454809" y="154174"/>
                </a:cubicBezTo>
                <a:cubicBezTo>
                  <a:pt x="438865" y="153489"/>
                  <a:pt x="434994" y="152349"/>
                  <a:pt x="434994" y="133431"/>
                </a:cubicBezTo>
                <a:lnTo>
                  <a:pt x="434994" y="88074"/>
                </a:lnTo>
                <a:lnTo>
                  <a:pt x="512882" y="88074"/>
                </a:lnTo>
                <a:lnTo>
                  <a:pt x="512882" y="133431"/>
                </a:lnTo>
                <a:cubicBezTo>
                  <a:pt x="512882" y="152349"/>
                  <a:pt x="509011" y="153489"/>
                  <a:pt x="493070" y="154174"/>
                </a:cubicBezTo>
                <a:cubicBezTo>
                  <a:pt x="491701" y="155540"/>
                  <a:pt x="491701" y="160321"/>
                  <a:pt x="493070" y="161687"/>
                </a:cubicBezTo>
                <a:cubicBezTo>
                  <a:pt x="503318" y="161461"/>
                  <a:pt x="514248" y="161232"/>
                  <a:pt x="522675" y="161232"/>
                </a:cubicBezTo>
                <a:cubicBezTo>
                  <a:pt x="531102" y="161232"/>
                  <a:pt x="542035" y="161461"/>
                  <a:pt x="552053" y="161687"/>
                </a:cubicBezTo>
                <a:cubicBezTo>
                  <a:pt x="553423" y="160321"/>
                  <a:pt x="553423" y="155540"/>
                  <a:pt x="552053" y="154174"/>
                </a:cubicBezTo>
                <a:cubicBezTo>
                  <a:pt x="536113" y="153489"/>
                  <a:pt x="532242" y="152349"/>
                  <a:pt x="532242" y="133431"/>
                </a:cubicBezTo>
                <a:close/>
                <a:moveTo>
                  <a:pt x="624705" y="103851"/>
                </a:moveTo>
                <a:cubicBezTo>
                  <a:pt x="624705" y="114102"/>
                  <a:pt x="625616" y="166709"/>
                  <a:pt x="672989" y="207705"/>
                </a:cubicBezTo>
                <a:cubicBezTo>
                  <a:pt x="675265" y="207249"/>
                  <a:pt x="677086" y="205654"/>
                  <a:pt x="677771" y="203833"/>
                </a:cubicBezTo>
                <a:cubicBezTo>
                  <a:pt x="670254" y="195177"/>
                  <a:pt x="643610" y="163748"/>
                  <a:pt x="643610" y="103851"/>
                </a:cubicBezTo>
                <a:cubicBezTo>
                  <a:pt x="643610" y="43953"/>
                  <a:pt x="670483" y="12524"/>
                  <a:pt x="677771" y="4327"/>
                </a:cubicBezTo>
                <a:cubicBezTo>
                  <a:pt x="677086" y="2050"/>
                  <a:pt x="675494" y="455"/>
                  <a:pt x="672989" y="226"/>
                </a:cubicBezTo>
                <a:cubicBezTo>
                  <a:pt x="645886" y="23457"/>
                  <a:pt x="624705" y="61492"/>
                  <a:pt x="624705" y="103851"/>
                </a:cubicBezTo>
                <a:close/>
                <a:moveTo>
                  <a:pt x="746551" y="108101"/>
                </a:moveTo>
                <a:lnTo>
                  <a:pt x="746551" y="138178"/>
                </a:lnTo>
                <a:cubicBezTo>
                  <a:pt x="746551" y="141142"/>
                  <a:pt x="745182" y="142737"/>
                  <a:pt x="743361" y="144103"/>
                </a:cubicBezTo>
                <a:cubicBezTo>
                  <a:pt x="737439" y="148888"/>
                  <a:pt x="729697" y="154132"/>
                  <a:pt x="723320" y="154132"/>
                </a:cubicBezTo>
                <a:cubicBezTo>
                  <a:pt x="711932" y="154132"/>
                  <a:pt x="706921" y="145017"/>
                  <a:pt x="706921" y="137952"/>
                </a:cubicBezTo>
                <a:cubicBezTo>
                  <a:pt x="706921" y="127697"/>
                  <a:pt x="711706" y="117212"/>
                  <a:pt x="728557" y="112886"/>
                </a:cubicBezTo>
                <a:lnTo>
                  <a:pt x="746551" y="108101"/>
                </a:lnTo>
                <a:moveTo>
                  <a:pt x="746551" y="150257"/>
                </a:moveTo>
                <a:cubicBezTo>
                  <a:pt x="747917" y="157319"/>
                  <a:pt x="750422" y="163466"/>
                  <a:pt x="761810" y="163466"/>
                </a:cubicBezTo>
                <a:cubicBezTo>
                  <a:pt x="770464" y="163466"/>
                  <a:pt x="778661" y="159595"/>
                  <a:pt x="783443" y="155043"/>
                </a:cubicBezTo>
                <a:cubicBezTo>
                  <a:pt x="782988" y="152308"/>
                  <a:pt x="782077" y="150257"/>
                  <a:pt x="779572" y="148892"/>
                </a:cubicBezTo>
                <a:cubicBezTo>
                  <a:pt x="777980" y="150257"/>
                  <a:pt x="774105" y="152537"/>
                  <a:pt x="771145" y="152537"/>
                </a:cubicBezTo>
                <a:cubicBezTo>
                  <a:pt x="764542" y="152537"/>
                  <a:pt x="764313" y="143648"/>
                  <a:pt x="764313" y="133167"/>
                </a:cubicBezTo>
                <a:lnTo>
                  <a:pt x="764313" y="99667"/>
                </a:lnTo>
                <a:cubicBezTo>
                  <a:pt x="764313" y="67310"/>
                  <a:pt x="746551" y="61159"/>
                  <a:pt x="729923" y="61159"/>
                </a:cubicBezTo>
                <a:cubicBezTo>
                  <a:pt x="711247" y="61159"/>
                  <a:pt x="692346" y="73461"/>
                  <a:pt x="692346" y="86451"/>
                </a:cubicBezTo>
                <a:cubicBezTo>
                  <a:pt x="692346" y="91920"/>
                  <a:pt x="695078" y="94655"/>
                  <a:pt x="700318" y="94655"/>
                </a:cubicBezTo>
                <a:cubicBezTo>
                  <a:pt x="706921" y="94655"/>
                  <a:pt x="711022" y="89870"/>
                  <a:pt x="711022" y="86906"/>
                </a:cubicBezTo>
                <a:cubicBezTo>
                  <a:pt x="711022" y="85311"/>
                  <a:pt x="710792" y="83716"/>
                  <a:pt x="710337" y="82805"/>
                </a:cubicBezTo>
                <a:cubicBezTo>
                  <a:pt x="710111" y="82121"/>
                  <a:pt x="709882" y="80755"/>
                  <a:pt x="709882" y="78246"/>
                </a:cubicBezTo>
                <a:cubicBezTo>
                  <a:pt x="709882" y="71181"/>
                  <a:pt x="719449" y="68675"/>
                  <a:pt x="728102" y="68675"/>
                </a:cubicBezTo>
                <a:cubicBezTo>
                  <a:pt x="735844" y="68675"/>
                  <a:pt x="746551" y="72550"/>
                  <a:pt x="746551" y="98301"/>
                </a:cubicBezTo>
                <a:cubicBezTo>
                  <a:pt x="746551" y="99896"/>
                  <a:pt x="745867" y="100806"/>
                  <a:pt x="745182" y="101036"/>
                </a:cubicBezTo>
                <a:lnTo>
                  <a:pt x="725596" y="105821"/>
                </a:lnTo>
                <a:cubicBezTo>
                  <a:pt x="703734" y="111291"/>
                  <a:pt x="688020" y="123367"/>
                  <a:pt x="688020" y="138862"/>
                </a:cubicBezTo>
                <a:cubicBezTo>
                  <a:pt x="688020" y="157548"/>
                  <a:pt x="700773" y="163466"/>
                  <a:pt x="716714" y="163466"/>
                </a:cubicBezTo>
                <a:cubicBezTo>
                  <a:pt x="724686" y="163466"/>
                  <a:pt x="731518" y="161645"/>
                  <a:pt x="741540" y="153903"/>
                </a:cubicBezTo>
                <a:lnTo>
                  <a:pt x="746096" y="150257"/>
                </a:lnTo>
                <a:lnTo>
                  <a:pt x="746551" y="150257"/>
                </a:lnTo>
                <a:close/>
                <a:moveTo>
                  <a:pt x="825804" y="79615"/>
                </a:moveTo>
                <a:cubicBezTo>
                  <a:pt x="824439" y="81210"/>
                  <a:pt x="823073" y="81669"/>
                  <a:pt x="823073" y="79615"/>
                </a:cubicBezTo>
                <a:cubicBezTo>
                  <a:pt x="822844" y="73461"/>
                  <a:pt x="822388" y="64578"/>
                  <a:pt x="821249" y="62299"/>
                </a:cubicBezTo>
                <a:cubicBezTo>
                  <a:pt x="820793" y="61159"/>
                  <a:pt x="820338" y="60478"/>
                  <a:pt x="818517" y="60478"/>
                </a:cubicBezTo>
                <a:cubicBezTo>
                  <a:pt x="812140" y="62983"/>
                  <a:pt x="806219" y="65033"/>
                  <a:pt x="790504" y="67080"/>
                </a:cubicBezTo>
                <a:cubicBezTo>
                  <a:pt x="790049" y="68449"/>
                  <a:pt x="790504" y="72091"/>
                  <a:pt x="790959" y="73461"/>
                </a:cubicBezTo>
                <a:cubicBezTo>
                  <a:pt x="803258" y="74600"/>
                  <a:pt x="805763" y="75740"/>
                  <a:pt x="805763" y="88963"/>
                </a:cubicBezTo>
                <a:lnTo>
                  <a:pt x="805763" y="133424"/>
                </a:lnTo>
                <a:cubicBezTo>
                  <a:pt x="805763" y="152120"/>
                  <a:pt x="803487" y="153034"/>
                  <a:pt x="789820" y="154174"/>
                </a:cubicBezTo>
                <a:cubicBezTo>
                  <a:pt x="788454" y="155540"/>
                  <a:pt x="788454" y="160321"/>
                  <a:pt x="789820" y="161687"/>
                </a:cubicBezTo>
                <a:cubicBezTo>
                  <a:pt x="796655" y="161461"/>
                  <a:pt x="805763" y="161232"/>
                  <a:pt x="814872" y="161232"/>
                </a:cubicBezTo>
                <a:cubicBezTo>
                  <a:pt x="823984" y="161232"/>
                  <a:pt x="830816" y="161461"/>
                  <a:pt x="837648" y="161687"/>
                </a:cubicBezTo>
                <a:cubicBezTo>
                  <a:pt x="839013" y="160321"/>
                  <a:pt x="839013" y="155540"/>
                  <a:pt x="837648" y="154174"/>
                </a:cubicBezTo>
                <a:cubicBezTo>
                  <a:pt x="826034" y="153034"/>
                  <a:pt x="823754" y="152120"/>
                  <a:pt x="823754" y="133424"/>
                </a:cubicBezTo>
                <a:lnTo>
                  <a:pt x="823754" y="96032"/>
                </a:lnTo>
                <a:cubicBezTo>
                  <a:pt x="823754" y="91243"/>
                  <a:pt x="825804" y="88508"/>
                  <a:pt x="827625" y="86458"/>
                </a:cubicBezTo>
                <a:cubicBezTo>
                  <a:pt x="836282" y="78020"/>
                  <a:pt x="846530" y="73002"/>
                  <a:pt x="855413" y="73002"/>
                </a:cubicBezTo>
                <a:cubicBezTo>
                  <a:pt x="859968" y="73002"/>
                  <a:pt x="864750" y="75966"/>
                  <a:pt x="867482" y="81210"/>
                </a:cubicBezTo>
                <a:cubicBezTo>
                  <a:pt x="869761" y="85773"/>
                  <a:pt x="870217" y="91927"/>
                  <a:pt x="870217" y="98766"/>
                </a:cubicBezTo>
                <a:lnTo>
                  <a:pt x="870217" y="133424"/>
                </a:lnTo>
                <a:cubicBezTo>
                  <a:pt x="870217" y="152120"/>
                  <a:pt x="867937" y="153034"/>
                  <a:pt x="856094" y="154174"/>
                </a:cubicBezTo>
                <a:cubicBezTo>
                  <a:pt x="854957" y="155540"/>
                  <a:pt x="854957" y="160321"/>
                  <a:pt x="856094" y="161687"/>
                </a:cubicBezTo>
                <a:cubicBezTo>
                  <a:pt x="862929" y="161461"/>
                  <a:pt x="870217" y="161232"/>
                  <a:pt x="879325" y="161232"/>
                </a:cubicBezTo>
                <a:cubicBezTo>
                  <a:pt x="888437" y="161232"/>
                  <a:pt x="896634" y="161461"/>
                  <a:pt x="903467" y="161687"/>
                </a:cubicBezTo>
                <a:cubicBezTo>
                  <a:pt x="904606" y="160321"/>
                  <a:pt x="904606" y="155540"/>
                  <a:pt x="903467" y="154174"/>
                </a:cubicBezTo>
                <a:cubicBezTo>
                  <a:pt x="890713" y="153034"/>
                  <a:pt x="888207" y="152120"/>
                  <a:pt x="888207" y="133424"/>
                </a:cubicBezTo>
                <a:lnTo>
                  <a:pt x="888207" y="99451"/>
                </a:lnTo>
                <a:cubicBezTo>
                  <a:pt x="888207" y="86913"/>
                  <a:pt x="887297" y="75966"/>
                  <a:pt x="882060" y="68905"/>
                </a:cubicBezTo>
                <a:cubicBezTo>
                  <a:pt x="878185" y="63894"/>
                  <a:pt x="871127" y="61159"/>
                  <a:pt x="863155" y="61159"/>
                </a:cubicBezTo>
                <a:cubicBezTo>
                  <a:pt x="851996" y="61159"/>
                  <a:pt x="839243" y="64119"/>
                  <a:pt x="825804" y="79615"/>
                </a:cubicBezTo>
                <a:close/>
                <a:moveTo>
                  <a:pt x="985909" y="132937"/>
                </a:moveTo>
                <a:cubicBezTo>
                  <a:pt x="985909" y="137267"/>
                  <a:pt x="985453" y="139092"/>
                  <a:pt x="982267" y="141827"/>
                </a:cubicBezTo>
                <a:cubicBezTo>
                  <a:pt x="973839" y="149117"/>
                  <a:pt x="966552" y="152763"/>
                  <a:pt x="960856" y="152763"/>
                </a:cubicBezTo>
                <a:cubicBezTo>
                  <a:pt x="948561" y="152763"/>
                  <a:pt x="935808" y="139318"/>
                  <a:pt x="935808" y="110832"/>
                </a:cubicBezTo>
                <a:cubicBezTo>
                  <a:pt x="935808" y="94426"/>
                  <a:pt x="938994" y="85311"/>
                  <a:pt x="942410" y="80526"/>
                </a:cubicBezTo>
                <a:cubicBezTo>
                  <a:pt x="949472" y="69815"/>
                  <a:pt x="959035" y="69131"/>
                  <a:pt x="963591" y="69131"/>
                </a:cubicBezTo>
                <a:cubicBezTo>
                  <a:pt x="971789" y="69131"/>
                  <a:pt x="977485" y="72095"/>
                  <a:pt x="982037" y="77335"/>
                </a:cubicBezTo>
                <a:cubicBezTo>
                  <a:pt x="985227" y="80981"/>
                  <a:pt x="985909" y="82576"/>
                  <a:pt x="985909" y="89641"/>
                </a:cubicBezTo>
                <a:lnTo>
                  <a:pt x="985909" y="132937"/>
                </a:lnTo>
                <a:moveTo>
                  <a:pt x="983406" y="149802"/>
                </a:moveTo>
                <a:cubicBezTo>
                  <a:pt x="984543" y="148892"/>
                  <a:pt x="986593" y="148433"/>
                  <a:pt x="986822" y="150028"/>
                </a:cubicBezTo>
                <a:cubicBezTo>
                  <a:pt x="987504" y="155498"/>
                  <a:pt x="989328" y="163466"/>
                  <a:pt x="989328" y="163466"/>
                </a:cubicBezTo>
                <a:cubicBezTo>
                  <a:pt x="991149" y="164151"/>
                  <a:pt x="992285" y="163925"/>
                  <a:pt x="993655" y="163466"/>
                </a:cubicBezTo>
                <a:cubicBezTo>
                  <a:pt x="998662" y="159359"/>
                  <a:pt x="1006634" y="155943"/>
                  <a:pt x="1020528" y="154348"/>
                </a:cubicBezTo>
                <a:cubicBezTo>
                  <a:pt x="1021893" y="152982"/>
                  <a:pt x="1021893" y="149566"/>
                  <a:pt x="1020528" y="148200"/>
                </a:cubicBezTo>
                <a:cubicBezTo>
                  <a:pt x="1005953" y="147060"/>
                  <a:pt x="1003903" y="142730"/>
                  <a:pt x="1003903" y="131565"/>
                </a:cubicBezTo>
                <a:lnTo>
                  <a:pt x="1003903" y="28340"/>
                </a:lnTo>
                <a:cubicBezTo>
                  <a:pt x="1003903" y="13529"/>
                  <a:pt x="1004813" y="4469"/>
                  <a:pt x="1004813" y="4469"/>
                </a:cubicBezTo>
                <a:cubicBezTo>
                  <a:pt x="1004813" y="2898"/>
                  <a:pt x="1003903" y="2221"/>
                  <a:pt x="1001852" y="2221"/>
                </a:cubicBezTo>
                <a:cubicBezTo>
                  <a:pt x="996160" y="4469"/>
                  <a:pt x="979076" y="7614"/>
                  <a:pt x="969968" y="8288"/>
                </a:cubicBezTo>
                <a:cubicBezTo>
                  <a:pt x="969513" y="10113"/>
                  <a:pt x="969968" y="13755"/>
                  <a:pt x="971334" y="15120"/>
                </a:cubicBezTo>
                <a:cubicBezTo>
                  <a:pt x="983177" y="15805"/>
                  <a:pt x="985909" y="14665"/>
                  <a:pt x="985909" y="33809"/>
                </a:cubicBezTo>
                <a:lnTo>
                  <a:pt x="985909" y="62983"/>
                </a:lnTo>
                <a:cubicBezTo>
                  <a:pt x="985909" y="64578"/>
                  <a:pt x="985453" y="65033"/>
                  <a:pt x="983862" y="65033"/>
                </a:cubicBezTo>
                <a:cubicBezTo>
                  <a:pt x="982948" y="65033"/>
                  <a:pt x="973614" y="61159"/>
                  <a:pt x="966097" y="61159"/>
                </a:cubicBezTo>
                <a:cubicBezTo>
                  <a:pt x="951063" y="61159"/>
                  <a:pt x="941045" y="66170"/>
                  <a:pt x="931933" y="74826"/>
                </a:cubicBezTo>
                <a:cubicBezTo>
                  <a:pt x="922140" y="84626"/>
                  <a:pt x="916218" y="98071"/>
                  <a:pt x="916218" y="114933"/>
                </a:cubicBezTo>
                <a:cubicBezTo>
                  <a:pt x="916218" y="142967"/>
                  <a:pt x="930341" y="163466"/>
                  <a:pt x="954938" y="163466"/>
                </a:cubicBezTo>
                <a:cubicBezTo>
                  <a:pt x="963817" y="163466"/>
                  <a:pt x="972244" y="158914"/>
                  <a:pt x="983406" y="149802"/>
                </a:cubicBezTo>
                <a:close/>
                <a:moveTo>
                  <a:pt x="1143965" y="87830"/>
                </a:moveTo>
                <a:cubicBezTo>
                  <a:pt x="1163325" y="87830"/>
                  <a:pt x="1164006" y="93057"/>
                  <a:pt x="1164691" y="103281"/>
                </a:cubicBezTo>
                <a:cubicBezTo>
                  <a:pt x="1166056" y="104643"/>
                  <a:pt x="1170838" y="104643"/>
                  <a:pt x="1172207" y="103281"/>
                </a:cubicBezTo>
                <a:cubicBezTo>
                  <a:pt x="1171978" y="97599"/>
                  <a:pt x="1171752" y="91010"/>
                  <a:pt x="1171752" y="83274"/>
                </a:cubicBezTo>
                <a:cubicBezTo>
                  <a:pt x="1171752" y="75528"/>
                  <a:pt x="1171978" y="69603"/>
                  <a:pt x="1172207" y="63678"/>
                </a:cubicBezTo>
                <a:cubicBezTo>
                  <a:pt x="1170838" y="62309"/>
                  <a:pt x="1166056" y="62309"/>
                  <a:pt x="1164691" y="63678"/>
                </a:cubicBezTo>
                <a:cubicBezTo>
                  <a:pt x="1164006" y="76213"/>
                  <a:pt x="1163325" y="79174"/>
                  <a:pt x="1143965" y="79174"/>
                </a:cubicBezTo>
                <a:lnTo>
                  <a:pt x="1122784" y="79174"/>
                </a:lnTo>
                <a:lnTo>
                  <a:pt x="1122784" y="38150"/>
                </a:lnTo>
                <a:cubicBezTo>
                  <a:pt x="1122784" y="25844"/>
                  <a:pt x="1125519" y="23565"/>
                  <a:pt x="1135538" y="23565"/>
                </a:cubicBezTo>
                <a:lnTo>
                  <a:pt x="1145789" y="23565"/>
                </a:lnTo>
                <a:cubicBezTo>
                  <a:pt x="1169928" y="23565"/>
                  <a:pt x="1175623" y="32680"/>
                  <a:pt x="1180634" y="48408"/>
                </a:cubicBezTo>
                <a:cubicBezTo>
                  <a:pt x="1183366" y="48408"/>
                  <a:pt x="1185871" y="47950"/>
                  <a:pt x="1187692" y="47269"/>
                </a:cubicBezTo>
                <a:cubicBezTo>
                  <a:pt x="1186553" y="37924"/>
                  <a:pt x="1183136" y="16048"/>
                  <a:pt x="1182681" y="14227"/>
                </a:cubicBezTo>
                <a:cubicBezTo>
                  <a:pt x="1182681" y="13772"/>
                  <a:pt x="1182455" y="13543"/>
                  <a:pt x="1181771" y="13543"/>
                </a:cubicBezTo>
                <a:cubicBezTo>
                  <a:pt x="1177899" y="14227"/>
                  <a:pt x="1176760" y="14453"/>
                  <a:pt x="1171067" y="14453"/>
                </a:cubicBezTo>
                <a:lnTo>
                  <a:pt x="1112991" y="14453"/>
                </a:lnTo>
                <a:cubicBezTo>
                  <a:pt x="1105704" y="14245"/>
                  <a:pt x="1092724" y="14015"/>
                  <a:pt x="1083612" y="13786"/>
                </a:cubicBezTo>
                <a:cubicBezTo>
                  <a:pt x="1082247" y="15155"/>
                  <a:pt x="1082247" y="19937"/>
                  <a:pt x="1083612" y="21302"/>
                </a:cubicBezTo>
                <a:cubicBezTo>
                  <a:pt x="1099556" y="21991"/>
                  <a:pt x="1103428" y="23134"/>
                  <a:pt x="1103428" y="42118"/>
                </a:cubicBezTo>
                <a:lnTo>
                  <a:pt x="1103428" y="133497"/>
                </a:lnTo>
                <a:cubicBezTo>
                  <a:pt x="1103428" y="152356"/>
                  <a:pt x="1099556" y="153493"/>
                  <a:pt x="1083612" y="154174"/>
                </a:cubicBezTo>
                <a:cubicBezTo>
                  <a:pt x="1082247" y="155540"/>
                  <a:pt x="1082247" y="160321"/>
                  <a:pt x="1083612" y="161687"/>
                </a:cubicBezTo>
                <a:cubicBezTo>
                  <a:pt x="1091584" y="161461"/>
                  <a:pt x="1102972" y="161232"/>
                  <a:pt x="1113220" y="161232"/>
                </a:cubicBezTo>
                <a:cubicBezTo>
                  <a:pt x="1123469" y="161232"/>
                  <a:pt x="1134627" y="161461"/>
                  <a:pt x="1142599" y="161687"/>
                </a:cubicBezTo>
                <a:cubicBezTo>
                  <a:pt x="1143965" y="160321"/>
                  <a:pt x="1143965" y="155540"/>
                  <a:pt x="1142599" y="154174"/>
                </a:cubicBezTo>
                <a:cubicBezTo>
                  <a:pt x="1126655" y="153493"/>
                  <a:pt x="1122784" y="152356"/>
                  <a:pt x="1122784" y="133497"/>
                </a:cubicBezTo>
                <a:lnTo>
                  <a:pt x="1122784" y="87830"/>
                </a:lnTo>
                <a:lnTo>
                  <a:pt x="1143965" y="87830"/>
                </a:lnTo>
                <a:close/>
                <a:moveTo>
                  <a:pt x="1224817" y="2221"/>
                </a:moveTo>
                <a:cubicBezTo>
                  <a:pt x="1217755" y="2221"/>
                  <a:pt x="1212744" y="7006"/>
                  <a:pt x="1212744" y="13383"/>
                </a:cubicBezTo>
                <a:cubicBezTo>
                  <a:pt x="1212744" y="20441"/>
                  <a:pt x="1218666" y="22720"/>
                  <a:pt x="1222766" y="23401"/>
                </a:cubicBezTo>
                <a:cubicBezTo>
                  <a:pt x="1227093" y="23860"/>
                  <a:pt x="1230964" y="25226"/>
                  <a:pt x="1230964" y="30470"/>
                </a:cubicBezTo>
                <a:cubicBezTo>
                  <a:pt x="1230964" y="35255"/>
                  <a:pt x="1222766" y="45743"/>
                  <a:pt x="1210923" y="48704"/>
                </a:cubicBezTo>
                <a:cubicBezTo>
                  <a:pt x="1210923" y="50984"/>
                  <a:pt x="1211378" y="52579"/>
                  <a:pt x="1212974" y="54170"/>
                </a:cubicBezTo>
                <a:cubicBezTo>
                  <a:pt x="1226638" y="51665"/>
                  <a:pt x="1239847" y="40728"/>
                  <a:pt x="1239847" y="24771"/>
                </a:cubicBezTo>
                <a:cubicBezTo>
                  <a:pt x="1239847" y="11103"/>
                  <a:pt x="1233925" y="2221"/>
                  <a:pt x="1224817" y="2221"/>
                </a:cubicBezTo>
                <a:close/>
                <a:moveTo>
                  <a:pt x="1267403" y="129747"/>
                </a:moveTo>
                <a:cubicBezTo>
                  <a:pt x="1268314" y="140913"/>
                  <a:pt x="1268998" y="151623"/>
                  <a:pt x="1268998" y="161190"/>
                </a:cubicBezTo>
                <a:cubicBezTo>
                  <a:pt x="1271275" y="160735"/>
                  <a:pt x="1273554" y="160509"/>
                  <a:pt x="1274691" y="160509"/>
                </a:cubicBezTo>
                <a:cubicBezTo>
                  <a:pt x="1276286" y="160509"/>
                  <a:pt x="1277651" y="160509"/>
                  <a:pt x="1279246" y="160964"/>
                </a:cubicBezTo>
                <a:cubicBezTo>
                  <a:pt x="1285397" y="162556"/>
                  <a:pt x="1291545" y="163466"/>
                  <a:pt x="1299972" y="163466"/>
                </a:cubicBezTo>
                <a:cubicBezTo>
                  <a:pt x="1312726" y="163466"/>
                  <a:pt x="1336183" y="157319"/>
                  <a:pt x="1336183" y="134758"/>
                </a:cubicBezTo>
                <a:cubicBezTo>
                  <a:pt x="1336183" y="119266"/>
                  <a:pt x="1325024" y="110151"/>
                  <a:pt x="1309536" y="104452"/>
                </a:cubicBezTo>
                <a:cubicBezTo>
                  <a:pt x="1295871" y="99211"/>
                  <a:pt x="1286763" y="95792"/>
                  <a:pt x="1286763" y="83260"/>
                </a:cubicBezTo>
                <a:cubicBezTo>
                  <a:pt x="1286763" y="73916"/>
                  <a:pt x="1294961" y="68675"/>
                  <a:pt x="1302704" y="68675"/>
                </a:cubicBezTo>
                <a:cubicBezTo>
                  <a:pt x="1307715" y="68675"/>
                  <a:pt x="1320924" y="70500"/>
                  <a:pt x="1323884" y="89870"/>
                </a:cubicBezTo>
                <a:cubicBezTo>
                  <a:pt x="1325250" y="91236"/>
                  <a:pt x="1329806" y="91007"/>
                  <a:pt x="1331172" y="89641"/>
                </a:cubicBezTo>
                <a:cubicBezTo>
                  <a:pt x="1331856" y="81436"/>
                  <a:pt x="1332312" y="73005"/>
                  <a:pt x="1332541" y="65489"/>
                </a:cubicBezTo>
                <a:cubicBezTo>
                  <a:pt x="1325479" y="64349"/>
                  <a:pt x="1314547" y="61159"/>
                  <a:pt x="1302704" y="61159"/>
                </a:cubicBezTo>
                <a:cubicBezTo>
                  <a:pt x="1285853" y="61159"/>
                  <a:pt x="1270593" y="72095"/>
                  <a:pt x="1270593" y="86680"/>
                </a:cubicBezTo>
                <a:cubicBezTo>
                  <a:pt x="1270593" y="103312"/>
                  <a:pt x="1278107" y="110377"/>
                  <a:pt x="1295646" y="117671"/>
                </a:cubicBezTo>
                <a:cubicBezTo>
                  <a:pt x="1314547" y="125417"/>
                  <a:pt x="1318873" y="130202"/>
                  <a:pt x="1318873" y="140002"/>
                </a:cubicBezTo>
                <a:cubicBezTo>
                  <a:pt x="1318873" y="151168"/>
                  <a:pt x="1307944" y="155953"/>
                  <a:pt x="1299517" y="155953"/>
                </a:cubicBezTo>
                <a:cubicBezTo>
                  <a:pt x="1290634" y="155953"/>
                  <a:pt x="1285623" y="152989"/>
                  <a:pt x="1283347" y="150483"/>
                </a:cubicBezTo>
                <a:cubicBezTo>
                  <a:pt x="1278336" y="145243"/>
                  <a:pt x="1275830" y="135217"/>
                  <a:pt x="1274465" y="129518"/>
                </a:cubicBezTo>
                <a:cubicBezTo>
                  <a:pt x="1273099" y="128152"/>
                  <a:pt x="1268769" y="128378"/>
                  <a:pt x="1267403" y="129747"/>
                </a:cubicBezTo>
                <a:close/>
                <a:moveTo>
                  <a:pt x="1411565" y="114477"/>
                </a:moveTo>
                <a:cubicBezTo>
                  <a:pt x="1411565" y="137723"/>
                  <a:pt x="1427054" y="163466"/>
                  <a:pt x="1459393" y="163466"/>
                </a:cubicBezTo>
                <a:cubicBezTo>
                  <a:pt x="1473968" y="163466"/>
                  <a:pt x="1485130" y="158229"/>
                  <a:pt x="1492873" y="150713"/>
                </a:cubicBezTo>
                <a:cubicBezTo>
                  <a:pt x="1503121" y="140683"/>
                  <a:pt x="1507677" y="126328"/>
                  <a:pt x="1507677" y="112427"/>
                </a:cubicBezTo>
                <a:cubicBezTo>
                  <a:pt x="1507677" y="88727"/>
                  <a:pt x="1494694" y="61159"/>
                  <a:pt x="1459849" y="61159"/>
                </a:cubicBezTo>
                <a:cubicBezTo>
                  <a:pt x="1444819" y="61159"/>
                  <a:pt x="1432520" y="67310"/>
                  <a:pt x="1424093" y="77106"/>
                </a:cubicBezTo>
                <a:cubicBezTo>
                  <a:pt x="1415895" y="86906"/>
                  <a:pt x="1411565" y="100122"/>
                  <a:pt x="1411565" y="114477"/>
                </a:cubicBezTo>
                <a:moveTo>
                  <a:pt x="1456433" y="69131"/>
                </a:moveTo>
                <a:cubicBezTo>
                  <a:pt x="1476018" y="69131"/>
                  <a:pt x="1488091" y="86906"/>
                  <a:pt x="1488091" y="119721"/>
                </a:cubicBezTo>
                <a:cubicBezTo>
                  <a:pt x="1488091" y="148433"/>
                  <a:pt x="1473287" y="155498"/>
                  <a:pt x="1462583" y="155498"/>
                </a:cubicBezTo>
                <a:cubicBezTo>
                  <a:pt x="1438897" y="155498"/>
                  <a:pt x="1431154" y="126783"/>
                  <a:pt x="1431154" y="109237"/>
                </a:cubicBezTo>
                <a:cubicBezTo>
                  <a:pt x="1431154" y="89411"/>
                  <a:pt x="1435936" y="69131"/>
                  <a:pt x="1456433" y="69131"/>
                </a:cubicBezTo>
                <a:close/>
                <a:moveTo>
                  <a:pt x="1526808" y="63605"/>
                </a:moveTo>
                <a:cubicBezTo>
                  <a:pt x="1523618" y="63605"/>
                  <a:pt x="1522707" y="66340"/>
                  <a:pt x="1522707" y="68161"/>
                </a:cubicBezTo>
                <a:lnTo>
                  <a:pt x="1522707" y="71122"/>
                </a:lnTo>
                <a:cubicBezTo>
                  <a:pt x="1522707" y="72262"/>
                  <a:pt x="1522933" y="72488"/>
                  <a:pt x="1523847" y="72488"/>
                </a:cubicBezTo>
                <a:lnTo>
                  <a:pt x="1537282" y="72488"/>
                </a:lnTo>
                <a:lnTo>
                  <a:pt x="1537282" y="140937"/>
                </a:lnTo>
                <a:cubicBezTo>
                  <a:pt x="1537282" y="157089"/>
                  <a:pt x="1544343" y="163466"/>
                  <a:pt x="1554817" y="163466"/>
                </a:cubicBezTo>
                <a:cubicBezTo>
                  <a:pt x="1565295" y="163466"/>
                  <a:pt x="1576683" y="158459"/>
                  <a:pt x="1585565" y="148440"/>
                </a:cubicBezTo>
                <a:cubicBezTo>
                  <a:pt x="1585110" y="146167"/>
                  <a:pt x="1583744" y="144801"/>
                  <a:pt x="1581465" y="144576"/>
                </a:cubicBezTo>
                <a:cubicBezTo>
                  <a:pt x="1575543" y="149124"/>
                  <a:pt x="1568711" y="150942"/>
                  <a:pt x="1562789" y="150942"/>
                </a:cubicBezTo>
                <a:cubicBezTo>
                  <a:pt x="1556642" y="150942"/>
                  <a:pt x="1555276" y="144120"/>
                  <a:pt x="1555276" y="130022"/>
                </a:cubicBezTo>
                <a:lnTo>
                  <a:pt x="1555276" y="72488"/>
                </a:lnTo>
                <a:lnTo>
                  <a:pt x="1578959" y="72488"/>
                </a:lnTo>
                <a:cubicBezTo>
                  <a:pt x="1581239" y="72488"/>
                  <a:pt x="1584426" y="71577"/>
                  <a:pt x="1584426" y="69527"/>
                </a:cubicBezTo>
                <a:lnTo>
                  <a:pt x="1584426" y="64974"/>
                </a:lnTo>
                <a:cubicBezTo>
                  <a:pt x="1584426" y="64064"/>
                  <a:pt x="1583744" y="63605"/>
                  <a:pt x="1582605" y="63605"/>
                </a:cubicBezTo>
                <a:lnTo>
                  <a:pt x="1555276" y="63605"/>
                </a:lnTo>
                <a:lnTo>
                  <a:pt x="1555276" y="54726"/>
                </a:lnTo>
                <a:cubicBezTo>
                  <a:pt x="1555276" y="39922"/>
                  <a:pt x="1556187" y="30810"/>
                  <a:pt x="1556187" y="30810"/>
                </a:cubicBezTo>
                <a:cubicBezTo>
                  <a:pt x="1556187" y="29445"/>
                  <a:pt x="1555502" y="28760"/>
                  <a:pt x="1554362" y="28760"/>
                </a:cubicBezTo>
                <a:cubicBezTo>
                  <a:pt x="1553452" y="28760"/>
                  <a:pt x="1551401" y="29674"/>
                  <a:pt x="1549355" y="30810"/>
                </a:cubicBezTo>
                <a:cubicBezTo>
                  <a:pt x="1546849" y="32180"/>
                  <a:pt x="1544569" y="33316"/>
                  <a:pt x="1541609" y="34001"/>
                </a:cubicBezTo>
                <a:cubicBezTo>
                  <a:pt x="1538877" y="34911"/>
                  <a:pt x="1536601" y="35596"/>
                  <a:pt x="1536601" y="37187"/>
                </a:cubicBezTo>
                <a:cubicBezTo>
                  <a:pt x="1536601" y="39922"/>
                  <a:pt x="1537282" y="38327"/>
                  <a:pt x="1537282" y="63605"/>
                </a:cubicBezTo>
                <a:lnTo>
                  <a:pt x="1526808" y="63605"/>
                </a:lnTo>
                <a:close/>
                <a:moveTo>
                  <a:pt x="1627015" y="96032"/>
                </a:moveTo>
                <a:cubicBezTo>
                  <a:pt x="1627015" y="91243"/>
                  <a:pt x="1629065" y="88508"/>
                  <a:pt x="1630886" y="86458"/>
                </a:cubicBezTo>
                <a:cubicBezTo>
                  <a:pt x="1639543" y="78020"/>
                  <a:pt x="1651156" y="73002"/>
                  <a:pt x="1660039" y="73002"/>
                </a:cubicBezTo>
                <a:cubicBezTo>
                  <a:pt x="1664591" y="73002"/>
                  <a:pt x="1669376" y="75966"/>
                  <a:pt x="1672108" y="81210"/>
                </a:cubicBezTo>
                <a:cubicBezTo>
                  <a:pt x="1674388" y="85773"/>
                  <a:pt x="1674843" y="91927"/>
                  <a:pt x="1674843" y="98766"/>
                </a:cubicBezTo>
                <a:lnTo>
                  <a:pt x="1674843" y="133424"/>
                </a:lnTo>
                <a:cubicBezTo>
                  <a:pt x="1674843" y="152120"/>
                  <a:pt x="1672563" y="153034"/>
                  <a:pt x="1660720" y="154174"/>
                </a:cubicBezTo>
                <a:cubicBezTo>
                  <a:pt x="1659584" y="155540"/>
                  <a:pt x="1659584" y="160321"/>
                  <a:pt x="1660720" y="161687"/>
                </a:cubicBezTo>
                <a:cubicBezTo>
                  <a:pt x="1667097" y="161461"/>
                  <a:pt x="1674843" y="161232"/>
                  <a:pt x="1683951" y="161232"/>
                </a:cubicBezTo>
                <a:cubicBezTo>
                  <a:pt x="1693063" y="161232"/>
                  <a:pt x="1700576" y="161461"/>
                  <a:pt x="1708093" y="161687"/>
                </a:cubicBezTo>
                <a:cubicBezTo>
                  <a:pt x="1709233" y="160321"/>
                  <a:pt x="1709233" y="155540"/>
                  <a:pt x="1708093" y="154174"/>
                </a:cubicBezTo>
                <a:cubicBezTo>
                  <a:pt x="1695339" y="153034"/>
                  <a:pt x="1692834" y="152120"/>
                  <a:pt x="1692834" y="133424"/>
                </a:cubicBezTo>
                <a:lnTo>
                  <a:pt x="1692834" y="99451"/>
                </a:lnTo>
                <a:cubicBezTo>
                  <a:pt x="1692834" y="86913"/>
                  <a:pt x="1691923" y="75740"/>
                  <a:pt x="1686686" y="68905"/>
                </a:cubicBezTo>
                <a:cubicBezTo>
                  <a:pt x="1682811" y="63894"/>
                  <a:pt x="1675753" y="61159"/>
                  <a:pt x="1667781" y="61159"/>
                </a:cubicBezTo>
                <a:cubicBezTo>
                  <a:pt x="1656623" y="61159"/>
                  <a:pt x="1642959" y="64119"/>
                  <a:pt x="1629065" y="79615"/>
                </a:cubicBezTo>
                <a:cubicBezTo>
                  <a:pt x="1628380" y="80529"/>
                  <a:pt x="1626785" y="82809"/>
                  <a:pt x="1626785" y="79615"/>
                </a:cubicBezTo>
                <a:lnTo>
                  <a:pt x="1627015" y="28340"/>
                </a:lnTo>
                <a:cubicBezTo>
                  <a:pt x="1627015" y="13529"/>
                  <a:pt x="1627925" y="4469"/>
                  <a:pt x="1627925" y="4469"/>
                </a:cubicBezTo>
                <a:cubicBezTo>
                  <a:pt x="1627925" y="2898"/>
                  <a:pt x="1627015" y="2221"/>
                  <a:pt x="1624964" y="2221"/>
                </a:cubicBezTo>
                <a:cubicBezTo>
                  <a:pt x="1619272" y="4469"/>
                  <a:pt x="1602192" y="7614"/>
                  <a:pt x="1593080" y="8288"/>
                </a:cubicBezTo>
                <a:cubicBezTo>
                  <a:pt x="1592625" y="10113"/>
                  <a:pt x="1593080" y="13755"/>
                  <a:pt x="1594446" y="15120"/>
                </a:cubicBezTo>
                <a:cubicBezTo>
                  <a:pt x="1606289" y="15805"/>
                  <a:pt x="1609024" y="14665"/>
                  <a:pt x="1609024" y="33809"/>
                </a:cubicBezTo>
                <a:lnTo>
                  <a:pt x="1609024" y="133424"/>
                </a:lnTo>
                <a:cubicBezTo>
                  <a:pt x="1609024" y="152349"/>
                  <a:pt x="1606289" y="153260"/>
                  <a:pt x="1593080" y="154174"/>
                </a:cubicBezTo>
                <a:cubicBezTo>
                  <a:pt x="1591714" y="155540"/>
                  <a:pt x="1591714" y="160321"/>
                  <a:pt x="1593080" y="161687"/>
                </a:cubicBezTo>
                <a:cubicBezTo>
                  <a:pt x="1600597" y="161461"/>
                  <a:pt x="1609024" y="161232"/>
                  <a:pt x="1618132" y="161232"/>
                </a:cubicBezTo>
                <a:cubicBezTo>
                  <a:pt x="1626785" y="161232"/>
                  <a:pt x="1634302" y="161461"/>
                  <a:pt x="1640679" y="161687"/>
                </a:cubicBezTo>
                <a:cubicBezTo>
                  <a:pt x="1642045" y="160321"/>
                  <a:pt x="1642045" y="155540"/>
                  <a:pt x="1640679" y="154174"/>
                </a:cubicBezTo>
                <a:cubicBezTo>
                  <a:pt x="1629065" y="153260"/>
                  <a:pt x="1627015" y="152349"/>
                  <a:pt x="1627015" y="133424"/>
                </a:cubicBezTo>
                <a:lnTo>
                  <a:pt x="1627015" y="96032"/>
                </a:lnTo>
                <a:close/>
                <a:moveTo>
                  <a:pt x="1739749" y="97008"/>
                </a:moveTo>
                <a:cubicBezTo>
                  <a:pt x="1744075" y="71382"/>
                  <a:pt x="1760019" y="69343"/>
                  <a:pt x="1765485" y="69343"/>
                </a:cubicBezTo>
                <a:cubicBezTo>
                  <a:pt x="1774138" y="69343"/>
                  <a:pt x="1784386" y="74107"/>
                  <a:pt x="1784386" y="93154"/>
                </a:cubicBezTo>
                <a:cubicBezTo>
                  <a:pt x="1784386" y="95194"/>
                  <a:pt x="1783476" y="96330"/>
                  <a:pt x="1780970" y="96330"/>
                </a:cubicBezTo>
                <a:lnTo>
                  <a:pt x="1739749" y="97008"/>
                </a:lnTo>
                <a:moveTo>
                  <a:pt x="1799416" y="140020"/>
                </a:moveTo>
                <a:cubicBezTo>
                  <a:pt x="1790993" y="148669"/>
                  <a:pt x="1784386" y="152308"/>
                  <a:pt x="1771178" y="152308"/>
                </a:cubicBezTo>
                <a:cubicBezTo>
                  <a:pt x="1762980" y="152308"/>
                  <a:pt x="1753413" y="147529"/>
                  <a:pt x="1746355" y="135926"/>
                </a:cubicBezTo>
                <a:cubicBezTo>
                  <a:pt x="1741799" y="128416"/>
                  <a:pt x="1739064" y="117949"/>
                  <a:pt x="1739064" y="104751"/>
                </a:cubicBezTo>
                <a:lnTo>
                  <a:pt x="1799646" y="105206"/>
                </a:lnTo>
                <a:cubicBezTo>
                  <a:pt x="1802377" y="105206"/>
                  <a:pt x="1803972" y="103840"/>
                  <a:pt x="1803972" y="101335"/>
                </a:cubicBezTo>
                <a:cubicBezTo>
                  <a:pt x="1803972" y="82270"/>
                  <a:pt x="1797140" y="61826"/>
                  <a:pt x="1765485" y="61826"/>
                </a:cubicBezTo>
                <a:cubicBezTo>
                  <a:pt x="1745670" y="61826"/>
                  <a:pt x="1719933" y="80682"/>
                  <a:pt x="1719933" y="115218"/>
                </a:cubicBezTo>
                <a:cubicBezTo>
                  <a:pt x="1719933" y="127961"/>
                  <a:pt x="1723124" y="140249"/>
                  <a:pt x="1730640" y="148895"/>
                </a:cubicBezTo>
                <a:cubicBezTo>
                  <a:pt x="1738383" y="158003"/>
                  <a:pt x="1749086" y="163466"/>
                  <a:pt x="1765485" y="163466"/>
                </a:cubicBezTo>
                <a:cubicBezTo>
                  <a:pt x="1782791" y="163466"/>
                  <a:pt x="1795090" y="155498"/>
                  <a:pt x="1804202" y="143662"/>
                </a:cubicBezTo>
                <a:cubicBezTo>
                  <a:pt x="1803517" y="141385"/>
                  <a:pt x="1802151" y="140249"/>
                  <a:pt x="1799416" y="140020"/>
                </a:cubicBezTo>
                <a:close/>
                <a:moveTo>
                  <a:pt x="1853394" y="79612"/>
                </a:moveTo>
                <a:cubicBezTo>
                  <a:pt x="1852938" y="70496"/>
                  <a:pt x="1852709" y="64578"/>
                  <a:pt x="1851573" y="62299"/>
                </a:cubicBezTo>
                <a:cubicBezTo>
                  <a:pt x="1851114" y="61159"/>
                  <a:pt x="1850659" y="60478"/>
                  <a:pt x="1848838" y="60478"/>
                </a:cubicBezTo>
                <a:cubicBezTo>
                  <a:pt x="1842461" y="62983"/>
                  <a:pt x="1836539" y="65033"/>
                  <a:pt x="1820825" y="67080"/>
                </a:cubicBezTo>
                <a:cubicBezTo>
                  <a:pt x="1820370" y="68449"/>
                  <a:pt x="1820825" y="72091"/>
                  <a:pt x="1821280" y="73457"/>
                </a:cubicBezTo>
                <a:cubicBezTo>
                  <a:pt x="1833578" y="74597"/>
                  <a:pt x="1836084" y="75737"/>
                  <a:pt x="1836084" y="88960"/>
                </a:cubicBezTo>
                <a:lnTo>
                  <a:pt x="1836084" y="133424"/>
                </a:lnTo>
                <a:cubicBezTo>
                  <a:pt x="1836084" y="152349"/>
                  <a:pt x="1833353" y="153260"/>
                  <a:pt x="1819230" y="154174"/>
                </a:cubicBezTo>
                <a:cubicBezTo>
                  <a:pt x="1817864" y="155540"/>
                  <a:pt x="1817864" y="160321"/>
                  <a:pt x="1819230" y="161687"/>
                </a:cubicBezTo>
                <a:cubicBezTo>
                  <a:pt x="1827202" y="161461"/>
                  <a:pt x="1836084" y="161232"/>
                  <a:pt x="1845196" y="161232"/>
                </a:cubicBezTo>
                <a:cubicBezTo>
                  <a:pt x="1854304" y="161232"/>
                  <a:pt x="1864782" y="161461"/>
                  <a:pt x="1872750" y="161687"/>
                </a:cubicBezTo>
                <a:cubicBezTo>
                  <a:pt x="1874119" y="160321"/>
                  <a:pt x="1874119" y="155540"/>
                  <a:pt x="1872750" y="154174"/>
                </a:cubicBezTo>
                <a:cubicBezTo>
                  <a:pt x="1856810" y="153034"/>
                  <a:pt x="1854075" y="152349"/>
                  <a:pt x="1854075" y="133424"/>
                </a:cubicBezTo>
                <a:lnTo>
                  <a:pt x="1854075" y="101731"/>
                </a:lnTo>
                <a:cubicBezTo>
                  <a:pt x="1854075" y="95802"/>
                  <a:pt x="1856810" y="90558"/>
                  <a:pt x="1859541" y="86454"/>
                </a:cubicBezTo>
                <a:cubicBezTo>
                  <a:pt x="1862047" y="82805"/>
                  <a:pt x="1867287" y="75282"/>
                  <a:pt x="1870019" y="75282"/>
                </a:cubicBezTo>
                <a:cubicBezTo>
                  <a:pt x="1872069" y="75282"/>
                  <a:pt x="1874119" y="75737"/>
                  <a:pt x="1875940" y="78246"/>
                </a:cubicBezTo>
                <a:cubicBezTo>
                  <a:pt x="1877535" y="80526"/>
                  <a:pt x="1880267" y="83490"/>
                  <a:pt x="1884138" y="83490"/>
                </a:cubicBezTo>
                <a:cubicBezTo>
                  <a:pt x="1889604" y="83490"/>
                  <a:pt x="1894841" y="77787"/>
                  <a:pt x="1894841" y="72091"/>
                </a:cubicBezTo>
                <a:cubicBezTo>
                  <a:pt x="1894841" y="67765"/>
                  <a:pt x="1890744" y="61159"/>
                  <a:pt x="1881177" y="61159"/>
                </a:cubicBezTo>
                <a:cubicBezTo>
                  <a:pt x="1870474" y="61159"/>
                  <a:pt x="1861136" y="71181"/>
                  <a:pt x="1855899" y="80067"/>
                </a:cubicBezTo>
                <a:cubicBezTo>
                  <a:pt x="1854533" y="82576"/>
                  <a:pt x="1853394" y="80751"/>
                  <a:pt x="1853394" y="79612"/>
                </a:cubicBezTo>
                <a:close/>
                <a:moveTo>
                  <a:pt x="2033538" y="132937"/>
                </a:moveTo>
                <a:cubicBezTo>
                  <a:pt x="2033538" y="137267"/>
                  <a:pt x="2033083" y="139092"/>
                  <a:pt x="2029896" y="141827"/>
                </a:cubicBezTo>
                <a:cubicBezTo>
                  <a:pt x="2021469" y="149117"/>
                  <a:pt x="2014182" y="152763"/>
                  <a:pt x="2008486" y="152763"/>
                </a:cubicBezTo>
                <a:cubicBezTo>
                  <a:pt x="1996191" y="152763"/>
                  <a:pt x="1983437" y="139318"/>
                  <a:pt x="1983437" y="110832"/>
                </a:cubicBezTo>
                <a:cubicBezTo>
                  <a:pt x="1983437" y="94426"/>
                  <a:pt x="1986624" y="85311"/>
                  <a:pt x="1990040" y="80526"/>
                </a:cubicBezTo>
                <a:cubicBezTo>
                  <a:pt x="1997102" y="69815"/>
                  <a:pt x="2006665" y="69131"/>
                  <a:pt x="2011221" y="69131"/>
                </a:cubicBezTo>
                <a:cubicBezTo>
                  <a:pt x="2019419" y="69131"/>
                  <a:pt x="2025115" y="72095"/>
                  <a:pt x="2029667" y="77335"/>
                </a:cubicBezTo>
                <a:cubicBezTo>
                  <a:pt x="2032857" y="80981"/>
                  <a:pt x="2033538" y="82576"/>
                  <a:pt x="2033538" y="89641"/>
                </a:cubicBezTo>
                <a:lnTo>
                  <a:pt x="2033538" y="132937"/>
                </a:lnTo>
                <a:moveTo>
                  <a:pt x="2031036" y="149802"/>
                </a:moveTo>
                <a:cubicBezTo>
                  <a:pt x="2032173" y="148892"/>
                  <a:pt x="2034223" y="148433"/>
                  <a:pt x="2034452" y="150028"/>
                </a:cubicBezTo>
                <a:cubicBezTo>
                  <a:pt x="2035133" y="155498"/>
                  <a:pt x="2036958" y="163466"/>
                  <a:pt x="2036958" y="163466"/>
                </a:cubicBezTo>
                <a:cubicBezTo>
                  <a:pt x="2038779" y="164151"/>
                  <a:pt x="2039915" y="163925"/>
                  <a:pt x="2041284" y="163466"/>
                </a:cubicBezTo>
                <a:cubicBezTo>
                  <a:pt x="2046292" y="159359"/>
                  <a:pt x="2054264" y="155943"/>
                  <a:pt x="2068157" y="154348"/>
                </a:cubicBezTo>
                <a:cubicBezTo>
                  <a:pt x="2069523" y="152982"/>
                  <a:pt x="2069523" y="149566"/>
                  <a:pt x="2068157" y="148200"/>
                </a:cubicBezTo>
                <a:cubicBezTo>
                  <a:pt x="2053583" y="147060"/>
                  <a:pt x="2051532" y="142730"/>
                  <a:pt x="2051532" y="131565"/>
                </a:cubicBezTo>
                <a:lnTo>
                  <a:pt x="2051532" y="28340"/>
                </a:lnTo>
                <a:cubicBezTo>
                  <a:pt x="2051532" y="13529"/>
                  <a:pt x="2052443" y="4469"/>
                  <a:pt x="2052443" y="4469"/>
                </a:cubicBezTo>
                <a:cubicBezTo>
                  <a:pt x="2052443" y="2898"/>
                  <a:pt x="2051532" y="2221"/>
                  <a:pt x="2049482" y="2221"/>
                </a:cubicBezTo>
                <a:cubicBezTo>
                  <a:pt x="2043790" y="4469"/>
                  <a:pt x="2026706" y="7614"/>
                  <a:pt x="2017598" y="8288"/>
                </a:cubicBezTo>
                <a:cubicBezTo>
                  <a:pt x="2017143" y="10113"/>
                  <a:pt x="2017598" y="13755"/>
                  <a:pt x="2018964" y="15120"/>
                </a:cubicBezTo>
                <a:cubicBezTo>
                  <a:pt x="2030807" y="15805"/>
                  <a:pt x="2033538" y="14665"/>
                  <a:pt x="2033538" y="33809"/>
                </a:cubicBezTo>
                <a:lnTo>
                  <a:pt x="2033538" y="62983"/>
                </a:lnTo>
                <a:cubicBezTo>
                  <a:pt x="2033538" y="64578"/>
                  <a:pt x="2033083" y="65033"/>
                  <a:pt x="2031491" y="65033"/>
                </a:cubicBezTo>
                <a:cubicBezTo>
                  <a:pt x="2030578" y="65033"/>
                  <a:pt x="2021243" y="61159"/>
                  <a:pt x="2013727" y="61159"/>
                </a:cubicBezTo>
                <a:cubicBezTo>
                  <a:pt x="1998693" y="61159"/>
                  <a:pt x="1988674" y="66170"/>
                  <a:pt x="1979563" y="74826"/>
                </a:cubicBezTo>
                <a:cubicBezTo>
                  <a:pt x="1969770" y="84626"/>
                  <a:pt x="1963848" y="98071"/>
                  <a:pt x="1963848" y="114933"/>
                </a:cubicBezTo>
                <a:cubicBezTo>
                  <a:pt x="1963848" y="142967"/>
                  <a:pt x="1977971" y="163466"/>
                  <a:pt x="2002568" y="163466"/>
                </a:cubicBezTo>
                <a:cubicBezTo>
                  <a:pt x="2011447" y="163466"/>
                  <a:pt x="2019874" y="158914"/>
                  <a:pt x="2031036" y="149802"/>
                </a:cubicBezTo>
                <a:close/>
                <a:moveTo>
                  <a:pt x="2098447" y="97008"/>
                </a:moveTo>
                <a:cubicBezTo>
                  <a:pt x="2102774" y="71382"/>
                  <a:pt x="2118718" y="69343"/>
                  <a:pt x="2124184" y="69343"/>
                </a:cubicBezTo>
                <a:cubicBezTo>
                  <a:pt x="2132837" y="69343"/>
                  <a:pt x="2143085" y="74107"/>
                  <a:pt x="2143085" y="93154"/>
                </a:cubicBezTo>
                <a:cubicBezTo>
                  <a:pt x="2143085" y="95194"/>
                  <a:pt x="2142175" y="96330"/>
                  <a:pt x="2139669" y="96330"/>
                </a:cubicBezTo>
                <a:lnTo>
                  <a:pt x="2098447" y="97008"/>
                </a:lnTo>
                <a:moveTo>
                  <a:pt x="2158115" y="140020"/>
                </a:moveTo>
                <a:cubicBezTo>
                  <a:pt x="2149692" y="148669"/>
                  <a:pt x="2143085" y="152308"/>
                  <a:pt x="2129876" y="152308"/>
                </a:cubicBezTo>
                <a:cubicBezTo>
                  <a:pt x="2121679" y="152308"/>
                  <a:pt x="2112112" y="147529"/>
                  <a:pt x="2105054" y="135926"/>
                </a:cubicBezTo>
                <a:cubicBezTo>
                  <a:pt x="2100498" y="128416"/>
                  <a:pt x="2097763" y="117949"/>
                  <a:pt x="2097763" y="104751"/>
                </a:cubicBezTo>
                <a:lnTo>
                  <a:pt x="2158345" y="105206"/>
                </a:lnTo>
                <a:cubicBezTo>
                  <a:pt x="2161076" y="105206"/>
                  <a:pt x="2162671" y="103840"/>
                  <a:pt x="2162671" y="101335"/>
                </a:cubicBezTo>
                <a:cubicBezTo>
                  <a:pt x="2162671" y="82270"/>
                  <a:pt x="2155839" y="61826"/>
                  <a:pt x="2124184" y="61826"/>
                </a:cubicBezTo>
                <a:cubicBezTo>
                  <a:pt x="2104369" y="61826"/>
                  <a:pt x="2078632" y="80682"/>
                  <a:pt x="2078632" y="115218"/>
                </a:cubicBezTo>
                <a:cubicBezTo>
                  <a:pt x="2078632" y="127961"/>
                  <a:pt x="2081822" y="140249"/>
                  <a:pt x="2089339" y="148895"/>
                </a:cubicBezTo>
                <a:cubicBezTo>
                  <a:pt x="2097082" y="158003"/>
                  <a:pt x="2107785" y="163466"/>
                  <a:pt x="2124184" y="163466"/>
                </a:cubicBezTo>
                <a:cubicBezTo>
                  <a:pt x="2141490" y="163466"/>
                  <a:pt x="2153789" y="155498"/>
                  <a:pt x="2162900" y="143662"/>
                </a:cubicBezTo>
                <a:cubicBezTo>
                  <a:pt x="2162216" y="141385"/>
                  <a:pt x="2160850" y="140249"/>
                  <a:pt x="2158115" y="140020"/>
                </a:cubicBezTo>
                <a:close/>
                <a:moveTo>
                  <a:pt x="2211863" y="85766"/>
                </a:moveTo>
                <a:cubicBezTo>
                  <a:pt x="2217785" y="78472"/>
                  <a:pt x="2228262" y="71636"/>
                  <a:pt x="2234865" y="71636"/>
                </a:cubicBezTo>
                <a:cubicBezTo>
                  <a:pt x="2249443" y="71636"/>
                  <a:pt x="2261967" y="88042"/>
                  <a:pt x="2261967" y="113793"/>
                </a:cubicBezTo>
                <a:cubicBezTo>
                  <a:pt x="2261967" y="132482"/>
                  <a:pt x="2255365" y="155724"/>
                  <a:pt x="2229857" y="155724"/>
                </a:cubicBezTo>
                <a:cubicBezTo>
                  <a:pt x="2225757" y="155724"/>
                  <a:pt x="2217785" y="154584"/>
                  <a:pt x="2213688" y="150938"/>
                </a:cubicBezTo>
                <a:cubicBezTo>
                  <a:pt x="2209132" y="146838"/>
                  <a:pt x="2208221" y="145469"/>
                  <a:pt x="2208221" y="137267"/>
                </a:cubicBezTo>
                <a:lnTo>
                  <a:pt x="2208221" y="95792"/>
                </a:lnTo>
                <a:cubicBezTo>
                  <a:pt x="2208221" y="91007"/>
                  <a:pt x="2209132" y="88956"/>
                  <a:pt x="2211863" y="85766"/>
                </a:cubicBezTo>
                <a:moveTo>
                  <a:pt x="2207537" y="77332"/>
                </a:moveTo>
                <a:cubicBezTo>
                  <a:pt x="2207311" y="70496"/>
                  <a:pt x="2206855" y="64578"/>
                  <a:pt x="2205716" y="62299"/>
                </a:cubicBezTo>
                <a:cubicBezTo>
                  <a:pt x="2205260" y="61159"/>
                  <a:pt x="2204805" y="60478"/>
                  <a:pt x="2202981" y="60478"/>
                </a:cubicBezTo>
                <a:cubicBezTo>
                  <a:pt x="2196604" y="62983"/>
                  <a:pt x="2190682" y="65033"/>
                  <a:pt x="2174968" y="67080"/>
                </a:cubicBezTo>
                <a:cubicBezTo>
                  <a:pt x="2174512" y="68449"/>
                  <a:pt x="2174968" y="72091"/>
                  <a:pt x="2175426" y="73461"/>
                </a:cubicBezTo>
                <a:cubicBezTo>
                  <a:pt x="2187721" y="74600"/>
                  <a:pt x="2190227" y="75737"/>
                  <a:pt x="2190227" y="88956"/>
                </a:cubicBezTo>
                <a:lnTo>
                  <a:pt x="2190227" y="186315"/>
                </a:lnTo>
                <a:cubicBezTo>
                  <a:pt x="2190227" y="205279"/>
                  <a:pt x="2187721" y="206422"/>
                  <a:pt x="2173831" y="207107"/>
                </a:cubicBezTo>
                <a:cubicBezTo>
                  <a:pt x="2172466" y="208473"/>
                  <a:pt x="2172466" y="213254"/>
                  <a:pt x="2173831" y="214620"/>
                </a:cubicBezTo>
                <a:cubicBezTo>
                  <a:pt x="2181803" y="214394"/>
                  <a:pt x="2190227" y="214165"/>
                  <a:pt x="2199339" y="214165"/>
                </a:cubicBezTo>
                <a:cubicBezTo>
                  <a:pt x="2208447" y="214165"/>
                  <a:pt x="2219380" y="214394"/>
                  <a:pt x="2226896" y="214620"/>
                </a:cubicBezTo>
                <a:cubicBezTo>
                  <a:pt x="2228262" y="213254"/>
                  <a:pt x="2228262" y="208473"/>
                  <a:pt x="2226896" y="207107"/>
                </a:cubicBezTo>
                <a:cubicBezTo>
                  <a:pt x="2210727" y="206193"/>
                  <a:pt x="2208221" y="205279"/>
                  <a:pt x="2208221" y="186315"/>
                </a:cubicBezTo>
                <a:lnTo>
                  <a:pt x="2208221" y="161645"/>
                </a:lnTo>
                <a:cubicBezTo>
                  <a:pt x="2208221" y="158685"/>
                  <a:pt x="2209132" y="158914"/>
                  <a:pt x="2211408" y="160050"/>
                </a:cubicBezTo>
                <a:cubicBezTo>
                  <a:pt x="2217104" y="162101"/>
                  <a:pt x="2223936" y="163466"/>
                  <a:pt x="2231223" y="163466"/>
                </a:cubicBezTo>
                <a:cubicBezTo>
                  <a:pt x="2243977" y="163466"/>
                  <a:pt x="2255365" y="159595"/>
                  <a:pt x="2264702" y="150713"/>
                </a:cubicBezTo>
                <a:cubicBezTo>
                  <a:pt x="2275406" y="140228"/>
                  <a:pt x="2281553" y="126098"/>
                  <a:pt x="2281553" y="107642"/>
                </a:cubicBezTo>
                <a:cubicBezTo>
                  <a:pt x="2281553" y="83486"/>
                  <a:pt x="2264473" y="61159"/>
                  <a:pt x="2241242" y="61159"/>
                </a:cubicBezTo>
                <a:cubicBezTo>
                  <a:pt x="2230768" y="61159"/>
                  <a:pt x="2219150" y="68220"/>
                  <a:pt x="2210042" y="78246"/>
                </a:cubicBezTo>
                <a:cubicBezTo>
                  <a:pt x="2208676" y="79612"/>
                  <a:pt x="2207766" y="79612"/>
                  <a:pt x="2207537" y="77332"/>
                </a:cubicBezTo>
                <a:close/>
                <a:moveTo>
                  <a:pt x="2320043" y="97008"/>
                </a:moveTo>
                <a:cubicBezTo>
                  <a:pt x="2324369" y="71382"/>
                  <a:pt x="2340313" y="69343"/>
                  <a:pt x="2345780" y="69343"/>
                </a:cubicBezTo>
                <a:cubicBezTo>
                  <a:pt x="2354433" y="69343"/>
                  <a:pt x="2364681" y="74107"/>
                  <a:pt x="2364681" y="93154"/>
                </a:cubicBezTo>
                <a:cubicBezTo>
                  <a:pt x="2364681" y="95194"/>
                  <a:pt x="2363770" y="96330"/>
                  <a:pt x="2361265" y="96330"/>
                </a:cubicBezTo>
                <a:lnTo>
                  <a:pt x="2320043" y="97008"/>
                </a:lnTo>
                <a:moveTo>
                  <a:pt x="2379711" y="140020"/>
                </a:moveTo>
                <a:cubicBezTo>
                  <a:pt x="2371287" y="148669"/>
                  <a:pt x="2364681" y="152308"/>
                  <a:pt x="2351472" y="152308"/>
                </a:cubicBezTo>
                <a:cubicBezTo>
                  <a:pt x="2343274" y="152308"/>
                  <a:pt x="2333707" y="147529"/>
                  <a:pt x="2326649" y="135926"/>
                </a:cubicBezTo>
                <a:cubicBezTo>
                  <a:pt x="2322093" y="128416"/>
                  <a:pt x="2319358" y="117949"/>
                  <a:pt x="2319358" y="104751"/>
                </a:cubicBezTo>
                <a:lnTo>
                  <a:pt x="2379940" y="105206"/>
                </a:lnTo>
                <a:cubicBezTo>
                  <a:pt x="2382671" y="105206"/>
                  <a:pt x="2384267" y="103840"/>
                  <a:pt x="2384267" y="101335"/>
                </a:cubicBezTo>
                <a:cubicBezTo>
                  <a:pt x="2384267" y="82270"/>
                  <a:pt x="2377434" y="61826"/>
                  <a:pt x="2345780" y="61826"/>
                </a:cubicBezTo>
                <a:cubicBezTo>
                  <a:pt x="2325964" y="61826"/>
                  <a:pt x="2300228" y="80682"/>
                  <a:pt x="2300228" y="115218"/>
                </a:cubicBezTo>
                <a:cubicBezTo>
                  <a:pt x="2300228" y="127961"/>
                  <a:pt x="2303418" y="140249"/>
                  <a:pt x="2310934" y="148895"/>
                </a:cubicBezTo>
                <a:cubicBezTo>
                  <a:pt x="2318677" y="158003"/>
                  <a:pt x="2329380" y="163466"/>
                  <a:pt x="2345780" y="163466"/>
                </a:cubicBezTo>
                <a:cubicBezTo>
                  <a:pt x="2363086" y="163466"/>
                  <a:pt x="2375384" y="155498"/>
                  <a:pt x="2384496" y="143662"/>
                </a:cubicBezTo>
                <a:cubicBezTo>
                  <a:pt x="2383811" y="141385"/>
                  <a:pt x="2382446" y="140249"/>
                  <a:pt x="2379711" y="140020"/>
                </a:cubicBezTo>
                <a:close/>
                <a:moveTo>
                  <a:pt x="2435509" y="79615"/>
                </a:moveTo>
                <a:cubicBezTo>
                  <a:pt x="2434143" y="81210"/>
                  <a:pt x="2432778" y="81669"/>
                  <a:pt x="2432778" y="79615"/>
                </a:cubicBezTo>
                <a:cubicBezTo>
                  <a:pt x="2432548" y="73461"/>
                  <a:pt x="2432093" y="64578"/>
                  <a:pt x="2430953" y="62299"/>
                </a:cubicBezTo>
                <a:cubicBezTo>
                  <a:pt x="2430498" y="61159"/>
                  <a:pt x="2430043" y="60478"/>
                  <a:pt x="2428222" y="60478"/>
                </a:cubicBezTo>
                <a:cubicBezTo>
                  <a:pt x="2421845" y="62983"/>
                  <a:pt x="2415923" y="65033"/>
                  <a:pt x="2400209" y="67080"/>
                </a:cubicBezTo>
                <a:cubicBezTo>
                  <a:pt x="2399754" y="68449"/>
                  <a:pt x="2400209" y="72091"/>
                  <a:pt x="2400664" y="73461"/>
                </a:cubicBezTo>
                <a:cubicBezTo>
                  <a:pt x="2412963" y="74600"/>
                  <a:pt x="2415468" y="75740"/>
                  <a:pt x="2415468" y="88963"/>
                </a:cubicBezTo>
                <a:lnTo>
                  <a:pt x="2415468" y="133424"/>
                </a:lnTo>
                <a:cubicBezTo>
                  <a:pt x="2415468" y="152120"/>
                  <a:pt x="2413192" y="153034"/>
                  <a:pt x="2399524" y="154174"/>
                </a:cubicBezTo>
                <a:cubicBezTo>
                  <a:pt x="2398158" y="155540"/>
                  <a:pt x="2398158" y="160321"/>
                  <a:pt x="2399524" y="161687"/>
                </a:cubicBezTo>
                <a:cubicBezTo>
                  <a:pt x="2406360" y="161461"/>
                  <a:pt x="2415468" y="161232"/>
                  <a:pt x="2424576" y="161232"/>
                </a:cubicBezTo>
                <a:cubicBezTo>
                  <a:pt x="2433688" y="161232"/>
                  <a:pt x="2440520" y="161461"/>
                  <a:pt x="2447352" y="161687"/>
                </a:cubicBezTo>
                <a:cubicBezTo>
                  <a:pt x="2448718" y="160321"/>
                  <a:pt x="2448718" y="155540"/>
                  <a:pt x="2447352" y="154174"/>
                </a:cubicBezTo>
                <a:cubicBezTo>
                  <a:pt x="2435738" y="153034"/>
                  <a:pt x="2433459" y="152120"/>
                  <a:pt x="2433459" y="133424"/>
                </a:cubicBezTo>
                <a:lnTo>
                  <a:pt x="2433459" y="96032"/>
                </a:lnTo>
                <a:cubicBezTo>
                  <a:pt x="2433459" y="91243"/>
                  <a:pt x="2435509" y="88508"/>
                  <a:pt x="2437330" y="86458"/>
                </a:cubicBezTo>
                <a:cubicBezTo>
                  <a:pt x="2445987" y="78020"/>
                  <a:pt x="2456235" y="73002"/>
                  <a:pt x="2465117" y="73002"/>
                </a:cubicBezTo>
                <a:cubicBezTo>
                  <a:pt x="2469673" y="73002"/>
                  <a:pt x="2474455" y="75966"/>
                  <a:pt x="2477186" y="81210"/>
                </a:cubicBezTo>
                <a:cubicBezTo>
                  <a:pt x="2479466" y="85773"/>
                  <a:pt x="2479921" y="91927"/>
                  <a:pt x="2479921" y="98766"/>
                </a:cubicBezTo>
                <a:lnTo>
                  <a:pt x="2479921" y="133424"/>
                </a:lnTo>
                <a:cubicBezTo>
                  <a:pt x="2479921" y="152120"/>
                  <a:pt x="2477641" y="153034"/>
                  <a:pt x="2465798" y="154174"/>
                </a:cubicBezTo>
                <a:cubicBezTo>
                  <a:pt x="2464662" y="155540"/>
                  <a:pt x="2464662" y="160321"/>
                  <a:pt x="2465798" y="161687"/>
                </a:cubicBezTo>
                <a:cubicBezTo>
                  <a:pt x="2472634" y="161461"/>
                  <a:pt x="2479921" y="161232"/>
                  <a:pt x="2489029" y="161232"/>
                </a:cubicBezTo>
                <a:cubicBezTo>
                  <a:pt x="2498141" y="161232"/>
                  <a:pt x="2506339" y="161461"/>
                  <a:pt x="2513171" y="161687"/>
                </a:cubicBezTo>
                <a:cubicBezTo>
                  <a:pt x="2514311" y="160321"/>
                  <a:pt x="2514311" y="155540"/>
                  <a:pt x="2513171" y="154174"/>
                </a:cubicBezTo>
                <a:cubicBezTo>
                  <a:pt x="2500417" y="153034"/>
                  <a:pt x="2497912" y="152120"/>
                  <a:pt x="2497912" y="133424"/>
                </a:cubicBezTo>
                <a:lnTo>
                  <a:pt x="2497912" y="99451"/>
                </a:lnTo>
                <a:cubicBezTo>
                  <a:pt x="2497912" y="86913"/>
                  <a:pt x="2497001" y="75966"/>
                  <a:pt x="2491764" y="68905"/>
                </a:cubicBezTo>
                <a:cubicBezTo>
                  <a:pt x="2487890" y="63894"/>
                  <a:pt x="2480832" y="61159"/>
                  <a:pt x="2472860" y="61159"/>
                </a:cubicBezTo>
                <a:cubicBezTo>
                  <a:pt x="2461701" y="61159"/>
                  <a:pt x="2448947" y="64119"/>
                  <a:pt x="2435509" y="79615"/>
                </a:cubicBezTo>
                <a:close/>
                <a:moveTo>
                  <a:pt x="2595613" y="132937"/>
                </a:moveTo>
                <a:cubicBezTo>
                  <a:pt x="2595613" y="137267"/>
                  <a:pt x="2595158" y="139092"/>
                  <a:pt x="2591971" y="141827"/>
                </a:cubicBezTo>
                <a:cubicBezTo>
                  <a:pt x="2583544" y="149117"/>
                  <a:pt x="2576257" y="152763"/>
                  <a:pt x="2570561" y="152763"/>
                </a:cubicBezTo>
                <a:cubicBezTo>
                  <a:pt x="2558266" y="152763"/>
                  <a:pt x="2545513" y="139318"/>
                  <a:pt x="2545513" y="110832"/>
                </a:cubicBezTo>
                <a:cubicBezTo>
                  <a:pt x="2545513" y="94426"/>
                  <a:pt x="2548699" y="85311"/>
                  <a:pt x="2552115" y="80526"/>
                </a:cubicBezTo>
                <a:cubicBezTo>
                  <a:pt x="2559177" y="69815"/>
                  <a:pt x="2568740" y="69131"/>
                  <a:pt x="2573296" y="69131"/>
                </a:cubicBezTo>
                <a:cubicBezTo>
                  <a:pt x="2581494" y="69131"/>
                  <a:pt x="2587190" y="72095"/>
                  <a:pt x="2591742" y="77335"/>
                </a:cubicBezTo>
                <a:cubicBezTo>
                  <a:pt x="2594932" y="80981"/>
                  <a:pt x="2595613" y="82576"/>
                  <a:pt x="2595613" y="89641"/>
                </a:cubicBezTo>
                <a:lnTo>
                  <a:pt x="2595613" y="132937"/>
                </a:lnTo>
                <a:moveTo>
                  <a:pt x="2593111" y="149802"/>
                </a:moveTo>
                <a:cubicBezTo>
                  <a:pt x="2594248" y="148892"/>
                  <a:pt x="2596298" y="148433"/>
                  <a:pt x="2596527" y="150028"/>
                </a:cubicBezTo>
                <a:cubicBezTo>
                  <a:pt x="2597208" y="155498"/>
                  <a:pt x="2599033" y="163466"/>
                  <a:pt x="2599033" y="163466"/>
                </a:cubicBezTo>
                <a:cubicBezTo>
                  <a:pt x="2600854" y="164151"/>
                  <a:pt x="2601990" y="163925"/>
                  <a:pt x="2603359" y="163466"/>
                </a:cubicBezTo>
                <a:cubicBezTo>
                  <a:pt x="2608367" y="159359"/>
                  <a:pt x="2616339" y="155943"/>
                  <a:pt x="2630233" y="154348"/>
                </a:cubicBezTo>
                <a:cubicBezTo>
                  <a:pt x="2631598" y="152982"/>
                  <a:pt x="2631598" y="149566"/>
                  <a:pt x="2630233" y="148200"/>
                </a:cubicBezTo>
                <a:cubicBezTo>
                  <a:pt x="2615658" y="147060"/>
                  <a:pt x="2613608" y="142730"/>
                  <a:pt x="2613608" y="131565"/>
                </a:cubicBezTo>
                <a:lnTo>
                  <a:pt x="2613608" y="28340"/>
                </a:lnTo>
                <a:cubicBezTo>
                  <a:pt x="2613608" y="13529"/>
                  <a:pt x="2614518" y="4469"/>
                  <a:pt x="2614518" y="4469"/>
                </a:cubicBezTo>
                <a:cubicBezTo>
                  <a:pt x="2614518" y="2898"/>
                  <a:pt x="2613608" y="2221"/>
                  <a:pt x="2611557" y="2221"/>
                </a:cubicBezTo>
                <a:cubicBezTo>
                  <a:pt x="2605865" y="4469"/>
                  <a:pt x="2588781" y="7614"/>
                  <a:pt x="2579673" y="8288"/>
                </a:cubicBezTo>
                <a:cubicBezTo>
                  <a:pt x="2579218" y="10113"/>
                  <a:pt x="2579673" y="13755"/>
                  <a:pt x="2581039" y="15120"/>
                </a:cubicBezTo>
                <a:cubicBezTo>
                  <a:pt x="2592882" y="15805"/>
                  <a:pt x="2595613" y="14665"/>
                  <a:pt x="2595613" y="33809"/>
                </a:cubicBezTo>
                <a:lnTo>
                  <a:pt x="2595613" y="62983"/>
                </a:lnTo>
                <a:cubicBezTo>
                  <a:pt x="2595613" y="64578"/>
                  <a:pt x="2595158" y="65033"/>
                  <a:pt x="2593567" y="65033"/>
                </a:cubicBezTo>
                <a:cubicBezTo>
                  <a:pt x="2592653" y="65033"/>
                  <a:pt x="2583318" y="61159"/>
                  <a:pt x="2575802" y="61159"/>
                </a:cubicBezTo>
                <a:cubicBezTo>
                  <a:pt x="2560768" y="61159"/>
                  <a:pt x="2550750" y="66170"/>
                  <a:pt x="2541638" y="74826"/>
                </a:cubicBezTo>
                <a:cubicBezTo>
                  <a:pt x="2531845" y="84626"/>
                  <a:pt x="2525923" y="98071"/>
                  <a:pt x="2525923" y="114933"/>
                </a:cubicBezTo>
                <a:cubicBezTo>
                  <a:pt x="2525923" y="142967"/>
                  <a:pt x="2540046" y="163466"/>
                  <a:pt x="2564643" y="163466"/>
                </a:cubicBezTo>
                <a:cubicBezTo>
                  <a:pt x="2573522" y="163466"/>
                  <a:pt x="2581949" y="158914"/>
                  <a:pt x="2593111" y="149802"/>
                </a:cubicBezTo>
                <a:close/>
                <a:moveTo>
                  <a:pt x="2660522" y="97008"/>
                </a:moveTo>
                <a:cubicBezTo>
                  <a:pt x="2664849" y="71382"/>
                  <a:pt x="2680793" y="69343"/>
                  <a:pt x="2686259" y="69343"/>
                </a:cubicBezTo>
                <a:cubicBezTo>
                  <a:pt x="2694912" y="69343"/>
                  <a:pt x="2705160" y="74107"/>
                  <a:pt x="2705160" y="93154"/>
                </a:cubicBezTo>
                <a:cubicBezTo>
                  <a:pt x="2705160" y="95194"/>
                  <a:pt x="2704250" y="96330"/>
                  <a:pt x="2701744" y="96330"/>
                </a:cubicBezTo>
                <a:lnTo>
                  <a:pt x="2660522" y="97008"/>
                </a:lnTo>
                <a:moveTo>
                  <a:pt x="2720190" y="140020"/>
                </a:moveTo>
                <a:cubicBezTo>
                  <a:pt x="2711766" y="148669"/>
                  <a:pt x="2705160" y="152308"/>
                  <a:pt x="2691951" y="152308"/>
                </a:cubicBezTo>
                <a:cubicBezTo>
                  <a:pt x="2683753" y="152308"/>
                  <a:pt x="2674186" y="147529"/>
                  <a:pt x="2667128" y="135926"/>
                </a:cubicBezTo>
                <a:cubicBezTo>
                  <a:pt x="2662573" y="128416"/>
                  <a:pt x="2659838" y="117949"/>
                  <a:pt x="2659838" y="104751"/>
                </a:cubicBezTo>
                <a:lnTo>
                  <a:pt x="2720419" y="105206"/>
                </a:lnTo>
                <a:cubicBezTo>
                  <a:pt x="2723151" y="105206"/>
                  <a:pt x="2724746" y="103840"/>
                  <a:pt x="2724746" y="101335"/>
                </a:cubicBezTo>
                <a:cubicBezTo>
                  <a:pt x="2724746" y="82270"/>
                  <a:pt x="2717914" y="61826"/>
                  <a:pt x="2686259" y="61826"/>
                </a:cubicBezTo>
                <a:cubicBezTo>
                  <a:pt x="2666444" y="61826"/>
                  <a:pt x="2640707" y="80682"/>
                  <a:pt x="2640707" y="115218"/>
                </a:cubicBezTo>
                <a:cubicBezTo>
                  <a:pt x="2640707" y="127961"/>
                  <a:pt x="2643897" y="140249"/>
                  <a:pt x="2651414" y="148895"/>
                </a:cubicBezTo>
                <a:cubicBezTo>
                  <a:pt x="2659156" y="158003"/>
                  <a:pt x="2669860" y="163466"/>
                  <a:pt x="2686259" y="163466"/>
                </a:cubicBezTo>
                <a:cubicBezTo>
                  <a:pt x="2703565" y="163466"/>
                  <a:pt x="2715864" y="155498"/>
                  <a:pt x="2724975" y="143662"/>
                </a:cubicBezTo>
                <a:cubicBezTo>
                  <a:pt x="2724291" y="141385"/>
                  <a:pt x="2722925" y="140249"/>
                  <a:pt x="2720190" y="140020"/>
                </a:cubicBezTo>
                <a:close/>
                <a:moveTo>
                  <a:pt x="2775988" y="79615"/>
                </a:moveTo>
                <a:cubicBezTo>
                  <a:pt x="2774622" y="81210"/>
                  <a:pt x="2773257" y="81669"/>
                  <a:pt x="2773257" y="79615"/>
                </a:cubicBezTo>
                <a:cubicBezTo>
                  <a:pt x="2773027" y="73461"/>
                  <a:pt x="2772572" y="64578"/>
                  <a:pt x="2771432" y="62299"/>
                </a:cubicBezTo>
                <a:cubicBezTo>
                  <a:pt x="2770977" y="61159"/>
                  <a:pt x="2770522" y="60478"/>
                  <a:pt x="2768701" y="60478"/>
                </a:cubicBezTo>
                <a:cubicBezTo>
                  <a:pt x="2762324" y="62983"/>
                  <a:pt x="2756402" y="65033"/>
                  <a:pt x="2740688" y="67080"/>
                </a:cubicBezTo>
                <a:cubicBezTo>
                  <a:pt x="2740232" y="68449"/>
                  <a:pt x="2740688" y="72091"/>
                  <a:pt x="2741143" y="73461"/>
                </a:cubicBezTo>
                <a:cubicBezTo>
                  <a:pt x="2753441" y="74600"/>
                  <a:pt x="2755947" y="75740"/>
                  <a:pt x="2755947" y="88963"/>
                </a:cubicBezTo>
                <a:lnTo>
                  <a:pt x="2755947" y="133424"/>
                </a:lnTo>
                <a:cubicBezTo>
                  <a:pt x="2755947" y="152120"/>
                  <a:pt x="2753671" y="153034"/>
                  <a:pt x="2740003" y="154174"/>
                </a:cubicBezTo>
                <a:cubicBezTo>
                  <a:pt x="2738637" y="155540"/>
                  <a:pt x="2738637" y="160321"/>
                  <a:pt x="2740003" y="161687"/>
                </a:cubicBezTo>
                <a:cubicBezTo>
                  <a:pt x="2746839" y="161461"/>
                  <a:pt x="2755947" y="161232"/>
                  <a:pt x="2765055" y="161232"/>
                </a:cubicBezTo>
                <a:cubicBezTo>
                  <a:pt x="2774167" y="161232"/>
                  <a:pt x="2780999" y="161461"/>
                  <a:pt x="2787831" y="161687"/>
                </a:cubicBezTo>
                <a:cubicBezTo>
                  <a:pt x="2789197" y="160321"/>
                  <a:pt x="2789197" y="155540"/>
                  <a:pt x="2787831" y="154174"/>
                </a:cubicBezTo>
                <a:cubicBezTo>
                  <a:pt x="2776217" y="153034"/>
                  <a:pt x="2773938" y="152120"/>
                  <a:pt x="2773938" y="133424"/>
                </a:cubicBezTo>
                <a:lnTo>
                  <a:pt x="2773938" y="96032"/>
                </a:lnTo>
                <a:cubicBezTo>
                  <a:pt x="2773938" y="91243"/>
                  <a:pt x="2775988" y="88508"/>
                  <a:pt x="2777809" y="86458"/>
                </a:cubicBezTo>
                <a:cubicBezTo>
                  <a:pt x="2786465" y="78020"/>
                  <a:pt x="2796714" y="73002"/>
                  <a:pt x="2805596" y="73002"/>
                </a:cubicBezTo>
                <a:cubicBezTo>
                  <a:pt x="2810152" y="73002"/>
                  <a:pt x="2814934" y="75966"/>
                  <a:pt x="2817665" y="81210"/>
                </a:cubicBezTo>
                <a:cubicBezTo>
                  <a:pt x="2819945" y="85773"/>
                  <a:pt x="2820400" y="91927"/>
                  <a:pt x="2820400" y="98766"/>
                </a:cubicBezTo>
                <a:lnTo>
                  <a:pt x="2820400" y="133424"/>
                </a:lnTo>
                <a:cubicBezTo>
                  <a:pt x="2820400" y="152120"/>
                  <a:pt x="2818120" y="153034"/>
                  <a:pt x="2806277" y="154174"/>
                </a:cubicBezTo>
                <a:cubicBezTo>
                  <a:pt x="2805141" y="155540"/>
                  <a:pt x="2805141" y="160321"/>
                  <a:pt x="2806277" y="161687"/>
                </a:cubicBezTo>
                <a:cubicBezTo>
                  <a:pt x="2813113" y="161461"/>
                  <a:pt x="2820400" y="161232"/>
                  <a:pt x="2829508" y="161232"/>
                </a:cubicBezTo>
                <a:cubicBezTo>
                  <a:pt x="2838620" y="161232"/>
                  <a:pt x="2846818" y="161461"/>
                  <a:pt x="2853650" y="161687"/>
                </a:cubicBezTo>
                <a:cubicBezTo>
                  <a:pt x="2854790" y="160321"/>
                  <a:pt x="2854790" y="155540"/>
                  <a:pt x="2853650" y="154174"/>
                </a:cubicBezTo>
                <a:cubicBezTo>
                  <a:pt x="2840896" y="153034"/>
                  <a:pt x="2838391" y="152120"/>
                  <a:pt x="2838391" y="133424"/>
                </a:cubicBezTo>
                <a:lnTo>
                  <a:pt x="2838391" y="99451"/>
                </a:lnTo>
                <a:cubicBezTo>
                  <a:pt x="2838391" y="86913"/>
                  <a:pt x="2837480" y="75966"/>
                  <a:pt x="2832243" y="68905"/>
                </a:cubicBezTo>
                <a:cubicBezTo>
                  <a:pt x="2828368" y="63894"/>
                  <a:pt x="2821310" y="61159"/>
                  <a:pt x="2813339" y="61159"/>
                </a:cubicBezTo>
                <a:cubicBezTo>
                  <a:pt x="2802180" y="61159"/>
                  <a:pt x="2789426" y="64119"/>
                  <a:pt x="2775988" y="79615"/>
                </a:cubicBezTo>
                <a:close/>
                <a:moveTo>
                  <a:pt x="2867316" y="63605"/>
                </a:moveTo>
                <a:cubicBezTo>
                  <a:pt x="2864126" y="63605"/>
                  <a:pt x="2863215" y="66340"/>
                  <a:pt x="2863215" y="68161"/>
                </a:cubicBezTo>
                <a:lnTo>
                  <a:pt x="2863215" y="71122"/>
                </a:lnTo>
                <a:cubicBezTo>
                  <a:pt x="2863215" y="72262"/>
                  <a:pt x="2863441" y="72488"/>
                  <a:pt x="2864355" y="72488"/>
                </a:cubicBezTo>
                <a:lnTo>
                  <a:pt x="2877790" y="72488"/>
                </a:lnTo>
                <a:lnTo>
                  <a:pt x="2877790" y="140937"/>
                </a:lnTo>
                <a:cubicBezTo>
                  <a:pt x="2877790" y="157089"/>
                  <a:pt x="2884852" y="163466"/>
                  <a:pt x="2895326" y="163466"/>
                </a:cubicBezTo>
                <a:cubicBezTo>
                  <a:pt x="2905803" y="163466"/>
                  <a:pt x="2917191" y="158459"/>
                  <a:pt x="2926073" y="148440"/>
                </a:cubicBezTo>
                <a:cubicBezTo>
                  <a:pt x="2925618" y="146167"/>
                  <a:pt x="2924253" y="144801"/>
                  <a:pt x="2921973" y="144576"/>
                </a:cubicBezTo>
                <a:cubicBezTo>
                  <a:pt x="2916051" y="149124"/>
                  <a:pt x="2909219" y="150942"/>
                  <a:pt x="2903298" y="150942"/>
                </a:cubicBezTo>
                <a:cubicBezTo>
                  <a:pt x="2897150" y="150942"/>
                  <a:pt x="2895784" y="144120"/>
                  <a:pt x="2895784" y="130022"/>
                </a:cubicBezTo>
                <a:lnTo>
                  <a:pt x="2895784" y="72488"/>
                </a:lnTo>
                <a:lnTo>
                  <a:pt x="2919467" y="72488"/>
                </a:lnTo>
                <a:cubicBezTo>
                  <a:pt x="2921747" y="72488"/>
                  <a:pt x="2924934" y="71577"/>
                  <a:pt x="2924934" y="69527"/>
                </a:cubicBezTo>
                <a:lnTo>
                  <a:pt x="2924934" y="64974"/>
                </a:lnTo>
                <a:cubicBezTo>
                  <a:pt x="2924934" y="64064"/>
                  <a:pt x="2924253" y="63605"/>
                  <a:pt x="2923113" y="63605"/>
                </a:cubicBezTo>
                <a:lnTo>
                  <a:pt x="2895784" y="63605"/>
                </a:lnTo>
                <a:lnTo>
                  <a:pt x="2895784" y="54726"/>
                </a:lnTo>
                <a:cubicBezTo>
                  <a:pt x="2895784" y="39922"/>
                  <a:pt x="2896695" y="30810"/>
                  <a:pt x="2896695" y="30810"/>
                </a:cubicBezTo>
                <a:cubicBezTo>
                  <a:pt x="2896695" y="29445"/>
                  <a:pt x="2896010" y="28760"/>
                  <a:pt x="2894870" y="28760"/>
                </a:cubicBezTo>
                <a:cubicBezTo>
                  <a:pt x="2893960" y="28760"/>
                  <a:pt x="2891910" y="29674"/>
                  <a:pt x="2889863" y="30810"/>
                </a:cubicBezTo>
                <a:cubicBezTo>
                  <a:pt x="2887357" y="32180"/>
                  <a:pt x="2885077" y="33316"/>
                  <a:pt x="2882117" y="34001"/>
                </a:cubicBezTo>
                <a:cubicBezTo>
                  <a:pt x="2879385" y="34911"/>
                  <a:pt x="2877109" y="35596"/>
                  <a:pt x="2877109" y="37187"/>
                </a:cubicBezTo>
                <a:cubicBezTo>
                  <a:pt x="2877109" y="39922"/>
                  <a:pt x="2877790" y="38327"/>
                  <a:pt x="2877790" y="63605"/>
                </a:cubicBezTo>
                <a:lnTo>
                  <a:pt x="2867316" y="63605"/>
                </a:lnTo>
                <a:close/>
                <a:moveTo>
                  <a:pt x="2940420" y="129747"/>
                </a:moveTo>
                <a:cubicBezTo>
                  <a:pt x="2941331" y="140913"/>
                  <a:pt x="2942015" y="151623"/>
                  <a:pt x="2942015" y="161190"/>
                </a:cubicBezTo>
                <a:cubicBezTo>
                  <a:pt x="2944292" y="160735"/>
                  <a:pt x="2946571" y="160509"/>
                  <a:pt x="2947708" y="160509"/>
                </a:cubicBezTo>
                <a:cubicBezTo>
                  <a:pt x="2949303" y="160509"/>
                  <a:pt x="2950668" y="160509"/>
                  <a:pt x="2952264" y="160964"/>
                </a:cubicBezTo>
                <a:cubicBezTo>
                  <a:pt x="2958415" y="162556"/>
                  <a:pt x="2964562" y="163466"/>
                  <a:pt x="2972989" y="163466"/>
                </a:cubicBezTo>
                <a:cubicBezTo>
                  <a:pt x="2985743" y="163466"/>
                  <a:pt x="3009200" y="157319"/>
                  <a:pt x="3009200" y="134758"/>
                </a:cubicBezTo>
                <a:cubicBezTo>
                  <a:pt x="3009200" y="119266"/>
                  <a:pt x="2998041" y="110151"/>
                  <a:pt x="2982553" y="104452"/>
                </a:cubicBezTo>
                <a:cubicBezTo>
                  <a:pt x="2968889" y="99211"/>
                  <a:pt x="2959780" y="95792"/>
                  <a:pt x="2959780" y="83260"/>
                </a:cubicBezTo>
                <a:cubicBezTo>
                  <a:pt x="2959780" y="73916"/>
                  <a:pt x="2967978" y="68675"/>
                  <a:pt x="2975721" y="68675"/>
                </a:cubicBezTo>
                <a:cubicBezTo>
                  <a:pt x="2980732" y="68675"/>
                  <a:pt x="2993941" y="70500"/>
                  <a:pt x="2996901" y="89870"/>
                </a:cubicBezTo>
                <a:cubicBezTo>
                  <a:pt x="2998267" y="91236"/>
                  <a:pt x="3002823" y="91007"/>
                  <a:pt x="3004189" y="89641"/>
                </a:cubicBezTo>
                <a:cubicBezTo>
                  <a:pt x="3004873" y="81436"/>
                  <a:pt x="3005329" y="73005"/>
                  <a:pt x="3005558" y="65489"/>
                </a:cubicBezTo>
                <a:cubicBezTo>
                  <a:pt x="2998497" y="64349"/>
                  <a:pt x="2987564" y="61159"/>
                  <a:pt x="2975721" y="61159"/>
                </a:cubicBezTo>
                <a:cubicBezTo>
                  <a:pt x="2958870" y="61159"/>
                  <a:pt x="2943610" y="72095"/>
                  <a:pt x="2943610" y="86680"/>
                </a:cubicBezTo>
                <a:cubicBezTo>
                  <a:pt x="2943610" y="103312"/>
                  <a:pt x="2951124" y="110377"/>
                  <a:pt x="2968663" y="117671"/>
                </a:cubicBezTo>
                <a:cubicBezTo>
                  <a:pt x="2987564" y="125417"/>
                  <a:pt x="2991890" y="130202"/>
                  <a:pt x="2991890" y="140002"/>
                </a:cubicBezTo>
                <a:cubicBezTo>
                  <a:pt x="2991890" y="151168"/>
                  <a:pt x="2980961" y="155953"/>
                  <a:pt x="2972534" y="155953"/>
                </a:cubicBezTo>
                <a:cubicBezTo>
                  <a:pt x="2963652" y="155953"/>
                  <a:pt x="2958640" y="152989"/>
                  <a:pt x="2956364" y="150483"/>
                </a:cubicBezTo>
                <a:cubicBezTo>
                  <a:pt x="2951353" y="145243"/>
                  <a:pt x="2948847" y="135217"/>
                  <a:pt x="2947482" y="129518"/>
                </a:cubicBezTo>
                <a:cubicBezTo>
                  <a:pt x="2946116" y="128152"/>
                  <a:pt x="2941786" y="128378"/>
                  <a:pt x="2940420" y="129747"/>
                </a:cubicBezTo>
                <a:close/>
                <a:moveTo>
                  <a:pt x="3076159" y="103851"/>
                </a:moveTo>
                <a:cubicBezTo>
                  <a:pt x="3076159" y="93602"/>
                  <a:pt x="3075248" y="40993"/>
                  <a:pt x="3027875" y="0"/>
                </a:cubicBezTo>
                <a:cubicBezTo>
                  <a:pt x="3025599" y="455"/>
                  <a:pt x="3023775" y="2050"/>
                  <a:pt x="3023094" y="3871"/>
                </a:cubicBezTo>
                <a:cubicBezTo>
                  <a:pt x="3030607" y="12524"/>
                  <a:pt x="3057254" y="43953"/>
                  <a:pt x="3057254" y="103851"/>
                </a:cubicBezTo>
                <a:cubicBezTo>
                  <a:pt x="3057254" y="163748"/>
                  <a:pt x="3030381" y="195177"/>
                  <a:pt x="3023094" y="203378"/>
                </a:cubicBezTo>
                <a:cubicBezTo>
                  <a:pt x="3023775" y="205654"/>
                  <a:pt x="3025370" y="207249"/>
                  <a:pt x="3027875" y="207475"/>
                </a:cubicBezTo>
                <a:cubicBezTo>
                  <a:pt x="3054978" y="184248"/>
                  <a:pt x="3076159" y="146212"/>
                  <a:pt x="3076159" y="103851"/>
                </a:cubicBezTo>
                <a:close/>
                <a:moveTo>
                  <a:pt x="3182969" y="133469"/>
                </a:moveTo>
                <a:lnTo>
                  <a:pt x="3182969" y="72488"/>
                </a:lnTo>
                <a:lnTo>
                  <a:pt x="3204150" y="72488"/>
                </a:lnTo>
                <a:cubicBezTo>
                  <a:pt x="3206200" y="72488"/>
                  <a:pt x="3209390" y="71577"/>
                  <a:pt x="3209390" y="69527"/>
                </a:cubicBezTo>
                <a:lnTo>
                  <a:pt x="3209390" y="64974"/>
                </a:lnTo>
                <a:cubicBezTo>
                  <a:pt x="3209390" y="64064"/>
                  <a:pt x="3208706" y="63605"/>
                  <a:pt x="3207566" y="63605"/>
                </a:cubicBezTo>
                <a:lnTo>
                  <a:pt x="3182969" y="63605"/>
                </a:lnTo>
                <a:lnTo>
                  <a:pt x="3182969" y="50594"/>
                </a:lnTo>
                <a:cubicBezTo>
                  <a:pt x="3182969" y="15443"/>
                  <a:pt x="3193446" y="9967"/>
                  <a:pt x="3200963" y="9967"/>
                </a:cubicBezTo>
                <a:cubicBezTo>
                  <a:pt x="3207795" y="9967"/>
                  <a:pt x="3211437" y="12705"/>
                  <a:pt x="3214627" y="20694"/>
                </a:cubicBezTo>
                <a:cubicBezTo>
                  <a:pt x="3216448" y="24802"/>
                  <a:pt x="3218954" y="27999"/>
                  <a:pt x="3223735" y="27999"/>
                </a:cubicBezTo>
                <a:cubicBezTo>
                  <a:pt x="3227607" y="27999"/>
                  <a:pt x="3233073" y="23203"/>
                  <a:pt x="3233073" y="18641"/>
                </a:cubicBezTo>
                <a:cubicBezTo>
                  <a:pt x="3233073" y="14759"/>
                  <a:pt x="3230568" y="10651"/>
                  <a:pt x="3225786" y="7006"/>
                </a:cubicBezTo>
                <a:cubicBezTo>
                  <a:pt x="3219864" y="2905"/>
                  <a:pt x="3213943" y="2221"/>
                  <a:pt x="3205289" y="2221"/>
                </a:cubicBezTo>
                <a:cubicBezTo>
                  <a:pt x="3186159" y="2221"/>
                  <a:pt x="3164978" y="18866"/>
                  <a:pt x="3164978" y="54476"/>
                </a:cubicBezTo>
                <a:lnTo>
                  <a:pt x="3164978" y="63605"/>
                </a:lnTo>
                <a:lnTo>
                  <a:pt x="3153364" y="63605"/>
                </a:lnTo>
                <a:cubicBezTo>
                  <a:pt x="3149264" y="63605"/>
                  <a:pt x="3148124" y="66340"/>
                  <a:pt x="3148124" y="68161"/>
                </a:cubicBezTo>
                <a:lnTo>
                  <a:pt x="3148124" y="71122"/>
                </a:lnTo>
                <a:cubicBezTo>
                  <a:pt x="3148124" y="72262"/>
                  <a:pt x="3148353" y="72488"/>
                  <a:pt x="3149264" y="72488"/>
                </a:cubicBezTo>
                <a:lnTo>
                  <a:pt x="3164978" y="72488"/>
                </a:lnTo>
                <a:lnTo>
                  <a:pt x="3164978" y="133469"/>
                </a:lnTo>
                <a:cubicBezTo>
                  <a:pt x="3164978" y="152353"/>
                  <a:pt x="3161333" y="153263"/>
                  <a:pt x="3149034" y="154174"/>
                </a:cubicBezTo>
                <a:cubicBezTo>
                  <a:pt x="3147668" y="155540"/>
                  <a:pt x="3147668" y="160321"/>
                  <a:pt x="3149034" y="161687"/>
                </a:cubicBezTo>
                <a:cubicBezTo>
                  <a:pt x="3157006" y="161461"/>
                  <a:pt x="3164978" y="161232"/>
                  <a:pt x="3174086" y="161232"/>
                </a:cubicBezTo>
                <a:cubicBezTo>
                  <a:pt x="3183198" y="161232"/>
                  <a:pt x="3194131" y="161461"/>
                  <a:pt x="3202099" y="161687"/>
                </a:cubicBezTo>
                <a:cubicBezTo>
                  <a:pt x="3203469" y="160321"/>
                  <a:pt x="3203469" y="155540"/>
                  <a:pt x="3202099" y="154174"/>
                </a:cubicBezTo>
                <a:cubicBezTo>
                  <a:pt x="3184338" y="153263"/>
                  <a:pt x="3182969" y="152353"/>
                  <a:pt x="3182969" y="13346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Text romtheattack.">
            <a:extLst xmlns:a="http://schemas.openxmlformats.org/drawingml/2006/main">
              <a:ext uri="{FF2B5EF4-FFF2-40B4-BE49-F238E27FC236}">
                <a16:creationId xmlns:a16="http://schemas.microsoft.com/office/drawing/2014/main" id="{910A4C42-1653-406D-9C44-07C4290D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141" y="5037799"/>
            <a:ext cx="1386516" cy="161246"/>
          </a:xfrm>
          <a:custGeom xmlns:a="http://schemas.openxmlformats.org/drawingml/2006/main">
            <a:pathLst>
              <a:path w="1386516" h="161246">
                <a:moveTo>
                  <a:pt x="35530" y="77391"/>
                </a:moveTo>
                <a:cubicBezTo>
                  <a:pt x="35074" y="68276"/>
                  <a:pt x="34845" y="62358"/>
                  <a:pt x="33709" y="60078"/>
                </a:cubicBezTo>
                <a:cubicBezTo>
                  <a:pt x="33250" y="58938"/>
                  <a:pt x="32795" y="58257"/>
                  <a:pt x="30974" y="58257"/>
                </a:cubicBezTo>
                <a:cubicBezTo>
                  <a:pt x="24597" y="60763"/>
                  <a:pt x="18675" y="62813"/>
                  <a:pt x="2961" y="64860"/>
                </a:cubicBezTo>
                <a:cubicBezTo>
                  <a:pt x="2506" y="66229"/>
                  <a:pt x="2961" y="69871"/>
                  <a:pt x="3416" y="71237"/>
                </a:cubicBezTo>
                <a:cubicBezTo>
                  <a:pt x="15715" y="72376"/>
                  <a:pt x="18220" y="73516"/>
                  <a:pt x="18220" y="86739"/>
                </a:cubicBezTo>
                <a:lnTo>
                  <a:pt x="18220" y="131203"/>
                </a:lnTo>
                <a:cubicBezTo>
                  <a:pt x="18220" y="150129"/>
                  <a:pt x="15489" y="151039"/>
                  <a:pt x="1366" y="151953"/>
                </a:cubicBezTo>
                <a:cubicBezTo>
                  <a:pt x="0" y="153319"/>
                  <a:pt x="0" y="158101"/>
                  <a:pt x="1366" y="159466"/>
                </a:cubicBezTo>
                <a:cubicBezTo>
                  <a:pt x="9338" y="159241"/>
                  <a:pt x="18220" y="159011"/>
                  <a:pt x="27332" y="159011"/>
                </a:cubicBezTo>
                <a:cubicBezTo>
                  <a:pt x="36440" y="159011"/>
                  <a:pt x="46918" y="159241"/>
                  <a:pt x="54886" y="159466"/>
                </a:cubicBezTo>
                <a:cubicBezTo>
                  <a:pt x="56255" y="158101"/>
                  <a:pt x="56255" y="153319"/>
                  <a:pt x="54886" y="151953"/>
                </a:cubicBezTo>
                <a:cubicBezTo>
                  <a:pt x="38946" y="150813"/>
                  <a:pt x="36211" y="150129"/>
                  <a:pt x="36211" y="131203"/>
                </a:cubicBezTo>
                <a:lnTo>
                  <a:pt x="36211" y="99510"/>
                </a:lnTo>
                <a:cubicBezTo>
                  <a:pt x="36211" y="93582"/>
                  <a:pt x="38946" y="88338"/>
                  <a:pt x="41677" y="84233"/>
                </a:cubicBezTo>
                <a:cubicBezTo>
                  <a:pt x="44183" y="80585"/>
                  <a:pt x="49423" y="73061"/>
                  <a:pt x="52155" y="73061"/>
                </a:cubicBezTo>
                <a:cubicBezTo>
                  <a:pt x="54205" y="73061"/>
                  <a:pt x="56255" y="73516"/>
                  <a:pt x="58076" y="76025"/>
                </a:cubicBezTo>
                <a:cubicBezTo>
                  <a:pt x="59671" y="78305"/>
                  <a:pt x="62403" y="81269"/>
                  <a:pt x="66274" y="81269"/>
                </a:cubicBezTo>
                <a:cubicBezTo>
                  <a:pt x="71740" y="81269"/>
                  <a:pt x="76977" y="75567"/>
                  <a:pt x="76977" y="69871"/>
                </a:cubicBezTo>
                <a:cubicBezTo>
                  <a:pt x="76977" y="65544"/>
                  <a:pt x="72880" y="58938"/>
                  <a:pt x="63313" y="58938"/>
                </a:cubicBezTo>
                <a:cubicBezTo>
                  <a:pt x="52610" y="58938"/>
                  <a:pt x="43272" y="68960"/>
                  <a:pt x="38035" y="77846"/>
                </a:cubicBezTo>
                <a:cubicBezTo>
                  <a:pt x="36669" y="80355"/>
                  <a:pt x="35530" y="78531"/>
                  <a:pt x="35530" y="77391"/>
                </a:cubicBezTo>
                <a:close/>
                <a:moveTo>
                  <a:pt x="87681" y="112257"/>
                </a:moveTo>
                <a:cubicBezTo>
                  <a:pt x="87681" y="135502"/>
                  <a:pt x="103170" y="161246"/>
                  <a:pt x="135509" y="161246"/>
                </a:cubicBezTo>
                <a:cubicBezTo>
                  <a:pt x="150084" y="161246"/>
                  <a:pt x="161246" y="156009"/>
                  <a:pt x="168989" y="148492"/>
                </a:cubicBezTo>
                <a:cubicBezTo>
                  <a:pt x="179237" y="138463"/>
                  <a:pt x="183793" y="124107"/>
                  <a:pt x="183793" y="110207"/>
                </a:cubicBezTo>
                <a:cubicBezTo>
                  <a:pt x="183793" y="86506"/>
                  <a:pt x="170810" y="58938"/>
                  <a:pt x="135965" y="58938"/>
                </a:cubicBezTo>
                <a:cubicBezTo>
                  <a:pt x="120935" y="58938"/>
                  <a:pt x="108636" y="65089"/>
                  <a:pt x="100209" y="74885"/>
                </a:cubicBezTo>
                <a:cubicBezTo>
                  <a:pt x="92011" y="84685"/>
                  <a:pt x="87681" y="97901"/>
                  <a:pt x="87681" y="112257"/>
                </a:cubicBezTo>
                <a:moveTo>
                  <a:pt x="132549" y="66910"/>
                </a:moveTo>
                <a:cubicBezTo>
                  <a:pt x="152134" y="66910"/>
                  <a:pt x="164207" y="84685"/>
                  <a:pt x="164207" y="117501"/>
                </a:cubicBezTo>
                <a:cubicBezTo>
                  <a:pt x="164207" y="146212"/>
                  <a:pt x="149403" y="153277"/>
                  <a:pt x="138700" y="153277"/>
                </a:cubicBezTo>
                <a:cubicBezTo>
                  <a:pt x="115013" y="153277"/>
                  <a:pt x="107271" y="124562"/>
                  <a:pt x="107271" y="107016"/>
                </a:cubicBezTo>
                <a:cubicBezTo>
                  <a:pt x="107271" y="87191"/>
                  <a:pt x="112052" y="66910"/>
                  <a:pt x="132549" y="66910"/>
                </a:cubicBezTo>
                <a:close/>
                <a:moveTo>
                  <a:pt x="231847" y="77394"/>
                </a:moveTo>
                <a:cubicBezTo>
                  <a:pt x="231618" y="70555"/>
                  <a:pt x="231163" y="62358"/>
                  <a:pt x="230023" y="60078"/>
                </a:cubicBezTo>
                <a:cubicBezTo>
                  <a:pt x="229568" y="58938"/>
                  <a:pt x="229112" y="58257"/>
                  <a:pt x="227291" y="58257"/>
                </a:cubicBezTo>
                <a:cubicBezTo>
                  <a:pt x="220914" y="60763"/>
                  <a:pt x="214993" y="62813"/>
                  <a:pt x="199278" y="64860"/>
                </a:cubicBezTo>
                <a:cubicBezTo>
                  <a:pt x="198823" y="66229"/>
                  <a:pt x="199278" y="69871"/>
                  <a:pt x="199734" y="71240"/>
                </a:cubicBezTo>
                <a:cubicBezTo>
                  <a:pt x="212032" y="72380"/>
                  <a:pt x="214538" y="73520"/>
                  <a:pt x="214538" y="86743"/>
                </a:cubicBezTo>
                <a:lnTo>
                  <a:pt x="214538" y="131203"/>
                </a:lnTo>
                <a:cubicBezTo>
                  <a:pt x="214538" y="149899"/>
                  <a:pt x="211577" y="151039"/>
                  <a:pt x="199049" y="151953"/>
                </a:cubicBezTo>
                <a:cubicBezTo>
                  <a:pt x="197683" y="153319"/>
                  <a:pt x="197683" y="158101"/>
                  <a:pt x="199049" y="159466"/>
                </a:cubicBezTo>
                <a:cubicBezTo>
                  <a:pt x="205885" y="159241"/>
                  <a:pt x="214538" y="159011"/>
                  <a:pt x="223646" y="159011"/>
                </a:cubicBezTo>
                <a:cubicBezTo>
                  <a:pt x="232758" y="159011"/>
                  <a:pt x="239816" y="159241"/>
                  <a:pt x="246648" y="159466"/>
                </a:cubicBezTo>
                <a:cubicBezTo>
                  <a:pt x="248017" y="158101"/>
                  <a:pt x="248017" y="153319"/>
                  <a:pt x="246648" y="151953"/>
                </a:cubicBezTo>
                <a:cubicBezTo>
                  <a:pt x="235034" y="150813"/>
                  <a:pt x="232528" y="149899"/>
                  <a:pt x="232528" y="131203"/>
                </a:cubicBezTo>
                <a:lnTo>
                  <a:pt x="232528" y="93811"/>
                </a:lnTo>
                <a:cubicBezTo>
                  <a:pt x="232528" y="89022"/>
                  <a:pt x="234579" y="86287"/>
                  <a:pt x="236400" y="84237"/>
                </a:cubicBezTo>
                <a:cubicBezTo>
                  <a:pt x="245511" y="75344"/>
                  <a:pt x="253939" y="70781"/>
                  <a:pt x="260997" y="70781"/>
                </a:cubicBezTo>
                <a:cubicBezTo>
                  <a:pt x="269653" y="70781"/>
                  <a:pt x="276030" y="76255"/>
                  <a:pt x="276030" y="91531"/>
                </a:cubicBezTo>
                <a:lnTo>
                  <a:pt x="276030" y="131203"/>
                </a:lnTo>
                <a:cubicBezTo>
                  <a:pt x="276030" y="149899"/>
                  <a:pt x="274205" y="151039"/>
                  <a:pt x="261907" y="151953"/>
                </a:cubicBezTo>
                <a:cubicBezTo>
                  <a:pt x="260771" y="153319"/>
                  <a:pt x="260771" y="158101"/>
                  <a:pt x="261907" y="159466"/>
                </a:cubicBezTo>
                <a:cubicBezTo>
                  <a:pt x="267603" y="159241"/>
                  <a:pt x="276030" y="159011"/>
                  <a:pt x="285138" y="159011"/>
                </a:cubicBezTo>
                <a:cubicBezTo>
                  <a:pt x="294250" y="159011"/>
                  <a:pt x="301763" y="159241"/>
                  <a:pt x="307459" y="159466"/>
                </a:cubicBezTo>
                <a:cubicBezTo>
                  <a:pt x="308595" y="158101"/>
                  <a:pt x="308595" y="153319"/>
                  <a:pt x="307459" y="151953"/>
                </a:cubicBezTo>
                <a:cubicBezTo>
                  <a:pt x="296071" y="151039"/>
                  <a:pt x="294021" y="149899"/>
                  <a:pt x="294021" y="131203"/>
                </a:cubicBezTo>
                <a:lnTo>
                  <a:pt x="294021" y="94951"/>
                </a:lnTo>
                <a:cubicBezTo>
                  <a:pt x="294021" y="91761"/>
                  <a:pt x="294021" y="88567"/>
                  <a:pt x="293791" y="85832"/>
                </a:cubicBezTo>
                <a:cubicBezTo>
                  <a:pt x="304724" y="73746"/>
                  <a:pt x="314972" y="70781"/>
                  <a:pt x="323855" y="70781"/>
                </a:cubicBezTo>
                <a:cubicBezTo>
                  <a:pt x="332511" y="70781"/>
                  <a:pt x="337519" y="75799"/>
                  <a:pt x="337519" y="91076"/>
                </a:cubicBezTo>
                <a:lnTo>
                  <a:pt x="337519" y="131203"/>
                </a:lnTo>
                <a:cubicBezTo>
                  <a:pt x="337519" y="149899"/>
                  <a:pt x="335243" y="151039"/>
                  <a:pt x="323399" y="151953"/>
                </a:cubicBezTo>
                <a:cubicBezTo>
                  <a:pt x="322259" y="153319"/>
                  <a:pt x="322259" y="158101"/>
                  <a:pt x="323399" y="159466"/>
                </a:cubicBezTo>
                <a:cubicBezTo>
                  <a:pt x="329095" y="159241"/>
                  <a:pt x="337519" y="159011"/>
                  <a:pt x="346630" y="159011"/>
                </a:cubicBezTo>
                <a:cubicBezTo>
                  <a:pt x="355739" y="159011"/>
                  <a:pt x="363711" y="159241"/>
                  <a:pt x="370088" y="159466"/>
                </a:cubicBezTo>
                <a:cubicBezTo>
                  <a:pt x="371227" y="158101"/>
                  <a:pt x="371227" y="153319"/>
                  <a:pt x="370088" y="151953"/>
                </a:cubicBezTo>
                <a:cubicBezTo>
                  <a:pt x="357563" y="151039"/>
                  <a:pt x="355513" y="149899"/>
                  <a:pt x="355513" y="131203"/>
                </a:cubicBezTo>
                <a:lnTo>
                  <a:pt x="355513" y="95180"/>
                </a:lnTo>
                <a:cubicBezTo>
                  <a:pt x="355513" y="74889"/>
                  <a:pt x="352097" y="58938"/>
                  <a:pt x="332056" y="58938"/>
                </a:cubicBezTo>
                <a:cubicBezTo>
                  <a:pt x="320438" y="58938"/>
                  <a:pt x="306319" y="63268"/>
                  <a:pt x="294476" y="75799"/>
                </a:cubicBezTo>
                <a:cubicBezTo>
                  <a:pt x="293791" y="76484"/>
                  <a:pt x="292426" y="77624"/>
                  <a:pt x="291970" y="75570"/>
                </a:cubicBezTo>
                <a:cubicBezTo>
                  <a:pt x="289920" y="66229"/>
                  <a:pt x="281038" y="58938"/>
                  <a:pt x="269198" y="58938"/>
                </a:cubicBezTo>
                <a:cubicBezTo>
                  <a:pt x="255985" y="58938"/>
                  <a:pt x="244146" y="66684"/>
                  <a:pt x="234579" y="77394"/>
                </a:cubicBezTo>
                <a:cubicBezTo>
                  <a:pt x="233439" y="78534"/>
                  <a:pt x="232073" y="80133"/>
                  <a:pt x="231847" y="77394"/>
                </a:cubicBezTo>
                <a:close/>
                <a:moveTo>
                  <a:pt x="439779" y="61385"/>
                </a:moveTo>
                <a:cubicBezTo>
                  <a:pt x="436589" y="61385"/>
                  <a:pt x="435678" y="64119"/>
                  <a:pt x="435678" y="65940"/>
                </a:cubicBezTo>
                <a:lnTo>
                  <a:pt x="435678" y="68901"/>
                </a:lnTo>
                <a:cubicBezTo>
                  <a:pt x="435678" y="70041"/>
                  <a:pt x="435904" y="70267"/>
                  <a:pt x="436818" y="70267"/>
                </a:cubicBezTo>
                <a:lnTo>
                  <a:pt x="450253" y="70267"/>
                </a:lnTo>
                <a:lnTo>
                  <a:pt x="450253" y="138716"/>
                </a:lnTo>
                <a:cubicBezTo>
                  <a:pt x="450253" y="154869"/>
                  <a:pt x="457315" y="161246"/>
                  <a:pt x="467789" y="161246"/>
                </a:cubicBezTo>
                <a:cubicBezTo>
                  <a:pt x="478266" y="161246"/>
                  <a:pt x="489654" y="156238"/>
                  <a:pt x="498536" y="146219"/>
                </a:cubicBezTo>
                <a:cubicBezTo>
                  <a:pt x="498081" y="143947"/>
                  <a:pt x="496715" y="142581"/>
                  <a:pt x="494436" y="142355"/>
                </a:cubicBezTo>
                <a:cubicBezTo>
                  <a:pt x="488514" y="146904"/>
                  <a:pt x="481682" y="148721"/>
                  <a:pt x="475760" y="148721"/>
                </a:cubicBezTo>
                <a:cubicBezTo>
                  <a:pt x="469613" y="148721"/>
                  <a:pt x="468247" y="141900"/>
                  <a:pt x="468247" y="127801"/>
                </a:cubicBezTo>
                <a:lnTo>
                  <a:pt x="468247" y="70267"/>
                </a:lnTo>
                <a:lnTo>
                  <a:pt x="491930" y="70267"/>
                </a:lnTo>
                <a:cubicBezTo>
                  <a:pt x="494210" y="70267"/>
                  <a:pt x="497397" y="69356"/>
                  <a:pt x="497397" y="67306"/>
                </a:cubicBezTo>
                <a:lnTo>
                  <a:pt x="497397" y="62754"/>
                </a:lnTo>
                <a:cubicBezTo>
                  <a:pt x="497397" y="61843"/>
                  <a:pt x="496715" y="61385"/>
                  <a:pt x="495576" y="61385"/>
                </a:cubicBezTo>
                <a:lnTo>
                  <a:pt x="468247" y="61385"/>
                </a:lnTo>
                <a:lnTo>
                  <a:pt x="468247" y="52506"/>
                </a:lnTo>
                <a:cubicBezTo>
                  <a:pt x="468247" y="37702"/>
                  <a:pt x="469158" y="28590"/>
                  <a:pt x="469158" y="28590"/>
                </a:cubicBezTo>
                <a:cubicBezTo>
                  <a:pt x="469158" y="27224"/>
                  <a:pt x="468473" y="26540"/>
                  <a:pt x="467333" y="26540"/>
                </a:cubicBezTo>
                <a:cubicBezTo>
                  <a:pt x="466423" y="26540"/>
                  <a:pt x="464373" y="27453"/>
                  <a:pt x="462326" y="28590"/>
                </a:cubicBezTo>
                <a:cubicBezTo>
                  <a:pt x="459820" y="29959"/>
                  <a:pt x="457540" y="31095"/>
                  <a:pt x="454580" y="31780"/>
                </a:cubicBezTo>
                <a:cubicBezTo>
                  <a:pt x="451848" y="32690"/>
                  <a:pt x="449572" y="33375"/>
                  <a:pt x="449572" y="34967"/>
                </a:cubicBezTo>
                <a:cubicBezTo>
                  <a:pt x="449572" y="37702"/>
                  <a:pt x="450253" y="36107"/>
                  <a:pt x="450253" y="61385"/>
                </a:cubicBezTo>
                <a:lnTo>
                  <a:pt x="439779" y="61385"/>
                </a:lnTo>
                <a:close/>
                <a:moveTo>
                  <a:pt x="539986" y="93811"/>
                </a:moveTo>
                <a:cubicBezTo>
                  <a:pt x="539986" y="89022"/>
                  <a:pt x="542037" y="86287"/>
                  <a:pt x="543858" y="84237"/>
                </a:cubicBezTo>
                <a:cubicBezTo>
                  <a:pt x="552514" y="75799"/>
                  <a:pt x="564128" y="70781"/>
                  <a:pt x="573010" y="70781"/>
                </a:cubicBezTo>
                <a:cubicBezTo>
                  <a:pt x="577563" y="70781"/>
                  <a:pt x="582348" y="73746"/>
                  <a:pt x="585080" y="78990"/>
                </a:cubicBezTo>
                <a:cubicBezTo>
                  <a:pt x="587359" y="83552"/>
                  <a:pt x="587814" y="89707"/>
                  <a:pt x="587814" y="96546"/>
                </a:cubicBezTo>
                <a:lnTo>
                  <a:pt x="587814" y="131203"/>
                </a:lnTo>
                <a:cubicBezTo>
                  <a:pt x="587814" y="149899"/>
                  <a:pt x="585535" y="150813"/>
                  <a:pt x="573692" y="151953"/>
                </a:cubicBezTo>
                <a:cubicBezTo>
                  <a:pt x="572555" y="153319"/>
                  <a:pt x="572555" y="158101"/>
                  <a:pt x="573692" y="159466"/>
                </a:cubicBezTo>
                <a:cubicBezTo>
                  <a:pt x="580068" y="159241"/>
                  <a:pt x="587814" y="159011"/>
                  <a:pt x="596923" y="159011"/>
                </a:cubicBezTo>
                <a:cubicBezTo>
                  <a:pt x="606035" y="159011"/>
                  <a:pt x="613548" y="159241"/>
                  <a:pt x="621064" y="159466"/>
                </a:cubicBezTo>
                <a:cubicBezTo>
                  <a:pt x="622204" y="158101"/>
                  <a:pt x="622204" y="153319"/>
                  <a:pt x="621064" y="151953"/>
                </a:cubicBezTo>
                <a:cubicBezTo>
                  <a:pt x="608311" y="150813"/>
                  <a:pt x="605805" y="149899"/>
                  <a:pt x="605805" y="131203"/>
                </a:cubicBezTo>
                <a:lnTo>
                  <a:pt x="605805" y="97230"/>
                </a:lnTo>
                <a:cubicBezTo>
                  <a:pt x="605805" y="84692"/>
                  <a:pt x="604895" y="73520"/>
                  <a:pt x="599658" y="66684"/>
                </a:cubicBezTo>
                <a:cubicBezTo>
                  <a:pt x="595783" y="61673"/>
                  <a:pt x="588725" y="58938"/>
                  <a:pt x="580753" y="58938"/>
                </a:cubicBezTo>
                <a:cubicBezTo>
                  <a:pt x="569594" y="58938"/>
                  <a:pt x="555930" y="61899"/>
                  <a:pt x="542037" y="77394"/>
                </a:cubicBezTo>
                <a:cubicBezTo>
                  <a:pt x="541352" y="78308"/>
                  <a:pt x="539757" y="80588"/>
                  <a:pt x="539757" y="77394"/>
                </a:cubicBezTo>
                <a:lnTo>
                  <a:pt x="539986" y="26119"/>
                </a:lnTo>
                <a:cubicBezTo>
                  <a:pt x="539986" y="11308"/>
                  <a:pt x="540897" y="2248"/>
                  <a:pt x="540897" y="2248"/>
                </a:cubicBezTo>
                <a:cubicBezTo>
                  <a:pt x="540897" y="678"/>
                  <a:pt x="539986" y="0"/>
                  <a:pt x="537936" y="0"/>
                </a:cubicBezTo>
                <a:cubicBezTo>
                  <a:pt x="532244" y="2248"/>
                  <a:pt x="515164" y="5393"/>
                  <a:pt x="506052" y="6068"/>
                </a:cubicBezTo>
                <a:cubicBezTo>
                  <a:pt x="505597" y="7892"/>
                  <a:pt x="506052" y="11534"/>
                  <a:pt x="507418" y="12900"/>
                </a:cubicBezTo>
                <a:cubicBezTo>
                  <a:pt x="519261" y="13584"/>
                  <a:pt x="521996" y="12444"/>
                  <a:pt x="521996" y="31589"/>
                </a:cubicBezTo>
                <a:lnTo>
                  <a:pt x="521996" y="131203"/>
                </a:lnTo>
                <a:cubicBezTo>
                  <a:pt x="521996" y="150129"/>
                  <a:pt x="519261" y="151039"/>
                  <a:pt x="506052" y="151953"/>
                </a:cubicBezTo>
                <a:cubicBezTo>
                  <a:pt x="504686" y="153319"/>
                  <a:pt x="504686" y="158101"/>
                  <a:pt x="506052" y="159466"/>
                </a:cubicBezTo>
                <a:cubicBezTo>
                  <a:pt x="513568" y="159241"/>
                  <a:pt x="521996" y="159011"/>
                  <a:pt x="531104" y="159011"/>
                </a:cubicBezTo>
                <a:cubicBezTo>
                  <a:pt x="539757" y="159011"/>
                  <a:pt x="547274" y="159241"/>
                  <a:pt x="553651" y="159466"/>
                </a:cubicBezTo>
                <a:cubicBezTo>
                  <a:pt x="555016" y="158101"/>
                  <a:pt x="555016" y="153319"/>
                  <a:pt x="553651" y="151953"/>
                </a:cubicBezTo>
                <a:cubicBezTo>
                  <a:pt x="542037" y="151039"/>
                  <a:pt x="539986" y="150129"/>
                  <a:pt x="539986" y="131203"/>
                </a:cubicBezTo>
                <a:lnTo>
                  <a:pt x="539986" y="93811"/>
                </a:lnTo>
                <a:close/>
                <a:moveTo>
                  <a:pt x="652720" y="94787"/>
                </a:moveTo>
                <a:cubicBezTo>
                  <a:pt x="657047" y="69162"/>
                  <a:pt x="672991" y="67122"/>
                  <a:pt x="678457" y="67122"/>
                </a:cubicBezTo>
                <a:cubicBezTo>
                  <a:pt x="687110" y="67122"/>
                  <a:pt x="697358" y="71886"/>
                  <a:pt x="697358" y="90934"/>
                </a:cubicBezTo>
                <a:cubicBezTo>
                  <a:pt x="697358" y="92973"/>
                  <a:pt x="696448" y="94110"/>
                  <a:pt x="693942" y="94110"/>
                </a:cubicBezTo>
                <a:lnTo>
                  <a:pt x="652720" y="94787"/>
                </a:lnTo>
                <a:moveTo>
                  <a:pt x="712388" y="137799"/>
                </a:moveTo>
                <a:cubicBezTo>
                  <a:pt x="703964" y="146449"/>
                  <a:pt x="697358" y="150087"/>
                  <a:pt x="684149" y="150087"/>
                </a:cubicBezTo>
                <a:cubicBezTo>
                  <a:pt x="675951" y="150087"/>
                  <a:pt x="666384" y="145309"/>
                  <a:pt x="659326" y="133705"/>
                </a:cubicBezTo>
                <a:cubicBezTo>
                  <a:pt x="654771" y="126196"/>
                  <a:pt x="652036" y="115729"/>
                  <a:pt x="652036" y="102530"/>
                </a:cubicBezTo>
                <a:lnTo>
                  <a:pt x="712617" y="102985"/>
                </a:lnTo>
                <a:cubicBezTo>
                  <a:pt x="715349" y="102985"/>
                  <a:pt x="716944" y="101620"/>
                  <a:pt x="716944" y="99114"/>
                </a:cubicBezTo>
                <a:cubicBezTo>
                  <a:pt x="716944" y="80049"/>
                  <a:pt x="710112" y="59605"/>
                  <a:pt x="678457" y="59605"/>
                </a:cubicBezTo>
                <a:cubicBezTo>
                  <a:pt x="658642" y="59605"/>
                  <a:pt x="632905" y="78461"/>
                  <a:pt x="632905" y="112997"/>
                </a:cubicBezTo>
                <a:cubicBezTo>
                  <a:pt x="632905" y="125740"/>
                  <a:pt x="636095" y="138028"/>
                  <a:pt x="643612" y="146674"/>
                </a:cubicBezTo>
                <a:cubicBezTo>
                  <a:pt x="651354" y="155783"/>
                  <a:pt x="662058" y="161246"/>
                  <a:pt x="678457" y="161246"/>
                </a:cubicBezTo>
                <a:cubicBezTo>
                  <a:pt x="695763" y="161246"/>
                  <a:pt x="708062" y="153277"/>
                  <a:pt x="717173" y="141441"/>
                </a:cubicBezTo>
                <a:cubicBezTo>
                  <a:pt x="716489" y="139165"/>
                  <a:pt x="715123" y="138028"/>
                  <a:pt x="712388" y="137799"/>
                </a:cubicBezTo>
                <a:close/>
                <a:moveTo>
                  <a:pt x="849948" y="105880"/>
                </a:moveTo>
                <a:lnTo>
                  <a:pt x="849948" y="135957"/>
                </a:lnTo>
                <a:cubicBezTo>
                  <a:pt x="849948" y="138921"/>
                  <a:pt x="848579" y="140517"/>
                  <a:pt x="846758" y="141882"/>
                </a:cubicBezTo>
                <a:cubicBezTo>
                  <a:pt x="840836" y="146668"/>
                  <a:pt x="833094" y="151911"/>
                  <a:pt x="826717" y="151911"/>
                </a:cubicBezTo>
                <a:cubicBezTo>
                  <a:pt x="815329" y="151911"/>
                  <a:pt x="810318" y="142796"/>
                  <a:pt x="810318" y="135731"/>
                </a:cubicBezTo>
                <a:cubicBezTo>
                  <a:pt x="810318" y="125476"/>
                  <a:pt x="815103" y="114992"/>
                  <a:pt x="831954" y="110665"/>
                </a:cubicBezTo>
                <a:lnTo>
                  <a:pt x="849948" y="105880"/>
                </a:lnTo>
                <a:moveTo>
                  <a:pt x="849948" y="148037"/>
                </a:moveTo>
                <a:cubicBezTo>
                  <a:pt x="851314" y="155098"/>
                  <a:pt x="853819" y="161246"/>
                  <a:pt x="865207" y="161246"/>
                </a:cubicBezTo>
                <a:cubicBezTo>
                  <a:pt x="873861" y="161246"/>
                  <a:pt x="882058" y="157374"/>
                  <a:pt x="886840" y="152822"/>
                </a:cubicBezTo>
                <a:cubicBezTo>
                  <a:pt x="886385" y="150087"/>
                  <a:pt x="885474" y="148037"/>
                  <a:pt x="882969" y="146671"/>
                </a:cubicBezTo>
                <a:cubicBezTo>
                  <a:pt x="881377" y="148037"/>
                  <a:pt x="877502" y="150316"/>
                  <a:pt x="874542" y="150316"/>
                </a:cubicBezTo>
                <a:cubicBezTo>
                  <a:pt x="867939" y="150316"/>
                  <a:pt x="867710" y="141427"/>
                  <a:pt x="867710" y="130946"/>
                </a:cubicBezTo>
                <a:lnTo>
                  <a:pt x="867710" y="97446"/>
                </a:lnTo>
                <a:cubicBezTo>
                  <a:pt x="867710" y="65089"/>
                  <a:pt x="849948" y="58938"/>
                  <a:pt x="833320" y="58938"/>
                </a:cubicBezTo>
                <a:cubicBezTo>
                  <a:pt x="814644" y="58938"/>
                  <a:pt x="795743" y="71240"/>
                  <a:pt x="795743" y="84230"/>
                </a:cubicBezTo>
                <a:cubicBezTo>
                  <a:pt x="795743" y="89700"/>
                  <a:pt x="798475" y="92435"/>
                  <a:pt x="803715" y="92435"/>
                </a:cubicBezTo>
                <a:cubicBezTo>
                  <a:pt x="810318" y="92435"/>
                  <a:pt x="814419" y="87650"/>
                  <a:pt x="814419" y="84685"/>
                </a:cubicBezTo>
                <a:cubicBezTo>
                  <a:pt x="814419" y="83090"/>
                  <a:pt x="814189" y="81495"/>
                  <a:pt x="813734" y="80585"/>
                </a:cubicBezTo>
                <a:cubicBezTo>
                  <a:pt x="813508" y="79900"/>
                  <a:pt x="813279" y="78534"/>
                  <a:pt x="813279" y="76025"/>
                </a:cubicBezTo>
                <a:cubicBezTo>
                  <a:pt x="813279" y="68960"/>
                  <a:pt x="822846" y="66455"/>
                  <a:pt x="831499" y="66455"/>
                </a:cubicBezTo>
                <a:cubicBezTo>
                  <a:pt x="839241" y="66455"/>
                  <a:pt x="849948" y="70330"/>
                  <a:pt x="849948" y="96080"/>
                </a:cubicBezTo>
                <a:cubicBezTo>
                  <a:pt x="849948" y="97675"/>
                  <a:pt x="849264" y="98586"/>
                  <a:pt x="848579" y="98815"/>
                </a:cubicBezTo>
                <a:lnTo>
                  <a:pt x="828993" y="103600"/>
                </a:lnTo>
                <a:cubicBezTo>
                  <a:pt x="807131" y="109070"/>
                  <a:pt x="791417" y="121146"/>
                  <a:pt x="791417" y="136642"/>
                </a:cubicBezTo>
                <a:cubicBezTo>
                  <a:pt x="791417" y="155328"/>
                  <a:pt x="804170" y="161246"/>
                  <a:pt x="820111" y="161246"/>
                </a:cubicBezTo>
                <a:cubicBezTo>
                  <a:pt x="828083" y="161246"/>
                  <a:pt x="834915" y="159425"/>
                  <a:pt x="844937" y="151682"/>
                </a:cubicBezTo>
                <a:lnTo>
                  <a:pt x="849493" y="148037"/>
                </a:lnTo>
                <a:lnTo>
                  <a:pt x="849948" y="148037"/>
                </a:lnTo>
                <a:close/>
                <a:moveTo>
                  <a:pt x="897092" y="61385"/>
                </a:moveTo>
                <a:cubicBezTo>
                  <a:pt x="893902" y="61385"/>
                  <a:pt x="892992" y="64119"/>
                  <a:pt x="892992" y="65940"/>
                </a:cubicBezTo>
                <a:lnTo>
                  <a:pt x="892992" y="68901"/>
                </a:lnTo>
                <a:cubicBezTo>
                  <a:pt x="892992" y="70041"/>
                  <a:pt x="893217" y="70267"/>
                  <a:pt x="894131" y="70267"/>
                </a:cubicBezTo>
                <a:lnTo>
                  <a:pt x="907566" y="70267"/>
                </a:lnTo>
                <a:lnTo>
                  <a:pt x="907566" y="138716"/>
                </a:lnTo>
                <a:cubicBezTo>
                  <a:pt x="907566" y="154869"/>
                  <a:pt x="914628" y="161246"/>
                  <a:pt x="925102" y="161246"/>
                </a:cubicBezTo>
                <a:cubicBezTo>
                  <a:pt x="935579" y="161246"/>
                  <a:pt x="946967" y="156238"/>
                  <a:pt x="955850" y="146219"/>
                </a:cubicBezTo>
                <a:cubicBezTo>
                  <a:pt x="955394" y="143947"/>
                  <a:pt x="954029" y="142581"/>
                  <a:pt x="951749" y="142355"/>
                </a:cubicBezTo>
                <a:cubicBezTo>
                  <a:pt x="945827" y="146904"/>
                  <a:pt x="938995" y="148721"/>
                  <a:pt x="933074" y="148721"/>
                </a:cubicBezTo>
                <a:cubicBezTo>
                  <a:pt x="926926" y="148721"/>
                  <a:pt x="925560" y="141900"/>
                  <a:pt x="925560" y="127801"/>
                </a:cubicBezTo>
                <a:lnTo>
                  <a:pt x="925560" y="70267"/>
                </a:lnTo>
                <a:lnTo>
                  <a:pt x="949243" y="70267"/>
                </a:lnTo>
                <a:cubicBezTo>
                  <a:pt x="951523" y="70267"/>
                  <a:pt x="954710" y="69356"/>
                  <a:pt x="954710" y="67306"/>
                </a:cubicBezTo>
                <a:lnTo>
                  <a:pt x="954710" y="62754"/>
                </a:lnTo>
                <a:cubicBezTo>
                  <a:pt x="954710" y="61843"/>
                  <a:pt x="954029" y="61385"/>
                  <a:pt x="952889" y="61385"/>
                </a:cubicBezTo>
                <a:lnTo>
                  <a:pt x="925560" y="61385"/>
                </a:lnTo>
                <a:lnTo>
                  <a:pt x="925560" y="52506"/>
                </a:lnTo>
                <a:cubicBezTo>
                  <a:pt x="925560" y="37702"/>
                  <a:pt x="926471" y="28590"/>
                  <a:pt x="926471" y="28590"/>
                </a:cubicBezTo>
                <a:cubicBezTo>
                  <a:pt x="926471" y="27224"/>
                  <a:pt x="925786" y="26540"/>
                  <a:pt x="924646" y="26540"/>
                </a:cubicBezTo>
                <a:cubicBezTo>
                  <a:pt x="923736" y="26540"/>
                  <a:pt x="921686" y="27453"/>
                  <a:pt x="919639" y="28590"/>
                </a:cubicBezTo>
                <a:cubicBezTo>
                  <a:pt x="917133" y="29959"/>
                  <a:pt x="914854" y="31095"/>
                  <a:pt x="911893" y="31780"/>
                </a:cubicBezTo>
                <a:cubicBezTo>
                  <a:pt x="909161" y="32690"/>
                  <a:pt x="906885" y="33375"/>
                  <a:pt x="906885" y="34967"/>
                </a:cubicBezTo>
                <a:cubicBezTo>
                  <a:pt x="906885" y="37702"/>
                  <a:pt x="907566" y="36107"/>
                  <a:pt x="907566" y="61385"/>
                </a:cubicBezTo>
                <a:lnTo>
                  <a:pt x="897092" y="61385"/>
                </a:lnTo>
                <a:close/>
                <a:moveTo>
                  <a:pt x="969060" y="61385"/>
                </a:moveTo>
                <a:cubicBezTo>
                  <a:pt x="965869" y="61385"/>
                  <a:pt x="964959" y="64119"/>
                  <a:pt x="964959" y="65940"/>
                </a:cubicBezTo>
                <a:lnTo>
                  <a:pt x="964959" y="68901"/>
                </a:lnTo>
                <a:cubicBezTo>
                  <a:pt x="964959" y="70041"/>
                  <a:pt x="965185" y="70267"/>
                  <a:pt x="966099" y="70267"/>
                </a:cubicBezTo>
                <a:lnTo>
                  <a:pt x="979534" y="70267"/>
                </a:lnTo>
                <a:lnTo>
                  <a:pt x="979534" y="138716"/>
                </a:lnTo>
                <a:cubicBezTo>
                  <a:pt x="979534" y="154869"/>
                  <a:pt x="986595" y="161246"/>
                  <a:pt x="997069" y="161246"/>
                </a:cubicBezTo>
                <a:cubicBezTo>
                  <a:pt x="1007546" y="161246"/>
                  <a:pt x="1018934" y="156238"/>
                  <a:pt x="1027817" y="146219"/>
                </a:cubicBezTo>
                <a:cubicBezTo>
                  <a:pt x="1027362" y="143947"/>
                  <a:pt x="1025996" y="142581"/>
                  <a:pt x="1023716" y="142355"/>
                </a:cubicBezTo>
                <a:cubicBezTo>
                  <a:pt x="1017795" y="146904"/>
                  <a:pt x="1010963" y="148721"/>
                  <a:pt x="1005041" y="148721"/>
                </a:cubicBezTo>
                <a:cubicBezTo>
                  <a:pt x="998893" y="148721"/>
                  <a:pt x="997528" y="141900"/>
                  <a:pt x="997528" y="127801"/>
                </a:cubicBezTo>
                <a:lnTo>
                  <a:pt x="997528" y="70267"/>
                </a:lnTo>
                <a:lnTo>
                  <a:pt x="1021211" y="70267"/>
                </a:lnTo>
                <a:cubicBezTo>
                  <a:pt x="1023490" y="70267"/>
                  <a:pt x="1026677" y="69356"/>
                  <a:pt x="1026677" y="67306"/>
                </a:cubicBezTo>
                <a:lnTo>
                  <a:pt x="1026677" y="62754"/>
                </a:lnTo>
                <a:cubicBezTo>
                  <a:pt x="1026677" y="61843"/>
                  <a:pt x="1025996" y="61385"/>
                  <a:pt x="1024856" y="61385"/>
                </a:cubicBezTo>
                <a:lnTo>
                  <a:pt x="997528" y="61385"/>
                </a:lnTo>
                <a:lnTo>
                  <a:pt x="997528" y="52506"/>
                </a:lnTo>
                <a:cubicBezTo>
                  <a:pt x="997528" y="37702"/>
                  <a:pt x="998438" y="28590"/>
                  <a:pt x="998438" y="28590"/>
                </a:cubicBezTo>
                <a:cubicBezTo>
                  <a:pt x="998438" y="27224"/>
                  <a:pt x="997754" y="26540"/>
                  <a:pt x="996614" y="26540"/>
                </a:cubicBezTo>
                <a:cubicBezTo>
                  <a:pt x="995703" y="26540"/>
                  <a:pt x="993653" y="27453"/>
                  <a:pt x="991606" y="28590"/>
                </a:cubicBezTo>
                <a:cubicBezTo>
                  <a:pt x="989101" y="29959"/>
                  <a:pt x="986821" y="31095"/>
                  <a:pt x="983860" y="31780"/>
                </a:cubicBezTo>
                <a:cubicBezTo>
                  <a:pt x="981129" y="32690"/>
                  <a:pt x="978852" y="33375"/>
                  <a:pt x="978852" y="34967"/>
                </a:cubicBezTo>
                <a:cubicBezTo>
                  <a:pt x="978852" y="37702"/>
                  <a:pt x="979534" y="36107"/>
                  <a:pt x="979534" y="61385"/>
                </a:cubicBezTo>
                <a:lnTo>
                  <a:pt x="969060" y="61385"/>
                </a:lnTo>
                <a:close/>
                <a:moveTo>
                  <a:pt x="1097964" y="105880"/>
                </a:moveTo>
                <a:lnTo>
                  <a:pt x="1097964" y="135957"/>
                </a:lnTo>
                <a:cubicBezTo>
                  <a:pt x="1097964" y="138921"/>
                  <a:pt x="1096595" y="140517"/>
                  <a:pt x="1094774" y="141882"/>
                </a:cubicBezTo>
                <a:cubicBezTo>
                  <a:pt x="1088852" y="146668"/>
                  <a:pt x="1081110" y="151911"/>
                  <a:pt x="1074733" y="151911"/>
                </a:cubicBezTo>
                <a:cubicBezTo>
                  <a:pt x="1063345" y="151911"/>
                  <a:pt x="1058334" y="142796"/>
                  <a:pt x="1058334" y="135731"/>
                </a:cubicBezTo>
                <a:cubicBezTo>
                  <a:pt x="1058334" y="125476"/>
                  <a:pt x="1063119" y="114992"/>
                  <a:pt x="1079970" y="110665"/>
                </a:cubicBezTo>
                <a:lnTo>
                  <a:pt x="1097964" y="105880"/>
                </a:lnTo>
                <a:moveTo>
                  <a:pt x="1097964" y="148037"/>
                </a:moveTo>
                <a:cubicBezTo>
                  <a:pt x="1099330" y="155098"/>
                  <a:pt x="1101835" y="161246"/>
                  <a:pt x="1113223" y="161246"/>
                </a:cubicBezTo>
                <a:cubicBezTo>
                  <a:pt x="1121876" y="161246"/>
                  <a:pt x="1130074" y="157374"/>
                  <a:pt x="1134856" y="152822"/>
                </a:cubicBezTo>
                <a:cubicBezTo>
                  <a:pt x="1134401" y="150087"/>
                  <a:pt x="1133490" y="148037"/>
                  <a:pt x="1130985" y="146671"/>
                </a:cubicBezTo>
                <a:cubicBezTo>
                  <a:pt x="1129393" y="148037"/>
                  <a:pt x="1125518" y="150316"/>
                  <a:pt x="1122558" y="150316"/>
                </a:cubicBezTo>
                <a:cubicBezTo>
                  <a:pt x="1115955" y="150316"/>
                  <a:pt x="1115725" y="141427"/>
                  <a:pt x="1115725" y="130946"/>
                </a:cubicBezTo>
                <a:lnTo>
                  <a:pt x="1115725" y="97446"/>
                </a:lnTo>
                <a:cubicBezTo>
                  <a:pt x="1115725" y="65089"/>
                  <a:pt x="1097964" y="58938"/>
                  <a:pt x="1081336" y="58938"/>
                </a:cubicBezTo>
                <a:cubicBezTo>
                  <a:pt x="1062660" y="58938"/>
                  <a:pt x="1043759" y="71240"/>
                  <a:pt x="1043759" y="84230"/>
                </a:cubicBezTo>
                <a:cubicBezTo>
                  <a:pt x="1043759" y="89700"/>
                  <a:pt x="1046491" y="92435"/>
                  <a:pt x="1051731" y="92435"/>
                </a:cubicBezTo>
                <a:cubicBezTo>
                  <a:pt x="1058334" y="92435"/>
                  <a:pt x="1062434" y="87650"/>
                  <a:pt x="1062434" y="84685"/>
                </a:cubicBezTo>
                <a:cubicBezTo>
                  <a:pt x="1062434" y="83090"/>
                  <a:pt x="1062205" y="81495"/>
                  <a:pt x="1061750" y="80585"/>
                </a:cubicBezTo>
                <a:cubicBezTo>
                  <a:pt x="1061524" y="79900"/>
                  <a:pt x="1061295" y="78534"/>
                  <a:pt x="1061295" y="76025"/>
                </a:cubicBezTo>
                <a:cubicBezTo>
                  <a:pt x="1061295" y="68960"/>
                  <a:pt x="1070862" y="66455"/>
                  <a:pt x="1079515" y="66455"/>
                </a:cubicBezTo>
                <a:cubicBezTo>
                  <a:pt x="1087257" y="66455"/>
                  <a:pt x="1097964" y="70330"/>
                  <a:pt x="1097964" y="96080"/>
                </a:cubicBezTo>
                <a:cubicBezTo>
                  <a:pt x="1097964" y="97675"/>
                  <a:pt x="1097279" y="98586"/>
                  <a:pt x="1096595" y="98815"/>
                </a:cubicBezTo>
                <a:lnTo>
                  <a:pt x="1077009" y="103600"/>
                </a:lnTo>
                <a:cubicBezTo>
                  <a:pt x="1055147" y="109070"/>
                  <a:pt x="1039433" y="121146"/>
                  <a:pt x="1039433" y="136642"/>
                </a:cubicBezTo>
                <a:cubicBezTo>
                  <a:pt x="1039433" y="155328"/>
                  <a:pt x="1052186" y="161246"/>
                  <a:pt x="1068127" y="161246"/>
                </a:cubicBezTo>
                <a:cubicBezTo>
                  <a:pt x="1076099" y="161246"/>
                  <a:pt x="1082931" y="159425"/>
                  <a:pt x="1092953" y="151682"/>
                </a:cubicBezTo>
                <a:lnTo>
                  <a:pt x="1097509" y="148037"/>
                </a:lnTo>
                <a:lnTo>
                  <a:pt x="1097964" y="148037"/>
                </a:lnTo>
                <a:close/>
                <a:moveTo>
                  <a:pt x="1225956" y="138237"/>
                </a:moveTo>
                <a:cubicBezTo>
                  <a:pt x="1225045" y="136187"/>
                  <a:pt x="1223221" y="135276"/>
                  <a:pt x="1221174" y="135047"/>
                </a:cubicBezTo>
                <a:cubicBezTo>
                  <a:pt x="1213428" y="145076"/>
                  <a:pt x="1203635" y="150087"/>
                  <a:pt x="1193842" y="150087"/>
                </a:cubicBezTo>
                <a:cubicBezTo>
                  <a:pt x="1177217" y="150087"/>
                  <a:pt x="1163324" y="133226"/>
                  <a:pt x="1163324" y="106561"/>
                </a:cubicBezTo>
                <a:cubicBezTo>
                  <a:pt x="1163324" y="81495"/>
                  <a:pt x="1174257" y="66455"/>
                  <a:pt x="1189290" y="66455"/>
                </a:cubicBezTo>
                <a:cubicBezTo>
                  <a:pt x="1202725" y="66455"/>
                  <a:pt x="1204546" y="74430"/>
                  <a:pt x="1205460" y="82406"/>
                </a:cubicBezTo>
                <a:cubicBezTo>
                  <a:pt x="1206141" y="88560"/>
                  <a:pt x="1209331" y="90610"/>
                  <a:pt x="1214113" y="90610"/>
                </a:cubicBezTo>
                <a:cubicBezTo>
                  <a:pt x="1218895" y="90610"/>
                  <a:pt x="1225271" y="87650"/>
                  <a:pt x="1225271" y="80585"/>
                </a:cubicBezTo>
                <a:cubicBezTo>
                  <a:pt x="1225271" y="68050"/>
                  <a:pt x="1212292" y="58938"/>
                  <a:pt x="1190426" y="58938"/>
                </a:cubicBezTo>
                <a:cubicBezTo>
                  <a:pt x="1167880" y="58938"/>
                  <a:pt x="1143738" y="79215"/>
                  <a:pt x="1143738" y="111576"/>
                </a:cubicBezTo>
                <a:cubicBezTo>
                  <a:pt x="1143738" y="140972"/>
                  <a:pt x="1160137" y="161246"/>
                  <a:pt x="1188831" y="161246"/>
                </a:cubicBezTo>
                <a:cubicBezTo>
                  <a:pt x="1202499" y="161246"/>
                  <a:pt x="1214568" y="156919"/>
                  <a:pt x="1225956" y="138237"/>
                </a:cubicBezTo>
                <a:close/>
                <a:moveTo>
                  <a:pt x="1252375" y="131235"/>
                </a:moveTo>
                <a:cubicBezTo>
                  <a:pt x="1252375" y="150132"/>
                  <a:pt x="1249869" y="151043"/>
                  <a:pt x="1237116" y="151953"/>
                </a:cubicBezTo>
                <a:cubicBezTo>
                  <a:pt x="1235746" y="153319"/>
                  <a:pt x="1235746" y="158101"/>
                  <a:pt x="1237116" y="159466"/>
                </a:cubicBezTo>
                <a:cubicBezTo>
                  <a:pt x="1244629" y="159241"/>
                  <a:pt x="1252375" y="159011"/>
                  <a:pt x="1261483" y="159011"/>
                </a:cubicBezTo>
                <a:cubicBezTo>
                  <a:pt x="1269455" y="159011"/>
                  <a:pt x="1276972" y="159241"/>
                  <a:pt x="1282209" y="159466"/>
                </a:cubicBezTo>
                <a:cubicBezTo>
                  <a:pt x="1283575" y="158101"/>
                  <a:pt x="1283575" y="153319"/>
                  <a:pt x="1282209" y="151953"/>
                </a:cubicBezTo>
                <a:cubicBezTo>
                  <a:pt x="1272871" y="151043"/>
                  <a:pt x="1270366" y="150132"/>
                  <a:pt x="1270366" y="131235"/>
                </a:cubicBezTo>
                <a:lnTo>
                  <a:pt x="1270366" y="111426"/>
                </a:lnTo>
                <a:cubicBezTo>
                  <a:pt x="1274692" y="111656"/>
                  <a:pt x="1277882" y="111885"/>
                  <a:pt x="1280158" y="112566"/>
                </a:cubicBezTo>
                <a:cubicBezTo>
                  <a:pt x="1282664" y="114387"/>
                  <a:pt x="1284714" y="116437"/>
                  <a:pt x="1287446" y="120079"/>
                </a:cubicBezTo>
                <a:lnTo>
                  <a:pt x="1304071" y="142390"/>
                </a:lnTo>
                <a:cubicBezTo>
                  <a:pt x="1310677" y="151269"/>
                  <a:pt x="1313408" y="155595"/>
                  <a:pt x="1313638" y="158330"/>
                </a:cubicBezTo>
                <a:cubicBezTo>
                  <a:pt x="1313638" y="159011"/>
                  <a:pt x="1313864" y="159466"/>
                  <a:pt x="1314548" y="159466"/>
                </a:cubicBezTo>
                <a:cubicBezTo>
                  <a:pt x="1319104" y="159241"/>
                  <a:pt x="1324112" y="159011"/>
                  <a:pt x="1328668" y="159011"/>
                </a:cubicBezTo>
                <a:cubicBezTo>
                  <a:pt x="1335729" y="159011"/>
                  <a:pt x="1342787" y="159241"/>
                  <a:pt x="1347343" y="159466"/>
                </a:cubicBezTo>
                <a:cubicBezTo>
                  <a:pt x="1348709" y="158101"/>
                  <a:pt x="1348709" y="153319"/>
                  <a:pt x="1347343" y="151953"/>
                </a:cubicBezTo>
                <a:cubicBezTo>
                  <a:pt x="1339600" y="151043"/>
                  <a:pt x="1333908" y="150132"/>
                  <a:pt x="1327757" y="142390"/>
                </a:cubicBezTo>
                <a:lnTo>
                  <a:pt x="1297694" y="104598"/>
                </a:lnTo>
                <a:cubicBezTo>
                  <a:pt x="1296783" y="103461"/>
                  <a:pt x="1296102" y="102551"/>
                  <a:pt x="1296102" y="101414"/>
                </a:cubicBezTo>
                <a:cubicBezTo>
                  <a:pt x="1296102" y="100507"/>
                  <a:pt x="1296102" y="100052"/>
                  <a:pt x="1297013" y="99142"/>
                </a:cubicBezTo>
                <a:lnTo>
                  <a:pt x="1317054" y="78458"/>
                </a:lnTo>
                <a:cubicBezTo>
                  <a:pt x="1323886" y="71184"/>
                  <a:pt x="1331858" y="69367"/>
                  <a:pt x="1340966" y="68456"/>
                </a:cubicBezTo>
                <a:cubicBezTo>
                  <a:pt x="1342332" y="67091"/>
                  <a:pt x="1342332" y="62309"/>
                  <a:pt x="1340966" y="60940"/>
                </a:cubicBezTo>
                <a:cubicBezTo>
                  <a:pt x="1335729" y="61169"/>
                  <a:pt x="1329352" y="61398"/>
                  <a:pt x="1321155" y="61398"/>
                </a:cubicBezTo>
                <a:cubicBezTo>
                  <a:pt x="1312498" y="61398"/>
                  <a:pt x="1304071" y="61169"/>
                  <a:pt x="1298834" y="60940"/>
                </a:cubicBezTo>
                <a:cubicBezTo>
                  <a:pt x="1297468" y="62309"/>
                  <a:pt x="1297468" y="67091"/>
                  <a:pt x="1298834" y="68456"/>
                </a:cubicBezTo>
                <a:cubicBezTo>
                  <a:pt x="1311587" y="69367"/>
                  <a:pt x="1306121" y="77321"/>
                  <a:pt x="1304071" y="80049"/>
                </a:cubicBezTo>
                <a:cubicBezTo>
                  <a:pt x="1298834" y="86642"/>
                  <a:pt x="1291772" y="94370"/>
                  <a:pt x="1285851" y="98687"/>
                </a:cubicBezTo>
                <a:cubicBezTo>
                  <a:pt x="1280843" y="102325"/>
                  <a:pt x="1274692" y="105053"/>
                  <a:pt x="1270366" y="105734"/>
                </a:cubicBezTo>
                <a:lnTo>
                  <a:pt x="1270366" y="26286"/>
                </a:lnTo>
                <a:cubicBezTo>
                  <a:pt x="1270366" y="11468"/>
                  <a:pt x="1271276" y="2307"/>
                  <a:pt x="1271276" y="2307"/>
                </a:cubicBezTo>
                <a:cubicBezTo>
                  <a:pt x="1271276" y="695"/>
                  <a:pt x="1270366" y="0"/>
                  <a:pt x="1268315" y="0"/>
                </a:cubicBezTo>
                <a:cubicBezTo>
                  <a:pt x="1262623" y="2307"/>
                  <a:pt x="1245543" y="5536"/>
                  <a:pt x="1236431" y="6227"/>
                </a:cubicBezTo>
                <a:cubicBezTo>
                  <a:pt x="1235976" y="8052"/>
                  <a:pt x="1236431" y="11694"/>
                  <a:pt x="1237797" y="13063"/>
                </a:cubicBezTo>
                <a:cubicBezTo>
                  <a:pt x="1249640" y="13744"/>
                  <a:pt x="1252375" y="12608"/>
                  <a:pt x="1252375" y="31756"/>
                </a:cubicBezTo>
                <a:lnTo>
                  <a:pt x="1252375" y="131235"/>
                </a:lnTo>
                <a:close/>
                <a:moveTo>
                  <a:pt x="1362374" y="149177"/>
                </a:moveTo>
                <a:cubicBezTo>
                  <a:pt x="1362374" y="155783"/>
                  <a:pt x="1367841" y="161246"/>
                  <a:pt x="1374443" y="161246"/>
                </a:cubicBezTo>
                <a:cubicBezTo>
                  <a:pt x="1381050" y="161246"/>
                  <a:pt x="1386516" y="155783"/>
                  <a:pt x="1386516" y="149177"/>
                </a:cubicBezTo>
                <a:cubicBezTo>
                  <a:pt x="1386516" y="142574"/>
                  <a:pt x="1381050" y="137107"/>
                  <a:pt x="1374443" y="137107"/>
                </a:cubicBezTo>
                <a:cubicBezTo>
                  <a:pt x="1367841" y="137107"/>
                  <a:pt x="1362374" y="142574"/>
                  <a:pt x="1362374" y="1491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15255893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2026-09-05T08:52:59.3450000Z</dcterms:created>
  <dcterms:modified xsi:type="dcterms:W3CDTF">2026-09-05T08:52:59.3450000Z</dcterms:modified>
</coreProperties>
</file>