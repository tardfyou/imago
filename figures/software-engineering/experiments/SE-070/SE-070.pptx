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0e403620174c0b" /><Relationship Type="http://schemas.openxmlformats.org/officeDocument/2006/relationships/extended-properties" Target="/docProps/app.xml" Id="Rc84df7c79b09486e" /><Relationship Type="http://schemas.openxmlformats.org/officeDocument/2006/relationships/officeDocument" Target="/ppt/presentation.xml" Id="Ra062b714586141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811ad471b3487f"/>
  </p:sldMasterIdLst>
  <p:notesMasterIdLst>
    <p:notesMasterId xmlns:r="http://schemas.openxmlformats.org/officeDocument/2006/relationships" r:id="Re3dbd4eb97034d8e"/>
  </p:notesMasterIdLst>
  <p:sldIdLst>
    <p:sldId xmlns:r="http://schemas.openxmlformats.org/officeDocument/2006/relationships" id="256" r:id="Rb23ac052ccb94d7f"/>
  </p:sldIdLst>
  <p:sldSz cx="7258050" cy="4857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2a4b5f0b364ba3" /><Relationship Type="http://schemas.openxmlformats.org/officeDocument/2006/relationships/slideMaster" Target="/ppt/slideMasters/slideMaster1.xml" Id="Raf811ad471b3487f" /><Relationship Type="http://schemas.openxmlformats.org/officeDocument/2006/relationships/notesMaster" Target="/ppt/notesMasters/notesMaster1.xml" Id="Re3dbd4eb97034d8e" /><Relationship Type="http://schemas.openxmlformats.org/officeDocument/2006/relationships/presProps" Target="/ppt/presProps.xml" Id="R17950a5a8c0f4e2c" /><Relationship Type="http://schemas.openxmlformats.org/officeDocument/2006/relationships/tableStyles" Target="/ppt/tableStyles.xml" Id="Rc198bebb44074e24" /><Relationship Type="http://schemas.openxmlformats.org/officeDocument/2006/relationships/slide" Target="/ppt/slides/slide1.xml" Id="Rb23ac052ccb94d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015ace73f54c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71cbc9e2364570" /><Relationship Type="http://schemas.openxmlformats.org/officeDocument/2006/relationships/notesMaster" Target="/ppt/notesMasters/notesMaster1.xml" Id="Rd3c62c0797d2419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素材ID：SE-070</ns1:t>
            </ns1:r>
          </ns1:p>
          <ns1:p>
            <ns1:r>
              <ns1:t>论文：Characterizing Multi-Hunk Patches: Divergence, Proximity, and LLM Repair Challenges</ns1:t>
            </ns1:r>
          </ns1:p>
          <ns1:p>
            <ns1:r>
              <ns1:t>会议：ASE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3，PDF第9页</ns1:t>
            </ns1:r>
          </ns1:p>
          <ns1:p>
            <ns1:r>
              <ns1:t>类型：实验图表</ns1:t>
            </ns1:r>
          </ns1:p>
          <ns1:p>
            <ns1:r>
              <ns1:t>借鉴点：上方堆积柱给出每组交集的规模与类别组成，下方点线矩阵编码参与的模型；相比多集合Venn可扩展到更多比较对象。</ns1:t>
            </ns1:r>
          </ns1:p>
          <ns1:p>
            <ns1:r>
              <ns1:t>论文URL：https://keheliya.github.io/papers/ase2025_nashid.pdf</ns1:t>
            </ns1:r>
          </ns1:p>
          <ns1:p>
            <ns1:r>
              <ns1:t>官方获奖URL：https://www2.sigsoft.org/awards/distinguishedpaper/#the-ieeeacm-international-conference-on-automated-software-engineering-ase-2025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229原生对象、零图片。22组堆积柱、类别数值、总数、矩阵点线、文字和图例按已发表图重建；各堆积段数值和与原图列总数一致。只复刻发表图视觉，不声称重新运行模型得到原始结果。Arial替代原栅格字体，少量像素边缘有差异。</ns1:t>
            </ns1:r>
          </ns1:p>
          <ns1:p>
            <ns1:r>
              <ns1:t>复刻方式：native-manual-reconstruction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ffa90f6fc4d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f46b9666c442b0" /><Relationship Type="http://schemas.openxmlformats.org/officeDocument/2006/relationships/slideLayout" Target="/ppt/slideLayouts/slideLayout1.xml" Id="Re6d795b3575e47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d795b3575e47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37e9a06c841f3" /><Relationship Type="http://schemas.openxmlformats.org/officeDocument/2006/relationships/notesSlide" Target="/ppt/notesSlides/notesSlide1.xml" Id="R60d0ca3ce4c948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0" name="SE-070-1">
            <a:extLst xmlns:a="http://schemas.openxmlformats.org/drawingml/2006/main">
              <a:ext uri="{FF2B5EF4-FFF2-40B4-BE49-F238E27FC236}">
                <a16:creationId xmlns:a16="http://schemas.microsoft.com/office/drawing/2014/main" id="{AA0FD753-0E6A-4B47-9962-0A07C7E4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"/>
            <a:ext cx="6419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2" name="SE-070-2">
            <a:extLst xmlns:a="http://schemas.openxmlformats.org/drawingml/2006/main">
              <a:ext uri="{FF2B5EF4-FFF2-40B4-BE49-F238E27FC236}">
                <a16:creationId xmlns:a16="http://schemas.microsoft.com/office/drawing/2014/main" id="{382CF74A-171D-4A6F-A335-8FB05B2F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64198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" name="SE-070-path-3">
            <a:extLst xmlns:a="http://schemas.openxmlformats.org/drawingml/2006/main">
              <a:ext uri="{FF2B5EF4-FFF2-40B4-BE49-F238E27FC236}">
                <a16:creationId xmlns:a16="http://schemas.microsoft.com/office/drawing/2014/main" id="{495DA21F-D398-49B2-82EC-CAD69ED7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43325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555555"/>
            </a:solidFill>
          </a:ln>
        </p:spPr>
      </p:sp>
      <p:sp>
        <p:nvSpPr>
          <p:cNvPr id="4" name="SE-070-4">
            <a:extLst xmlns:a="http://schemas.openxmlformats.org/drawingml/2006/main">
              <a:ext uri="{FF2B5EF4-FFF2-40B4-BE49-F238E27FC236}">
                <a16:creationId xmlns:a16="http://schemas.microsoft.com/office/drawing/2014/main" id="{4D2B982F-8933-4E36-904D-3FDA9911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676650"/>
            <a:ext cx="161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1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SE-070-path-5">
            <a:extLst xmlns:a="http://schemas.openxmlformats.org/drawingml/2006/main">
              <a:ext uri="{FF2B5EF4-FFF2-40B4-BE49-F238E27FC236}">
                <a16:creationId xmlns:a16="http://schemas.microsoft.com/office/drawing/2014/main" id="{183AFA9C-7B9A-40CE-9848-60BA37DD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174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555555"/>
            </a:solidFill>
          </a:ln>
        </p:spPr>
      </p:sp>
      <p:sp>
        <p:nvSpPr>
          <p:cNvPr id="6" name="SE-070-6">
            <a:extLst xmlns:a="http://schemas.openxmlformats.org/drawingml/2006/main">
              <a:ext uri="{FF2B5EF4-FFF2-40B4-BE49-F238E27FC236}">
                <a16:creationId xmlns:a16="http://schemas.microsoft.com/office/drawing/2014/main" id="{B8EE4C9A-EB93-4BB9-BC37-5427C564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28499"/>
            <a:ext cx="161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1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SE-070-path-7">
            <a:extLst xmlns:a="http://schemas.openxmlformats.org/drawingml/2006/main">
              <a:ext uri="{FF2B5EF4-FFF2-40B4-BE49-F238E27FC236}">
                <a16:creationId xmlns:a16="http://schemas.microsoft.com/office/drawing/2014/main" id="{30E483D5-4D91-432C-BC9D-BDFA7E74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023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555555"/>
            </a:solidFill>
          </a:ln>
        </p:spPr>
      </p:sp>
      <p:sp>
        <p:nvSpPr>
          <p:cNvPr id="8" name="SE-070-8">
            <a:extLst xmlns:a="http://schemas.openxmlformats.org/drawingml/2006/main">
              <a:ext uri="{FF2B5EF4-FFF2-40B4-BE49-F238E27FC236}">
                <a16:creationId xmlns:a16="http://schemas.microsoft.com/office/drawing/2014/main" id="{6BFDBC9C-292D-4451-851F-A26EDA1F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780348"/>
            <a:ext cx="161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1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SE-070-path-9">
            <a:extLst xmlns:a="http://schemas.openxmlformats.org/drawingml/2006/main">
              <a:ext uri="{FF2B5EF4-FFF2-40B4-BE49-F238E27FC236}">
                <a16:creationId xmlns:a16="http://schemas.microsoft.com/office/drawing/2014/main" id="{39BA34F5-5571-45D4-A340-E34CBA3A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8871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555555"/>
            </a:solidFill>
          </a:ln>
        </p:spPr>
      </p:sp>
      <p:sp>
        <p:nvSpPr>
          <p:cNvPr id="10" name="SE-070-10">
            <a:extLst xmlns:a="http://schemas.openxmlformats.org/drawingml/2006/main">
              <a:ext uri="{FF2B5EF4-FFF2-40B4-BE49-F238E27FC236}">
                <a16:creationId xmlns:a16="http://schemas.microsoft.com/office/drawing/2014/main" id="{A8316B1B-D1A8-4A2F-AFED-FB77EA55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32196"/>
            <a:ext cx="161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1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1" name="SE-070-path-11">
            <a:extLst xmlns:a="http://schemas.openxmlformats.org/drawingml/2006/main">
              <a:ext uri="{FF2B5EF4-FFF2-40B4-BE49-F238E27FC236}">
                <a16:creationId xmlns:a16="http://schemas.microsoft.com/office/drawing/2014/main" id="{1694B1B3-A43C-46AC-8C57-0CD2EA89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0720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555555"/>
            </a:solidFill>
          </a:ln>
        </p:spPr>
      </p:sp>
      <p:sp>
        <p:nvSpPr>
          <p:cNvPr id="12" name="SE-070-12">
            <a:extLst xmlns:a="http://schemas.openxmlformats.org/drawingml/2006/main">
              <a:ext uri="{FF2B5EF4-FFF2-40B4-BE49-F238E27FC236}">
                <a16:creationId xmlns:a16="http://schemas.microsoft.com/office/drawing/2014/main" id="{EB81010C-25C3-4BFE-AA4D-7ECD10AD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84045"/>
            <a:ext cx="161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1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3" name="SE-070-path-13">
            <a:extLst xmlns:a="http://schemas.openxmlformats.org/drawingml/2006/main">
              <a:ext uri="{FF2B5EF4-FFF2-40B4-BE49-F238E27FC236}">
                <a16:creationId xmlns:a16="http://schemas.microsoft.com/office/drawing/2014/main" id="{37A854EF-EA66-4339-B096-DFAFF6DF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2569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555555"/>
            </a:solidFill>
          </a:ln>
        </p:spPr>
      </p:sp>
      <p:sp>
        <p:nvSpPr>
          <p:cNvPr id="14" name="SE-070-14">
            <a:extLst xmlns:a="http://schemas.openxmlformats.org/drawingml/2006/main">
              <a:ext uri="{FF2B5EF4-FFF2-40B4-BE49-F238E27FC236}">
                <a16:creationId xmlns:a16="http://schemas.microsoft.com/office/drawing/2014/main" id="{5DAC7259-5B32-4DAF-BF25-E737DD52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435894"/>
            <a:ext cx="161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1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5" name="SE-070-path-15">
            <a:extLst xmlns:a="http://schemas.openxmlformats.org/drawingml/2006/main">
              <a:ext uri="{FF2B5EF4-FFF2-40B4-BE49-F238E27FC236}">
                <a16:creationId xmlns:a16="http://schemas.microsoft.com/office/drawing/2014/main" id="{17433FB4-F7DB-420C-A941-FB27BECA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54418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555555"/>
            </a:solidFill>
          </a:ln>
        </p:spPr>
      </p:sp>
      <p:sp>
        <p:nvSpPr>
          <p:cNvPr id="16" name="SE-070-16">
            <a:extLst xmlns:a="http://schemas.openxmlformats.org/drawingml/2006/main">
              <a:ext uri="{FF2B5EF4-FFF2-40B4-BE49-F238E27FC236}">
                <a16:creationId xmlns:a16="http://schemas.microsoft.com/office/drawing/2014/main" id="{286254F4-F61C-497B-B70F-557239F9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987742"/>
            <a:ext cx="161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1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7" name="SE-070-path-17">
            <a:extLst xmlns:a="http://schemas.openxmlformats.org/drawingml/2006/main">
              <a:ext uri="{FF2B5EF4-FFF2-40B4-BE49-F238E27FC236}">
                <a16:creationId xmlns:a16="http://schemas.microsoft.com/office/drawing/2014/main" id="{E2F5FBE4-8BD2-4C64-8F59-0FFD236E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6266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555555"/>
            </a:solidFill>
          </a:ln>
        </p:spPr>
      </p:sp>
      <p:sp>
        <p:nvSpPr>
          <p:cNvPr id="18" name="SE-070-18">
            <a:extLst xmlns:a="http://schemas.openxmlformats.org/drawingml/2006/main">
              <a:ext uri="{FF2B5EF4-FFF2-40B4-BE49-F238E27FC236}">
                <a16:creationId xmlns:a16="http://schemas.microsoft.com/office/drawing/2014/main" id="{4CF4B215-11E1-41DC-A56F-2105EB02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39591"/>
            <a:ext cx="161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1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9" name="SE-070-axis-label-19">
            <a:extLst xmlns:a="http://schemas.openxmlformats.org/drawingml/2006/main">
              <a:ext uri="{FF2B5EF4-FFF2-40B4-BE49-F238E27FC236}">
                <a16:creationId xmlns:a16="http://schemas.microsoft.com/office/drawing/2014/main" id="{E97903E4-45AC-4557-BDE6-BF573652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52425" y="1933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Intersection size</a:t>
            </a:r>
          </a:p>
        </p:txBody>
      </p:sp>
      <p:sp>
        <p:nvSpPr>
          <p:cNvPr id="20" name="SE-070-20">
            <a:extLst xmlns:a="http://schemas.openxmlformats.org/drawingml/2006/main">
              <a:ext uri="{FF2B5EF4-FFF2-40B4-BE49-F238E27FC236}">
                <a16:creationId xmlns:a16="http://schemas.microsoft.com/office/drawing/2014/main" id="{FE892413-626A-4FB3-8119-2AA2FA88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21" name="SE-070-21">
            <a:extLst xmlns:a="http://schemas.openxmlformats.org/drawingml/2006/main">
              <a:ext uri="{FF2B5EF4-FFF2-40B4-BE49-F238E27FC236}">
                <a16:creationId xmlns:a16="http://schemas.microsoft.com/office/drawing/2014/main" id="{6F5F737E-1A44-42D7-88E9-9A5A7AB8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28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SE-070-22">
            <a:extLst xmlns:a="http://schemas.openxmlformats.org/drawingml/2006/main">
              <a:ext uri="{FF2B5EF4-FFF2-40B4-BE49-F238E27FC236}">
                <a16:creationId xmlns:a16="http://schemas.microsoft.com/office/drawing/2014/main" id="{7F913539-0E70-4AA4-A4E8-9F1985E9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367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SE-070-path-23">
            <a:extLst xmlns:a="http://schemas.openxmlformats.org/drawingml/2006/main">
              <a:ext uri="{FF2B5EF4-FFF2-40B4-BE49-F238E27FC236}">
                <a16:creationId xmlns:a16="http://schemas.microsoft.com/office/drawing/2014/main" id="{E1D054DF-93CF-4A15-8C45-FC05411B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3895725"/>
            <a:ext cx="95" cy="400050"/>
          </a:xfrm>
          <a:custGeom xmlns:a="http://schemas.openxmlformats.org/drawingml/2006/main">
            <a:pathLst>
              <a:path w="9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F77B4"/>
            </a:solidFill>
          </a:ln>
        </p:spPr>
      </p:sp>
      <p:sp>
        <p:nvSpPr>
          <p:cNvPr id="24" name="SE-070-24">
            <a:extLst xmlns:a="http://schemas.openxmlformats.org/drawingml/2006/main">
              <a:ext uri="{FF2B5EF4-FFF2-40B4-BE49-F238E27FC236}">
                <a16:creationId xmlns:a16="http://schemas.microsoft.com/office/drawing/2014/main" id="{1AF5B417-1416-4D66-A322-70DB86C2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" y="38700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25" name="SE-070-25">
            <a:extLst xmlns:a="http://schemas.openxmlformats.org/drawingml/2006/main">
              <a:ext uri="{FF2B5EF4-FFF2-40B4-BE49-F238E27FC236}">
                <a16:creationId xmlns:a16="http://schemas.microsoft.com/office/drawing/2014/main" id="{BF07C2E8-DF02-4940-BC04-C9F647A2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" y="407003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26" name="SE-070-26">
            <a:extLst xmlns:a="http://schemas.openxmlformats.org/drawingml/2006/main">
              <a:ext uri="{FF2B5EF4-FFF2-40B4-BE49-F238E27FC236}">
                <a16:creationId xmlns:a16="http://schemas.microsoft.com/office/drawing/2014/main" id="{D4883CFC-F1EA-4E81-A43D-45DB4955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" y="427005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27" name="SE-070-27">
            <a:extLst xmlns:a="http://schemas.openxmlformats.org/drawingml/2006/main">
              <a:ext uri="{FF2B5EF4-FFF2-40B4-BE49-F238E27FC236}">
                <a16:creationId xmlns:a16="http://schemas.microsoft.com/office/drawing/2014/main" id="{613532E7-7608-4FB3-ACAE-6B172E08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78"/>
          </a:solidFill>
          <a:ln xmlns:a="http://schemas.openxmlformats.org/drawingml/2006/main" w="0">
            <a:noFill/>
          </a:ln>
        </p:spPr>
      </p:sp>
      <p:sp>
        <p:nvSpPr>
          <p:cNvPr id="28" name="SE-070-28">
            <a:extLst xmlns:a="http://schemas.openxmlformats.org/drawingml/2006/main">
              <a:ext uri="{FF2B5EF4-FFF2-40B4-BE49-F238E27FC236}">
                <a16:creationId xmlns:a16="http://schemas.microsoft.com/office/drawing/2014/main" id="{C4F29902-9B30-4084-BB0C-5274622D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28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SE-070-29">
            <a:extLst xmlns:a="http://schemas.openxmlformats.org/drawingml/2006/main">
              <a:ext uri="{FF2B5EF4-FFF2-40B4-BE49-F238E27FC236}">
                <a16:creationId xmlns:a16="http://schemas.microsoft.com/office/drawing/2014/main" id="{48FCD55C-75C7-43CB-93EE-7E43B142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5367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SE-070-30">
            <a:extLst xmlns:a="http://schemas.openxmlformats.org/drawingml/2006/main">
              <a:ext uri="{FF2B5EF4-FFF2-40B4-BE49-F238E27FC236}">
                <a16:creationId xmlns:a16="http://schemas.microsoft.com/office/drawing/2014/main" id="{9F9184CF-4E9F-4879-A039-FFD4FB5F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47008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B78"/>
          </a:solidFill>
          <a:ln xmlns:a="http://schemas.openxmlformats.org/drawingml/2006/main" w="0">
            <a:noFill/>
          </a:ln>
        </p:spPr>
      </p:sp>
      <p:sp>
        <p:nvSpPr>
          <p:cNvPr id="31" name="SE-070-31">
            <a:extLst xmlns:a="http://schemas.openxmlformats.org/drawingml/2006/main">
              <a:ext uri="{FF2B5EF4-FFF2-40B4-BE49-F238E27FC236}">
                <a16:creationId xmlns:a16="http://schemas.microsoft.com/office/drawing/2014/main" id="{D75F5D85-5DD2-42B9-B11A-E9647E41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32" name="SE-070-32">
            <a:extLst xmlns:a="http://schemas.openxmlformats.org/drawingml/2006/main">
              <a:ext uri="{FF2B5EF4-FFF2-40B4-BE49-F238E27FC236}">
                <a16:creationId xmlns:a16="http://schemas.microsoft.com/office/drawing/2014/main" id="{A9DCDDD7-888C-48A6-8373-928116BE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28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3" name="SE-070-33">
            <a:extLst xmlns:a="http://schemas.openxmlformats.org/drawingml/2006/main">
              <a:ext uri="{FF2B5EF4-FFF2-40B4-BE49-F238E27FC236}">
                <a16:creationId xmlns:a16="http://schemas.microsoft.com/office/drawing/2014/main" id="{395FD1DD-3824-4CE2-B355-0BB7ABAB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5367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" name="SE-070-path-34">
            <a:extLst xmlns:a="http://schemas.openxmlformats.org/drawingml/2006/main">
              <a:ext uri="{FF2B5EF4-FFF2-40B4-BE49-F238E27FC236}">
                <a16:creationId xmlns:a16="http://schemas.microsoft.com/office/drawing/2014/main" id="{451A51AF-5823-47D1-8CF1-091F2603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3" y="3895725"/>
            <a:ext cx="95" cy="800100"/>
          </a:xfrm>
          <a:custGeom xmlns:a="http://schemas.openxmlformats.org/drawingml/2006/main">
            <a:pathLst>
              <a:path w="9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F77B4"/>
            </a:solidFill>
          </a:ln>
        </p:spPr>
      </p:sp>
      <p:sp>
        <p:nvSpPr>
          <p:cNvPr id="35" name="SE-070-35">
            <a:extLst xmlns:a="http://schemas.openxmlformats.org/drawingml/2006/main">
              <a:ext uri="{FF2B5EF4-FFF2-40B4-BE49-F238E27FC236}">
                <a16:creationId xmlns:a16="http://schemas.microsoft.com/office/drawing/2014/main" id="{DCE6C3D5-F7EC-4E99-9055-14639F89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" y="38700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36" name="SE-070-36">
            <a:extLst xmlns:a="http://schemas.openxmlformats.org/drawingml/2006/main">
              <a:ext uri="{FF2B5EF4-FFF2-40B4-BE49-F238E27FC236}">
                <a16:creationId xmlns:a16="http://schemas.microsoft.com/office/drawing/2014/main" id="{852ADF30-6E5F-4922-B62E-9F1590E6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" y="407003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37" name="SE-070-37">
            <a:extLst xmlns:a="http://schemas.openxmlformats.org/drawingml/2006/main">
              <a:ext uri="{FF2B5EF4-FFF2-40B4-BE49-F238E27FC236}">
                <a16:creationId xmlns:a16="http://schemas.microsoft.com/office/drawing/2014/main" id="{34685179-4CCA-4755-B8A2-9AB32FB0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" y="46701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38" name="SE-070-38">
            <a:extLst xmlns:a="http://schemas.openxmlformats.org/drawingml/2006/main">
              <a:ext uri="{FF2B5EF4-FFF2-40B4-BE49-F238E27FC236}">
                <a16:creationId xmlns:a16="http://schemas.microsoft.com/office/drawing/2014/main" id="{80A5FBF4-2E93-4011-954E-E445949B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57600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39" name="SE-070-39">
            <a:extLst xmlns:a="http://schemas.openxmlformats.org/drawingml/2006/main">
              <a:ext uri="{FF2B5EF4-FFF2-40B4-BE49-F238E27FC236}">
                <a16:creationId xmlns:a16="http://schemas.microsoft.com/office/drawing/2014/main" id="{2EEA2CC7-4E9F-4335-B325-4A0BA4C9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528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" name="SE-070-40">
            <a:extLst xmlns:a="http://schemas.openxmlformats.org/drawingml/2006/main">
              <a:ext uri="{FF2B5EF4-FFF2-40B4-BE49-F238E27FC236}">
                <a16:creationId xmlns:a16="http://schemas.microsoft.com/office/drawing/2014/main" id="{41501166-2214-433C-A0F0-43929ED3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5367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1" name="SE-070-41">
            <a:extLst xmlns:a="http://schemas.openxmlformats.org/drawingml/2006/main">
              <a:ext uri="{FF2B5EF4-FFF2-40B4-BE49-F238E27FC236}">
                <a16:creationId xmlns:a16="http://schemas.microsoft.com/office/drawing/2014/main" id="{E3C491A7-E7AC-4449-8EA9-B4203FFC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45" y="407003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42" name="SE-070-42">
            <a:extLst xmlns:a="http://schemas.openxmlformats.org/drawingml/2006/main">
              <a:ext uri="{FF2B5EF4-FFF2-40B4-BE49-F238E27FC236}">
                <a16:creationId xmlns:a16="http://schemas.microsoft.com/office/drawing/2014/main" id="{45EB5E34-DDFA-4908-8136-69D29C52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57600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43" name="SE-070-43">
            <a:extLst xmlns:a="http://schemas.openxmlformats.org/drawingml/2006/main">
              <a:ext uri="{FF2B5EF4-FFF2-40B4-BE49-F238E27FC236}">
                <a16:creationId xmlns:a16="http://schemas.microsoft.com/office/drawing/2014/main" id="{8ED4EC5E-4837-4D00-8698-06518290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528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4" name="SE-070-44">
            <a:extLst xmlns:a="http://schemas.openxmlformats.org/drawingml/2006/main">
              <a:ext uri="{FF2B5EF4-FFF2-40B4-BE49-F238E27FC236}">
                <a16:creationId xmlns:a16="http://schemas.microsoft.com/office/drawing/2014/main" id="{DC6290A5-0963-4252-8A19-8F224BEF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5367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5" name="SE-070-path-45">
            <a:extLst xmlns:a="http://schemas.openxmlformats.org/drawingml/2006/main">
              <a:ext uri="{FF2B5EF4-FFF2-40B4-BE49-F238E27FC236}">
                <a16:creationId xmlns:a16="http://schemas.microsoft.com/office/drawing/2014/main" id="{B7B07A2C-378B-477E-A7FD-3EA77EF5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738" y="3895725"/>
            <a:ext cx="95" cy="200025"/>
          </a:xfrm>
          <a:custGeom xmlns:a="http://schemas.openxmlformats.org/drawingml/2006/main">
            <a:pathLst>
              <a:path w="9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F77B4"/>
            </a:solidFill>
          </a:ln>
        </p:spPr>
      </p:sp>
      <p:sp>
        <p:nvSpPr>
          <p:cNvPr id="46" name="SE-070-46">
            <a:extLst xmlns:a="http://schemas.openxmlformats.org/drawingml/2006/main">
              <a:ext uri="{FF2B5EF4-FFF2-40B4-BE49-F238E27FC236}">
                <a16:creationId xmlns:a16="http://schemas.microsoft.com/office/drawing/2014/main" id="{7A29C3F1-D49F-4972-84BD-3E6DAF8E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020" y="38700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47" name="SE-070-47">
            <a:extLst xmlns:a="http://schemas.openxmlformats.org/drawingml/2006/main">
              <a:ext uri="{FF2B5EF4-FFF2-40B4-BE49-F238E27FC236}">
                <a16:creationId xmlns:a16="http://schemas.microsoft.com/office/drawing/2014/main" id="{1DA3B47B-84B6-4740-83B7-49F5D0EC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020" y="407003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48" name="SE-070-48">
            <a:extLst xmlns:a="http://schemas.openxmlformats.org/drawingml/2006/main">
              <a:ext uri="{FF2B5EF4-FFF2-40B4-BE49-F238E27FC236}">
                <a16:creationId xmlns:a16="http://schemas.microsoft.com/office/drawing/2014/main" id="{245B5439-9ABE-4395-926A-D7A12AF4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57600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49" name="SE-070-49">
            <a:extLst xmlns:a="http://schemas.openxmlformats.org/drawingml/2006/main">
              <a:ext uri="{FF2B5EF4-FFF2-40B4-BE49-F238E27FC236}">
                <a16:creationId xmlns:a16="http://schemas.microsoft.com/office/drawing/2014/main" id="{120B9EB1-3E69-49F0-B045-B988B65B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528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0" name="SE-070-50">
            <a:extLst xmlns:a="http://schemas.openxmlformats.org/drawingml/2006/main">
              <a:ext uri="{FF2B5EF4-FFF2-40B4-BE49-F238E27FC236}">
                <a16:creationId xmlns:a16="http://schemas.microsoft.com/office/drawing/2014/main" id="{D3A8E323-EBE1-4A80-9C35-155CEBAB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5367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1" name="SE-070-path-51">
            <a:extLst xmlns:a="http://schemas.openxmlformats.org/drawingml/2006/main">
              <a:ext uri="{FF2B5EF4-FFF2-40B4-BE49-F238E27FC236}">
                <a16:creationId xmlns:a16="http://schemas.microsoft.com/office/drawing/2014/main" id="{893D73D3-DE01-4250-AFC7-D74AB253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4095750"/>
            <a:ext cx="95" cy="600075"/>
          </a:xfrm>
          <a:custGeom xmlns:a="http://schemas.openxmlformats.org/drawingml/2006/main">
            <a:pathLst>
              <a:path w="95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F77B4"/>
            </a:solidFill>
          </a:ln>
        </p:spPr>
      </p:sp>
      <p:sp>
        <p:nvSpPr>
          <p:cNvPr id="52" name="SE-070-52">
            <a:extLst xmlns:a="http://schemas.openxmlformats.org/drawingml/2006/main">
              <a:ext uri="{FF2B5EF4-FFF2-40B4-BE49-F238E27FC236}">
                <a16:creationId xmlns:a16="http://schemas.microsoft.com/office/drawing/2014/main" id="{0027611F-9DA1-49CA-B918-D6620525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295" y="407003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53" name="SE-070-53">
            <a:extLst xmlns:a="http://schemas.openxmlformats.org/drawingml/2006/main">
              <a:ext uri="{FF2B5EF4-FFF2-40B4-BE49-F238E27FC236}">
                <a16:creationId xmlns:a16="http://schemas.microsoft.com/office/drawing/2014/main" id="{D314802A-FD73-4107-BFA3-A85392C6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295" y="447008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54" name="SE-070-54">
            <a:extLst xmlns:a="http://schemas.openxmlformats.org/drawingml/2006/main">
              <a:ext uri="{FF2B5EF4-FFF2-40B4-BE49-F238E27FC236}">
                <a16:creationId xmlns:a16="http://schemas.microsoft.com/office/drawing/2014/main" id="{2D802CF8-6CA6-4599-AE0B-E132454F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295" y="46701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55" name="SE-070-55">
            <a:extLst xmlns:a="http://schemas.openxmlformats.org/drawingml/2006/main">
              <a:ext uri="{FF2B5EF4-FFF2-40B4-BE49-F238E27FC236}">
                <a16:creationId xmlns:a16="http://schemas.microsoft.com/office/drawing/2014/main" id="{B9D492DC-1BFA-4034-87D7-2EBF8816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71875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56" name="SE-070-56">
            <a:extLst xmlns:a="http://schemas.openxmlformats.org/drawingml/2006/main">
              <a:ext uri="{FF2B5EF4-FFF2-40B4-BE49-F238E27FC236}">
                <a16:creationId xmlns:a16="http://schemas.microsoft.com/office/drawing/2014/main" id="{7646EA1E-0376-4110-9E89-E1F890FF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67113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7" name="SE-070-57">
            <a:extLst xmlns:a="http://schemas.openxmlformats.org/drawingml/2006/main">
              <a:ext uri="{FF2B5EF4-FFF2-40B4-BE49-F238E27FC236}">
                <a16:creationId xmlns:a16="http://schemas.microsoft.com/office/drawing/2014/main" id="{91A58042-15C6-4ED0-ACED-CDCD2B99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57600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58" name="SE-070-58">
            <a:extLst xmlns:a="http://schemas.openxmlformats.org/drawingml/2006/main">
              <a:ext uri="{FF2B5EF4-FFF2-40B4-BE49-F238E27FC236}">
                <a16:creationId xmlns:a16="http://schemas.microsoft.com/office/drawing/2014/main" id="{466E0836-AB57-4ABD-B319-85FDC4FB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528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9" name="SE-070-59">
            <a:extLst xmlns:a="http://schemas.openxmlformats.org/drawingml/2006/main">
              <a:ext uri="{FF2B5EF4-FFF2-40B4-BE49-F238E27FC236}">
                <a16:creationId xmlns:a16="http://schemas.microsoft.com/office/drawing/2014/main" id="{8A76FC5D-294C-4F79-8D41-7BDEEBF1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6404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0" name="SE-070-path-60">
            <a:extLst xmlns:a="http://schemas.openxmlformats.org/drawingml/2006/main">
              <a:ext uri="{FF2B5EF4-FFF2-40B4-BE49-F238E27FC236}">
                <a16:creationId xmlns:a16="http://schemas.microsoft.com/office/drawing/2014/main" id="{641945B8-73D1-4472-B4A6-2DC2862F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288" y="4295775"/>
            <a:ext cx="95" cy="400050"/>
          </a:xfrm>
          <a:custGeom xmlns:a="http://schemas.openxmlformats.org/drawingml/2006/main">
            <a:pathLst>
              <a:path w="9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AEC7E8"/>
            </a:solidFill>
          </a:ln>
        </p:spPr>
      </p:sp>
      <p:sp>
        <p:nvSpPr>
          <p:cNvPr id="61" name="SE-070-61">
            <a:extLst xmlns:a="http://schemas.openxmlformats.org/drawingml/2006/main">
              <a:ext uri="{FF2B5EF4-FFF2-40B4-BE49-F238E27FC236}">
                <a16:creationId xmlns:a16="http://schemas.microsoft.com/office/drawing/2014/main" id="{A71184DA-2EFA-424B-8DA0-7A8DBC29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570" y="427005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62" name="SE-070-62">
            <a:extLst xmlns:a="http://schemas.openxmlformats.org/drawingml/2006/main">
              <a:ext uri="{FF2B5EF4-FFF2-40B4-BE49-F238E27FC236}">
                <a16:creationId xmlns:a16="http://schemas.microsoft.com/office/drawing/2014/main" id="{E54551E0-5DEF-48FD-B940-793A28A6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570" y="447008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63" name="SE-070-63">
            <a:extLst xmlns:a="http://schemas.openxmlformats.org/drawingml/2006/main">
              <a:ext uri="{FF2B5EF4-FFF2-40B4-BE49-F238E27FC236}">
                <a16:creationId xmlns:a16="http://schemas.microsoft.com/office/drawing/2014/main" id="{0BBD5CF9-A0D0-4020-8346-FEFEB4CE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570" y="46701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64" name="SE-070-64">
            <a:extLst xmlns:a="http://schemas.openxmlformats.org/drawingml/2006/main">
              <a:ext uri="{FF2B5EF4-FFF2-40B4-BE49-F238E27FC236}">
                <a16:creationId xmlns:a16="http://schemas.microsoft.com/office/drawing/2014/main" id="{1815FA56-EA31-4ECB-9384-7E1E2E9C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7187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65" name="SE-070-65">
            <a:extLst xmlns:a="http://schemas.openxmlformats.org/drawingml/2006/main">
              <a:ext uri="{FF2B5EF4-FFF2-40B4-BE49-F238E27FC236}">
                <a16:creationId xmlns:a16="http://schemas.microsoft.com/office/drawing/2014/main" id="{835B775C-5E2F-417C-9A72-32EF2B2E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9975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6" name="SE-070-66">
            <a:extLst xmlns:a="http://schemas.openxmlformats.org/drawingml/2006/main">
              <a:ext uri="{FF2B5EF4-FFF2-40B4-BE49-F238E27FC236}">
                <a16:creationId xmlns:a16="http://schemas.microsoft.com/office/drawing/2014/main" id="{37AFBCE1-9EDE-4F9F-BA41-E15515C0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6404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7" name="SE-070-path-67">
            <a:extLst xmlns:a="http://schemas.openxmlformats.org/drawingml/2006/main">
              <a:ext uri="{FF2B5EF4-FFF2-40B4-BE49-F238E27FC236}">
                <a16:creationId xmlns:a16="http://schemas.microsoft.com/office/drawing/2014/main" id="{6E56D111-E5A7-4559-9B7F-273B4B3E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3895725"/>
            <a:ext cx="95" cy="800100"/>
          </a:xfrm>
          <a:custGeom xmlns:a="http://schemas.openxmlformats.org/drawingml/2006/main">
            <a:pathLst>
              <a:path w="9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AEC7E8"/>
            </a:solidFill>
          </a:ln>
        </p:spPr>
      </p:sp>
      <p:sp>
        <p:nvSpPr>
          <p:cNvPr id="68" name="SE-070-68">
            <a:extLst xmlns:a="http://schemas.openxmlformats.org/drawingml/2006/main">
              <a:ext uri="{FF2B5EF4-FFF2-40B4-BE49-F238E27FC236}">
                <a16:creationId xmlns:a16="http://schemas.microsoft.com/office/drawing/2014/main" id="{80BBF6C0-5429-442C-A392-37460869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38700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69" name="SE-070-69">
            <a:extLst xmlns:a="http://schemas.openxmlformats.org/drawingml/2006/main">
              <a:ext uri="{FF2B5EF4-FFF2-40B4-BE49-F238E27FC236}">
                <a16:creationId xmlns:a16="http://schemas.microsoft.com/office/drawing/2014/main" id="{7B6ABC56-E81F-4E9A-B874-9C204232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427005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70" name="SE-070-70">
            <a:extLst xmlns:a="http://schemas.openxmlformats.org/drawingml/2006/main">
              <a:ext uri="{FF2B5EF4-FFF2-40B4-BE49-F238E27FC236}">
                <a16:creationId xmlns:a16="http://schemas.microsoft.com/office/drawing/2014/main" id="{0D24CC0A-8ED9-48E5-B939-283BC0CB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447008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71" name="SE-070-71">
            <a:extLst xmlns:a="http://schemas.openxmlformats.org/drawingml/2006/main">
              <a:ext uri="{FF2B5EF4-FFF2-40B4-BE49-F238E27FC236}">
                <a16:creationId xmlns:a16="http://schemas.microsoft.com/office/drawing/2014/main" id="{DD028588-BAC4-4067-AC12-1437A75F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46701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72" name="SE-070-72">
            <a:extLst xmlns:a="http://schemas.openxmlformats.org/drawingml/2006/main">
              <a:ext uri="{FF2B5EF4-FFF2-40B4-BE49-F238E27FC236}">
                <a16:creationId xmlns:a16="http://schemas.microsoft.com/office/drawing/2014/main" id="{7C8F7904-0F98-419F-AB29-30C788AC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71875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73" name="SE-070-73">
            <a:extLst xmlns:a="http://schemas.openxmlformats.org/drawingml/2006/main">
              <a:ext uri="{FF2B5EF4-FFF2-40B4-BE49-F238E27FC236}">
                <a16:creationId xmlns:a16="http://schemas.microsoft.com/office/drawing/2014/main" id="{1CD41905-E8AA-4650-B81E-729E932C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7113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4" name="SE-070-74">
            <a:extLst xmlns:a="http://schemas.openxmlformats.org/drawingml/2006/main">
              <a:ext uri="{FF2B5EF4-FFF2-40B4-BE49-F238E27FC236}">
                <a16:creationId xmlns:a16="http://schemas.microsoft.com/office/drawing/2014/main" id="{201C5BEF-7101-485C-BDC7-477A5C86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57600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75" name="SE-070-75">
            <a:extLst xmlns:a="http://schemas.openxmlformats.org/drawingml/2006/main">
              <a:ext uri="{FF2B5EF4-FFF2-40B4-BE49-F238E27FC236}">
                <a16:creationId xmlns:a16="http://schemas.microsoft.com/office/drawing/2014/main" id="{227892B6-4168-42C2-89CA-39D12B01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528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6" name="SE-070-76">
            <a:extLst xmlns:a="http://schemas.openxmlformats.org/drawingml/2006/main">
              <a:ext uri="{FF2B5EF4-FFF2-40B4-BE49-F238E27FC236}">
                <a16:creationId xmlns:a16="http://schemas.microsoft.com/office/drawing/2014/main" id="{42D2E502-FBAE-4547-AC1A-BA1DA273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6404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7" name="SE-070-path-77">
            <a:extLst xmlns:a="http://schemas.openxmlformats.org/drawingml/2006/main">
              <a:ext uri="{FF2B5EF4-FFF2-40B4-BE49-F238E27FC236}">
                <a16:creationId xmlns:a16="http://schemas.microsoft.com/office/drawing/2014/main" id="{37E09FA1-BA45-49B0-A509-11A12A03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95725"/>
            <a:ext cx="95" cy="800100"/>
          </a:xfrm>
          <a:custGeom xmlns:a="http://schemas.openxmlformats.org/drawingml/2006/main">
            <a:pathLst>
              <a:path w="9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F77B4"/>
            </a:solidFill>
          </a:ln>
        </p:spPr>
      </p:sp>
      <p:sp>
        <p:nvSpPr>
          <p:cNvPr id="78" name="SE-070-78">
            <a:extLst xmlns:a="http://schemas.openxmlformats.org/drawingml/2006/main">
              <a:ext uri="{FF2B5EF4-FFF2-40B4-BE49-F238E27FC236}">
                <a16:creationId xmlns:a16="http://schemas.microsoft.com/office/drawing/2014/main" id="{FC18AA2E-4403-4ADF-A1FC-60A61E78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833" y="38700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79" name="SE-070-79">
            <a:extLst xmlns:a="http://schemas.openxmlformats.org/drawingml/2006/main">
              <a:ext uri="{FF2B5EF4-FFF2-40B4-BE49-F238E27FC236}">
                <a16:creationId xmlns:a16="http://schemas.microsoft.com/office/drawing/2014/main" id="{1864D807-3B7D-43B7-BD8E-CF15B817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833" y="407003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80" name="SE-070-80">
            <a:extLst xmlns:a="http://schemas.openxmlformats.org/drawingml/2006/main">
              <a:ext uri="{FF2B5EF4-FFF2-40B4-BE49-F238E27FC236}">
                <a16:creationId xmlns:a16="http://schemas.microsoft.com/office/drawing/2014/main" id="{072BC616-BC9E-409E-A96B-D9F0DE3E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833" y="447008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81" name="SE-070-81">
            <a:extLst xmlns:a="http://schemas.openxmlformats.org/drawingml/2006/main">
              <a:ext uri="{FF2B5EF4-FFF2-40B4-BE49-F238E27FC236}">
                <a16:creationId xmlns:a16="http://schemas.microsoft.com/office/drawing/2014/main" id="{7174402B-63B7-4A0D-86BE-A499439E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833" y="46701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82" name="SE-070-82">
            <a:extLst xmlns:a="http://schemas.openxmlformats.org/drawingml/2006/main">
              <a:ext uri="{FF2B5EF4-FFF2-40B4-BE49-F238E27FC236}">
                <a16:creationId xmlns:a16="http://schemas.microsoft.com/office/drawing/2014/main" id="{09893662-5C36-4E58-BDC9-BBE65C3F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76625"/>
            <a:ext cx="228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83" name="SE-070-83">
            <a:extLst xmlns:a="http://schemas.openxmlformats.org/drawingml/2006/main">
              <a:ext uri="{FF2B5EF4-FFF2-40B4-BE49-F238E27FC236}">
                <a16:creationId xmlns:a16="http://schemas.microsoft.com/office/drawing/2014/main" id="{A6B86BDE-1B1F-4E52-8121-FB8D358E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76625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4" name="SE-070-84">
            <a:extLst xmlns:a="http://schemas.openxmlformats.org/drawingml/2006/main">
              <a:ext uri="{FF2B5EF4-FFF2-40B4-BE49-F238E27FC236}">
                <a16:creationId xmlns:a16="http://schemas.microsoft.com/office/drawing/2014/main" id="{BDB83628-938E-4C61-8776-A30EF527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7187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85" name="SE-070-85">
            <a:extLst xmlns:a="http://schemas.openxmlformats.org/drawingml/2006/main">
              <a:ext uri="{FF2B5EF4-FFF2-40B4-BE49-F238E27FC236}">
                <a16:creationId xmlns:a16="http://schemas.microsoft.com/office/drawing/2014/main" id="{00E295DA-AEB5-4ED7-B921-74EDDC76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9975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6" name="SE-070-86">
            <a:extLst xmlns:a="http://schemas.openxmlformats.org/drawingml/2006/main">
              <a:ext uri="{FF2B5EF4-FFF2-40B4-BE49-F238E27FC236}">
                <a16:creationId xmlns:a16="http://schemas.microsoft.com/office/drawing/2014/main" id="{AA09C3C7-EC0B-4804-BEA6-410B741A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74409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7" name="SE-070-path-87">
            <a:extLst xmlns:a="http://schemas.openxmlformats.org/drawingml/2006/main">
              <a:ext uri="{FF2B5EF4-FFF2-40B4-BE49-F238E27FC236}">
                <a16:creationId xmlns:a16="http://schemas.microsoft.com/office/drawing/2014/main" id="{7553EEA3-254D-4599-BB4D-79E3E3E9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3895725"/>
            <a:ext cx="95" cy="600075"/>
          </a:xfrm>
          <a:custGeom xmlns:a="http://schemas.openxmlformats.org/drawingml/2006/main">
            <a:pathLst>
              <a:path w="95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AEC7E8"/>
            </a:solidFill>
          </a:ln>
        </p:spPr>
      </p:sp>
      <p:sp>
        <p:nvSpPr>
          <p:cNvPr id="88" name="SE-070-88">
            <a:extLst xmlns:a="http://schemas.openxmlformats.org/drawingml/2006/main">
              <a:ext uri="{FF2B5EF4-FFF2-40B4-BE49-F238E27FC236}">
                <a16:creationId xmlns:a16="http://schemas.microsoft.com/office/drawing/2014/main" id="{611FF677-A0FA-4110-BBAD-4BE6F1E7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870" y="38700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89" name="SE-070-89">
            <a:extLst xmlns:a="http://schemas.openxmlformats.org/drawingml/2006/main">
              <a:ext uri="{FF2B5EF4-FFF2-40B4-BE49-F238E27FC236}">
                <a16:creationId xmlns:a16="http://schemas.microsoft.com/office/drawing/2014/main" id="{2C1E9976-2E5E-4E4B-BD86-3EB5742A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870" y="407003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90" name="SE-070-90">
            <a:extLst xmlns:a="http://schemas.openxmlformats.org/drawingml/2006/main">
              <a:ext uri="{FF2B5EF4-FFF2-40B4-BE49-F238E27FC236}">
                <a16:creationId xmlns:a16="http://schemas.microsoft.com/office/drawing/2014/main" id="{E8D5E52B-E58B-4415-8EB3-DFC1BF12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870" y="447008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91" name="SE-070-91">
            <a:extLst xmlns:a="http://schemas.openxmlformats.org/drawingml/2006/main">
              <a:ext uri="{FF2B5EF4-FFF2-40B4-BE49-F238E27FC236}">
                <a16:creationId xmlns:a16="http://schemas.microsoft.com/office/drawing/2014/main" id="{D64A0CC8-A08B-4B61-8C99-27BFB6F2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76625"/>
            <a:ext cx="228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78"/>
          </a:solidFill>
          <a:ln xmlns:a="http://schemas.openxmlformats.org/drawingml/2006/main" w="0">
            <a:noFill/>
          </a:ln>
        </p:spPr>
      </p:sp>
      <p:sp>
        <p:nvSpPr>
          <p:cNvPr id="92" name="SE-070-92">
            <a:extLst xmlns:a="http://schemas.openxmlformats.org/drawingml/2006/main">
              <a:ext uri="{FF2B5EF4-FFF2-40B4-BE49-F238E27FC236}">
                <a16:creationId xmlns:a16="http://schemas.microsoft.com/office/drawing/2014/main" id="{AC21F495-D409-426A-BDE5-A368C2D8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1948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3" name="SE-070-93">
            <a:extLst xmlns:a="http://schemas.openxmlformats.org/drawingml/2006/main">
              <a:ext uri="{FF2B5EF4-FFF2-40B4-BE49-F238E27FC236}">
                <a16:creationId xmlns:a16="http://schemas.microsoft.com/office/drawing/2014/main" id="{B80597B4-7EB2-46C0-977D-5146AC2C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57600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94" name="SE-070-94">
            <a:extLst xmlns:a="http://schemas.openxmlformats.org/drawingml/2006/main">
              <a:ext uri="{FF2B5EF4-FFF2-40B4-BE49-F238E27FC236}">
                <a16:creationId xmlns:a16="http://schemas.microsoft.com/office/drawing/2014/main" id="{BD93B94D-01A9-468B-B60A-B45442D7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528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5" name="SE-070-95">
            <a:extLst xmlns:a="http://schemas.openxmlformats.org/drawingml/2006/main">
              <a:ext uri="{FF2B5EF4-FFF2-40B4-BE49-F238E27FC236}">
                <a16:creationId xmlns:a16="http://schemas.microsoft.com/office/drawing/2014/main" id="{F53E1E57-D273-4C87-AB78-FAC0B859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74409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6" name="SE-070-path-96">
            <a:extLst xmlns:a="http://schemas.openxmlformats.org/drawingml/2006/main">
              <a:ext uri="{FF2B5EF4-FFF2-40B4-BE49-F238E27FC236}">
                <a16:creationId xmlns:a16="http://schemas.microsoft.com/office/drawing/2014/main" id="{8E16FE41-CA80-4E8C-A486-F92103FD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38" y="3895725"/>
            <a:ext cx="95" cy="800100"/>
          </a:xfrm>
          <a:custGeom xmlns:a="http://schemas.openxmlformats.org/drawingml/2006/main">
            <a:pathLst>
              <a:path w="9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FFBB78"/>
            </a:solidFill>
          </a:ln>
        </p:spPr>
      </p:sp>
      <p:sp>
        <p:nvSpPr>
          <p:cNvPr id="97" name="SE-070-97">
            <a:extLst xmlns:a="http://schemas.openxmlformats.org/drawingml/2006/main">
              <a:ext uri="{FF2B5EF4-FFF2-40B4-BE49-F238E27FC236}">
                <a16:creationId xmlns:a16="http://schemas.microsoft.com/office/drawing/2014/main" id="{255E470E-79EC-4B75-A1E0-289D805B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620" y="38700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B78"/>
          </a:solidFill>
          <a:ln xmlns:a="http://schemas.openxmlformats.org/drawingml/2006/main" w="0">
            <a:noFill/>
          </a:ln>
        </p:spPr>
      </p:sp>
      <p:sp>
        <p:nvSpPr>
          <p:cNvPr id="98" name="SE-070-98">
            <a:extLst xmlns:a="http://schemas.openxmlformats.org/drawingml/2006/main">
              <a:ext uri="{FF2B5EF4-FFF2-40B4-BE49-F238E27FC236}">
                <a16:creationId xmlns:a16="http://schemas.microsoft.com/office/drawing/2014/main" id="{4A1BC720-24AB-4A9C-9547-535280D1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620" y="447008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B78"/>
          </a:solidFill>
          <a:ln xmlns:a="http://schemas.openxmlformats.org/drawingml/2006/main" w="0">
            <a:noFill/>
          </a:ln>
        </p:spPr>
      </p:sp>
      <p:sp>
        <p:nvSpPr>
          <p:cNvPr id="99" name="SE-070-99">
            <a:extLst xmlns:a="http://schemas.openxmlformats.org/drawingml/2006/main">
              <a:ext uri="{FF2B5EF4-FFF2-40B4-BE49-F238E27FC236}">
                <a16:creationId xmlns:a16="http://schemas.microsoft.com/office/drawing/2014/main" id="{EFBE5425-E40D-481F-B829-45227A2A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620" y="46701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B78"/>
          </a:solidFill>
          <a:ln xmlns:a="http://schemas.openxmlformats.org/drawingml/2006/main" w="0">
            <a:noFill/>
          </a:ln>
        </p:spPr>
      </p:sp>
      <p:sp>
        <p:nvSpPr>
          <p:cNvPr id="100" name="SE-070-100">
            <a:extLst xmlns:a="http://schemas.openxmlformats.org/drawingml/2006/main">
              <a:ext uri="{FF2B5EF4-FFF2-40B4-BE49-F238E27FC236}">
                <a16:creationId xmlns:a16="http://schemas.microsoft.com/office/drawing/2014/main" id="{085D7FD7-5BD7-420E-90E6-1ADF3DE8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76625"/>
            <a:ext cx="228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01" name="SE-070-101">
            <a:extLst xmlns:a="http://schemas.openxmlformats.org/drawingml/2006/main">
              <a:ext uri="{FF2B5EF4-FFF2-40B4-BE49-F238E27FC236}">
                <a16:creationId xmlns:a16="http://schemas.microsoft.com/office/drawing/2014/main" id="{BA674FF6-67F1-4B34-B5B6-AC25F8E7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76625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2" name="SE-070-102">
            <a:extLst xmlns:a="http://schemas.openxmlformats.org/drawingml/2006/main">
              <a:ext uri="{FF2B5EF4-FFF2-40B4-BE49-F238E27FC236}">
                <a16:creationId xmlns:a16="http://schemas.microsoft.com/office/drawing/2014/main" id="{98588968-FC36-4BDE-B471-643D3E05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7187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03" name="SE-070-103">
            <a:extLst xmlns:a="http://schemas.openxmlformats.org/drawingml/2006/main">
              <a:ext uri="{FF2B5EF4-FFF2-40B4-BE49-F238E27FC236}">
                <a16:creationId xmlns:a16="http://schemas.microsoft.com/office/drawing/2014/main" id="{6AB6CE4E-8078-41FA-AAC9-1533DAAE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09975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4" name="SE-070-104">
            <a:extLst xmlns:a="http://schemas.openxmlformats.org/drawingml/2006/main">
              <a:ext uri="{FF2B5EF4-FFF2-40B4-BE49-F238E27FC236}">
                <a16:creationId xmlns:a16="http://schemas.microsoft.com/office/drawing/2014/main" id="{C598B1D5-7EC5-4F3B-BF91-3A9283B3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74409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5" name="SE-070-path-105">
            <a:extLst xmlns:a="http://schemas.openxmlformats.org/drawingml/2006/main">
              <a:ext uri="{FF2B5EF4-FFF2-40B4-BE49-F238E27FC236}">
                <a16:creationId xmlns:a16="http://schemas.microsoft.com/office/drawing/2014/main" id="{BF6DF78F-6268-4865-9D19-577DEDDB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95750"/>
            <a:ext cx="95" cy="600075"/>
          </a:xfrm>
          <a:custGeom xmlns:a="http://schemas.openxmlformats.org/drawingml/2006/main">
            <a:pathLst>
              <a:path w="95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F77B4"/>
            </a:solidFill>
          </a:ln>
        </p:spPr>
      </p:sp>
      <p:sp>
        <p:nvSpPr>
          <p:cNvPr id="106" name="SE-070-106">
            <a:extLst xmlns:a="http://schemas.openxmlformats.org/drawingml/2006/main">
              <a:ext uri="{FF2B5EF4-FFF2-40B4-BE49-F238E27FC236}">
                <a16:creationId xmlns:a16="http://schemas.microsoft.com/office/drawing/2014/main" id="{07350269-7629-4DEB-A551-B30FECBB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133" y="407003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07" name="SE-070-107">
            <a:extLst xmlns:a="http://schemas.openxmlformats.org/drawingml/2006/main">
              <a:ext uri="{FF2B5EF4-FFF2-40B4-BE49-F238E27FC236}">
                <a16:creationId xmlns:a16="http://schemas.microsoft.com/office/drawing/2014/main" id="{B1FF9033-A1E7-4A85-B861-5AA9166A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133" y="427005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08" name="SE-070-108">
            <a:extLst xmlns:a="http://schemas.openxmlformats.org/drawingml/2006/main">
              <a:ext uri="{FF2B5EF4-FFF2-40B4-BE49-F238E27FC236}">
                <a16:creationId xmlns:a16="http://schemas.microsoft.com/office/drawing/2014/main" id="{CC100A09-0789-4BE0-BCBD-67616259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133" y="447008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09" name="SE-070-109">
            <a:extLst xmlns:a="http://schemas.openxmlformats.org/drawingml/2006/main">
              <a:ext uri="{FF2B5EF4-FFF2-40B4-BE49-F238E27FC236}">
                <a16:creationId xmlns:a16="http://schemas.microsoft.com/office/drawing/2014/main" id="{F1BCA7F5-201E-4017-ADE7-48FD9E7A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133" y="46701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10" name="SE-070-110">
            <a:extLst xmlns:a="http://schemas.openxmlformats.org/drawingml/2006/main">
              <a:ext uri="{FF2B5EF4-FFF2-40B4-BE49-F238E27FC236}">
                <a16:creationId xmlns:a16="http://schemas.microsoft.com/office/drawing/2014/main" id="{90361DF2-232C-4B7F-A14E-00305BD7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76625"/>
            <a:ext cx="228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78"/>
          </a:solidFill>
          <a:ln xmlns:a="http://schemas.openxmlformats.org/drawingml/2006/main" w="0">
            <a:noFill/>
          </a:ln>
        </p:spPr>
      </p:sp>
      <p:sp>
        <p:nvSpPr>
          <p:cNvPr id="111" name="SE-070-111">
            <a:extLst xmlns:a="http://schemas.openxmlformats.org/drawingml/2006/main">
              <a:ext uri="{FF2B5EF4-FFF2-40B4-BE49-F238E27FC236}">
                <a16:creationId xmlns:a16="http://schemas.microsoft.com/office/drawing/2014/main" id="{3087BDBE-3A0F-49A5-AD3C-B3EDABB1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76625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2" name="SE-070-112">
            <a:extLst xmlns:a="http://schemas.openxmlformats.org/drawingml/2006/main">
              <a:ext uri="{FF2B5EF4-FFF2-40B4-BE49-F238E27FC236}">
                <a16:creationId xmlns:a16="http://schemas.microsoft.com/office/drawing/2014/main" id="{9616E867-7D8C-4CF2-9CCD-CD2C40A1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7187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13" name="SE-070-113">
            <a:extLst xmlns:a="http://schemas.openxmlformats.org/drawingml/2006/main">
              <a:ext uri="{FF2B5EF4-FFF2-40B4-BE49-F238E27FC236}">
                <a16:creationId xmlns:a16="http://schemas.microsoft.com/office/drawing/2014/main" id="{360AEC4F-0E55-48CD-8D01-F8FA03F7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09975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4" name="SE-070-114">
            <a:extLst xmlns:a="http://schemas.openxmlformats.org/drawingml/2006/main">
              <a:ext uri="{FF2B5EF4-FFF2-40B4-BE49-F238E27FC236}">
                <a16:creationId xmlns:a16="http://schemas.microsoft.com/office/drawing/2014/main" id="{11A8444E-9BDA-494A-BB8B-9A2AD69B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74409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5" name="SE-070-path-115">
            <a:extLst xmlns:a="http://schemas.openxmlformats.org/drawingml/2006/main">
              <a:ext uri="{FF2B5EF4-FFF2-40B4-BE49-F238E27FC236}">
                <a16:creationId xmlns:a16="http://schemas.microsoft.com/office/drawing/2014/main" id="{8B81E83B-A37E-47A4-B9E3-71377CD0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363" y="3895725"/>
            <a:ext cx="95" cy="800100"/>
          </a:xfrm>
          <a:custGeom xmlns:a="http://schemas.openxmlformats.org/drawingml/2006/main">
            <a:pathLst>
              <a:path w="9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F77B4"/>
            </a:solidFill>
          </a:ln>
        </p:spPr>
      </p:sp>
      <p:sp>
        <p:nvSpPr>
          <p:cNvPr id="116" name="SE-070-116">
            <a:extLst xmlns:a="http://schemas.openxmlformats.org/drawingml/2006/main">
              <a:ext uri="{FF2B5EF4-FFF2-40B4-BE49-F238E27FC236}">
                <a16:creationId xmlns:a16="http://schemas.microsoft.com/office/drawing/2014/main" id="{F8B9C4D8-60DC-4868-AA7F-C3637623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645" y="38700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17" name="SE-070-117">
            <a:extLst xmlns:a="http://schemas.openxmlformats.org/drawingml/2006/main">
              <a:ext uri="{FF2B5EF4-FFF2-40B4-BE49-F238E27FC236}">
                <a16:creationId xmlns:a16="http://schemas.microsoft.com/office/drawing/2014/main" id="{A23A00F0-BD9C-409E-B1DC-2CD4905F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645" y="46701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18" name="SE-070-118">
            <a:extLst xmlns:a="http://schemas.openxmlformats.org/drawingml/2006/main">
              <a:ext uri="{FF2B5EF4-FFF2-40B4-BE49-F238E27FC236}">
                <a16:creationId xmlns:a16="http://schemas.microsoft.com/office/drawing/2014/main" id="{02A8D22B-5C1C-440B-ABAE-4D84BE15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90900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78"/>
          </a:solidFill>
          <a:ln xmlns:a="http://schemas.openxmlformats.org/drawingml/2006/main" w="0">
            <a:noFill/>
          </a:ln>
        </p:spPr>
      </p:sp>
      <p:sp>
        <p:nvSpPr>
          <p:cNvPr id="119" name="SE-070-119">
            <a:extLst xmlns:a="http://schemas.openxmlformats.org/drawingml/2006/main">
              <a:ext uri="{FF2B5EF4-FFF2-40B4-BE49-F238E27FC236}">
                <a16:creationId xmlns:a16="http://schemas.microsoft.com/office/drawing/2014/main" id="{F36CECA9-8EF2-4D8B-B5E4-7EE2E943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861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0" name="SE-070-120">
            <a:extLst xmlns:a="http://schemas.openxmlformats.org/drawingml/2006/main">
              <a:ext uri="{FF2B5EF4-FFF2-40B4-BE49-F238E27FC236}">
                <a16:creationId xmlns:a16="http://schemas.microsoft.com/office/drawing/2014/main" id="{69D1B764-7DAA-4818-9633-97D4313F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76625"/>
            <a:ext cx="228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21" name="SE-070-121">
            <a:extLst xmlns:a="http://schemas.openxmlformats.org/drawingml/2006/main">
              <a:ext uri="{FF2B5EF4-FFF2-40B4-BE49-F238E27FC236}">
                <a16:creationId xmlns:a16="http://schemas.microsoft.com/office/drawing/2014/main" id="{423F0BF5-709A-4CE8-8D41-078AA507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1948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2" name="SE-070-122">
            <a:extLst xmlns:a="http://schemas.openxmlformats.org/drawingml/2006/main">
              <a:ext uri="{FF2B5EF4-FFF2-40B4-BE49-F238E27FC236}">
                <a16:creationId xmlns:a16="http://schemas.microsoft.com/office/drawing/2014/main" id="{2B90D086-99B5-4FEA-B916-2112369A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57600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23" name="SE-070-123">
            <a:extLst xmlns:a="http://schemas.openxmlformats.org/drawingml/2006/main">
              <a:ext uri="{FF2B5EF4-FFF2-40B4-BE49-F238E27FC236}">
                <a16:creationId xmlns:a16="http://schemas.microsoft.com/office/drawing/2014/main" id="{5AFC55F8-E1B7-43E1-B6B5-8363B6A3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528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4" name="SE-070-124">
            <a:extLst xmlns:a="http://schemas.openxmlformats.org/drawingml/2006/main">
              <a:ext uri="{FF2B5EF4-FFF2-40B4-BE49-F238E27FC236}">
                <a16:creationId xmlns:a16="http://schemas.microsoft.com/office/drawing/2014/main" id="{3E875A33-3F1A-41C3-A1F5-6C32D7E6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84779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5" name="SE-070-path-125">
            <a:extLst xmlns:a="http://schemas.openxmlformats.org/drawingml/2006/main">
              <a:ext uri="{FF2B5EF4-FFF2-40B4-BE49-F238E27FC236}">
                <a16:creationId xmlns:a16="http://schemas.microsoft.com/office/drawing/2014/main" id="{12666AEB-A02E-4642-B54C-233F35F1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638" y="3895725"/>
            <a:ext cx="95" cy="800100"/>
          </a:xfrm>
          <a:custGeom xmlns:a="http://schemas.openxmlformats.org/drawingml/2006/main">
            <a:pathLst>
              <a:path w="9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AEC7E8"/>
            </a:solidFill>
          </a:ln>
        </p:spPr>
      </p:sp>
      <p:sp>
        <p:nvSpPr>
          <p:cNvPr id="126" name="SE-070-126">
            <a:extLst xmlns:a="http://schemas.openxmlformats.org/drawingml/2006/main">
              <a:ext uri="{FF2B5EF4-FFF2-40B4-BE49-F238E27FC236}">
                <a16:creationId xmlns:a16="http://schemas.microsoft.com/office/drawing/2014/main" id="{C9B93E53-F24B-48B2-AEDE-A43F8C5E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20" y="38700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27" name="SE-070-127">
            <a:extLst xmlns:a="http://schemas.openxmlformats.org/drawingml/2006/main">
              <a:ext uri="{FF2B5EF4-FFF2-40B4-BE49-F238E27FC236}">
                <a16:creationId xmlns:a16="http://schemas.microsoft.com/office/drawing/2014/main" id="{39B52025-F2D1-4312-BA16-8A85AD47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20" y="407003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28" name="SE-070-128">
            <a:extLst xmlns:a="http://schemas.openxmlformats.org/drawingml/2006/main">
              <a:ext uri="{FF2B5EF4-FFF2-40B4-BE49-F238E27FC236}">
                <a16:creationId xmlns:a16="http://schemas.microsoft.com/office/drawing/2014/main" id="{187032F4-5EA9-47FD-A32C-16733A4D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20" y="427005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29" name="SE-070-129">
            <a:extLst xmlns:a="http://schemas.openxmlformats.org/drawingml/2006/main">
              <a:ext uri="{FF2B5EF4-FFF2-40B4-BE49-F238E27FC236}">
                <a16:creationId xmlns:a16="http://schemas.microsoft.com/office/drawing/2014/main" id="{8BA527AD-2536-48DB-91F2-A51D3E79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20" y="46701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30" name="SE-070-130">
            <a:extLst xmlns:a="http://schemas.openxmlformats.org/drawingml/2006/main">
              <a:ext uri="{FF2B5EF4-FFF2-40B4-BE49-F238E27FC236}">
                <a16:creationId xmlns:a16="http://schemas.microsoft.com/office/drawing/2014/main" id="{F902EA5D-399C-45DA-99AF-D40603EE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90900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78"/>
          </a:solidFill>
          <a:ln xmlns:a="http://schemas.openxmlformats.org/drawingml/2006/main" w="0">
            <a:noFill/>
          </a:ln>
        </p:spPr>
      </p:sp>
      <p:sp>
        <p:nvSpPr>
          <p:cNvPr id="131" name="SE-070-131">
            <a:extLst xmlns:a="http://schemas.openxmlformats.org/drawingml/2006/main">
              <a:ext uri="{FF2B5EF4-FFF2-40B4-BE49-F238E27FC236}">
                <a16:creationId xmlns:a16="http://schemas.microsoft.com/office/drawing/2014/main" id="{3F13BCF6-37E0-45F6-B4BB-E6C3E587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861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SE-070-132">
            <a:extLst xmlns:a="http://schemas.openxmlformats.org/drawingml/2006/main">
              <a:ext uri="{FF2B5EF4-FFF2-40B4-BE49-F238E27FC236}">
                <a16:creationId xmlns:a16="http://schemas.microsoft.com/office/drawing/2014/main" id="{719F75E6-0958-4102-86BC-397D98DB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76625"/>
            <a:ext cx="228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33" name="SE-070-133">
            <a:extLst xmlns:a="http://schemas.openxmlformats.org/drawingml/2006/main">
              <a:ext uri="{FF2B5EF4-FFF2-40B4-BE49-F238E27FC236}">
                <a16:creationId xmlns:a16="http://schemas.microsoft.com/office/drawing/2014/main" id="{A38EFD1A-8196-4CC7-8DFE-1A9AAE5A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1948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SE-070-134">
            <a:extLst xmlns:a="http://schemas.openxmlformats.org/drawingml/2006/main">
              <a:ext uri="{FF2B5EF4-FFF2-40B4-BE49-F238E27FC236}">
                <a16:creationId xmlns:a16="http://schemas.microsoft.com/office/drawing/2014/main" id="{6D970919-60B0-49C5-9A4F-E828B8B2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57600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35" name="SE-070-135">
            <a:extLst xmlns:a="http://schemas.openxmlformats.org/drawingml/2006/main">
              <a:ext uri="{FF2B5EF4-FFF2-40B4-BE49-F238E27FC236}">
                <a16:creationId xmlns:a16="http://schemas.microsoft.com/office/drawing/2014/main" id="{DB8CE7E1-C763-43FE-A7E0-071EA9A2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528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6" name="SE-070-136">
            <a:extLst xmlns:a="http://schemas.openxmlformats.org/drawingml/2006/main">
              <a:ext uri="{FF2B5EF4-FFF2-40B4-BE49-F238E27FC236}">
                <a16:creationId xmlns:a16="http://schemas.microsoft.com/office/drawing/2014/main" id="{98C27BF3-BAD6-4909-AD01-AF810D54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84779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7" name="SE-070-path-137">
            <a:extLst xmlns:a="http://schemas.openxmlformats.org/drawingml/2006/main">
              <a:ext uri="{FF2B5EF4-FFF2-40B4-BE49-F238E27FC236}">
                <a16:creationId xmlns:a16="http://schemas.microsoft.com/office/drawing/2014/main" id="{322D3803-AD6B-42DC-83EE-F47F01FA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95725"/>
            <a:ext cx="95" cy="800100"/>
          </a:xfrm>
          <a:custGeom xmlns:a="http://schemas.openxmlformats.org/drawingml/2006/main">
            <a:pathLst>
              <a:path w="9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AEC7E8"/>
            </a:solidFill>
          </a:ln>
        </p:spPr>
      </p:sp>
      <p:sp>
        <p:nvSpPr>
          <p:cNvPr id="138" name="SE-070-138">
            <a:extLst xmlns:a="http://schemas.openxmlformats.org/drawingml/2006/main">
              <a:ext uri="{FF2B5EF4-FFF2-40B4-BE49-F238E27FC236}">
                <a16:creationId xmlns:a16="http://schemas.microsoft.com/office/drawing/2014/main" id="{6C084107-D22E-473B-A11B-98B92B15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433" y="38700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39" name="SE-070-139">
            <a:extLst xmlns:a="http://schemas.openxmlformats.org/drawingml/2006/main">
              <a:ext uri="{FF2B5EF4-FFF2-40B4-BE49-F238E27FC236}">
                <a16:creationId xmlns:a16="http://schemas.microsoft.com/office/drawing/2014/main" id="{3595E967-DE5F-4666-AF64-D54F234E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433" y="427005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40" name="SE-070-140">
            <a:extLst xmlns:a="http://schemas.openxmlformats.org/drawingml/2006/main">
              <a:ext uri="{FF2B5EF4-FFF2-40B4-BE49-F238E27FC236}">
                <a16:creationId xmlns:a16="http://schemas.microsoft.com/office/drawing/2014/main" id="{D150527A-61C9-41DF-9CA3-32E59A46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433" y="46701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41" name="SE-070-141">
            <a:extLst xmlns:a="http://schemas.openxmlformats.org/drawingml/2006/main">
              <a:ext uri="{FF2B5EF4-FFF2-40B4-BE49-F238E27FC236}">
                <a16:creationId xmlns:a16="http://schemas.microsoft.com/office/drawing/2014/main" id="{870326F1-53F1-4EE6-83AF-7321321F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90900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42" name="SE-070-142">
            <a:extLst xmlns:a="http://schemas.openxmlformats.org/drawingml/2006/main">
              <a:ext uri="{FF2B5EF4-FFF2-40B4-BE49-F238E27FC236}">
                <a16:creationId xmlns:a16="http://schemas.microsoft.com/office/drawing/2014/main" id="{C421AF27-647D-4036-9125-4FD310B9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861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3" name="SE-070-143">
            <a:extLst xmlns:a="http://schemas.openxmlformats.org/drawingml/2006/main">
              <a:ext uri="{FF2B5EF4-FFF2-40B4-BE49-F238E27FC236}">
                <a16:creationId xmlns:a16="http://schemas.microsoft.com/office/drawing/2014/main" id="{5999383C-BDC8-442D-AB3D-75527504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766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44" name="SE-070-144">
            <a:extLst xmlns:a="http://schemas.openxmlformats.org/drawingml/2006/main">
              <a:ext uri="{FF2B5EF4-FFF2-40B4-BE49-F238E27FC236}">
                <a16:creationId xmlns:a16="http://schemas.microsoft.com/office/drawing/2014/main" id="{E94FE8EE-7B01-4380-9990-3ED59958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62350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5" name="SE-070-145">
            <a:extLst xmlns:a="http://schemas.openxmlformats.org/drawingml/2006/main">
              <a:ext uri="{FF2B5EF4-FFF2-40B4-BE49-F238E27FC236}">
                <a16:creationId xmlns:a16="http://schemas.microsoft.com/office/drawing/2014/main" id="{D76B66CD-C518-456A-968E-0BD2528A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84779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6" name="SE-070-146">
            <a:extLst xmlns:a="http://schemas.openxmlformats.org/drawingml/2006/main">
              <a:ext uri="{FF2B5EF4-FFF2-40B4-BE49-F238E27FC236}">
                <a16:creationId xmlns:a16="http://schemas.microsoft.com/office/drawing/2014/main" id="{68F20E05-5AD5-4D41-A5F6-8C177995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945" y="427005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47" name="SE-070-147">
            <a:extLst xmlns:a="http://schemas.openxmlformats.org/drawingml/2006/main">
              <a:ext uri="{FF2B5EF4-FFF2-40B4-BE49-F238E27FC236}">
                <a16:creationId xmlns:a16="http://schemas.microsoft.com/office/drawing/2014/main" id="{9C135831-E2E3-4A6F-AD70-2D149A21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95650"/>
            <a:ext cx="228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48" name="SE-070-148">
            <a:extLst xmlns:a="http://schemas.openxmlformats.org/drawingml/2006/main">
              <a:ext uri="{FF2B5EF4-FFF2-40B4-BE49-F238E27FC236}">
                <a16:creationId xmlns:a16="http://schemas.microsoft.com/office/drawing/2014/main" id="{9F89DF0C-172B-474E-9BD4-614D33B5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95650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9" name="SE-070-149">
            <a:extLst xmlns:a="http://schemas.openxmlformats.org/drawingml/2006/main">
              <a:ext uri="{FF2B5EF4-FFF2-40B4-BE49-F238E27FC236}">
                <a16:creationId xmlns:a16="http://schemas.microsoft.com/office/drawing/2014/main" id="{9A6F774A-39F6-48D9-AB34-F1FFF4C1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9090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50" name="SE-070-150">
            <a:extLst xmlns:a="http://schemas.openxmlformats.org/drawingml/2006/main">
              <a:ext uri="{FF2B5EF4-FFF2-40B4-BE49-F238E27FC236}">
                <a16:creationId xmlns:a16="http://schemas.microsoft.com/office/drawing/2014/main" id="{4D9F2EC8-17CA-43A8-A5EA-A6551E91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76625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1" name="SE-070-151">
            <a:extLst xmlns:a="http://schemas.openxmlformats.org/drawingml/2006/main">
              <a:ext uri="{FF2B5EF4-FFF2-40B4-BE49-F238E27FC236}">
                <a16:creationId xmlns:a16="http://schemas.microsoft.com/office/drawing/2014/main" id="{C0584EDF-373B-4D68-9EB8-5159DF77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57600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52" name="SE-070-152">
            <a:extLst xmlns:a="http://schemas.openxmlformats.org/drawingml/2006/main">
              <a:ext uri="{FF2B5EF4-FFF2-40B4-BE49-F238E27FC236}">
                <a16:creationId xmlns:a16="http://schemas.microsoft.com/office/drawing/2014/main" id="{BF8D4190-B219-477C-8EA7-4CFD2A12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528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3" name="SE-070-153">
            <a:extLst xmlns:a="http://schemas.openxmlformats.org/drawingml/2006/main">
              <a:ext uri="{FF2B5EF4-FFF2-40B4-BE49-F238E27FC236}">
                <a16:creationId xmlns:a16="http://schemas.microsoft.com/office/drawing/2014/main" id="{BDDBA4AE-33C5-4CD2-9EE7-443B8118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95149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4" name="SE-070-154">
            <a:extLst xmlns:a="http://schemas.openxmlformats.org/drawingml/2006/main">
              <a:ext uri="{FF2B5EF4-FFF2-40B4-BE49-F238E27FC236}">
                <a16:creationId xmlns:a16="http://schemas.microsoft.com/office/drawing/2014/main" id="{323FB9C7-9314-4B6F-A352-FB8E0CF8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220" y="38700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55" name="SE-070-155">
            <a:extLst xmlns:a="http://schemas.openxmlformats.org/drawingml/2006/main">
              <a:ext uri="{FF2B5EF4-FFF2-40B4-BE49-F238E27FC236}">
                <a16:creationId xmlns:a16="http://schemas.microsoft.com/office/drawing/2014/main" id="{08D75F37-E581-4120-A64E-ABF7E108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09925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56" name="SE-070-156">
            <a:extLst xmlns:a="http://schemas.openxmlformats.org/drawingml/2006/main">
              <a:ext uri="{FF2B5EF4-FFF2-40B4-BE49-F238E27FC236}">
                <a16:creationId xmlns:a16="http://schemas.microsoft.com/office/drawing/2014/main" id="{B669420A-2B49-48C9-AFE3-24B4BE59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05163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7" name="SE-070-157">
            <a:extLst xmlns:a="http://schemas.openxmlformats.org/drawingml/2006/main">
              <a:ext uri="{FF2B5EF4-FFF2-40B4-BE49-F238E27FC236}">
                <a16:creationId xmlns:a16="http://schemas.microsoft.com/office/drawing/2014/main" id="{1C817F78-5023-41D6-8453-2922BA72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95650"/>
            <a:ext cx="2286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58" name="SE-070-158">
            <a:extLst xmlns:a="http://schemas.openxmlformats.org/drawingml/2006/main">
              <a:ext uri="{FF2B5EF4-FFF2-40B4-BE49-F238E27FC236}">
                <a16:creationId xmlns:a16="http://schemas.microsoft.com/office/drawing/2014/main" id="{5DBFB7A2-D627-45A4-B58C-C2B1211A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861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9" name="SE-070-159">
            <a:extLst xmlns:a="http://schemas.openxmlformats.org/drawingml/2006/main">
              <a:ext uri="{FF2B5EF4-FFF2-40B4-BE49-F238E27FC236}">
                <a16:creationId xmlns:a16="http://schemas.microsoft.com/office/drawing/2014/main" id="{4869E4C9-90BE-48B5-BA56-26299EA1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7187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60" name="SE-070-160">
            <a:extLst xmlns:a="http://schemas.openxmlformats.org/drawingml/2006/main">
              <a:ext uri="{FF2B5EF4-FFF2-40B4-BE49-F238E27FC236}">
                <a16:creationId xmlns:a16="http://schemas.microsoft.com/office/drawing/2014/main" id="{02193F69-F54B-4B56-A527-75309A6E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09975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1" name="SE-070-161">
            <a:extLst xmlns:a="http://schemas.openxmlformats.org/drawingml/2006/main">
              <a:ext uri="{FF2B5EF4-FFF2-40B4-BE49-F238E27FC236}">
                <a16:creationId xmlns:a16="http://schemas.microsoft.com/office/drawing/2014/main" id="{90495DA7-0364-4B9D-BE63-85FC42E8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05519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62" name="SE-070-path-162">
            <a:extLst xmlns:a="http://schemas.openxmlformats.org/drawingml/2006/main">
              <a:ext uri="{FF2B5EF4-FFF2-40B4-BE49-F238E27FC236}">
                <a16:creationId xmlns:a16="http://schemas.microsoft.com/office/drawing/2014/main" id="{F66468CF-EAC9-4F87-9E49-21480101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4095750"/>
            <a:ext cx="95" cy="600075"/>
          </a:xfrm>
          <a:custGeom xmlns:a="http://schemas.openxmlformats.org/drawingml/2006/main">
            <a:pathLst>
              <a:path w="95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AEC7E8"/>
            </a:solidFill>
          </a:ln>
        </p:spPr>
      </p:sp>
      <p:sp>
        <p:nvSpPr>
          <p:cNvPr id="163" name="SE-070-163">
            <a:extLst xmlns:a="http://schemas.openxmlformats.org/drawingml/2006/main">
              <a:ext uri="{FF2B5EF4-FFF2-40B4-BE49-F238E27FC236}">
                <a16:creationId xmlns:a16="http://schemas.microsoft.com/office/drawing/2014/main" id="{8BA1BA80-03EA-4DD3-8257-0C645372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970" y="407003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64" name="SE-070-164">
            <a:extLst xmlns:a="http://schemas.openxmlformats.org/drawingml/2006/main">
              <a:ext uri="{FF2B5EF4-FFF2-40B4-BE49-F238E27FC236}">
                <a16:creationId xmlns:a16="http://schemas.microsoft.com/office/drawing/2014/main" id="{62A53323-0087-4E8C-93A7-5E17DA2C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970" y="46701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65" name="SE-070-165">
            <a:extLst xmlns:a="http://schemas.openxmlformats.org/drawingml/2006/main">
              <a:ext uri="{FF2B5EF4-FFF2-40B4-BE49-F238E27FC236}">
                <a16:creationId xmlns:a16="http://schemas.microsoft.com/office/drawing/2014/main" id="{099BB182-B642-4B91-848D-DF6F9191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14675"/>
            <a:ext cx="2286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66" name="SE-070-166">
            <a:extLst xmlns:a="http://schemas.openxmlformats.org/drawingml/2006/main">
              <a:ext uri="{FF2B5EF4-FFF2-40B4-BE49-F238E27FC236}">
                <a16:creationId xmlns:a16="http://schemas.microsoft.com/office/drawing/2014/main" id="{8838A157-CA1F-4BD9-B22D-F9ABBED8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05163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7" name="SE-070-167">
            <a:extLst xmlns:a="http://schemas.openxmlformats.org/drawingml/2006/main">
              <a:ext uri="{FF2B5EF4-FFF2-40B4-BE49-F238E27FC236}">
                <a16:creationId xmlns:a16="http://schemas.microsoft.com/office/drawing/2014/main" id="{54BB4545-9C06-42EE-8947-C348655B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90900"/>
            <a:ext cx="228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68" name="SE-070-168">
            <a:extLst xmlns:a="http://schemas.openxmlformats.org/drawingml/2006/main">
              <a:ext uri="{FF2B5EF4-FFF2-40B4-BE49-F238E27FC236}">
                <a16:creationId xmlns:a16="http://schemas.microsoft.com/office/drawing/2014/main" id="{15C70E70-D5C9-4F22-90FB-C73A7B7B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33763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9" name="SE-070-169">
            <a:extLst xmlns:a="http://schemas.openxmlformats.org/drawingml/2006/main">
              <a:ext uri="{FF2B5EF4-FFF2-40B4-BE49-F238E27FC236}">
                <a16:creationId xmlns:a16="http://schemas.microsoft.com/office/drawing/2014/main" id="{504E6EE3-B1D9-4A2A-B6CA-3BAE6773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7187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70" name="SE-070-170">
            <a:extLst xmlns:a="http://schemas.openxmlformats.org/drawingml/2006/main">
              <a:ext uri="{FF2B5EF4-FFF2-40B4-BE49-F238E27FC236}">
                <a16:creationId xmlns:a16="http://schemas.microsoft.com/office/drawing/2014/main" id="{94371DDD-879E-474F-AF7C-06FFEE55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09975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1" name="SE-070-171">
            <a:extLst xmlns:a="http://schemas.openxmlformats.org/drawingml/2006/main">
              <a:ext uri="{FF2B5EF4-FFF2-40B4-BE49-F238E27FC236}">
                <a16:creationId xmlns:a16="http://schemas.microsoft.com/office/drawing/2014/main" id="{5E00C687-E5C2-4CEC-8448-EDCD545D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5888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72" name="SE-070-path-172">
            <a:extLst xmlns:a="http://schemas.openxmlformats.org/drawingml/2006/main">
              <a:ext uri="{FF2B5EF4-FFF2-40B4-BE49-F238E27FC236}">
                <a16:creationId xmlns:a16="http://schemas.microsoft.com/office/drawing/2014/main" id="{96F838A1-CC2A-4979-873F-E7482429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963" y="4095750"/>
            <a:ext cx="95" cy="600075"/>
          </a:xfrm>
          <a:custGeom xmlns:a="http://schemas.openxmlformats.org/drawingml/2006/main">
            <a:pathLst>
              <a:path w="95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FF7F0E"/>
            </a:solidFill>
          </a:ln>
        </p:spPr>
      </p:sp>
      <p:sp>
        <p:nvSpPr>
          <p:cNvPr id="173" name="SE-070-173">
            <a:extLst xmlns:a="http://schemas.openxmlformats.org/drawingml/2006/main">
              <a:ext uri="{FF2B5EF4-FFF2-40B4-BE49-F238E27FC236}">
                <a16:creationId xmlns:a16="http://schemas.microsoft.com/office/drawing/2014/main" id="{56A953CC-BB8A-4F57-B64D-9E11977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45" y="407003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74" name="SE-070-174">
            <a:extLst xmlns:a="http://schemas.openxmlformats.org/drawingml/2006/main">
              <a:ext uri="{FF2B5EF4-FFF2-40B4-BE49-F238E27FC236}">
                <a16:creationId xmlns:a16="http://schemas.microsoft.com/office/drawing/2014/main" id="{6FC1166D-3017-45B1-B247-DF9150BE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45" y="427005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75" name="SE-070-175">
            <a:extLst xmlns:a="http://schemas.openxmlformats.org/drawingml/2006/main">
              <a:ext uri="{FF2B5EF4-FFF2-40B4-BE49-F238E27FC236}">
                <a16:creationId xmlns:a16="http://schemas.microsoft.com/office/drawing/2014/main" id="{D33CE2FF-D31F-4A0F-8435-F01808A4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45" y="46701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76" name="SE-070-176">
            <a:extLst xmlns:a="http://schemas.openxmlformats.org/drawingml/2006/main">
              <a:ext uri="{FF2B5EF4-FFF2-40B4-BE49-F238E27FC236}">
                <a16:creationId xmlns:a16="http://schemas.microsoft.com/office/drawing/2014/main" id="{4BB66B58-A820-4592-B928-44A9B93C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14675"/>
            <a:ext cx="228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78"/>
          </a:solidFill>
          <a:ln xmlns:a="http://schemas.openxmlformats.org/drawingml/2006/main" w="0">
            <a:noFill/>
          </a:ln>
        </p:spPr>
      </p:sp>
      <p:sp>
        <p:nvSpPr>
          <p:cNvPr id="177" name="SE-070-177">
            <a:extLst xmlns:a="http://schemas.openxmlformats.org/drawingml/2006/main">
              <a:ext uri="{FF2B5EF4-FFF2-40B4-BE49-F238E27FC236}">
                <a16:creationId xmlns:a16="http://schemas.microsoft.com/office/drawing/2014/main" id="{B571B309-0071-4DE7-8717-4DC64F0D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14675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8" name="SE-070-178">
            <a:extLst xmlns:a="http://schemas.openxmlformats.org/drawingml/2006/main">
              <a:ext uri="{FF2B5EF4-FFF2-40B4-BE49-F238E27FC236}">
                <a16:creationId xmlns:a16="http://schemas.microsoft.com/office/drawing/2014/main" id="{EC3A5AB3-CE7A-4B50-B6B1-60F8FA5D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9925"/>
            <a:ext cx="228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79" name="SE-070-179">
            <a:extLst xmlns:a="http://schemas.openxmlformats.org/drawingml/2006/main">
              <a:ext uri="{FF2B5EF4-FFF2-40B4-BE49-F238E27FC236}">
                <a16:creationId xmlns:a16="http://schemas.microsoft.com/office/drawing/2014/main" id="{72E16D48-C507-48D3-858C-33E445F9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5278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0" name="SE-070-180">
            <a:extLst xmlns:a="http://schemas.openxmlformats.org/drawingml/2006/main">
              <a:ext uri="{FF2B5EF4-FFF2-40B4-BE49-F238E27FC236}">
                <a16:creationId xmlns:a16="http://schemas.microsoft.com/office/drawing/2014/main" id="{460B5DB8-15F2-49C1-B938-1CAC6657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9090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81" name="SE-070-181">
            <a:extLst xmlns:a="http://schemas.openxmlformats.org/drawingml/2006/main">
              <a:ext uri="{FF2B5EF4-FFF2-40B4-BE49-F238E27FC236}">
                <a16:creationId xmlns:a16="http://schemas.microsoft.com/office/drawing/2014/main" id="{CF106C21-8BC3-4942-A2E7-2FDF6412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76625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2" name="SE-070-182">
            <a:extLst xmlns:a="http://schemas.openxmlformats.org/drawingml/2006/main">
              <a:ext uri="{FF2B5EF4-FFF2-40B4-BE49-F238E27FC236}">
                <a16:creationId xmlns:a16="http://schemas.microsoft.com/office/drawing/2014/main" id="{F997AC1D-717A-48F2-9D46-CD8EA23A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7600"/>
            <a:ext cx="228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83" name="SE-070-183">
            <a:extLst xmlns:a="http://schemas.openxmlformats.org/drawingml/2006/main">
              <a:ext uri="{FF2B5EF4-FFF2-40B4-BE49-F238E27FC236}">
                <a16:creationId xmlns:a16="http://schemas.microsoft.com/office/drawing/2014/main" id="{A5C7CDA9-C54B-4BE4-9773-63FB5E13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28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4" name="SE-070-184">
            <a:extLst xmlns:a="http://schemas.openxmlformats.org/drawingml/2006/main">
              <a:ext uri="{FF2B5EF4-FFF2-40B4-BE49-F238E27FC236}">
                <a16:creationId xmlns:a16="http://schemas.microsoft.com/office/drawing/2014/main" id="{003D1A4C-25EA-4E16-B696-B1CCC4E9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5888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85" name="SE-070-path-185">
            <a:extLst xmlns:a="http://schemas.openxmlformats.org/drawingml/2006/main">
              <a:ext uri="{FF2B5EF4-FFF2-40B4-BE49-F238E27FC236}">
                <a16:creationId xmlns:a16="http://schemas.microsoft.com/office/drawing/2014/main" id="{CB73F15E-1F37-4DF7-B704-9A34527F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2713" y="4295775"/>
            <a:ext cx="95" cy="400050"/>
          </a:xfrm>
          <a:custGeom xmlns:a="http://schemas.openxmlformats.org/drawingml/2006/main">
            <a:pathLst>
              <a:path w="9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AEC7E8"/>
            </a:solidFill>
          </a:ln>
        </p:spPr>
      </p:sp>
      <p:sp>
        <p:nvSpPr>
          <p:cNvPr id="186" name="SE-070-186">
            <a:extLst xmlns:a="http://schemas.openxmlformats.org/drawingml/2006/main">
              <a:ext uri="{FF2B5EF4-FFF2-40B4-BE49-F238E27FC236}">
                <a16:creationId xmlns:a16="http://schemas.microsoft.com/office/drawing/2014/main" id="{71A930BF-840F-4FF6-AF35-FD8A7EFE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995" y="427005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87" name="SE-070-187">
            <a:extLst xmlns:a="http://schemas.openxmlformats.org/drawingml/2006/main">
              <a:ext uri="{FF2B5EF4-FFF2-40B4-BE49-F238E27FC236}">
                <a16:creationId xmlns:a16="http://schemas.microsoft.com/office/drawing/2014/main" id="{269F76EA-0F7E-4CD1-AD31-CCF03A4D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995" y="46701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88" name="SE-070-188">
            <a:extLst xmlns:a="http://schemas.openxmlformats.org/drawingml/2006/main">
              <a:ext uri="{FF2B5EF4-FFF2-40B4-BE49-F238E27FC236}">
                <a16:creationId xmlns:a16="http://schemas.microsoft.com/office/drawing/2014/main" id="{3F1261E2-18B7-472D-877E-0938F029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05050"/>
            <a:ext cx="2286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78"/>
          </a:solidFill>
          <a:ln xmlns:a="http://schemas.openxmlformats.org/drawingml/2006/main" w="0">
            <a:noFill/>
          </a:ln>
        </p:spPr>
      </p:sp>
      <p:sp>
        <p:nvSpPr>
          <p:cNvPr id="189" name="SE-070-189">
            <a:extLst xmlns:a="http://schemas.openxmlformats.org/drawingml/2006/main">
              <a:ext uri="{FF2B5EF4-FFF2-40B4-BE49-F238E27FC236}">
                <a16:creationId xmlns:a16="http://schemas.microsoft.com/office/drawing/2014/main" id="{591ABC0A-6D15-47A4-AEBA-48D6A637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955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0" name="SE-070-190">
            <a:extLst xmlns:a="http://schemas.openxmlformats.org/drawingml/2006/main">
              <a:ext uri="{FF2B5EF4-FFF2-40B4-BE49-F238E27FC236}">
                <a16:creationId xmlns:a16="http://schemas.microsoft.com/office/drawing/2014/main" id="{2A486AE4-8D54-42ED-A7AC-0188509D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81275"/>
            <a:ext cx="228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191" name="SE-070-191">
            <a:extLst xmlns:a="http://schemas.openxmlformats.org/drawingml/2006/main">
              <a:ext uri="{FF2B5EF4-FFF2-40B4-BE49-F238E27FC236}">
                <a16:creationId xmlns:a16="http://schemas.microsoft.com/office/drawing/2014/main" id="{D676BA4C-D14F-439F-A19A-1E6A8E54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241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2" name="SE-070-192">
            <a:extLst xmlns:a="http://schemas.openxmlformats.org/drawingml/2006/main">
              <a:ext uri="{FF2B5EF4-FFF2-40B4-BE49-F238E27FC236}">
                <a16:creationId xmlns:a16="http://schemas.microsoft.com/office/drawing/2014/main" id="{8C90B271-3AF6-4C21-ACBE-56DD477D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2286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93" name="SE-070-193">
            <a:extLst xmlns:a="http://schemas.openxmlformats.org/drawingml/2006/main">
              <a:ext uri="{FF2B5EF4-FFF2-40B4-BE49-F238E27FC236}">
                <a16:creationId xmlns:a16="http://schemas.microsoft.com/office/drawing/2014/main" id="{3E940FFD-A079-4AC4-9045-7D1D899B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71813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94" name="SE-070-194">
            <a:extLst xmlns:a="http://schemas.openxmlformats.org/drawingml/2006/main">
              <a:ext uri="{FF2B5EF4-FFF2-40B4-BE49-F238E27FC236}">
                <a16:creationId xmlns:a16="http://schemas.microsoft.com/office/drawing/2014/main" id="{0A0E30B2-6466-4469-90E1-521B8748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766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195" name="SE-070-195">
            <a:extLst xmlns:a="http://schemas.openxmlformats.org/drawingml/2006/main">
              <a:ext uri="{FF2B5EF4-FFF2-40B4-BE49-F238E27FC236}">
                <a16:creationId xmlns:a16="http://schemas.microsoft.com/office/drawing/2014/main" id="{C4E2DF30-0717-40B0-9EE8-F2381D91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62350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6" name="SE-070-196">
            <a:extLst xmlns:a="http://schemas.openxmlformats.org/drawingml/2006/main">
              <a:ext uri="{FF2B5EF4-FFF2-40B4-BE49-F238E27FC236}">
                <a16:creationId xmlns:a16="http://schemas.microsoft.com/office/drawing/2014/main" id="{2BA5D928-140C-435A-A847-6FC45A5D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09216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97" name="SE-070-path-197">
            <a:extLst xmlns:a="http://schemas.openxmlformats.org/drawingml/2006/main">
              <a:ext uri="{FF2B5EF4-FFF2-40B4-BE49-F238E27FC236}">
                <a16:creationId xmlns:a16="http://schemas.microsoft.com/office/drawing/2014/main" id="{E9EFE5AD-5839-4F68-9B11-A11DECE6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988" y="3895725"/>
            <a:ext cx="95" cy="800100"/>
          </a:xfrm>
          <a:custGeom xmlns:a="http://schemas.openxmlformats.org/drawingml/2006/main">
            <a:pathLst>
              <a:path w="9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AEC7E8"/>
            </a:solidFill>
          </a:ln>
        </p:spPr>
      </p:sp>
      <p:sp>
        <p:nvSpPr>
          <p:cNvPr id="198" name="SE-070-198">
            <a:extLst xmlns:a="http://schemas.openxmlformats.org/drawingml/2006/main">
              <a:ext uri="{FF2B5EF4-FFF2-40B4-BE49-F238E27FC236}">
                <a16:creationId xmlns:a16="http://schemas.microsoft.com/office/drawing/2014/main" id="{EAC24439-2BB3-4448-8105-1F5E1848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270" y="38700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199" name="SE-070-199">
            <a:extLst xmlns:a="http://schemas.openxmlformats.org/drawingml/2006/main">
              <a:ext uri="{FF2B5EF4-FFF2-40B4-BE49-F238E27FC236}">
                <a16:creationId xmlns:a16="http://schemas.microsoft.com/office/drawing/2014/main" id="{41BFEB79-674B-4E2C-92EF-7B3FC7A4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270" y="407003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200" name="SE-070-200">
            <a:extLst xmlns:a="http://schemas.openxmlformats.org/drawingml/2006/main">
              <a:ext uri="{FF2B5EF4-FFF2-40B4-BE49-F238E27FC236}">
                <a16:creationId xmlns:a16="http://schemas.microsoft.com/office/drawing/2014/main" id="{C5C32BFC-26D4-4E9F-869D-06260B25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270" y="427005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201" name="SE-070-201">
            <a:extLst xmlns:a="http://schemas.openxmlformats.org/drawingml/2006/main">
              <a:ext uri="{FF2B5EF4-FFF2-40B4-BE49-F238E27FC236}">
                <a16:creationId xmlns:a16="http://schemas.microsoft.com/office/drawing/2014/main" id="{4F4F7377-21D5-48E0-B485-8BC1EBB0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270" y="447008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202" name="SE-070-202">
            <a:extLst xmlns:a="http://schemas.openxmlformats.org/drawingml/2006/main">
              <a:ext uri="{FF2B5EF4-FFF2-40B4-BE49-F238E27FC236}">
                <a16:creationId xmlns:a16="http://schemas.microsoft.com/office/drawing/2014/main" id="{FB118D5A-5BE3-4719-8114-661F82B1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270" y="46701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203" name="SE-070-203">
            <a:extLst xmlns:a="http://schemas.openxmlformats.org/drawingml/2006/main">
              <a:ext uri="{FF2B5EF4-FFF2-40B4-BE49-F238E27FC236}">
                <a16:creationId xmlns:a16="http://schemas.microsoft.com/office/drawing/2014/main" id="{D65EBC45-9BB1-4B23-9BE8-ECFF4538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78"/>
          </a:solidFill>
          <a:ln xmlns:a="http://schemas.openxmlformats.org/drawingml/2006/main" w="0">
            <a:noFill/>
          </a:ln>
        </p:spPr>
      </p:sp>
      <p:sp>
        <p:nvSpPr>
          <p:cNvPr id="204" name="SE-070-204">
            <a:extLst xmlns:a="http://schemas.openxmlformats.org/drawingml/2006/main">
              <a:ext uri="{FF2B5EF4-FFF2-40B4-BE49-F238E27FC236}">
                <a16:creationId xmlns:a16="http://schemas.microsoft.com/office/drawing/2014/main" id="{BC72EE66-712A-427D-B416-4777F338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5" name="SE-070-205">
            <a:extLst xmlns:a="http://schemas.openxmlformats.org/drawingml/2006/main">
              <a:ext uri="{FF2B5EF4-FFF2-40B4-BE49-F238E27FC236}">
                <a16:creationId xmlns:a16="http://schemas.microsoft.com/office/drawing/2014/main" id="{F06BAE99-CFE7-4E60-9FA5-18597385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9100"/>
            <a:ext cx="2286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206" name="SE-070-206">
            <a:extLst xmlns:a="http://schemas.openxmlformats.org/drawingml/2006/main">
              <a:ext uri="{FF2B5EF4-FFF2-40B4-BE49-F238E27FC236}">
                <a16:creationId xmlns:a16="http://schemas.microsoft.com/office/drawing/2014/main" id="{BAD2402E-935D-4B15-96C7-29A0A19F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429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7" name="SE-070-207">
            <a:extLst xmlns:a="http://schemas.openxmlformats.org/drawingml/2006/main">
              <a:ext uri="{FF2B5EF4-FFF2-40B4-BE49-F238E27FC236}">
                <a16:creationId xmlns:a16="http://schemas.microsoft.com/office/drawing/2014/main" id="{195DD16A-03C6-421B-A162-F213C412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962025"/>
            <a:ext cx="2286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208" name="SE-070-208">
            <a:extLst xmlns:a="http://schemas.openxmlformats.org/drawingml/2006/main">
              <a:ext uri="{FF2B5EF4-FFF2-40B4-BE49-F238E27FC236}">
                <a16:creationId xmlns:a16="http://schemas.microsoft.com/office/drawing/2014/main" id="{F46E32C8-DB3D-47D1-927D-8A99A36A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6688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209" name="SE-070-209">
            <a:extLst xmlns:a="http://schemas.openxmlformats.org/drawingml/2006/main">
              <a:ext uri="{FF2B5EF4-FFF2-40B4-BE49-F238E27FC236}">
                <a16:creationId xmlns:a16="http://schemas.microsoft.com/office/drawing/2014/main" id="{581CEDB8-7EA7-4C61-B5F5-CC25CBCF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0"/>
            <a:ext cx="2286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210" name="SE-070-210">
            <a:extLst xmlns:a="http://schemas.openxmlformats.org/drawingml/2006/main">
              <a:ext uri="{FF2B5EF4-FFF2-40B4-BE49-F238E27FC236}">
                <a16:creationId xmlns:a16="http://schemas.microsoft.com/office/drawing/2014/main" id="{639B4FAA-953B-475D-953B-AAE5EA3A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57538"/>
            <a:ext cx="228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1" name="SE-070-211">
            <a:extLst xmlns:a="http://schemas.openxmlformats.org/drawingml/2006/main">
              <a:ext uri="{FF2B5EF4-FFF2-40B4-BE49-F238E27FC236}">
                <a16:creationId xmlns:a16="http://schemas.microsoft.com/office/drawing/2014/main" id="{C3F2D27D-B104-4077-9F46-C707FFE3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72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212" name="SE-070-212">
            <a:extLst xmlns:a="http://schemas.openxmlformats.org/drawingml/2006/main">
              <a:ext uri="{FF2B5EF4-FFF2-40B4-BE49-F238E27FC236}">
                <a16:creationId xmlns:a16="http://schemas.microsoft.com/office/drawing/2014/main" id="{88BF96CE-153B-44D2-A3E2-CDC962EF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7545" y="46701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213" name="SE-070-213">
            <a:extLst xmlns:a="http://schemas.openxmlformats.org/drawingml/2006/main">
              <a:ext uri="{FF2B5EF4-FFF2-40B4-BE49-F238E27FC236}">
                <a16:creationId xmlns:a16="http://schemas.microsoft.com/office/drawing/2014/main" id="{DD27C6FF-4E22-4B5C-867A-4931F571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24288"/>
            <a:ext cx="733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mistral-2407</a:t>
            </a:r>
          </a:p>
        </p:txBody>
      </p:sp>
      <p:sp>
        <p:nvSpPr>
          <p:cNvPr id="214" name="SE-070-214">
            <a:extLst xmlns:a="http://schemas.openxmlformats.org/drawingml/2006/main">
              <a:ext uri="{FF2B5EF4-FFF2-40B4-BE49-F238E27FC236}">
                <a16:creationId xmlns:a16="http://schemas.microsoft.com/office/drawing/2014/main" id="{20A4F9D0-FFDB-414D-B9C0-D4E27003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24313"/>
            <a:ext cx="733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llama3-3</a:t>
            </a:r>
          </a:p>
        </p:txBody>
      </p:sp>
      <p:sp>
        <p:nvSpPr>
          <p:cNvPr id="215" name="SE-070-215">
            <a:extLst xmlns:a="http://schemas.openxmlformats.org/drawingml/2006/main">
              <a:ext uri="{FF2B5EF4-FFF2-40B4-BE49-F238E27FC236}">
                <a16:creationId xmlns:a16="http://schemas.microsoft.com/office/drawing/2014/main" id="{74D08C33-36AE-4C27-A079-967AEC71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24338"/>
            <a:ext cx="733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gemini-2.5</a:t>
            </a:r>
          </a:p>
        </p:txBody>
      </p:sp>
      <p:sp>
        <p:nvSpPr>
          <p:cNvPr id="216" name="SE-070-216">
            <a:extLst xmlns:a="http://schemas.openxmlformats.org/drawingml/2006/main">
              <a:ext uri="{FF2B5EF4-FFF2-40B4-BE49-F238E27FC236}">
                <a16:creationId xmlns:a16="http://schemas.microsoft.com/office/drawing/2014/main" id="{4EC61E00-657B-4748-ADAE-25380136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24363"/>
            <a:ext cx="733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nova-pro</a:t>
            </a:r>
          </a:p>
        </p:txBody>
      </p:sp>
      <p:sp>
        <p:nvSpPr>
          <p:cNvPr id="217" name="SE-070-217">
            <a:extLst xmlns:a="http://schemas.openxmlformats.org/drawingml/2006/main">
              <a:ext uri="{FF2B5EF4-FFF2-40B4-BE49-F238E27FC236}">
                <a16:creationId xmlns:a16="http://schemas.microsoft.com/office/drawing/2014/main" id="{5F5D92A0-38F9-4709-A8B8-F72C5C4C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4388"/>
            <a:ext cx="733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o4-mini</a:t>
            </a:r>
          </a:p>
        </p:txBody>
      </p:sp>
      <p:sp>
        <p:nvSpPr>
          <p:cNvPr id="218" name="SE-070-218">
            <a:extLst xmlns:a="http://schemas.openxmlformats.org/drawingml/2006/main">
              <a:ext uri="{FF2B5EF4-FFF2-40B4-BE49-F238E27FC236}">
                <a16:creationId xmlns:a16="http://schemas.microsoft.com/office/drawing/2014/main" id="{1876E899-113B-463B-8EEA-2AECF414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"/>
            <a:ext cx="535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DDDDD"/>
            </a:solidFill>
          </a:ln>
        </p:spPr>
      </p:sp>
      <p:sp>
        <p:nvSpPr>
          <p:cNvPr id="219" name="SE-070-219">
            <a:extLst xmlns:a="http://schemas.openxmlformats.org/drawingml/2006/main">
              <a:ext uri="{FF2B5EF4-FFF2-40B4-BE49-F238E27FC236}">
                <a16:creationId xmlns:a16="http://schemas.microsoft.com/office/drawing/2014/main" id="{3EC85771-4C67-461F-9914-867DE79A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Proximity class</a:t>
            </a:r>
          </a:p>
        </p:txBody>
      </p:sp>
      <p:sp>
        <p:nvSpPr>
          <p:cNvPr id="220" name="SE-070-220">
            <a:extLst xmlns:a="http://schemas.openxmlformats.org/drawingml/2006/main">
              <a:ext uri="{FF2B5EF4-FFF2-40B4-BE49-F238E27FC236}">
                <a16:creationId xmlns:a16="http://schemas.microsoft.com/office/drawing/2014/main" id="{725671E1-1C6C-4FCA-8BFC-FC5F67FF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2450"/>
            <a:ext cx="2381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noFill/>
          </a:ln>
        </p:spPr>
      </p:sp>
      <p:sp>
        <p:nvSpPr>
          <p:cNvPr id="221" name="SE-070-221">
            <a:extLst xmlns:a="http://schemas.openxmlformats.org/drawingml/2006/main">
              <a:ext uri="{FF2B5EF4-FFF2-40B4-BE49-F238E27FC236}">
                <a16:creationId xmlns:a16="http://schemas.microsoft.com/office/drawing/2014/main" id="{18BA7E35-D6C0-4182-BD85-2244E690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57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Nucleus</a:t>
            </a:r>
          </a:p>
        </p:txBody>
      </p:sp>
      <p:sp>
        <p:nvSpPr>
          <p:cNvPr id="222" name="SE-070-222">
            <a:extLst xmlns:a="http://schemas.openxmlformats.org/drawingml/2006/main">
              <a:ext uri="{FF2B5EF4-FFF2-40B4-BE49-F238E27FC236}">
                <a16:creationId xmlns:a16="http://schemas.microsoft.com/office/drawing/2014/main" id="{ABDC49D0-B24E-407A-9EC0-16EBB101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2450"/>
            <a:ext cx="2381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7E8"/>
          </a:solidFill>
          <a:ln xmlns:a="http://schemas.openxmlformats.org/drawingml/2006/main" w="0">
            <a:noFill/>
          </a:ln>
        </p:spPr>
      </p:sp>
      <p:sp>
        <p:nvSpPr>
          <p:cNvPr id="223" name="SE-070-223">
            <a:extLst xmlns:a="http://schemas.openxmlformats.org/drawingml/2006/main">
              <a:ext uri="{FF2B5EF4-FFF2-40B4-BE49-F238E27FC236}">
                <a16:creationId xmlns:a16="http://schemas.microsoft.com/office/drawing/2014/main" id="{94108218-DA3B-4318-AB29-83CF4DBC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857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224" name="SE-070-224">
            <a:extLst xmlns:a="http://schemas.openxmlformats.org/drawingml/2006/main">
              <a:ext uri="{FF2B5EF4-FFF2-40B4-BE49-F238E27FC236}">
                <a16:creationId xmlns:a16="http://schemas.microsoft.com/office/drawing/2014/main" id="{297E43E1-6644-4400-A683-76A89FCB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"/>
            <a:ext cx="2381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</a:ln>
        </p:spPr>
      </p:sp>
      <p:sp>
        <p:nvSpPr>
          <p:cNvPr id="225" name="SE-070-225">
            <a:extLst xmlns:a="http://schemas.openxmlformats.org/drawingml/2006/main">
              <a:ext uri="{FF2B5EF4-FFF2-40B4-BE49-F238E27FC236}">
                <a16:creationId xmlns:a16="http://schemas.microsoft.com/office/drawing/2014/main" id="{C5D2886E-1A0D-4E94-8505-AEA74284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857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Orbit</a:t>
            </a:r>
          </a:p>
        </p:txBody>
      </p:sp>
      <p:sp>
        <p:nvSpPr>
          <p:cNvPr id="226" name="SE-070-226">
            <a:extLst xmlns:a="http://schemas.openxmlformats.org/drawingml/2006/main">
              <a:ext uri="{FF2B5EF4-FFF2-40B4-BE49-F238E27FC236}">
                <a16:creationId xmlns:a16="http://schemas.microsoft.com/office/drawing/2014/main" id="{16F4C378-8C0A-4C7C-91C4-357D82D2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2450"/>
            <a:ext cx="2381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78"/>
          </a:solidFill>
          <a:ln xmlns:a="http://schemas.openxmlformats.org/drawingml/2006/main" w="0">
            <a:noFill/>
          </a:ln>
        </p:spPr>
      </p:sp>
      <p:sp>
        <p:nvSpPr>
          <p:cNvPr id="227" name="SE-070-227">
            <a:extLst xmlns:a="http://schemas.openxmlformats.org/drawingml/2006/main">
              <a:ext uri="{FF2B5EF4-FFF2-40B4-BE49-F238E27FC236}">
                <a16:creationId xmlns:a16="http://schemas.microsoft.com/office/drawing/2014/main" id="{580DE461-CCC4-4A2E-B3DB-9A0D0B18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857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Sprawl</a:t>
            </a:r>
          </a:p>
        </p:txBody>
      </p:sp>
      <p:sp>
        <p:nvSpPr>
          <p:cNvPr id="228" name="SE-070-228">
            <a:extLst xmlns:a="http://schemas.openxmlformats.org/drawingml/2006/main">
              <a:ext uri="{FF2B5EF4-FFF2-40B4-BE49-F238E27FC236}">
                <a16:creationId xmlns:a16="http://schemas.microsoft.com/office/drawing/2014/main" id="{239BFB8A-FC7D-4D9C-9ACB-1F3152FF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52450"/>
            <a:ext cx="2381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/>
          </a:solidFill>
          <a:ln xmlns:a="http://schemas.openxmlformats.org/drawingml/2006/main" w="0">
            <a:noFill/>
          </a:ln>
        </p:spPr>
      </p:sp>
      <p:sp>
        <p:nvSpPr>
          <p:cNvPr id="229" name="SE-070-229">
            <a:extLst xmlns:a="http://schemas.openxmlformats.org/drawingml/2006/main">
              <a:ext uri="{FF2B5EF4-FFF2-40B4-BE49-F238E27FC236}">
                <a16:creationId xmlns:a16="http://schemas.microsoft.com/office/drawing/2014/main" id="{CAC1C50A-4B11-409F-B233-E225A5DB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857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Fragment</a:t>
            </a:r>
          </a:p>
        </p:txBody>
      </p:sp>
    </p:spTree>
    <p:extLst>
      <p:ext uri="{BB962C8B-B14F-4D97-AF65-F5344CB8AC3E}">
        <p14:creationId xmlns:p14="http://schemas.microsoft.com/office/powerpoint/2010/main" val="982328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2026-09-05T17:48:58.1980000Z</dcterms:created>
  <dcterms:modified xsi:type="dcterms:W3CDTF">2026-09-05T17:48:58.1980000Z</dcterms:modified>
</coreProperties>
</file>